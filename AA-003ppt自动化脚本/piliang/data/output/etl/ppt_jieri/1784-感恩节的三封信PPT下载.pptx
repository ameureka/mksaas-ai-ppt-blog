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slides/_rels/slide8.xml.rels" ContentType="application/vnd.openxmlformats-package.relationships+xml"/>
  <Override PartName="/ppt/slides/_rels/slide10.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_rels/slideMaster1.xml.rels" ContentType="application/vnd.openxmlformats-package.relationships+xml"/>
  <Override PartName="/ppt/slideMasters/slideMaster1.xml" ContentType="application/vnd.openxmlformats-officedocument.presentationml.slide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media/image3.png" ContentType="image/png"/>
  <Override PartName="/ppt/media/image14.gif" ContentType="image/gif"/>
  <Override PartName="/ppt/media/image1.gif" ContentType="image/gif"/>
  <Override PartName="/ppt/media/KellyClarkson-Breakaway.wav" ContentType="audio/x-wav"/>
  <Override PartName="/ppt/media/image7.jpeg" ContentType="image/jpeg"/>
  <Override PartName="/ppt/media/image6.png" ContentType="image/png"/>
  <Override PartName="/ppt/media/image2.gif" ContentType="image/gif"/>
  <Override PartName="/ppt/media/image5.png" ContentType="image/png"/>
  <Override PartName="/ppt/media/image4.jpeg" ContentType="image/jpeg"/>
  <Override PartName="/ppt/media/image12.gif" ContentType="image/gif"/>
  <Override PartName="/ppt/media/image9.jpeg" ContentType="image/jpeg"/>
  <Override PartName="/ppt/media/image13.jpeg" ContentType="image/jpeg"/>
  <Override PartName="/ppt/media/image10.png" ContentType="image/png"/>
  <Override PartName="/ppt/media/image8.jpeg" ContentType="image/jpeg"/>
  <Override PartName="/ppt/media/image1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ccff"/>
        </a:solidFill>
      </p:bgPr>
    </p:bg>
    <p:spTree>
      <p:nvGrpSpPr>
        <p:cNvPr id="1" name=""/>
        <p:cNvGrpSpPr/>
        <p:nvPr/>
      </p:nvGrpSpPr>
      <p:grpSpPr>
        <a:xfrm>
          <a:off x="0" y="0"/>
          <a:ext cx="0" cy="0"/>
          <a:chOff x="0" y="0"/>
          <a:chExt cx="0" cy="0"/>
        </a:xfrm>
      </p:grpSpPr>
      <p:pic>
        <p:nvPicPr>
          <p:cNvPr id="2" name="Picture 2" descr="200641411227"/>
          <p:cNvPicPr/>
          <p:nvPr/>
        </p:nvPicPr>
        <p:blipFill>
          <a:blip r:embed="rId2"/>
          <a:stretch/>
        </p:blipFill>
        <p:spPr>
          <a:xfrm>
            <a:off x="0" y="46080"/>
            <a:ext cx="9144000" cy="6813360"/>
          </a:xfrm>
          <a:prstGeom prst="rect">
            <a:avLst/>
          </a:prstGeom>
          <a:noFill/>
          <a:ln w="0">
            <a:noFill/>
          </a:ln>
        </p:spPr>
      </p:pic>
      <p:sp>
        <p:nvSpPr>
          <p:cNvPr id="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4" name="PlaceHolder 2"/>
          <p:cNvSpPr>
            <a:spLocks noGrp="1"/>
          </p:cNvSpPr>
          <p:nvPr>
            <p:ph type="body"/>
          </p:nvPr>
        </p:nvSpPr>
        <p:spPr>
          <a:xfrm>
            <a:off x="468360" y="170028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Second Outline Level</a:t>
            </a:r>
            <a:endParaRPr b="0" lang="en-US"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Third Outline Level</a:t>
            </a:r>
            <a:endParaRPr b="0" lang="en-US"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Fourth Outline Level</a:t>
            </a:r>
            <a:endParaRPr b="0" lang="en-US"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Fifth Outline Level</a:t>
            </a:r>
            <a:endParaRPr b="0" lang="en-US"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Sixth Outline Level</a:t>
            </a:r>
            <a:endParaRPr b="0" lang="en-US"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Seventh Outline Level</a:t>
            </a:r>
            <a:endParaRPr b="0" lang="en-US" sz="3200" strike="noStrike" u="none">
              <a:solidFill>
                <a:srgbClr val="000000"/>
              </a:solidFill>
              <a:effectLst/>
              <a:uFillTx/>
              <a:latin typeface="Arial"/>
            </a:endParaRPr>
          </a:p>
        </p:txBody>
      </p:sp>
      <p:sp>
        <p:nvSpPr>
          <p:cNvPr id="5" name="PlaceHolder 3"/>
          <p:cNvSpPr>
            <a:spLocks noGrp="1"/>
          </p:cNvSpPr>
          <p:nvPr>
            <p:ph type="ftr" idx="1"/>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7">
    <p:bg>
      <p:bgPr>
        <a:solidFill>
          <a:srgbClr val="ffccff"/>
        </a:solidFill>
      </p:bgPr>
    </p:bg>
    <p:spTree>
      <p:nvGrpSpPr>
        <p:cNvPr id="1" name=""/>
        <p:cNvGrpSpPr/>
        <p:nvPr/>
      </p:nvGrpSpPr>
      <p:grpSpPr>
        <a:xfrm>
          <a:off x="0" y="0"/>
          <a:ext cx="0" cy="0"/>
          <a:chOff x="0" y="0"/>
          <a:chExt cx="0" cy="0"/>
        </a:xfrm>
      </p:grpSpPr>
      <p:pic>
        <p:nvPicPr>
          <p:cNvPr id="6" name="Picture 2" descr="200641411227"/>
          <p:cNvPicPr/>
          <p:nvPr/>
        </p:nvPicPr>
        <p:blipFill>
          <a:blip r:embed="rId2"/>
          <a:stretch/>
        </p:blipFill>
        <p:spPr>
          <a:xfrm>
            <a:off x="0" y="46080"/>
            <a:ext cx="9144000" cy="6813360"/>
          </a:xfrm>
          <a:prstGeom prst="rect">
            <a:avLst/>
          </a:prstGeom>
          <a:noFill/>
          <a:ln w="0">
            <a:noFill/>
          </a:ln>
        </p:spPr>
      </p:pic>
      <p:sp>
        <p:nvSpPr>
          <p:cNvPr id="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8" name="PlaceHolder 2"/>
          <p:cNvSpPr>
            <a:spLocks noGrp="1"/>
          </p:cNvSpPr>
          <p:nvPr>
            <p:ph type="body"/>
          </p:nvPr>
        </p:nvSpPr>
        <p:spPr>
          <a:xfrm>
            <a:off x="468360" y="170028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Second Outline Level</a:t>
            </a:r>
            <a:endParaRPr b="0" lang="en-US"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Third Outline Level</a:t>
            </a:r>
            <a:endParaRPr b="0" lang="en-US"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Fourth Outline Level</a:t>
            </a:r>
            <a:endParaRPr b="0" lang="en-US"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Fifth Outline Level</a:t>
            </a:r>
            <a:endParaRPr b="0" lang="en-US"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Sixth Outline Level</a:t>
            </a:r>
            <a:endParaRPr b="0" lang="en-US"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Arial"/>
              </a:rPr>
              <a:t>Seventh Outline Level</a:t>
            </a:r>
            <a:endParaRPr b="0" lang="en-US" sz="3200" strike="noStrike" u="none">
              <a:solidFill>
                <a:srgbClr val="000000"/>
              </a:solidFill>
              <a:effectLst/>
              <a:uFillTx/>
              <a:latin typeface="Arial"/>
            </a:endParaRPr>
          </a:p>
        </p:txBody>
      </p:sp>
      <p:sp>
        <p:nvSpPr>
          <p:cNvPr id="9" name="PlaceHolder 3"/>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1" lang="en-US" sz="1400" strike="noStrike" u="none">
                <a:solidFill>
                  <a:srgbClr val="000000"/>
                </a:solidFill>
                <a:effectLst/>
                <a:uFillTx/>
                <a:latin typeface="Times New Roman"/>
              </a:defRPr>
            </a:lvl1pPr>
          </a:lstStyle>
          <a:p>
            <a:pPr marL="2160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Times New Roman"/>
              </a:rPr>
              <a:t>Page</a:t>
            </a:r>
            <a:endParaRPr b="0" lang="en-US" sz="14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gif"/><Relationship Id="rId2" Type="http://schemas.openxmlformats.org/officeDocument/2006/relationships/image" Target="../media/image3.png"/><Relationship Id="rId3" Type="http://schemas.openxmlformats.org/officeDocument/2006/relationships/audio" Target="../media/KellyClarkson-Breakaway.wav"/><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slide" Target="slide3.xml"/><Relationship Id="rId4" Type="http://schemas.openxmlformats.org/officeDocument/2006/relationships/slide" Target="slide3.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7.xml"/><Relationship Id="rId8"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6.png"/><Relationship Id="rId3"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png"/><Relationship Id="rId3" Type="http://schemas.openxmlformats.org/officeDocument/2006/relationships/image" Target="../media/image10.png"/><Relationship Id="rId4"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image" Target="../media/image11.jpeg"/><Relationship Id="rId3"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12.gif"/><Relationship Id="rId2"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14.gif"/><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WordArt 2"/>
          <p:cNvSpPr txBox="1"/>
          <p:nvPr/>
        </p:nvSpPr>
        <p:spPr>
          <a:xfrm>
            <a:off x="7453440" y="117360"/>
            <a:ext cx="1585800" cy="723960"/>
          </a:xfrm>
          <a:prstGeom prst="rect">
            <a:avLst/>
          </a:prstGeom>
        </p:spPr>
        <p:txBody>
          <a:bodyPr wrap="none" lIns="90000" rIns="90000" tIns="46800" bIns="46800" anchor="t" anchorCtr="1">
            <a:prstTxWarp prst="textDeflateTop">
              <a:avLst>
                <a:gd name="adj" fmla="val 46759"/>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rPr>
              <a:t>Amore</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ea typeface="Segoe Script"/>
            </a:endParaRPr>
          </a:p>
        </p:txBody>
      </p:sp>
      <p:sp>
        <p:nvSpPr>
          <p:cNvPr id="11" name="WordArt 3"/>
          <p:cNvSpPr txBox="1"/>
          <p:nvPr/>
        </p:nvSpPr>
        <p:spPr>
          <a:xfrm rot="21420000">
            <a:off x="828720" y="2997000"/>
            <a:ext cx="5530680" cy="1800000"/>
          </a:xfrm>
          <a:prstGeom prst="rect">
            <a:avLst/>
          </a:prstGeom>
        </p:spPr>
        <p:txBody>
          <a:bodyPr wrap="none" lIns="90000" rIns="90000" tIns="46800" bIns="46800" anchor="t" anchorCtr="1">
            <a:prstTxWarp prst="textCascadeUp">
              <a:avLst>
                <a:gd name="adj" fmla="val 44444"/>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3" strike="noStrike" u="none">
                <a:ln cap="rnd" w="9360">
                  <a:solidFill>
                    <a:srgbClr val="333399"/>
                  </a:solidFill>
                  <a:custDash>
                    <a:ds d="100000" sp="1000"/>
                  </a:custDash>
                  <a:miter/>
                </a:ln>
                <a:solidFill>
                  <a:srgbClr val="333399"/>
                </a:solidFill>
                <a:uFillTx/>
                <a:latin typeface="Comic Sans MS"/>
              </a:rPr>
              <a:t>My Own Three Thank-you Letters</a:t>
            </a:r>
            <a:endParaRPr b="1" lang="en-US" sz="2800" spc="3" strike="noStrike" u="none">
              <a:ln cap="rnd" w="9360">
                <a:solidFill>
                  <a:srgbClr val="333399"/>
                </a:solidFill>
                <a:custDash>
                  <a:ds d="100000" sp="1000"/>
                </a:custDash>
                <a:miter/>
              </a:ln>
              <a:solidFill>
                <a:srgbClr val="333399"/>
              </a:solidFill>
              <a:uFillTx/>
              <a:latin typeface="Comic Sans MS"/>
              <a:ea typeface="Comic Sans MS"/>
            </a:endParaRPr>
          </a:p>
        </p:txBody>
      </p:sp>
      <p:sp>
        <p:nvSpPr>
          <p:cNvPr id="12" name="AutoShape 4">
            <a:hlinkClick r:id="" action="ppaction://hlinkshowjump?jump=nextslide"/>
          </p:cNvPr>
          <p:cNvSpPr/>
          <p:nvPr/>
        </p:nvSpPr>
        <p:spPr>
          <a:xfrm flipH="1" rot="19560000">
            <a:off x="6444720" y="5660640"/>
            <a:ext cx="789120" cy="779400"/>
          </a:xfrm>
          <a:custGeom>
            <a:avLst/>
            <a:gdLst>
              <a:gd name="textAreaLeft" fmla="*/ 184320 w 789120"/>
              <a:gd name="textAreaRight" fmla="*/ 605160 w 789120"/>
              <a:gd name="textAreaTop" fmla="*/ 82080 h 779400"/>
              <a:gd name="textAreaBottom" fmla="*/ 493560 h 77940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w="44280">
            <a:solidFill>
              <a:srgbClr val="ff0000"/>
            </a:solidFill>
            <a:prstDash val="sysDot"/>
            <a:miter/>
          </a:ln>
        </p:spPr>
        <p:style>
          <a:lnRef idx="0"/>
          <a:fillRef idx="0"/>
          <a:effectRef idx="0"/>
          <a:fontRef idx="minor"/>
        </p:style>
        <p:txBody>
          <a:bodyPr lIns="90000" rIns="90000" tIns="46800" bIns="46800" anchor="ctr">
            <a:noAutofit/>
          </a:bodyPr>
          <a:p>
            <a:endParaRPr b="0" lang="en-US" sz="1800" strike="noStrike" u="none">
              <a:solidFill>
                <a:srgbClr val="000000"/>
              </a:solidFill>
              <a:effectLst/>
              <a:uFillTx/>
              <a:latin typeface="Arial"/>
            </a:endParaRPr>
          </a:p>
        </p:txBody>
      </p:sp>
      <p:sp>
        <p:nvSpPr>
          <p:cNvPr id="13" name="Line 5"/>
          <p:cNvSpPr/>
          <p:nvPr/>
        </p:nvSpPr>
        <p:spPr>
          <a:xfrm>
            <a:off x="6661080" y="6021360"/>
            <a:ext cx="287280" cy="1440"/>
          </a:xfrm>
          <a:prstGeom prst="line">
            <a:avLst/>
          </a:prstGeom>
          <a:ln w="31680">
            <a:solidFill>
              <a:srgbClr val="ff0000"/>
            </a:solidFill>
            <a:miter/>
            <a:tailEnd len="lg" type="triangle" w="lg"/>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pic>
        <p:nvPicPr>
          <p:cNvPr id="14" name="Picture 6" descr="458627"/>
          <p:cNvPicPr/>
          <p:nvPr/>
        </p:nvPicPr>
        <p:blipFill>
          <a:blip r:embed="rId1"/>
          <a:stretch/>
        </p:blipFill>
        <p:spPr>
          <a:xfrm rot="20820000">
            <a:off x="468000" y="-514080"/>
            <a:ext cx="3809880" cy="3137040"/>
          </a:xfrm>
          <a:prstGeom prst="rect">
            <a:avLst/>
          </a:prstGeom>
          <a:noFill/>
          <a:ln w="0">
            <a:noFill/>
          </a:ln>
        </p:spPr>
      </p:pic>
      <p:sp>
        <p:nvSpPr>
          <p:cNvPr id="15" name="WordArt 7"/>
          <p:cNvSpPr txBox="1"/>
          <p:nvPr/>
        </p:nvSpPr>
        <p:spPr>
          <a:xfrm rot="20940000">
            <a:off x="4103640" y="3949200"/>
            <a:ext cx="3807000" cy="801720"/>
          </a:xfrm>
          <a:prstGeom prst="rect">
            <a:avLst/>
          </a:prstGeom>
        </p:spPr>
        <p:txBody>
          <a:bodyPr wrap="none" lIns="90000" rIns="90000" tIns="46800" bIns="46800" anchor="t" anchorCtr="1">
            <a:prstTxWarp prst="textDeflate">
              <a:avLst>
                <a:gd name="adj" fmla="val 375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800" spc="3" strike="noStrike" u="none">
                <a:ln w="9360">
                  <a:solidFill>
                    <a:srgbClr val="9999ff"/>
                  </a:solidFill>
                  <a:miter/>
                </a:ln>
                <a:gradFill rotWithShape="0">
                  <a:gsLst>
                    <a:gs pos="0">
                      <a:srgbClr val="6600cc"/>
                    </a:gs>
                    <a:gs pos="100000">
                      <a:srgbClr val="cc00cc"/>
                    </a:gs>
                  </a:gsLst>
                  <a:lin ang="6720000"/>
                </a:gradFill>
                <a:effectLst>
                  <a:outerShdw dist="53966" dir="2700000" blurRad="0" rotWithShape="0">
                    <a:srgbClr val="9999ff">
                      <a:alpha val="75000"/>
                    </a:srgbClr>
                  </a:outerShdw>
                </a:effectLst>
                <a:uFillTx/>
                <a:latin typeface="微软雅黑"/>
              </a:rPr>
              <a:t>我的三封感谢信</a:t>
            </a:r>
            <a:endParaRPr b="1" lang="en-US" sz="2800" spc="3" strike="noStrike" u="none">
              <a:ln w="9360">
                <a:solidFill>
                  <a:srgbClr val="9999ff"/>
                </a:solidFill>
                <a:miter/>
              </a:ln>
              <a:gradFill rotWithShape="0">
                <a:gsLst>
                  <a:gs pos="0">
                    <a:srgbClr val="6600cc"/>
                  </a:gs>
                  <a:gs pos="100000">
                    <a:srgbClr val="cc00cc"/>
                  </a:gs>
                </a:gsLst>
                <a:lin ang="6720000"/>
              </a:gradFill>
              <a:effectLst>
                <a:outerShdw dist="53966" dir="2700000" blurRad="0" rotWithShape="0">
                  <a:srgbClr val="9999ff">
                    <a:alpha val="75000"/>
                  </a:srgbClr>
                </a:outerShdw>
              </a:effectLst>
              <a:uFillTx/>
              <a:latin typeface="微软雅黑"/>
              <a:ea typeface="微软雅黑"/>
            </a:endParaRPr>
          </a:p>
        </p:txBody>
      </p:sp>
      <p:pic>
        <p:nvPicPr>
          <p:cNvPr id="16" name="Kell1139.wav" descr=""/>
          <p:cNvPicPr/>
          <p:nvPr/>
        </p:nvPicPr>
        <p:blipFill>
          <a:blip r:embed="rId2"/>
          <a:stretch/>
        </p:blipFill>
        <p:spPr>
          <a:xfrm>
            <a:off x="857160" y="5715000"/>
            <a:ext cx="304920" cy="304920"/>
          </a:xfrm>
          <a:prstGeom prst="rect">
            <a:avLst/>
          </a:prstGeom>
          <a:noFill/>
          <a:ln w="0">
            <a:noFill/>
          </a:ln>
        </p:spPr>
      </p:pic>
    </p:spTree>
  </p:cSld>
  <p:transition spd="med" advTm="0">
    <p:comb dir="horz"/>
    <p:sndAc>
      <p:stSnd>
        <p:snd r:embed="rId3" name="KellyClarkson-Breakaway.wav"/>
      </p:stSnd>
    </p:sndAc>
  </p:transition>
  <p:timing>
    <p:tnLst>
      <p:par>
        <p:cTn id="1" dur="indefinite" restart="never" nodeType="tmRoot">
          <p:childTnLst>
            <p:seq>
              <p:cTn id="2" dur="indefinite" nodeType="mainSeq">
                <p:childTnLst>
                  <p:par>
                    <p:cTn id="3" nodeType="clickEffect" fill="hold">
                      <p:stCondLst>
                        <p:cond delay="0"/>
                      </p:stCondLst>
                      <p:childTnLst>
                        <p:par>
                          <p:cTn id="4" nodeType="withEffect" fill="hold">
                            <p:stCondLst>
                              <p:cond delay="0"/>
                            </p:stCondLst>
                            <p:childTnLst>
                              <p:par>
                                <p:cTn id="5" nodeType="withEffect" fill="hold" presetClass="entr" presetID="9">
                                  <p:stCondLst>
                                    <p:cond delay="0"/>
                                  </p:stCondLst>
                                  <p:childTnLst>
                                    <p:set>
                                      <p:cBhvr>
                                        <p:cTn id="6" dur="1" fill="hold">
                                          <p:stCondLst>
                                            <p:cond delay="0"/>
                                          </p:stCondLst>
                                        </p:cTn>
                                        <p:tgtEl>
                                          <p:spTgt spid="11"/>
                                        </p:tgtEl>
                                        <p:attrNameLst>
                                          <p:attrName>style.visibility</p:attrName>
                                        </p:attrNameLst>
                                      </p:cBhvr>
                                      <p:to>
                                        <p:strVal val="visible"/>
                                      </p:to>
                                    </p:set>
                                    <p:animEffect filter="dissolve" transition="in">
                                      <p:cBhvr additive="repl">
                                        <p:cTn id="7" dur="2000"/>
                                        <p:tgtEl>
                                          <p:spTgt spid="11"/>
                                        </p:tgtEl>
                                      </p:cBhvr>
                                    </p:animEffect>
                                  </p:childTnLst>
                                </p:cTn>
                              </p:par>
                              <p:par>
                                <p:cTn id="8" nodeType="withEffect" fill="hold" presetClass="entr" presetID="53">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repl">
                                        <p:cTn id="10" dur="3000" fill="hold"/>
                                        <p:tgtEl>
                                          <p:spTgt spid="15"/>
                                        </p:tgtEl>
                                        <p:attrNameLst>
                                          <p:attrName>ppt_w</p:attrName>
                                        </p:attrNameLst>
                                      </p:cBhvr>
                                      <p:tavLst>
                                        <p:tav tm="0">
                                          <p:val>
                                            <p:fltVal val="0"/>
                                          </p:val>
                                        </p:tav>
                                        <p:tav tm="100000">
                                          <p:val>
                                            <p:strVal val="#ppt_w"/>
                                          </p:val>
                                        </p:tav>
                                      </p:tavLst>
                                    </p:anim>
                                    <p:anim calcmode="lin" valueType="num">
                                      <p:cBhvr additive="repl">
                                        <p:cTn id="11" dur="3000" fill="hold"/>
                                        <p:tgtEl>
                                          <p:spTgt spid="15"/>
                                        </p:tgtEl>
                                        <p:attrNameLst>
                                          <p:attrName>ppt_h</p:attrName>
                                        </p:attrNameLst>
                                      </p:cBhvr>
                                      <p:tavLst>
                                        <p:tav tm="0">
                                          <p:val>
                                            <p:fltVal val="0"/>
                                          </p:val>
                                        </p:tav>
                                        <p:tav tm="100000">
                                          <p:val>
                                            <p:strVal val="#ppt_h"/>
                                          </p:val>
                                        </p:tav>
                                      </p:tavLst>
                                    </p:anim>
                                    <p:animEffect filter="fade" transition="in">
                                      <p:cBhvr additive="repl">
                                        <p:cTn id="12" dur="3000"/>
                                        <p:tgtEl>
                                          <p:spTgt spid="15"/>
                                        </p:tgtEl>
                                      </p:cBhvr>
                                    </p:animEffect>
                                  </p:childTnLst>
                                </p:cTn>
                              </p:par>
                            </p:childTnLst>
                          </p:cTn>
                        </p:par>
                        <p:par>
                          <p:cTn id="13" nodeType="afterEffect" fill="hold">
                            <p:stCondLst>
                              <p:cond delay="3000"/>
                            </p:stCondLst>
                            <p:childTnLst>
                              <p:par>
                                <p:cTn id="14" nodeType="afterEffect" fill="hold" presetClass="emph" presetID="6">
                                  <p:stCondLst>
                                    <p:cond delay="0"/>
                                  </p:stCondLst>
                                  <p:childTnLst>
                                    <p:animScale>
                                      <p:cBhvr>
                                        <p:cTn id="15" dur="2000" fill="hold"/>
                                        <p:tgtEl>
                                          <p:spTgt spid="12"/>
                                        </p:tgtEl>
                                      </p:cBhvr>
                                      <p:to x="150000" y="150000"/>
                                    </p:animScale>
                                  </p:childTnLst>
                                </p:cTn>
                              </p:par>
                            </p:childTnLst>
                          </p:cTn>
                        </p:par>
                        <p:par>
                          <p:cTn id="16" nodeType="afterEffect" fill="hold">
                            <p:stCondLst>
                              <p:cond delay="5000"/>
                            </p:stCondLst>
                            <p:childTnLst>
                              <p:par>
                                <p:cTn id="17" nodeType="afterEffect" fill="hold" presetClass="emph" presetID="26">
                                  <p:stCondLst>
                                    <p:cond delay="0"/>
                                  </p:stCondLst>
                                  <p:childTnLst>
                                    <p:animEffect filter="fade" transition="out">
                                      <p:cBhvr additive="repl">
                                        <p:cTn id="18" dur="3000"/>
                                        <p:tgtEl>
                                          <p:spTgt spid="12"/>
                                        </p:tgtEl>
                                      </p:cBhvr>
                                    </p:animEffect>
                                    <p:animScale>
                                      <p:cBhvr>
                                        <p:cTn id="19" dur="1500" autoRev="1" fill="hold"/>
                                        <p:tgtEl>
                                          <p:spTgt spid="12"/>
                                        </p:tgtEl>
                                      </p:cBhvr>
                                      <p:to x="105000" y="105000"/>
                                    </p:animScale>
                                  </p:childTnLst>
                                </p:cTn>
                              </p:par>
                            </p:childTnLst>
                          </p:cTn>
                        </p:par>
                        <p:par>
                          <p:cTn id="20" nodeType="afterEffect" fill="hold">
                            <p:stCondLst>
                              <p:cond delay="8000"/>
                            </p:stCondLst>
                            <p:childTnLst>
                              <p:par>
                                <p:cTn id="21" nodeType="afterEffect" fill="hold" presetClass="mediacall" presetID="1">
                                  <p:stCondLst>
                                    <p:cond delay="0"/>
                                  </p:stCondLst>
                                  <p:childTnLst>
                                    <p:cmd type="call" cmd="playFrom(0.0)">
                                      <p:cBhvr>
                                        <p:cTn id="22" dur="1" fill="hold"/>
                                        <p:tgtEl>
                                          <p:spTgt spid="16"/>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 name="Picture 2" descr="2005123015402469139"/>
          <p:cNvPicPr/>
          <p:nvPr/>
        </p:nvPicPr>
        <p:blipFill>
          <a:blip r:embed="rId1"/>
          <a:stretch/>
        </p:blipFill>
        <p:spPr>
          <a:xfrm>
            <a:off x="252360" y="1125360"/>
            <a:ext cx="8642520" cy="5181840"/>
          </a:xfrm>
          <a:prstGeom prst="rect">
            <a:avLst/>
          </a:prstGeom>
          <a:noFill/>
          <a:ln w="0">
            <a:noFill/>
          </a:ln>
        </p:spPr>
      </p:pic>
      <p:sp>
        <p:nvSpPr>
          <p:cNvPr id="18" name="WordArt 3"/>
          <p:cNvSpPr txBox="1"/>
          <p:nvPr/>
        </p:nvSpPr>
        <p:spPr>
          <a:xfrm>
            <a:off x="7453440" y="117360"/>
            <a:ext cx="1585800" cy="723960"/>
          </a:xfrm>
          <a:prstGeom prst="rect">
            <a:avLst/>
          </a:prstGeom>
        </p:spPr>
        <p:txBody>
          <a:bodyPr wrap="none" lIns="90000" rIns="90000" tIns="46800" bIns="46800" anchor="t" anchorCtr="1">
            <a:prstTxWarp prst="textDeflateTop">
              <a:avLst>
                <a:gd name="adj" fmla="val 46759"/>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rPr>
              <a:t>Amore</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ea typeface="Segoe Script"/>
            </a:endParaRPr>
          </a:p>
        </p:txBody>
      </p:sp>
      <p:pic>
        <p:nvPicPr>
          <p:cNvPr id="19" name="WordArt 4" descr=""/>
          <p:cNvPicPr/>
          <p:nvPr/>
        </p:nvPicPr>
        <p:blipFill>
          <a:blip r:embed="rId2"/>
          <a:stretch/>
        </p:blipFill>
        <p:spPr>
          <a:xfrm>
            <a:off x="2541600" y="182520"/>
            <a:ext cx="4084560" cy="871560"/>
          </a:xfrm>
          <a:prstGeom prst="rect">
            <a:avLst/>
          </a:prstGeom>
          <a:noFill/>
          <a:ln w="0">
            <a:noFill/>
          </a:ln>
        </p:spPr>
      </p:pic>
      <p:sp>
        <p:nvSpPr>
          <p:cNvPr id="20" name="Text Box 5"/>
          <p:cNvSpPr/>
          <p:nvPr/>
        </p:nvSpPr>
        <p:spPr>
          <a:xfrm>
            <a:off x="181080" y="1649520"/>
            <a:ext cx="8712000" cy="3279240"/>
          </a:xfrm>
          <a:prstGeom prst="rect">
            <a:avLst/>
          </a:prstGeom>
          <a:noFill/>
          <a:ln w="0">
            <a:noFill/>
          </a:ln>
        </p:spPr>
        <p:style>
          <a:lnRef idx="0"/>
          <a:fillRef idx="0"/>
          <a:effectRef idx="0"/>
          <a:fontRef idx="minor"/>
        </p:style>
        <p:txBody>
          <a:bodyPr lIns="90000" rIns="90000" tIns="46800" bIns="46800" anchor="t">
            <a:spAutoFit/>
          </a:bodyPr>
          <a:p>
            <a:pPr>
              <a:buClr>
                <a:srgbClr val="ff0000"/>
              </a:buClr>
              <a:buSzPct val="1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800" strike="noStrike" u="none">
                <a:solidFill>
                  <a:srgbClr val="000000"/>
                </a:solidFill>
                <a:effectLst/>
                <a:uFillTx/>
                <a:latin typeface="Arial"/>
              </a:rPr>
              <a:t> </a:t>
            </a:r>
            <a:r>
              <a:rPr b="0" lang="zh-CN" sz="3600" strike="noStrike" u="sng">
                <a:solidFill>
                  <a:srgbClr val="009999"/>
                </a:solidFill>
                <a:effectLst/>
                <a:uFillTx/>
                <a:latin typeface="Jokerman"/>
                <a:hlinkClick r:id="rId3" action="ppaction://hlinksldjump"/>
              </a:rPr>
              <a:t>Writing Three Thank-You Letters</a:t>
            </a:r>
            <a:r>
              <a:rPr b="0" lang="zh-CN" sz="3600" strike="noStrike" u="sng">
                <a:solidFill>
                  <a:srgbClr val="009999"/>
                </a:solidFill>
                <a:effectLst/>
                <a:uFillTx/>
                <a:latin typeface="Jokerman"/>
                <a:hlinkClick r:id="rId4" action="ppaction://hlinksldjump"/>
              </a:rPr>
              <a:t> </a:t>
            </a:r>
            <a:r>
              <a:rPr b="0" lang="zh-CN" sz="2800" strike="noStrike" u="sng">
                <a:solidFill>
                  <a:srgbClr val="009999"/>
                </a:solidFill>
                <a:effectLst/>
                <a:uFillTx/>
                <a:latin typeface="Jokerman"/>
                <a:hlinkClick r:id="rId5" action="ppaction://hlinksldjump"/>
              </a:rPr>
              <a:t>  </a:t>
            </a:r>
            <a:endParaRPr b="0" lang="en-US"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800" strike="noStrike" u="none">
                <a:solidFill>
                  <a:srgbClr val="000000"/>
                </a:solidFill>
                <a:effectLst/>
                <a:uFillTx/>
                <a:latin typeface="Arial"/>
              </a:rPr>
              <a:t>                                      </a:t>
            </a:r>
            <a:r>
              <a:rPr b="1" i="1" lang="zh-CN" sz="2800" strike="noStrike" u="none">
                <a:solidFill>
                  <a:srgbClr val="ff0000"/>
                </a:solidFill>
                <a:effectLst/>
                <a:uFillTx/>
                <a:latin typeface="AR HERMANN"/>
              </a:rPr>
              <a:t>By</a:t>
            </a:r>
            <a:r>
              <a:rPr b="1" i="1" lang="zh-CN" sz="2800" strike="noStrike" u="none">
                <a:solidFill>
                  <a:srgbClr val="000000"/>
                </a:solidFill>
                <a:effectLst/>
                <a:uFillTx/>
                <a:latin typeface="Arial"/>
              </a:rPr>
              <a:t> </a:t>
            </a:r>
            <a:r>
              <a:rPr b="1" i="1" lang="zh-CN" sz="2800" strike="noStrike" u="none">
                <a:solidFill>
                  <a:srgbClr val="000000"/>
                </a:solidFill>
                <a:effectLst/>
                <a:uFillTx/>
                <a:latin typeface="Kristen ITC"/>
              </a:rPr>
              <a:t>Alex Haley</a:t>
            </a:r>
            <a:endParaRPr b="0" lang="en-US" sz="2800" strike="noStrike" u="none">
              <a:solidFill>
                <a:srgbClr val="000000"/>
              </a:solidFill>
              <a:effectLst/>
              <a:uFillTx/>
              <a:latin typeface="Arial"/>
            </a:endParaRPr>
          </a:p>
          <a:p>
            <a:pPr>
              <a:lnSpc>
                <a:spcPct val="100000"/>
              </a:lnSpc>
              <a:buClr>
                <a:srgbClr val="ff0000"/>
              </a:buClr>
              <a:buSzPct val="14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zh-CN" sz="3600" strike="noStrike" u="none">
                <a:solidFill>
                  <a:srgbClr val="000099"/>
                </a:solidFill>
                <a:effectLst/>
                <a:uFillTx/>
                <a:latin typeface="楷体"/>
                <a:ea typeface="楷体"/>
              </a:rPr>
              <a:t>我的三封感谢信</a:t>
            </a:r>
            <a:endParaRPr b="0" lang="en-US" sz="36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3600" strike="noStrike" u="none">
                <a:solidFill>
                  <a:srgbClr val="000099"/>
                </a:solidFill>
                <a:effectLst/>
                <a:uFillTx/>
                <a:latin typeface="楷体"/>
                <a:ea typeface="楷体"/>
              </a:rPr>
              <a:t>          </a:t>
            </a:r>
            <a:endParaRPr b="0" lang="en-US" sz="3600" strike="noStrike" u="none">
              <a:solidFill>
                <a:srgbClr val="000000"/>
              </a:solidFill>
              <a:effectLst/>
              <a:uFillTx/>
              <a:latin typeface="Arial"/>
            </a:endParaRPr>
          </a:p>
          <a:p>
            <a:pPr>
              <a:buClr>
                <a:srgbClr val="ff0000"/>
              </a:buClr>
              <a:buSzPct val="14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buClr>
                <a:srgbClr val="ff0000"/>
              </a:buClr>
              <a:buSzPct val="14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p:txBody>
      </p:sp>
      <p:sp>
        <p:nvSpPr>
          <p:cNvPr id="21" name="Text Box 6"/>
          <p:cNvSpPr/>
          <p:nvPr/>
        </p:nvSpPr>
        <p:spPr>
          <a:xfrm>
            <a:off x="2629080" y="3286080"/>
            <a:ext cx="5327640" cy="617688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zh-CN" sz="2800" strike="noStrike" u="sng">
                <a:solidFill>
                  <a:srgbClr val="009999"/>
                </a:solidFill>
                <a:effectLst/>
                <a:uFillTx/>
                <a:latin typeface="微软雅黑"/>
                <a:ea typeface="微软雅黑"/>
                <a:hlinkClick r:id="rId6" action="ppaction://hlinksldjump"/>
              </a:rPr>
              <a:t>给我最亲爱的家人们</a:t>
            </a: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zh-CN" sz="2800" strike="noStrike" u="sng">
                <a:solidFill>
                  <a:srgbClr val="009999"/>
                </a:solidFill>
                <a:effectLst/>
                <a:uFillTx/>
                <a:latin typeface="微软雅黑"/>
                <a:ea typeface="微软雅黑"/>
                <a:hlinkClick r:id="rId7" action="ppaction://hlinksldjump"/>
              </a:rPr>
              <a:t>给</a:t>
            </a:r>
            <a:r>
              <a:rPr b="0" lang="zh-CN" sz="2800" strike="noStrike" u="sng">
                <a:solidFill>
                  <a:srgbClr val="000000"/>
                </a:solidFill>
                <a:effectLst/>
                <a:uFillTx/>
                <a:latin typeface="微软雅黑"/>
                <a:ea typeface="微软雅黑"/>
              </a:rPr>
              <a:t>我最可爱的朋友们</a:t>
            </a: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800" strike="noStrike" u="none">
                <a:solidFill>
                  <a:srgbClr val="000000"/>
                </a:solidFill>
                <a:effectLst/>
                <a:uFillTx/>
                <a:latin typeface="微软雅黑"/>
                <a:ea typeface="微软雅黑"/>
              </a:rPr>
              <a:t>给我最敬爱的老师们</a:t>
            </a: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buClr>
                <a:srgbClr val="ff0000"/>
              </a:buClr>
              <a:buSzPct val="13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2" name="Text Box 7"/>
          <p:cNvSpPr/>
          <p:nvPr/>
        </p:nvSpPr>
        <p:spPr>
          <a:xfrm>
            <a:off x="4140360" y="6237360"/>
            <a:ext cx="252072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800" strike="noStrike" u="none">
                <a:solidFill>
                  <a:srgbClr val="ff0000"/>
                </a:solidFill>
                <a:effectLst/>
                <a:uFillTx/>
                <a:latin typeface="AR DESTINE"/>
              </a:rPr>
              <a:t>To the End</a:t>
            </a:r>
            <a:endParaRPr b="0" lang="en-US" sz="2800" strike="noStrike" u="none">
              <a:solidFill>
                <a:srgbClr val="000000"/>
              </a:solidFill>
              <a:effectLst/>
              <a:uFillTx/>
              <a:latin typeface="Arial"/>
            </a:endParaRPr>
          </a:p>
        </p:txBody>
      </p:sp>
      <p:sp>
        <p:nvSpPr>
          <p:cNvPr id="23" name="Line 8"/>
          <p:cNvSpPr/>
          <p:nvPr/>
        </p:nvSpPr>
        <p:spPr>
          <a:xfrm>
            <a:off x="6372360" y="6526080"/>
            <a:ext cx="576000" cy="1800"/>
          </a:xfrm>
          <a:prstGeom prst="line">
            <a:avLst/>
          </a:prstGeom>
          <a:ln w="54000">
            <a:solidFill>
              <a:srgbClr val="ff0000"/>
            </a:solidFill>
            <a:miter/>
            <a:tailEnd len="med" type="triangle" w="lg"/>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 name="AutoShape 9"/>
          <p:cNvSpPr/>
          <p:nvPr/>
        </p:nvSpPr>
        <p:spPr>
          <a:xfrm flipH="1">
            <a:off x="7163640" y="6237360"/>
            <a:ext cx="863640" cy="647640"/>
          </a:xfrm>
          <a:custGeom>
            <a:avLst/>
            <a:gdLst>
              <a:gd name="textAreaLeft" fmla="*/ 200880 w 863640"/>
              <a:gd name="textAreaRight" fmla="*/ 661680 w 863640"/>
              <a:gd name="textAreaTop" fmla="*/ 68040 h 647640"/>
              <a:gd name="textAreaBottom" fmla="*/ 410040 h 64764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752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25" name="Text Box 10"/>
          <p:cNvSpPr/>
          <p:nvPr/>
        </p:nvSpPr>
        <p:spPr>
          <a:xfrm>
            <a:off x="7308720" y="6310440"/>
            <a:ext cx="66528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 HERMANN"/>
              </a:rPr>
              <a:t>End</a:t>
            </a:r>
            <a:endParaRPr b="0" lang="en-US" sz="1800" strike="noStrike" u="none">
              <a:solidFill>
                <a:srgbClr val="000000"/>
              </a:solidFill>
              <a:effectLst/>
              <a:uFillTx/>
              <a:latin typeface="Arial"/>
            </a:endParaRPr>
          </a:p>
        </p:txBody>
      </p:sp>
    </p:spTree>
  </p:cSld>
  <p:transition spd="slow" advTm="0">
    <p:dissolve/>
  </p:transition>
  <p:timing>
    <p:tnLst>
      <p:par>
        <p:cTn id="23" dur="indefinite" restart="never" nodeType="tmRoot">
          <p:childTnLst>
            <p:seq>
              <p:cTn id="24" dur="indefinite" nodeType="mainSeq">
                <p:childTnLst>
                  <p:par>
                    <p:cTn id="25" nodeType="clickEffect" fill="hold">
                      <p:stCondLst>
                        <p:cond delay="0"/>
                      </p:stCondLst>
                      <p:childTnLst>
                        <p:par>
                          <p:cTn id="26" nodeType="withEffect" fill="hold">
                            <p:stCondLst>
                              <p:cond delay="0"/>
                            </p:stCondLst>
                            <p:childTnLst>
                              <p:par>
                                <p:cTn id="27" nodeType="withEffect" fill="hold" presetClass="entr" presetID="2" presetSubtype="8">
                                  <p:stCondLst>
                                    <p:cond delay="0"/>
                                  </p:stCondLst>
                                  <p:childTnLst>
                                    <p:set>
                                      <p:cBhvr>
                                        <p:cTn id="28" dur="1" fill="hold">
                                          <p:stCondLst>
                                            <p:cond delay="0"/>
                                          </p:stCondLst>
                                        </p:cTn>
                                        <p:tgtEl>
                                          <p:spTgt spid="20">
                                            <p:txEl>
                                              <p:pRg st="0" end="0"/>
                                            </p:txEl>
                                          </p:spTgt>
                                        </p:tgtEl>
                                        <p:attrNameLst>
                                          <p:attrName>style.visibility</p:attrName>
                                        </p:attrNameLst>
                                      </p:cBhvr>
                                      <p:to>
                                        <p:strVal val="visible"/>
                                      </p:to>
                                    </p:set>
                                    <p:anim calcmode="lin" valueType="num">
                                      <p:cBhvr additive="base">
                                        <p:cTn id="29" dur="20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30" dur="2000" fill="hold"/>
                                        <p:tgtEl>
                                          <p:spTgt spid="20">
                                            <p:txEl>
                                              <p:pRg st="0" end="0"/>
                                            </p:txEl>
                                          </p:spTgt>
                                        </p:tgtEl>
                                        <p:attrNameLst>
                                          <p:attrName>ppt_y</p:attrName>
                                        </p:attrNameLst>
                                      </p:cBhvr>
                                      <p:tavLst>
                                        <p:tav tm="0">
                                          <p:val>
                                            <p:strVal val="#ppt_y"/>
                                          </p:val>
                                        </p:tav>
                                        <p:tav tm="100000">
                                          <p:val>
                                            <p:strVal val="#ppt_y"/>
                                          </p:val>
                                        </p:tav>
                                      </p:tavLst>
                                    </p:anim>
                                  </p:childTnLst>
                                </p:cTn>
                              </p:par>
                              <p:par>
                                <p:cTn id="31" nodeType="withEffect" fill="hold" presetClass="entr" presetID="2" presetSubtype="8">
                                  <p:stCondLst>
                                    <p:cond delay="0"/>
                                  </p:stCondLst>
                                  <p:childTnLst>
                                    <p:set>
                                      <p:cBhvr>
                                        <p:cTn id="32" dur="1" fill="hold">
                                          <p:stCondLst>
                                            <p:cond delay="0"/>
                                          </p:stCondLst>
                                        </p:cTn>
                                        <p:tgtEl>
                                          <p:spTgt spid="20">
                                            <p:txEl>
                                              <p:pRg st="2" end="2"/>
                                            </p:txEl>
                                          </p:spTgt>
                                        </p:tgtEl>
                                        <p:attrNameLst>
                                          <p:attrName>style.visibility</p:attrName>
                                        </p:attrNameLst>
                                      </p:cBhvr>
                                      <p:to>
                                        <p:strVal val="visible"/>
                                      </p:to>
                                    </p:set>
                                    <p:anim calcmode="lin" valueType="num">
                                      <p:cBhvr additive="base">
                                        <p:cTn id="33" dur="2000" fill="hold"/>
                                        <p:tgtEl>
                                          <p:spTgt spid="20">
                                            <p:txEl>
                                              <p:pRg st="2" end="2"/>
                                            </p:txEl>
                                          </p:spTgt>
                                        </p:tgtEl>
                                        <p:attrNameLst>
                                          <p:attrName>ppt_x</p:attrName>
                                        </p:attrNameLst>
                                      </p:cBhvr>
                                      <p:tavLst>
                                        <p:tav tm="0">
                                          <p:val>
                                            <p:strVal val="0-#ppt_w/2"/>
                                          </p:val>
                                        </p:tav>
                                        <p:tav tm="100000">
                                          <p:val>
                                            <p:strVal val="#ppt_x"/>
                                          </p:val>
                                        </p:tav>
                                      </p:tavLst>
                                    </p:anim>
                                    <p:anim calcmode="lin" valueType="num">
                                      <p:cBhvr additive="base">
                                        <p:cTn id="34" dur="2000" fill="hold"/>
                                        <p:tgtEl>
                                          <p:spTgt spid="20">
                                            <p:txEl>
                                              <p:pRg st="2" end="2"/>
                                            </p:txEl>
                                          </p:spTgt>
                                        </p:tgtEl>
                                        <p:attrNameLst>
                                          <p:attrName>ppt_y</p:attrName>
                                        </p:attrNameLst>
                                      </p:cBhvr>
                                      <p:tavLst>
                                        <p:tav tm="0">
                                          <p:val>
                                            <p:strVal val="#ppt_y"/>
                                          </p:val>
                                        </p:tav>
                                        <p:tav tm="100000">
                                          <p:val>
                                            <p:strVal val="#ppt_y"/>
                                          </p:val>
                                        </p:tav>
                                      </p:tavLst>
                                    </p:anim>
                                  </p:childTnLst>
                                </p:cTn>
                              </p:par>
                            </p:childTnLst>
                          </p:cTn>
                        </p:par>
                        <p:par>
                          <p:cTn id="35" nodeType="afterEffect" fill="hold">
                            <p:stCondLst>
                              <p:cond delay="2000"/>
                            </p:stCondLst>
                            <p:childTnLst>
                              <p:par>
                                <p:cTn id="36" nodeType="afterEffect" fill="hold" presetClass="entr" presetID="2" presetSubtype="8">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2000" fill="hold"/>
                                        <p:tgtEl>
                                          <p:spTgt spid="20"/>
                                        </p:tgtEl>
                                        <p:attrNameLst>
                                          <p:attrName>ppt_x</p:attrName>
                                        </p:attrNameLst>
                                      </p:cBhvr>
                                      <p:tavLst>
                                        <p:tav tm="0">
                                          <p:val>
                                            <p:strVal val="0-#ppt_w/2"/>
                                          </p:val>
                                        </p:tav>
                                        <p:tav tm="100000">
                                          <p:val>
                                            <p:strVal val="#ppt_x"/>
                                          </p:val>
                                        </p:tav>
                                      </p:tavLst>
                                    </p:anim>
                                    <p:anim calcmode="lin" valueType="num">
                                      <p:cBhvr additive="base">
                                        <p:cTn id="39" dur="2000" fill="hold"/>
                                        <p:tgtEl>
                                          <p:spTgt spid="20"/>
                                        </p:tgtEl>
                                        <p:attrNameLst>
                                          <p:attrName>ppt_y</p:attrName>
                                        </p:attrNameLst>
                                      </p:cBhvr>
                                      <p:tavLst>
                                        <p:tav tm="0">
                                          <p:val>
                                            <p:strVal val="#ppt_y"/>
                                          </p:val>
                                        </p:tav>
                                        <p:tav tm="100000">
                                          <p:val>
                                            <p:strVal val="#ppt_y"/>
                                          </p:val>
                                        </p:tav>
                                      </p:tavLst>
                                    </p:anim>
                                  </p:childTnLst>
                                </p:cTn>
                              </p:par>
                            </p:childTnLst>
                          </p:cTn>
                        </p:par>
                        <p:par>
                          <p:cTn id="40" nodeType="afterEffect" fill="hold">
                            <p:stCondLst>
                              <p:cond delay="4000"/>
                            </p:stCondLst>
                            <p:childTnLst>
                              <p:par>
                                <p:cTn id="41" nodeType="afterEffect" fill="hold" presetClass="entr" presetID="2" presetSubtype="8">
                                  <p:stCondLst>
                                    <p:cond delay="0"/>
                                  </p:stCondLst>
                                  <p:childTnLst>
                                    <p:set>
                                      <p:cBhvr>
                                        <p:cTn id="42" dur="1" fill="hold">
                                          <p:stCondLst>
                                            <p:cond delay="0"/>
                                          </p:stCondLst>
                                        </p:cTn>
                                        <p:tgtEl>
                                          <p:spTgt spid="21">
                                            <p:txEl>
                                              <p:pRg st="0" end="0"/>
                                            </p:txEl>
                                          </p:spTgt>
                                        </p:tgtEl>
                                        <p:attrNameLst>
                                          <p:attrName>style.visibility</p:attrName>
                                        </p:attrNameLst>
                                      </p:cBhvr>
                                      <p:to>
                                        <p:strVal val="visible"/>
                                      </p:to>
                                    </p:set>
                                    <p:anim calcmode="lin" valueType="num">
                                      <p:cBhvr additive="base">
                                        <p:cTn id="43" dur="20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44" dur="20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45" nodeType="afterEffect" fill="hold">
                            <p:stCondLst>
                              <p:cond delay="6000"/>
                            </p:stCondLst>
                            <p:childTnLst>
                              <p:par>
                                <p:cTn id="46" nodeType="afterEffect" fill="hold" presetClass="entr" presetID="2" presetSubtype="8">
                                  <p:stCondLst>
                                    <p:cond delay="0"/>
                                  </p:stCondLst>
                                  <p:childTnLst>
                                    <p:set>
                                      <p:cBhvr>
                                        <p:cTn id="47" dur="1" fill="hold">
                                          <p:stCondLst>
                                            <p:cond delay="0"/>
                                          </p:stCondLst>
                                        </p:cTn>
                                        <p:tgtEl>
                                          <p:spTgt spid="21">
                                            <p:txEl>
                                              <p:pRg st="3" end="3"/>
                                            </p:txEl>
                                          </p:spTgt>
                                        </p:tgtEl>
                                        <p:attrNameLst>
                                          <p:attrName>style.visibility</p:attrName>
                                        </p:attrNameLst>
                                      </p:cBhvr>
                                      <p:to>
                                        <p:strVal val="visible"/>
                                      </p:to>
                                    </p:set>
                                    <p:anim calcmode="lin" valueType="num">
                                      <p:cBhvr additive="base">
                                        <p:cTn id="48" dur="2000" fill="hold"/>
                                        <p:tgtEl>
                                          <p:spTgt spid="21">
                                            <p:txEl>
                                              <p:pRg st="3" end="3"/>
                                            </p:txEl>
                                          </p:spTgt>
                                        </p:tgtEl>
                                        <p:attrNameLst>
                                          <p:attrName>ppt_x</p:attrName>
                                        </p:attrNameLst>
                                      </p:cBhvr>
                                      <p:tavLst>
                                        <p:tav tm="0">
                                          <p:val>
                                            <p:strVal val="0-#ppt_w/2"/>
                                          </p:val>
                                        </p:tav>
                                        <p:tav tm="100000">
                                          <p:val>
                                            <p:strVal val="#ppt_x"/>
                                          </p:val>
                                        </p:tav>
                                      </p:tavLst>
                                    </p:anim>
                                    <p:anim calcmode="lin" valueType="num">
                                      <p:cBhvr additive="base">
                                        <p:cTn id="49" dur="2000" fill="hold"/>
                                        <p:tgtEl>
                                          <p:spTgt spid="21">
                                            <p:txEl>
                                              <p:pRg st="3" end="3"/>
                                            </p:txEl>
                                          </p:spTgt>
                                        </p:tgtEl>
                                        <p:attrNameLst>
                                          <p:attrName>ppt_y</p:attrName>
                                        </p:attrNameLst>
                                      </p:cBhvr>
                                      <p:tavLst>
                                        <p:tav tm="0">
                                          <p:val>
                                            <p:strVal val="#ppt_y"/>
                                          </p:val>
                                        </p:tav>
                                        <p:tav tm="100000">
                                          <p:val>
                                            <p:strVal val="#ppt_y"/>
                                          </p:val>
                                        </p:tav>
                                      </p:tavLst>
                                    </p:anim>
                                  </p:childTnLst>
                                </p:cTn>
                              </p:par>
                            </p:childTnLst>
                          </p:cTn>
                        </p:par>
                        <p:par>
                          <p:cTn id="50" nodeType="afterEffect" fill="hold">
                            <p:stCondLst>
                              <p:cond delay="8000"/>
                            </p:stCondLst>
                            <p:childTnLst>
                              <p:par>
                                <p:cTn id="51" nodeType="afterEffect" fill="hold" presetClass="entr" presetID="2" presetSubtype="8">
                                  <p:stCondLst>
                                    <p:cond delay="0"/>
                                  </p:stCondLst>
                                  <p:childTnLst>
                                    <p:set>
                                      <p:cBhvr>
                                        <p:cTn id="52" dur="1" fill="hold">
                                          <p:stCondLst>
                                            <p:cond delay="0"/>
                                          </p:stCondLst>
                                        </p:cTn>
                                        <p:tgtEl>
                                          <p:spTgt spid="21">
                                            <p:txEl>
                                              <p:pRg st="5" end="5"/>
                                            </p:txEl>
                                          </p:spTgt>
                                        </p:tgtEl>
                                        <p:attrNameLst>
                                          <p:attrName>style.visibility</p:attrName>
                                        </p:attrNameLst>
                                      </p:cBhvr>
                                      <p:to>
                                        <p:strVal val="visible"/>
                                      </p:to>
                                    </p:set>
                                    <p:anim calcmode="lin" valueType="num">
                                      <p:cBhvr additive="base">
                                        <p:cTn id="53" dur="2000" fill="hold"/>
                                        <p:tgtEl>
                                          <p:spTgt spid="21">
                                            <p:txEl>
                                              <p:pRg st="5" end="5"/>
                                            </p:txEl>
                                          </p:spTgt>
                                        </p:tgtEl>
                                        <p:attrNameLst>
                                          <p:attrName>ppt_x</p:attrName>
                                        </p:attrNameLst>
                                      </p:cBhvr>
                                      <p:tavLst>
                                        <p:tav tm="0">
                                          <p:val>
                                            <p:strVal val="0-#ppt_w/2"/>
                                          </p:val>
                                        </p:tav>
                                        <p:tav tm="100000">
                                          <p:val>
                                            <p:strVal val="#ppt_x"/>
                                          </p:val>
                                        </p:tav>
                                      </p:tavLst>
                                    </p:anim>
                                    <p:anim calcmode="lin" valueType="num">
                                      <p:cBhvr additive="base">
                                        <p:cTn id="54" dur="2000" fill="hold"/>
                                        <p:tgtEl>
                                          <p:spTgt spid="2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AutoShape 2"/>
          <p:cNvSpPr/>
          <p:nvPr/>
        </p:nvSpPr>
        <p:spPr>
          <a:xfrm>
            <a:off x="6877080" y="4870440"/>
            <a:ext cx="792000" cy="934920"/>
          </a:xfrm>
          <a:custGeom>
            <a:avLst/>
            <a:gdLst>
              <a:gd name="textAreaLeft" fmla="*/ 51120 w 792000"/>
              <a:gd name="textAreaRight" fmla="*/ 740880 w 792000"/>
              <a:gd name="textAreaTop" fmla="*/ 51120 h 934920"/>
              <a:gd name="textAreaBottom" fmla="*/ 883800 h 934920"/>
            </a:gdLst>
            <a:ahLst/>
            <a:cxnLst/>
            <a:rect l="textAreaLeft" t="textAreaTop" r="textAreaRight" b="textAreaBottom"/>
            <a:pathLst>
              <a:path w="21600" h="25496">
                <a:moveTo>
                  <a:pt x="0" y="0"/>
                </a:moveTo>
                <a:lnTo>
                  <a:pt x="21600" y="0"/>
                </a:lnTo>
                <a:lnTo>
                  <a:pt x="21600" y="25496"/>
                </a:lnTo>
                <a:lnTo>
                  <a:pt x="0" y="25496"/>
                </a:lnTo>
                <a:close/>
              </a:path>
              <a:path fill="lightenLess" w="21600" h="25496">
                <a:moveTo>
                  <a:pt x="0" y="0"/>
                </a:moveTo>
                <a:lnTo>
                  <a:pt x="21600" y="0"/>
                </a:lnTo>
                <a:lnTo>
                  <a:pt x="20200" y="1400"/>
                </a:lnTo>
                <a:lnTo>
                  <a:pt x="1400" y="1400"/>
                </a:lnTo>
                <a:close/>
              </a:path>
              <a:path fill="darken" w="21600" h="25496">
                <a:moveTo>
                  <a:pt x="21600" y="0"/>
                </a:moveTo>
                <a:lnTo>
                  <a:pt x="21600" y="25496"/>
                </a:lnTo>
                <a:lnTo>
                  <a:pt x="20200" y="24096"/>
                </a:lnTo>
                <a:lnTo>
                  <a:pt x="20200" y="1400"/>
                </a:lnTo>
                <a:close/>
              </a:path>
              <a:path fill="darkenLess" w="21600" h="25496">
                <a:moveTo>
                  <a:pt x="21600" y="25496"/>
                </a:moveTo>
                <a:lnTo>
                  <a:pt x="0" y="25496"/>
                </a:lnTo>
                <a:lnTo>
                  <a:pt x="1400" y="24096"/>
                </a:lnTo>
                <a:lnTo>
                  <a:pt x="20200" y="24096"/>
                </a:lnTo>
                <a:close/>
              </a:path>
              <a:path fill="lighten" w="21600" h="25496">
                <a:moveTo>
                  <a:pt x="0" y="25496"/>
                </a:moveTo>
                <a:lnTo>
                  <a:pt x="0" y="0"/>
                </a:lnTo>
                <a:lnTo>
                  <a:pt x="1400" y="1400"/>
                </a:lnTo>
                <a:lnTo>
                  <a:pt x="1400" y="24096"/>
                </a:lnTo>
                <a:close/>
              </a:path>
              <a:path fill="darken" w="21600" h="25496">
                <a:moveTo>
                  <a:pt x="3794" y="9249"/>
                </a:moveTo>
                <a:lnTo>
                  <a:pt x="4707" y="9249"/>
                </a:lnTo>
                <a:lnTo>
                  <a:pt x="5090" y="9615"/>
                </a:lnTo>
                <a:lnTo>
                  <a:pt x="14299" y="9615"/>
                </a:lnTo>
                <a:lnTo>
                  <a:pt x="14856" y="10172"/>
                </a:lnTo>
                <a:lnTo>
                  <a:pt x="14856" y="10720"/>
                </a:lnTo>
                <a:lnTo>
                  <a:pt x="16701" y="10720"/>
                </a:lnTo>
                <a:lnTo>
                  <a:pt x="17067" y="10172"/>
                </a:lnTo>
                <a:lnTo>
                  <a:pt x="17806" y="10172"/>
                </a:lnTo>
                <a:lnTo>
                  <a:pt x="17806" y="15324"/>
                </a:lnTo>
                <a:lnTo>
                  <a:pt x="17067" y="15324"/>
                </a:lnTo>
                <a:lnTo>
                  <a:pt x="16701" y="14776"/>
                </a:lnTo>
                <a:lnTo>
                  <a:pt x="14856" y="14776"/>
                </a:lnTo>
                <a:lnTo>
                  <a:pt x="14856" y="16055"/>
                </a:lnTo>
                <a:lnTo>
                  <a:pt x="5273" y="16055"/>
                </a:lnTo>
                <a:lnTo>
                  <a:pt x="5273" y="11825"/>
                </a:lnTo>
                <a:lnTo>
                  <a:pt x="5090" y="11825"/>
                </a:lnTo>
                <a:lnTo>
                  <a:pt x="4707" y="12191"/>
                </a:lnTo>
                <a:lnTo>
                  <a:pt x="3794" y="12191"/>
                </a:lnTo>
                <a:close/>
              </a:path>
            </a:pathLst>
          </a:cu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7" name="AutoShape 3"/>
          <p:cNvSpPr/>
          <p:nvPr/>
        </p:nvSpPr>
        <p:spPr>
          <a:xfrm>
            <a:off x="5653080" y="4005360"/>
            <a:ext cx="1584360" cy="1439640"/>
          </a:xfrm>
          <a:custGeom>
            <a:avLst/>
            <a:gdLst>
              <a:gd name="textAreaLeft" fmla="*/ 93240 w 1584360"/>
              <a:gd name="textAreaRight" fmla="*/ 1491120 w 1584360"/>
              <a:gd name="textAreaTop" fmla="*/ 93240 h 1439640"/>
              <a:gd name="textAreaBottom" fmla="*/ 1346400 h 1439640"/>
            </a:gdLst>
            <a:ahLst/>
            <a:cxnLst/>
            <a:rect l="textAreaLeft" t="textAreaTop" r="textAreaRight" b="textAreaBottom"/>
            <a:pathLst>
              <a:path w="23771" h="21600">
                <a:moveTo>
                  <a:pt x="0" y="0"/>
                </a:moveTo>
                <a:lnTo>
                  <a:pt x="23771" y="0"/>
                </a:lnTo>
                <a:lnTo>
                  <a:pt x="23771" y="21600"/>
                </a:lnTo>
                <a:lnTo>
                  <a:pt x="0" y="21600"/>
                </a:lnTo>
                <a:close/>
              </a:path>
              <a:path fill="lightenLess" w="23771" h="21600">
                <a:moveTo>
                  <a:pt x="0" y="0"/>
                </a:moveTo>
                <a:lnTo>
                  <a:pt x="23771" y="0"/>
                </a:lnTo>
                <a:lnTo>
                  <a:pt x="22371" y="1400"/>
                </a:lnTo>
                <a:lnTo>
                  <a:pt x="1400" y="1400"/>
                </a:lnTo>
                <a:close/>
              </a:path>
              <a:path fill="darken" w="23771" h="21600">
                <a:moveTo>
                  <a:pt x="23771" y="0"/>
                </a:moveTo>
                <a:lnTo>
                  <a:pt x="23771" y="21600"/>
                </a:lnTo>
                <a:lnTo>
                  <a:pt x="22371" y="20200"/>
                </a:lnTo>
                <a:lnTo>
                  <a:pt x="22371" y="1400"/>
                </a:lnTo>
                <a:close/>
              </a:path>
              <a:path fill="darkenLess" w="23771" h="21600">
                <a:moveTo>
                  <a:pt x="23771" y="21600"/>
                </a:moveTo>
                <a:lnTo>
                  <a:pt x="0" y="21600"/>
                </a:lnTo>
                <a:lnTo>
                  <a:pt x="1400" y="20200"/>
                </a:lnTo>
                <a:lnTo>
                  <a:pt x="22371" y="20200"/>
                </a:lnTo>
                <a:close/>
              </a:path>
              <a:path fill="lighten" w="23771" h="21600">
                <a:moveTo>
                  <a:pt x="0" y="21600"/>
                </a:moveTo>
                <a:lnTo>
                  <a:pt x="0" y="0"/>
                </a:lnTo>
                <a:lnTo>
                  <a:pt x="1400" y="1400"/>
                </a:lnTo>
                <a:lnTo>
                  <a:pt x="1400" y="20200"/>
                </a:lnTo>
                <a:close/>
              </a:path>
              <a:path fill="darken" w="23771" h="21600">
                <a:moveTo>
                  <a:pt x="4879" y="7301"/>
                </a:moveTo>
                <a:lnTo>
                  <a:pt x="5793" y="7301"/>
                </a:lnTo>
                <a:lnTo>
                  <a:pt x="6176" y="7667"/>
                </a:lnTo>
                <a:lnTo>
                  <a:pt x="15384" y="7667"/>
                </a:lnTo>
                <a:lnTo>
                  <a:pt x="15941" y="8224"/>
                </a:lnTo>
                <a:lnTo>
                  <a:pt x="15941" y="8772"/>
                </a:lnTo>
                <a:lnTo>
                  <a:pt x="17787" y="8772"/>
                </a:lnTo>
                <a:lnTo>
                  <a:pt x="18152" y="8224"/>
                </a:lnTo>
                <a:lnTo>
                  <a:pt x="18892" y="8224"/>
                </a:lnTo>
                <a:lnTo>
                  <a:pt x="18892" y="13376"/>
                </a:lnTo>
                <a:lnTo>
                  <a:pt x="18152" y="13376"/>
                </a:lnTo>
                <a:lnTo>
                  <a:pt x="17787" y="12828"/>
                </a:lnTo>
                <a:lnTo>
                  <a:pt x="15941" y="12828"/>
                </a:lnTo>
                <a:lnTo>
                  <a:pt x="15941" y="14107"/>
                </a:lnTo>
                <a:lnTo>
                  <a:pt x="6359" y="14107"/>
                </a:lnTo>
                <a:lnTo>
                  <a:pt x="6359" y="9877"/>
                </a:lnTo>
                <a:lnTo>
                  <a:pt x="6176" y="9877"/>
                </a:lnTo>
                <a:lnTo>
                  <a:pt x="5793" y="10243"/>
                </a:lnTo>
                <a:lnTo>
                  <a:pt x="4879" y="10243"/>
                </a:lnTo>
                <a:close/>
              </a:path>
            </a:pathLst>
          </a:cu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8" name="Text Box 4"/>
          <p:cNvSpPr/>
          <p:nvPr/>
        </p:nvSpPr>
        <p:spPr>
          <a:xfrm>
            <a:off x="1547640" y="260280"/>
            <a:ext cx="6624720" cy="5214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ff0000"/>
                </a:solidFill>
                <a:effectLst/>
                <a:uFillTx/>
                <a:latin typeface="Lucida Handwriting"/>
              </a:rPr>
              <a:t>The texts of my letters began something like, </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400" strike="noStrike" u="none">
                <a:solidFill>
                  <a:srgbClr val="000099"/>
                </a:solidFill>
                <a:effectLst/>
                <a:uFillTx/>
                <a:latin typeface="Lucida Handwriting"/>
              </a:rPr>
              <a:t>我的信是这样开头的：</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ff0000"/>
                </a:solidFill>
                <a:effectLst/>
                <a:uFillTx/>
                <a:latin typeface="Lucida Handwriting"/>
              </a:rPr>
              <a:t>" Here, this Thanksgiving at sea, I find my thoughts upon how much you have done for me , but I have never stopped and said to you how much I feel the need to thank you-" </a:t>
            </a:r>
            <a:endParaRPr b="0" lang="en-US" sz="24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400" strike="noStrike" u="none">
                <a:solidFill>
                  <a:srgbClr val="000099"/>
                </a:solidFill>
                <a:effectLst/>
                <a:uFillTx/>
                <a:latin typeface="Arial"/>
              </a:rPr>
              <a:t>“</a:t>
            </a:r>
            <a:r>
              <a:rPr b="1" i="1" lang="zh-CN" sz="2400" strike="noStrike" u="none">
                <a:solidFill>
                  <a:srgbClr val="000099"/>
                </a:solidFill>
                <a:effectLst/>
                <a:uFillTx/>
                <a:latin typeface="Lucida Handwriting"/>
              </a:rPr>
              <a:t>在这里，这个在海上的感恩节，我回想起了你们为我付出的一切，但是我却从来没有对你们说过我多么感激你们。</a:t>
            </a:r>
            <a:r>
              <a:rPr b="1" i="1" lang="zh-CN" sz="2400" strike="noStrike" u="none">
                <a:solidFill>
                  <a:srgbClr val="000099"/>
                </a:solidFill>
                <a:effectLst/>
                <a:uFillTx/>
                <a:latin typeface="Arial"/>
              </a:rPr>
              <a:t>”</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400" strike="noStrike" u="none">
                <a:solidFill>
                  <a:srgbClr val="ff0000"/>
                </a:solidFill>
                <a:effectLst/>
                <a:uFillTx/>
                <a:latin typeface="Lucida Handwriting"/>
              </a:rPr>
              <a:t>And briefly I reccalled for each of them specific acts performed on my behalf.</a:t>
            </a:r>
            <a:endParaRPr b="0" lang="en-US"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400" strike="noStrike" u="none">
                <a:solidFill>
                  <a:srgbClr val="000099"/>
                </a:solidFill>
                <a:effectLst/>
                <a:uFillTx/>
                <a:latin typeface="Lucida Handwriting"/>
              </a:rPr>
              <a:t>我回忆起他们为我做的特殊的事情的简短片段。</a:t>
            </a:r>
            <a:endParaRPr b="0" lang="en-US" sz="2400" strike="noStrike" u="none">
              <a:solidFill>
                <a:srgbClr val="000000"/>
              </a:solidFill>
              <a:effectLst/>
              <a:uFillTx/>
              <a:latin typeface="Arial"/>
            </a:endParaRPr>
          </a:p>
        </p:txBody>
      </p:sp>
      <p:sp>
        <p:nvSpPr>
          <p:cNvPr id="29" name="WordArt 5"/>
          <p:cNvSpPr txBox="1"/>
          <p:nvPr/>
        </p:nvSpPr>
        <p:spPr>
          <a:xfrm rot="5400000">
            <a:off x="-2154960" y="2667600"/>
            <a:ext cx="5821200" cy="1152720"/>
          </a:xfrm>
          <a:prstGeom prst="rect">
            <a:avLst/>
          </a:prstGeom>
        </p:spPr>
        <p:txBody>
          <a:bodyPr wrap="none" lIns="46800" rIns="46800" tIns="90000" bIns="90000" anchor="ctr" vert="eaVert">
            <a:prstTxWarp prst="textPlain">
              <a:avLst>
                <a:gd name="adj" fmla="val 500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3" strike="noStrike" u="none">
                <a:ln w="12600">
                  <a:solidFill>
                    <a:srgbClr val="c4b596"/>
                  </a:solidFill>
                  <a:miter/>
                </a:ln>
                <a:blipFill rotWithShape="0">
                  <a:blip r:embed="rId1"/>
                  <a:srcRect/>
                  <a:tile tx="0" ty="0" sx="100000" sy="100000" algn="ctr"/>
                </a:blipFill>
                <a:effectLst>
                  <a:outerShdw dist="53966" dir="2700000" blurRad="0" rotWithShape="0">
                    <a:srgbClr val="cbcbcb">
                      <a:alpha val="75000"/>
                    </a:srgbClr>
                  </a:outerShdw>
                </a:effectLst>
                <a:uFillTx/>
                <a:latin typeface="Kristen ITC"/>
              </a:rPr>
              <a:t>Writing Three Thank-You Letters</a:t>
            </a:r>
            <a:endParaRPr b="0" lang="en-US" sz="2800" spc="3" strike="noStrike" u="none">
              <a:ln w="12600">
                <a:solidFill>
                  <a:srgbClr val="c4b596"/>
                </a:solidFill>
                <a:miter/>
              </a:ln>
              <a:blipFill rotWithShape="0">
                <a:blip r:embed="rId2"/>
                <a:srcRect/>
                <a:tile tx="0" ty="0" sx="100000" sy="100000" algn="ctr"/>
              </a:blipFill>
              <a:effectLst>
                <a:outerShdw dist="53966" dir="2700000" blurRad="0" rotWithShape="0">
                  <a:srgbClr val="cbcbcb">
                    <a:alpha val="75000"/>
                  </a:srgbClr>
                </a:outerShdw>
              </a:effectLst>
              <a:uFillTx/>
              <a:latin typeface="Kristen ITC"/>
              <a:ea typeface="Kristen ITC"/>
            </a:endParaRPr>
          </a:p>
        </p:txBody>
      </p:sp>
      <p:sp>
        <p:nvSpPr>
          <p:cNvPr id="30" name="AutoShape 6"/>
          <p:cNvSpPr/>
          <p:nvPr/>
        </p:nvSpPr>
        <p:spPr>
          <a:xfrm flipH="1">
            <a:off x="6228720" y="6094440"/>
            <a:ext cx="863640" cy="503280"/>
          </a:xfrm>
          <a:custGeom>
            <a:avLst/>
            <a:gdLst>
              <a:gd name="textAreaLeft" fmla="*/ 200880 w 863640"/>
              <a:gd name="textAreaRight" fmla="*/ 661680 w 863640"/>
              <a:gd name="textAreaTop" fmla="*/ 52920 h 503280"/>
              <a:gd name="textAreaBottom" fmla="*/ 318600 h 50328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w="0">
            <a:noFill/>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31" name="AutoShape 7">
            <a:hlinkClick r:id="" action="ppaction://hlinkshowjump?jump=nextslide"/>
          </p:cNvPr>
          <p:cNvSpPr/>
          <p:nvPr/>
        </p:nvSpPr>
        <p:spPr>
          <a:xfrm>
            <a:off x="6589800" y="6022800"/>
            <a:ext cx="831600" cy="648000"/>
          </a:xfrm>
          <a:custGeom>
            <a:avLst/>
            <a:gdLst>
              <a:gd name="textAreaLeft" fmla="*/ 193680 w 831600"/>
              <a:gd name="textAreaRight" fmla="*/ 637560 w 831600"/>
              <a:gd name="textAreaTop" fmla="*/ 68040 h 648000"/>
              <a:gd name="textAreaBottom" fmla="*/ 410400 h 64800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32" name="Line 8"/>
          <p:cNvSpPr/>
          <p:nvPr/>
        </p:nvSpPr>
        <p:spPr>
          <a:xfrm>
            <a:off x="6877080" y="6310440"/>
            <a:ext cx="36036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Tree>
  </p:cSld>
  <p:transition spd="slow" advTm="0">
    <p:fade thruBlk="true"/>
  </p:transition>
  <p:timing>
    <p:tnLst>
      <p:par>
        <p:cTn id="55" dur="indefinite" restart="never" nodeType="tmRoot">
          <p:childTnLst>
            <p:seq>
              <p:cTn id="56" dur="indefinite" nodeType="mainSeq">
                <p:childTnLst>
                  <p:par>
                    <p:cTn id="57" nodeType="clickEffect" fill="hold">
                      <p:stCondLst>
                        <p:cond delay="0"/>
                      </p:stCondLst>
                      <p:childTnLst>
                        <p:par>
                          <p:cTn id="58" nodeType="withEffect" fill="hold">
                            <p:stCondLst>
                              <p:cond delay="0"/>
                            </p:stCondLst>
                            <p:childTnLst>
                              <p:par>
                                <p:cTn id="59" nodeType="withEffect" fill="hold" presetClass="entr" presetID="7" presetSubtype="8">
                                  <p:stCondLst>
                                    <p:cond delay="0"/>
                                  </p:stCondLst>
                                  <p:childTnLst>
                                    <p:set>
                                      <p:cBhvr>
                                        <p:cTn id="60" dur="1" fill="hold">
                                          <p:stCondLst>
                                            <p:cond delay="0"/>
                                          </p:stCondLst>
                                        </p:cTn>
                                        <p:tgtEl>
                                          <p:spTgt spid="28">
                                            <p:txEl>
                                              <p:pRg st="0" end="0"/>
                                            </p:txEl>
                                          </p:spTgt>
                                        </p:tgtEl>
                                        <p:attrNameLst>
                                          <p:attrName>style.visibility</p:attrName>
                                        </p:attrNameLst>
                                      </p:cBhvr>
                                      <p:to>
                                        <p:strVal val="visible"/>
                                      </p:to>
                                    </p:set>
                                    <p:anim calcmode="lin" valueType="num">
                                      <p:cBhvr additive="base">
                                        <p:cTn id="61" dur="5000" fill="hold"/>
                                        <p:tgtEl>
                                          <p:spTgt spid="28">
                                            <p:txEl>
                                              <p:pRg st="0" end="0"/>
                                            </p:txEl>
                                          </p:spTgt>
                                        </p:tgtEl>
                                        <p:attrNameLst>
                                          <p:attrName>ppt_x</p:attrName>
                                        </p:attrNameLst>
                                      </p:cBhvr>
                                      <p:tavLst>
                                        <p:tav tm="0">
                                          <p:val>
                                            <p:strVal val="0-#ppt_w/2"/>
                                          </p:val>
                                        </p:tav>
                                        <p:tav tm="100000">
                                          <p:val>
                                            <p:strVal val="#ppt_x"/>
                                          </p:val>
                                        </p:tav>
                                      </p:tavLst>
                                    </p:anim>
                                    <p:anim calcmode="lin" valueType="num">
                                      <p:cBhvr additive="base">
                                        <p:cTn id="62" dur="5000" fill="hold"/>
                                        <p:tgtEl>
                                          <p:spTgt spid="28">
                                            <p:txEl>
                                              <p:pRg st="0" end="0"/>
                                            </p:txEl>
                                          </p:spTgt>
                                        </p:tgtEl>
                                        <p:attrNameLst>
                                          <p:attrName>ppt_y</p:attrName>
                                        </p:attrNameLst>
                                      </p:cBhvr>
                                      <p:tavLst>
                                        <p:tav tm="0">
                                          <p:val>
                                            <p:strVal val="#ppt_y"/>
                                          </p:val>
                                        </p:tav>
                                        <p:tav tm="100000">
                                          <p:val>
                                            <p:strVal val="#ppt_y"/>
                                          </p:val>
                                        </p:tav>
                                      </p:tavLst>
                                    </p:anim>
                                  </p:childTnLst>
                                </p:cTn>
                              </p:par>
                              <p:par>
                                <p:cTn id="63" nodeType="withEffect" fill="hold" presetClass="entr" presetID="7" presetSubtype="8">
                                  <p:stCondLst>
                                    <p:cond delay="0"/>
                                  </p:stCondLst>
                                  <p:childTnLst>
                                    <p:set>
                                      <p:cBhvr>
                                        <p:cTn id="64" dur="1" fill="hold">
                                          <p:stCondLst>
                                            <p:cond delay="0"/>
                                          </p:stCondLst>
                                        </p:cTn>
                                        <p:tgtEl>
                                          <p:spTgt spid="28">
                                            <p:txEl>
                                              <p:pRg st="1" end="1"/>
                                            </p:txEl>
                                          </p:spTgt>
                                        </p:tgtEl>
                                        <p:attrNameLst>
                                          <p:attrName>style.visibility</p:attrName>
                                        </p:attrNameLst>
                                      </p:cBhvr>
                                      <p:to>
                                        <p:strVal val="visible"/>
                                      </p:to>
                                    </p:set>
                                    <p:anim calcmode="lin" valueType="num">
                                      <p:cBhvr additive="base">
                                        <p:cTn id="65" dur="5000" fill="hold"/>
                                        <p:tgtEl>
                                          <p:spTgt spid="28">
                                            <p:txEl>
                                              <p:pRg st="1" end="1"/>
                                            </p:txEl>
                                          </p:spTgt>
                                        </p:tgtEl>
                                        <p:attrNameLst>
                                          <p:attrName>ppt_x</p:attrName>
                                        </p:attrNameLst>
                                      </p:cBhvr>
                                      <p:tavLst>
                                        <p:tav tm="0">
                                          <p:val>
                                            <p:strVal val="0-#ppt_w/2"/>
                                          </p:val>
                                        </p:tav>
                                        <p:tav tm="100000">
                                          <p:val>
                                            <p:strVal val="#ppt_x"/>
                                          </p:val>
                                        </p:tav>
                                      </p:tavLst>
                                    </p:anim>
                                    <p:anim calcmode="lin" valueType="num">
                                      <p:cBhvr additive="base">
                                        <p:cTn id="66" dur="5000" fill="hold"/>
                                        <p:tgtEl>
                                          <p:spTgt spid="28">
                                            <p:txEl>
                                              <p:pRg st="1" end="1"/>
                                            </p:txEl>
                                          </p:spTgt>
                                        </p:tgtEl>
                                        <p:attrNameLst>
                                          <p:attrName>ppt_y</p:attrName>
                                        </p:attrNameLst>
                                      </p:cBhvr>
                                      <p:tavLst>
                                        <p:tav tm="0">
                                          <p:val>
                                            <p:strVal val="#ppt_y"/>
                                          </p:val>
                                        </p:tav>
                                        <p:tav tm="100000">
                                          <p:val>
                                            <p:strVal val="#ppt_y"/>
                                          </p:val>
                                        </p:tav>
                                      </p:tavLst>
                                    </p:anim>
                                  </p:childTnLst>
                                </p:cTn>
                              </p:par>
                            </p:childTnLst>
                          </p:cTn>
                        </p:par>
                        <p:par>
                          <p:cTn id="67" nodeType="afterEffect" fill="hold">
                            <p:stCondLst>
                              <p:cond delay="5000"/>
                            </p:stCondLst>
                            <p:childTnLst>
                              <p:par>
                                <p:cTn id="68" nodeType="afterEffect" fill="hold" presetClass="entr" presetID="7" presetSubtype="8">
                                  <p:stCondLst>
                                    <p:cond delay="0"/>
                                  </p:stCondLst>
                                  <p:childTnLst>
                                    <p:set>
                                      <p:cBhvr>
                                        <p:cTn id="69" dur="1" fill="hold">
                                          <p:stCondLst>
                                            <p:cond delay="0"/>
                                          </p:stCondLst>
                                        </p:cTn>
                                        <p:tgtEl>
                                          <p:spTgt spid="28">
                                            <p:txEl>
                                              <p:pRg st="2" end="2"/>
                                            </p:txEl>
                                          </p:spTgt>
                                        </p:tgtEl>
                                        <p:attrNameLst>
                                          <p:attrName>style.visibility</p:attrName>
                                        </p:attrNameLst>
                                      </p:cBhvr>
                                      <p:to>
                                        <p:strVal val="visible"/>
                                      </p:to>
                                    </p:set>
                                    <p:anim calcmode="lin" valueType="num">
                                      <p:cBhvr additive="base">
                                        <p:cTn id="70" dur="5000" fill="hold"/>
                                        <p:tgtEl>
                                          <p:spTgt spid="28">
                                            <p:txEl>
                                              <p:pRg st="2" end="2"/>
                                            </p:txEl>
                                          </p:spTgt>
                                        </p:tgtEl>
                                        <p:attrNameLst>
                                          <p:attrName>ppt_x</p:attrName>
                                        </p:attrNameLst>
                                      </p:cBhvr>
                                      <p:tavLst>
                                        <p:tav tm="0">
                                          <p:val>
                                            <p:strVal val="0-#ppt_w/2"/>
                                          </p:val>
                                        </p:tav>
                                        <p:tav tm="100000">
                                          <p:val>
                                            <p:strVal val="#ppt_x"/>
                                          </p:val>
                                        </p:tav>
                                      </p:tavLst>
                                    </p:anim>
                                    <p:anim calcmode="lin" valueType="num">
                                      <p:cBhvr additive="base">
                                        <p:cTn id="71" dur="5000" fill="hold"/>
                                        <p:tgtEl>
                                          <p:spTgt spid="28">
                                            <p:txEl>
                                              <p:pRg st="2" end="2"/>
                                            </p:txEl>
                                          </p:spTgt>
                                        </p:tgtEl>
                                        <p:attrNameLst>
                                          <p:attrName>ppt_y</p:attrName>
                                        </p:attrNameLst>
                                      </p:cBhvr>
                                      <p:tavLst>
                                        <p:tav tm="0">
                                          <p:val>
                                            <p:strVal val="#ppt_y"/>
                                          </p:val>
                                        </p:tav>
                                        <p:tav tm="100000">
                                          <p:val>
                                            <p:strVal val="#ppt_y"/>
                                          </p:val>
                                        </p:tav>
                                      </p:tavLst>
                                    </p:anim>
                                  </p:childTnLst>
                                </p:cTn>
                              </p:par>
                            </p:childTnLst>
                          </p:cTn>
                        </p:par>
                        <p:par>
                          <p:cTn id="72" nodeType="afterEffect" fill="hold">
                            <p:stCondLst>
                              <p:cond delay="10000"/>
                            </p:stCondLst>
                            <p:childTnLst>
                              <p:par>
                                <p:cTn id="73" nodeType="afterEffect" fill="hold" presetClass="entr" presetID="7" presetSubtype="8">
                                  <p:stCondLst>
                                    <p:cond delay="0"/>
                                  </p:stCondLst>
                                  <p:childTnLst>
                                    <p:set>
                                      <p:cBhvr>
                                        <p:cTn id="74" dur="1" fill="hold">
                                          <p:stCondLst>
                                            <p:cond delay="0"/>
                                          </p:stCondLst>
                                        </p:cTn>
                                        <p:tgtEl>
                                          <p:spTgt spid="28">
                                            <p:txEl>
                                              <p:pRg st="3" end="3"/>
                                            </p:txEl>
                                          </p:spTgt>
                                        </p:tgtEl>
                                        <p:attrNameLst>
                                          <p:attrName>style.visibility</p:attrName>
                                        </p:attrNameLst>
                                      </p:cBhvr>
                                      <p:to>
                                        <p:strVal val="visible"/>
                                      </p:to>
                                    </p:set>
                                    <p:anim calcmode="lin" valueType="num">
                                      <p:cBhvr additive="base">
                                        <p:cTn id="75" dur="5000" fill="hold"/>
                                        <p:tgtEl>
                                          <p:spTgt spid="28">
                                            <p:txEl>
                                              <p:pRg st="3" end="3"/>
                                            </p:txEl>
                                          </p:spTgt>
                                        </p:tgtEl>
                                        <p:attrNameLst>
                                          <p:attrName>ppt_x</p:attrName>
                                        </p:attrNameLst>
                                      </p:cBhvr>
                                      <p:tavLst>
                                        <p:tav tm="0">
                                          <p:val>
                                            <p:strVal val="0-#ppt_w/2"/>
                                          </p:val>
                                        </p:tav>
                                        <p:tav tm="100000">
                                          <p:val>
                                            <p:strVal val="#ppt_x"/>
                                          </p:val>
                                        </p:tav>
                                      </p:tavLst>
                                    </p:anim>
                                    <p:anim calcmode="lin" valueType="num">
                                      <p:cBhvr additive="base">
                                        <p:cTn id="76" dur="5000" fill="hold"/>
                                        <p:tgtEl>
                                          <p:spTgt spid="28">
                                            <p:txEl>
                                              <p:pRg st="3" end="3"/>
                                            </p:txEl>
                                          </p:spTgt>
                                        </p:tgtEl>
                                        <p:attrNameLst>
                                          <p:attrName>ppt_y</p:attrName>
                                        </p:attrNameLst>
                                      </p:cBhvr>
                                      <p:tavLst>
                                        <p:tav tm="0">
                                          <p:val>
                                            <p:strVal val="#ppt_y"/>
                                          </p:val>
                                        </p:tav>
                                        <p:tav tm="100000">
                                          <p:val>
                                            <p:strVal val="#ppt_y"/>
                                          </p:val>
                                        </p:tav>
                                      </p:tavLst>
                                    </p:anim>
                                  </p:childTnLst>
                                </p:cTn>
                              </p:par>
                            </p:childTnLst>
                          </p:cTn>
                        </p:par>
                        <p:par>
                          <p:cTn id="77" nodeType="afterEffect" fill="hold">
                            <p:stCondLst>
                              <p:cond delay="15000"/>
                            </p:stCondLst>
                            <p:childTnLst>
                              <p:par>
                                <p:cTn id="78" nodeType="afterEffect" fill="hold" presetClass="entr" presetID="2" presetSubtype="8">
                                  <p:stCondLst>
                                    <p:cond delay="0"/>
                                  </p:stCondLst>
                                  <p:childTnLst>
                                    <p:set>
                                      <p:cBhvr>
                                        <p:cTn id="79" dur="1" fill="hold">
                                          <p:stCondLst>
                                            <p:cond delay="0"/>
                                          </p:stCondLst>
                                        </p:cTn>
                                        <p:tgtEl>
                                          <p:spTgt spid="28">
                                            <p:txEl>
                                              <p:pRg st="4" end="4"/>
                                            </p:txEl>
                                          </p:spTgt>
                                        </p:tgtEl>
                                        <p:attrNameLst>
                                          <p:attrName>style.visibility</p:attrName>
                                        </p:attrNameLst>
                                      </p:cBhvr>
                                      <p:to>
                                        <p:strVal val="visible"/>
                                      </p:to>
                                    </p:set>
                                    <p:anim calcmode="lin" valueType="num">
                                      <p:cBhvr additive="base">
                                        <p:cTn id="80" dur="5000" fill="hold"/>
                                        <p:tgtEl>
                                          <p:spTgt spid="28">
                                            <p:txEl>
                                              <p:pRg st="4" end="4"/>
                                            </p:txEl>
                                          </p:spTgt>
                                        </p:tgtEl>
                                        <p:attrNameLst>
                                          <p:attrName>ppt_x</p:attrName>
                                        </p:attrNameLst>
                                      </p:cBhvr>
                                      <p:tavLst>
                                        <p:tav tm="0">
                                          <p:val>
                                            <p:strVal val="0-#ppt_w/2"/>
                                          </p:val>
                                        </p:tav>
                                        <p:tav tm="100000">
                                          <p:val>
                                            <p:strVal val="#ppt_x"/>
                                          </p:val>
                                        </p:tav>
                                      </p:tavLst>
                                    </p:anim>
                                    <p:anim calcmode="lin" valueType="num">
                                      <p:cBhvr additive="base">
                                        <p:cTn id="81" dur="5000" fill="hold"/>
                                        <p:tgtEl>
                                          <p:spTgt spid="28">
                                            <p:txEl>
                                              <p:pRg st="4" end="4"/>
                                            </p:txEl>
                                          </p:spTgt>
                                        </p:tgtEl>
                                        <p:attrNameLst>
                                          <p:attrName>ppt_y</p:attrName>
                                        </p:attrNameLst>
                                      </p:cBhvr>
                                      <p:tavLst>
                                        <p:tav tm="0">
                                          <p:val>
                                            <p:strVal val="#ppt_y"/>
                                          </p:val>
                                        </p:tav>
                                        <p:tav tm="100000">
                                          <p:val>
                                            <p:strVal val="#ppt_y"/>
                                          </p:val>
                                        </p:tav>
                                      </p:tavLst>
                                    </p:anim>
                                  </p:childTnLst>
                                </p:cTn>
                              </p:par>
                            </p:childTnLst>
                          </p:cTn>
                        </p:par>
                        <p:par>
                          <p:cTn id="82" nodeType="afterEffect" fill="hold">
                            <p:stCondLst>
                              <p:cond delay="20000"/>
                            </p:stCondLst>
                            <p:childTnLst>
                              <p:par>
                                <p:cTn id="83" nodeType="afterEffect" fill="hold" presetClass="entr" presetID="2" presetSubtype="8">
                                  <p:stCondLst>
                                    <p:cond delay="0"/>
                                  </p:stCondLst>
                                  <p:childTnLst>
                                    <p:set>
                                      <p:cBhvr>
                                        <p:cTn id="84" dur="1" fill="hold">
                                          <p:stCondLst>
                                            <p:cond delay="0"/>
                                          </p:stCondLst>
                                        </p:cTn>
                                        <p:tgtEl>
                                          <p:spTgt spid="28">
                                            <p:txEl>
                                              <p:pRg st="5" end="5"/>
                                            </p:txEl>
                                          </p:spTgt>
                                        </p:tgtEl>
                                        <p:attrNameLst>
                                          <p:attrName>style.visibility</p:attrName>
                                        </p:attrNameLst>
                                      </p:cBhvr>
                                      <p:to>
                                        <p:strVal val="visible"/>
                                      </p:to>
                                    </p:set>
                                    <p:anim calcmode="lin" valueType="num">
                                      <p:cBhvr additive="base">
                                        <p:cTn id="85" dur="5000" fill="hold"/>
                                        <p:tgtEl>
                                          <p:spTgt spid="28">
                                            <p:txEl>
                                              <p:pRg st="5" end="5"/>
                                            </p:txEl>
                                          </p:spTgt>
                                        </p:tgtEl>
                                        <p:attrNameLst>
                                          <p:attrName>ppt_x</p:attrName>
                                        </p:attrNameLst>
                                      </p:cBhvr>
                                      <p:tavLst>
                                        <p:tav tm="0">
                                          <p:val>
                                            <p:strVal val="0-#ppt_w/2"/>
                                          </p:val>
                                        </p:tav>
                                        <p:tav tm="100000">
                                          <p:val>
                                            <p:strVal val="#ppt_x"/>
                                          </p:val>
                                        </p:tav>
                                      </p:tavLst>
                                    </p:anim>
                                    <p:anim calcmode="lin" valueType="num">
                                      <p:cBhvr additive="base">
                                        <p:cTn id="86" dur="5000" fill="hold"/>
                                        <p:tgtEl>
                                          <p:spTgt spid="28">
                                            <p:txEl>
                                              <p:pRg st="5" end="5"/>
                                            </p:txEl>
                                          </p:spTgt>
                                        </p:tgtEl>
                                        <p:attrNameLst>
                                          <p:attrName>ppt_y</p:attrName>
                                        </p:attrNameLst>
                                      </p:cBhvr>
                                      <p:tavLst>
                                        <p:tav tm="0">
                                          <p:val>
                                            <p:strVal val="#ppt_y"/>
                                          </p:val>
                                        </p:tav>
                                        <p:tav tm="100000">
                                          <p:val>
                                            <p:strVal val="#ppt_y"/>
                                          </p:val>
                                        </p:tav>
                                      </p:tavLst>
                                    </p:anim>
                                  </p:childTnLst>
                                </p:cTn>
                              </p:par>
                            </p:childTnLst>
                          </p:cTn>
                        </p:par>
                        <p:par>
                          <p:cTn id="87" nodeType="afterEffect" fill="hold">
                            <p:stCondLst>
                              <p:cond delay="25000"/>
                            </p:stCondLst>
                            <p:childTnLst>
                              <p:par>
                                <p:cTn id="88" nodeType="afterEffect" fill="hold" presetClass="emph" presetID="6">
                                  <p:stCondLst>
                                    <p:cond delay="0"/>
                                  </p:stCondLst>
                                  <p:childTnLst>
                                    <p:animScale>
                                      <p:cBhvr>
                                        <p:cTn id="89" dur="2000" fill="hold"/>
                                        <p:tgtEl>
                                          <p:spTgt spid="31"/>
                                        </p:tgtEl>
                                      </p:cBhvr>
                                      <p:to x="150000" y="150000"/>
                                    </p:animScale>
                                  </p:childTnLst>
                                </p:cTn>
                              </p:par>
                            </p:childTnLst>
                          </p:cTn>
                        </p:par>
                        <p:par>
                          <p:cTn id="90" nodeType="afterEffect" fill="hold">
                            <p:stCondLst>
                              <p:cond delay="27000"/>
                            </p:stCondLst>
                            <p:childTnLst>
                              <p:par>
                                <p:cTn id="91" nodeType="afterEffect" fill="hold" presetClass="emph" presetID="26">
                                  <p:stCondLst>
                                    <p:cond delay="0"/>
                                  </p:stCondLst>
                                  <p:childTnLst>
                                    <p:animEffect filter="fade" transition="out">
                                      <p:cBhvr additive="repl">
                                        <p:cTn id="92" dur="2000"/>
                                        <p:tgtEl>
                                          <p:spTgt spid="31"/>
                                        </p:tgtEl>
                                      </p:cBhvr>
                                    </p:animEffect>
                                    <p:animScale>
                                      <p:cBhvr>
                                        <p:cTn id="93" dur="1000" autoRev="1" fill="hold"/>
                                        <p:tgtEl>
                                          <p:spTgt spid="31"/>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 name="Picture 2" descr="09d7b519f17c65328718bf44"/>
          <p:cNvPicPr/>
          <p:nvPr/>
        </p:nvPicPr>
        <p:blipFill>
          <a:blip r:embed="rId1"/>
          <a:stretch/>
        </p:blipFill>
        <p:spPr>
          <a:xfrm>
            <a:off x="0" y="0"/>
            <a:ext cx="9109080" cy="6858000"/>
          </a:xfrm>
          <a:prstGeom prst="rect">
            <a:avLst/>
          </a:prstGeom>
          <a:noFill/>
          <a:ln w="0">
            <a:noFill/>
          </a:ln>
        </p:spPr>
      </p:pic>
      <p:sp>
        <p:nvSpPr>
          <p:cNvPr id="34" name="WordArt 3"/>
          <p:cNvSpPr txBox="1"/>
          <p:nvPr/>
        </p:nvSpPr>
        <p:spPr>
          <a:xfrm>
            <a:off x="612720" y="333360"/>
            <a:ext cx="7780320" cy="936720"/>
          </a:xfrm>
          <a:prstGeom prst="rect">
            <a:avLst/>
          </a:prstGeom>
        </p:spPr>
        <p:txBody>
          <a:bodyPr wrap="none" lIns="90000" rIns="90000" tIns="46800" bIns="46800" anchor="t" anchorCtr="1">
            <a:prstTxWarp prst="textWave2">
              <a:avLst>
                <a:gd name="adj1" fmla="val 6481"/>
                <a:gd name="adj2" fmla="val 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12600">
                  <a:solidFill>
                    <a:srgbClr val="3333cc"/>
                  </a:solidFill>
                  <a:miter/>
                </a:ln>
                <a:solidFill>
                  <a:srgbClr val="b2b2b2">
                    <a:alpha val="50000"/>
                  </a:srgbClr>
                </a:solidFill>
                <a:effectLst>
                  <a:outerShdw dist="38160" dir="0" blurRad="0" rotWithShape="0">
                    <a:srgbClr val="9999ff"/>
                  </a:outerShdw>
                </a:effectLst>
                <a:uFillTx/>
                <a:latin typeface="Segoe Print"/>
              </a:rPr>
              <a:t>Writing Three Thank-You Letters</a:t>
            </a:r>
            <a:endParaRPr b="1" lang="en-US" sz="1800" spc="3" strike="noStrike" u="none">
              <a:ln w="12600">
                <a:solidFill>
                  <a:srgbClr val="3333cc"/>
                </a:solidFill>
                <a:miter/>
              </a:ln>
              <a:solidFill>
                <a:srgbClr val="b2b2b2">
                  <a:alpha val="50000"/>
                </a:srgbClr>
              </a:solidFill>
              <a:effectLst>
                <a:outerShdw dist="38160" dir="0" blurRad="0" rotWithShape="0">
                  <a:srgbClr val="9999ff"/>
                </a:outerShdw>
              </a:effectLst>
              <a:uFillTx/>
              <a:latin typeface="Segoe Print"/>
              <a:ea typeface="Segoe Print"/>
            </a:endParaRPr>
          </a:p>
        </p:txBody>
      </p:sp>
      <p:sp>
        <p:nvSpPr>
          <p:cNvPr id="35" name="AutoShape 4">
            <a:hlinkClick r:id="" action="ppaction://hlinkshowjump?jump=nextslide"/>
          </p:cNvPr>
          <p:cNvSpPr/>
          <p:nvPr/>
        </p:nvSpPr>
        <p:spPr>
          <a:xfrm flipH="1">
            <a:off x="323280" y="6237360"/>
            <a:ext cx="647640" cy="504720"/>
          </a:xfrm>
          <a:custGeom>
            <a:avLst/>
            <a:gdLst>
              <a:gd name="textAreaLeft" fmla="*/ 150480 w 647640"/>
              <a:gd name="textAreaRight" fmla="*/ 496080 w 647640"/>
              <a:gd name="textAreaTop" fmla="*/ 52920 h 504720"/>
              <a:gd name="textAreaBottom" fmla="*/ 319680 h 50472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36" name="Line 5"/>
          <p:cNvSpPr/>
          <p:nvPr/>
        </p:nvSpPr>
        <p:spPr>
          <a:xfrm>
            <a:off x="539640" y="6454800"/>
            <a:ext cx="21600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7" name="Text Box 6"/>
          <p:cNvSpPr/>
          <p:nvPr/>
        </p:nvSpPr>
        <p:spPr>
          <a:xfrm>
            <a:off x="612720" y="1125360"/>
            <a:ext cx="8080560" cy="49726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For  instance, something uppermost about my father was how he had impressed upon me from boyhood to love books and reading.</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比方说，我父亲做出的最让我印象深刻的事便是他培养我从小就爱读书。</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In fact, this graduated into a family habit of  after-dinner quizzes at the table about books read recently and new words learned.</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实际上，这种做法最终演变为一种家庭习惯</a:t>
            </a:r>
            <a:r>
              <a:rPr b="1" i="1" lang="zh-CN" sz="2000" strike="noStrike" u="none">
                <a:solidFill>
                  <a:srgbClr val="ff0000"/>
                </a:solidFill>
                <a:effectLst/>
                <a:uFillTx/>
                <a:latin typeface="Arial"/>
              </a:rPr>
              <a:t>——</a:t>
            </a:r>
            <a:r>
              <a:rPr b="1" i="1" lang="zh-CN" sz="2000" strike="noStrike" u="none">
                <a:solidFill>
                  <a:srgbClr val="ff0000"/>
                </a:solidFill>
                <a:effectLst/>
                <a:uFillTx/>
                <a:latin typeface="Lucida Handwriting"/>
              </a:rPr>
              <a:t>饭后桌前围绕最近读的书和新学词汇的小测试。</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My love of books never diminished and later led me toward writing books myself. </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我对书籍的热爱从未褪色过，之后这种热爱也促使我开始自己写书。</a:t>
            </a:r>
            <a:endParaRPr b="0" lang="en-US" sz="2000" strike="noStrike" u="none">
              <a:solidFill>
                <a:srgbClr val="000000"/>
              </a:solidFill>
              <a:effectLst/>
              <a:uFillTx/>
              <a:latin typeface="Arial"/>
            </a:endParaRPr>
          </a:p>
        </p:txBody>
      </p:sp>
    </p:spTree>
  </p:cSld>
  <p:transition spd="slow">
    <p:split dir="out" orient="horz"/>
  </p:transition>
  <p:timing>
    <p:tnLst>
      <p:par>
        <p:cTn id="94" dur="indefinite" restart="never" nodeType="tmRoot">
          <p:childTnLst>
            <p:seq>
              <p:cTn id="95" dur="indefinite" nodeType="mainSeq">
                <p:childTnLst>
                  <p:par>
                    <p:cTn id="96" nodeType="clickEffect" fill="hold">
                      <p:stCondLst>
                        <p:cond delay="0"/>
                      </p:stCondLst>
                      <p:childTnLst>
                        <p:par>
                          <p:cTn id="97" nodeType="withEffect" fill="hold">
                            <p:stCondLst>
                              <p:cond delay="0"/>
                            </p:stCondLst>
                            <p:childTnLst>
                              <p:par>
                                <p:cTn id="98" nodeType="withEffect" fill="hold" presetClass="entr" presetID="52">
                                  <p:stCondLst>
                                    <p:cond delay="0"/>
                                  </p:stCondLst>
                                  <p:childTnLst>
                                    <p:set>
                                      <p:cBhvr>
                                        <p:cTn id="99" dur="1" fill="hold">
                                          <p:stCondLst>
                                            <p:cond delay="0"/>
                                          </p:stCondLst>
                                        </p:cTn>
                                        <p:tgtEl>
                                          <p:spTgt spid="34"/>
                                        </p:tgtEl>
                                        <p:attrNameLst>
                                          <p:attrName>style.visibility</p:attrName>
                                        </p:attrNameLst>
                                      </p:cBhvr>
                                      <p:to>
                                        <p:strVal val="visible"/>
                                      </p:to>
                                    </p:set>
                                    <p:animScale>
                                      <p:cBhvr>
                                        <p:cTn id="100" dur="1000" fill="hold">
                                          <p:stCondLst>
                                            <p:cond delay="0"/>
                                          </p:stCondLst>
                                        </p:cTn>
                                        <p:tgtEl>
                                          <p:spTgt spid="34"/>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101" dur="1000" fill="hold">
                                          <p:stCondLst>
                                            <p:cond delay="0"/>
                                          </p:stCondLst>
                                        </p:cTn>
                                        <p:tgtEl>
                                          <p:spTgt spid="34"/>
                                        </p:tgtEl>
                                      </p:cBhvr>
                                    </p:animMotion>
                                    <p:animEffect filter="fade" transition="in">
                                      <p:cBhvr additive="repl">
                                        <p:cTn id="102" dur="1000"/>
                                        <p:tgtEl>
                                          <p:spTgt spid="34"/>
                                        </p:tgtEl>
                                      </p:cBhvr>
                                    </p:animEffect>
                                  </p:childTnLst>
                                </p:cTn>
                              </p:par>
                            </p:childTnLst>
                          </p:cTn>
                        </p:par>
                        <p:par>
                          <p:cTn id="103" nodeType="afterEffect" fill="hold">
                            <p:stCondLst>
                              <p:cond delay="1000"/>
                            </p:stCondLst>
                            <p:childTnLst>
                              <p:par>
                                <p:cTn id="104" nodeType="afterEffect" fill="hold" presetClass="entr" presetID="16" presetSubtype="26">
                                  <p:stCondLst>
                                    <p:cond delay="0"/>
                                  </p:stCondLst>
                                  <p:childTnLst>
                                    <p:set>
                                      <p:cBhvr>
                                        <p:cTn id="105" dur="1" fill="hold">
                                          <p:stCondLst>
                                            <p:cond delay="0"/>
                                          </p:stCondLst>
                                        </p:cTn>
                                        <p:tgtEl>
                                          <p:spTgt spid="37">
                                            <p:txEl>
                                              <p:pRg st="0" end="0"/>
                                            </p:txEl>
                                          </p:spTgt>
                                        </p:tgtEl>
                                        <p:attrNameLst>
                                          <p:attrName>style.visibility</p:attrName>
                                        </p:attrNameLst>
                                      </p:cBhvr>
                                      <p:to>
                                        <p:strVal val="visible"/>
                                      </p:to>
                                    </p:set>
                                    <p:animEffect filter="barn(inHorizontal)" transition="in">
                                      <p:cBhvr additive="repl">
                                        <p:cTn id="106" dur="5000"/>
                                        <p:tgtEl>
                                          <p:spTgt spid="37">
                                            <p:txEl>
                                              <p:pRg st="0" end="0"/>
                                            </p:txEl>
                                          </p:spTgt>
                                        </p:tgtEl>
                                      </p:cBhvr>
                                    </p:animEffect>
                                  </p:childTnLst>
                                </p:cTn>
                              </p:par>
                            </p:childTnLst>
                          </p:cTn>
                        </p:par>
                        <p:par>
                          <p:cTn id="107" nodeType="afterEffect" fill="hold">
                            <p:stCondLst>
                              <p:cond delay="6000"/>
                            </p:stCondLst>
                            <p:childTnLst>
                              <p:par>
                                <p:cTn id="108" nodeType="afterEffect" fill="hold" presetClass="entr" presetID="16" presetSubtype="26">
                                  <p:stCondLst>
                                    <p:cond delay="0"/>
                                  </p:stCondLst>
                                  <p:childTnLst>
                                    <p:set>
                                      <p:cBhvr>
                                        <p:cTn id="109" dur="1" fill="hold">
                                          <p:stCondLst>
                                            <p:cond delay="0"/>
                                          </p:stCondLst>
                                        </p:cTn>
                                        <p:tgtEl>
                                          <p:spTgt spid="37">
                                            <p:txEl>
                                              <p:pRg st="2" end="2"/>
                                            </p:txEl>
                                          </p:spTgt>
                                        </p:tgtEl>
                                        <p:attrNameLst>
                                          <p:attrName>style.visibility</p:attrName>
                                        </p:attrNameLst>
                                      </p:cBhvr>
                                      <p:to>
                                        <p:strVal val="visible"/>
                                      </p:to>
                                    </p:set>
                                    <p:animEffect filter="barn(inHorizontal)" transition="in">
                                      <p:cBhvr additive="repl">
                                        <p:cTn id="110" dur="5000"/>
                                        <p:tgtEl>
                                          <p:spTgt spid="37">
                                            <p:txEl>
                                              <p:pRg st="2" end="2"/>
                                            </p:txEl>
                                          </p:spTgt>
                                        </p:tgtEl>
                                      </p:cBhvr>
                                    </p:animEffect>
                                  </p:childTnLst>
                                </p:cTn>
                              </p:par>
                            </p:childTnLst>
                          </p:cTn>
                        </p:par>
                        <p:par>
                          <p:cTn id="111" nodeType="afterEffect" fill="hold">
                            <p:stCondLst>
                              <p:cond delay="11000"/>
                            </p:stCondLst>
                            <p:childTnLst>
                              <p:par>
                                <p:cTn id="112" nodeType="afterEffect" fill="hold" presetClass="entr" presetID="16" presetSubtype="26">
                                  <p:stCondLst>
                                    <p:cond delay="0"/>
                                  </p:stCondLst>
                                  <p:childTnLst>
                                    <p:set>
                                      <p:cBhvr>
                                        <p:cTn id="113" dur="1" fill="hold">
                                          <p:stCondLst>
                                            <p:cond delay="0"/>
                                          </p:stCondLst>
                                        </p:cTn>
                                        <p:tgtEl>
                                          <p:spTgt spid="37">
                                            <p:txEl>
                                              <p:pRg st="3" end="3"/>
                                            </p:txEl>
                                          </p:spTgt>
                                        </p:tgtEl>
                                        <p:attrNameLst>
                                          <p:attrName>style.visibility</p:attrName>
                                        </p:attrNameLst>
                                      </p:cBhvr>
                                      <p:to>
                                        <p:strVal val="visible"/>
                                      </p:to>
                                    </p:set>
                                    <p:animEffect filter="barn(inHorizontal)" transition="in">
                                      <p:cBhvr additive="repl">
                                        <p:cTn id="114" dur="5000"/>
                                        <p:tgtEl>
                                          <p:spTgt spid="37">
                                            <p:txEl>
                                              <p:pRg st="3" end="3"/>
                                            </p:txEl>
                                          </p:spTgt>
                                        </p:tgtEl>
                                      </p:cBhvr>
                                    </p:animEffect>
                                  </p:childTnLst>
                                </p:cTn>
                              </p:par>
                            </p:childTnLst>
                          </p:cTn>
                        </p:par>
                        <p:par>
                          <p:cTn id="115" nodeType="afterEffect" fill="hold">
                            <p:stCondLst>
                              <p:cond delay="16000"/>
                            </p:stCondLst>
                            <p:childTnLst>
                              <p:par>
                                <p:cTn id="116" nodeType="afterEffect" fill="hold" presetClass="entr" presetID="16" presetSubtype="26">
                                  <p:stCondLst>
                                    <p:cond delay="0"/>
                                  </p:stCondLst>
                                  <p:childTnLst>
                                    <p:set>
                                      <p:cBhvr>
                                        <p:cTn id="117" dur="1" fill="hold">
                                          <p:stCondLst>
                                            <p:cond delay="0"/>
                                          </p:stCondLst>
                                        </p:cTn>
                                        <p:tgtEl>
                                          <p:spTgt spid="37">
                                            <p:txEl>
                                              <p:pRg st="5" end="5"/>
                                            </p:txEl>
                                          </p:spTgt>
                                        </p:tgtEl>
                                        <p:attrNameLst>
                                          <p:attrName>style.visibility</p:attrName>
                                        </p:attrNameLst>
                                      </p:cBhvr>
                                      <p:to>
                                        <p:strVal val="visible"/>
                                      </p:to>
                                    </p:set>
                                    <p:animEffect filter="barn(inHorizontal)" transition="in">
                                      <p:cBhvr additive="repl">
                                        <p:cTn id="118" dur="5000"/>
                                        <p:tgtEl>
                                          <p:spTgt spid="37">
                                            <p:txEl>
                                              <p:pRg st="5" end="5"/>
                                            </p:txEl>
                                          </p:spTgt>
                                        </p:tgtEl>
                                      </p:cBhvr>
                                    </p:animEffect>
                                  </p:childTnLst>
                                </p:cTn>
                              </p:par>
                            </p:childTnLst>
                          </p:cTn>
                        </p:par>
                        <p:par>
                          <p:cTn id="119" nodeType="afterEffect" fill="hold">
                            <p:stCondLst>
                              <p:cond delay="21000"/>
                            </p:stCondLst>
                            <p:childTnLst>
                              <p:par>
                                <p:cTn id="120" nodeType="afterEffect" fill="hold" presetClass="entr" presetID="16" presetSubtype="26">
                                  <p:stCondLst>
                                    <p:cond delay="0"/>
                                  </p:stCondLst>
                                  <p:childTnLst>
                                    <p:set>
                                      <p:cBhvr>
                                        <p:cTn id="121" dur="1" fill="hold">
                                          <p:stCondLst>
                                            <p:cond delay="0"/>
                                          </p:stCondLst>
                                        </p:cTn>
                                        <p:tgtEl>
                                          <p:spTgt spid="37">
                                            <p:txEl>
                                              <p:pRg st="7" end="7"/>
                                            </p:txEl>
                                          </p:spTgt>
                                        </p:tgtEl>
                                        <p:attrNameLst>
                                          <p:attrName>style.visibility</p:attrName>
                                        </p:attrNameLst>
                                      </p:cBhvr>
                                      <p:to>
                                        <p:strVal val="visible"/>
                                      </p:to>
                                    </p:set>
                                    <p:animEffect filter="barn(inHorizontal)" transition="in">
                                      <p:cBhvr additive="repl">
                                        <p:cTn id="122" dur="5000"/>
                                        <p:tgtEl>
                                          <p:spTgt spid="37">
                                            <p:txEl>
                                              <p:pRg st="7" end="7"/>
                                            </p:txEl>
                                          </p:spTgt>
                                        </p:tgtEl>
                                      </p:cBhvr>
                                    </p:animEffect>
                                  </p:childTnLst>
                                </p:cTn>
                              </p:par>
                            </p:childTnLst>
                          </p:cTn>
                        </p:par>
                        <p:par>
                          <p:cTn id="123" nodeType="afterEffect" fill="hold">
                            <p:stCondLst>
                              <p:cond delay="26000"/>
                            </p:stCondLst>
                            <p:childTnLst>
                              <p:par>
                                <p:cTn id="124" nodeType="afterEffect" fill="hold" presetClass="entr" presetID="16" presetSubtype="26">
                                  <p:stCondLst>
                                    <p:cond delay="0"/>
                                  </p:stCondLst>
                                  <p:childTnLst>
                                    <p:set>
                                      <p:cBhvr>
                                        <p:cTn id="125" dur="1" fill="hold">
                                          <p:stCondLst>
                                            <p:cond delay="0"/>
                                          </p:stCondLst>
                                        </p:cTn>
                                        <p:tgtEl>
                                          <p:spTgt spid="37">
                                            <p:txEl>
                                              <p:pRg st="9" end="9"/>
                                            </p:txEl>
                                          </p:spTgt>
                                        </p:tgtEl>
                                        <p:attrNameLst>
                                          <p:attrName>style.visibility</p:attrName>
                                        </p:attrNameLst>
                                      </p:cBhvr>
                                      <p:to>
                                        <p:strVal val="visible"/>
                                      </p:to>
                                    </p:set>
                                    <p:animEffect filter="barn(inHorizontal)" transition="in">
                                      <p:cBhvr additive="repl">
                                        <p:cTn id="126" dur="5000"/>
                                        <p:tgtEl>
                                          <p:spTgt spid="37">
                                            <p:txEl>
                                              <p:pRg st="9" end="9"/>
                                            </p:txEl>
                                          </p:spTgt>
                                        </p:tgtEl>
                                      </p:cBhvr>
                                    </p:animEffect>
                                  </p:childTnLst>
                                </p:cTn>
                              </p:par>
                            </p:childTnLst>
                          </p:cTn>
                        </p:par>
                        <p:par>
                          <p:cTn id="127" nodeType="afterEffect" fill="hold">
                            <p:stCondLst>
                              <p:cond delay="31000"/>
                            </p:stCondLst>
                            <p:childTnLst>
                              <p:par>
                                <p:cTn id="128" nodeType="afterEffect" fill="hold" presetClass="emph" presetID="6">
                                  <p:stCondLst>
                                    <p:cond delay="0"/>
                                  </p:stCondLst>
                                  <p:childTnLst>
                                    <p:animScale>
                                      <p:cBhvr>
                                        <p:cTn id="129" dur="2000" fill="hold"/>
                                        <p:tgtEl>
                                          <p:spTgt spid="35"/>
                                        </p:tgtEl>
                                      </p:cBhvr>
                                      <p:to x="150000" y="150000"/>
                                    </p:animScale>
                                  </p:childTnLst>
                                </p:cTn>
                              </p:par>
                            </p:childTnLst>
                          </p:cTn>
                        </p:par>
                        <p:par>
                          <p:cTn id="130" nodeType="afterEffect" fill="hold">
                            <p:stCondLst>
                              <p:cond delay="33000"/>
                            </p:stCondLst>
                            <p:childTnLst>
                              <p:par>
                                <p:cTn id="131" nodeType="afterEffect" fill="hold" presetClass="emph" presetID="26">
                                  <p:stCondLst>
                                    <p:cond delay="0"/>
                                  </p:stCondLst>
                                  <p:childTnLst>
                                    <p:animEffect filter="fade" transition="out">
                                      <p:cBhvr additive="repl">
                                        <p:cTn id="132" dur="2000"/>
                                        <p:tgtEl>
                                          <p:spTgt spid="35"/>
                                        </p:tgtEl>
                                      </p:cBhvr>
                                    </p:animEffect>
                                    <p:animScale>
                                      <p:cBhvr>
                                        <p:cTn id="133" dur="1000" autoRev="1" fill="hold"/>
                                        <p:tgtEl>
                                          <p:spTgt spid="35"/>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Picture 2" descr="33fe5db747c188e537d3ca7a"/>
          <p:cNvPicPr/>
          <p:nvPr/>
        </p:nvPicPr>
        <p:blipFill>
          <a:blip r:embed="rId1"/>
          <a:stretch/>
        </p:blipFill>
        <p:spPr>
          <a:xfrm>
            <a:off x="5364000" y="4006800"/>
            <a:ext cx="3710160" cy="2521080"/>
          </a:xfrm>
          <a:prstGeom prst="rect">
            <a:avLst/>
          </a:prstGeom>
          <a:noFill/>
          <a:ln w="0">
            <a:noFill/>
          </a:ln>
        </p:spPr>
      </p:pic>
      <p:sp>
        <p:nvSpPr>
          <p:cNvPr id="39" name="AutoShape 3">
            <a:hlinkClick r:id="" action="ppaction://hlinkshowjump?jump=nextslide"/>
          </p:cNvPr>
          <p:cNvSpPr/>
          <p:nvPr/>
        </p:nvSpPr>
        <p:spPr>
          <a:xfrm flipH="1">
            <a:off x="539640" y="5805360"/>
            <a:ext cx="720720" cy="576360"/>
          </a:xfrm>
          <a:custGeom>
            <a:avLst/>
            <a:gdLst>
              <a:gd name="textAreaLeft" fmla="*/ 168120 w 720720"/>
              <a:gd name="textAreaRight" fmla="*/ 552600 w 720720"/>
              <a:gd name="textAreaTop" fmla="*/ 60480 h 576360"/>
              <a:gd name="textAreaBottom" fmla="*/ 365040 h 57636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40" name="Line 4"/>
          <p:cNvSpPr/>
          <p:nvPr/>
        </p:nvSpPr>
        <p:spPr>
          <a:xfrm>
            <a:off x="828720" y="6021360"/>
            <a:ext cx="216000" cy="1440"/>
          </a:xfrm>
          <a:prstGeom prst="line">
            <a:avLst/>
          </a:prstGeom>
          <a:ln w="41400">
            <a:solidFill>
              <a:srgbClr val="ff0000"/>
            </a:solidFill>
            <a:miter/>
            <a:tailEnd len="med" type="triangle" w="med"/>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sp>
        <p:nvSpPr>
          <p:cNvPr id="41" name="Text Box 5"/>
          <p:cNvSpPr/>
          <p:nvPr/>
        </p:nvSpPr>
        <p:spPr>
          <a:xfrm>
            <a:off x="612720" y="1125360"/>
            <a:ext cx="7624800" cy="4362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I reminded the Reverend Nelson how each morning he would open our little country town's grammar school with a prayer over his assembled students. </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我回忆起尊敬的尼尔森校长是怎样每天早上打开我们镇上小学的门并召集起同学们为他们祈祷的。</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ff0000"/>
                </a:solidFill>
                <a:effectLst/>
                <a:uFillTx/>
                <a:latin typeface="Lucida Handwriting"/>
              </a:rPr>
              <a:t>I told him that whatever positive things I had done since had been influenced at least in part by his morning school prayers.</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我告诉他，我做过的那些有积极意义的事，</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有很大一部分是受到了他的早晨祷告的影</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2000" strike="noStrike" u="none">
                <a:solidFill>
                  <a:srgbClr val="000099"/>
                </a:solidFill>
                <a:effectLst/>
                <a:uFillTx/>
                <a:latin typeface="Lucida Handwriting"/>
              </a:rPr>
              <a:t>响。</a:t>
            </a:r>
            <a:endParaRPr b="0" lang="en-US" sz="2000" strike="noStrike" u="none">
              <a:solidFill>
                <a:srgbClr val="000000"/>
              </a:solidFill>
              <a:effectLst/>
              <a:uFillTx/>
              <a:latin typeface="Arial"/>
            </a:endParaRPr>
          </a:p>
        </p:txBody>
      </p:sp>
      <p:sp>
        <p:nvSpPr>
          <p:cNvPr id="42" name="WordArt 6"/>
          <p:cNvSpPr txBox="1"/>
          <p:nvPr/>
        </p:nvSpPr>
        <p:spPr>
          <a:xfrm>
            <a:off x="396720" y="476280"/>
            <a:ext cx="8560080" cy="720720"/>
          </a:xfrm>
          <a:prstGeom prst="rect">
            <a:avLst/>
          </a:prstGeom>
        </p:spPr>
        <p:txBody>
          <a:bodyPr wrap="none" fromWordArt="1" lIns="90000" rIns="90000" tIns="46800" bIns="46800" anchor="t" anchorCtr="1">
            <a:prstTxWarp prst="textArchUp">
              <a:avLst>
                <a:gd name="adj" fmla="val 10800048"/>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9360">
                  <a:solidFill>
                    <a:srgbClr val="000000"/>
                  </a:solidFill>
                  <a:miter/>
                </a:ln>
                <a:solidFill>
                  <a:srgbClr val="000000"/>
                </a:solidFill>
                <a:uFillTx/>
                <a:latin typeface="OCR A Extended"/>
              </a:rPr>
              <a:t>Writing Three Thank-You Letters</a:t>
            </a:r>
            <a:endParaRPr b="1" lang="en-US" sz="1800" spc="3" strike="noStrike" u="none">
              <a:ln w="9360">
                <a:solidFill>
                  <a:srgbClr val="000000"/>
                </a:solidFill>
                <a:miter/>
              </a:ln>
              <a:solidFill>
                <a:srgbClr val="000000"/>
              </a:solidFill>
              <a:uFillTx/>
              <a:latin typeface="OCR A Extended"/>
              <a:ea typeface="OCR A Extended"/>
            </a:endParaRPr>
          </a:p>
        </p:txBody>
      </p:sp>
    </p:spTree>
  </p:cSld>
  <p:transition spd="slow">
    <p:plus/>
  </p:transition>
  <p:timing>
    <p:tnLst>
      <p:par>
        <p:cTn id="134" dur="indefinite" restart="never" nodeType="tmRoot">
          <p:childTnLst>
            <p:seq>
              <p:cTn id="135" dur="indefinite" nodeType="mainSeq">
                <p:childTnLst>
                  <p:par>
                    <p:cTn id="136" nodeType="clickEffect" fill="hold">
                      <p:stCondLst>
                        <p:cond delay="0"/>
                      </p:stCondLst>
                      <p:childTnLst>
                        <p:par>
                          <p:cTn id="137" nodeType="withEffect" fill="hold">
                            <p:stCondLst>
                              <p:cond delay="0"/>
                            </p:stCondLst>
                            <p:childTnLst>
                              <p:par>
                                <p:cTn id="138" nodeType="withEffect" fill="hold" presetClass="entr" presetID="4" presetSubtype="16">
                                  <p:stCondLst>
                                    <p:cond delay="0"/>
                                  </p:stCondLst>
                                  <p:childTnLst>
                                    <p:set>
                                      <p:cBhvr>
                                        <p:cTn id="139" dur="1" fill="hold">
                                          <p:stCondLst>
                                            <p:cond delay="0"/>
                                          </p:stCondLst>
                                        </p:cTn>
                                        <p:tgtEl>
                                          <p:spTgt spid="42"/>
                                        </p:tgtEl>
                                        <p:attrNameLst>
                                          <p:attrName>style.visibility</p:attrName>
                                        </p:attrNameLst>
                                      </p:cBhvr>
                                      <p:to>
                                        <p:strVal val="visible"/>
                                      </p:to>
                                    </p:set>
                                    <p:animEffect filter="box(in)" transition="in">
                                      <p:cBhvr additive="repl">
                                        <p:cTn id="140" dur="2000"/>
                                        <p:tgtEl>
                                          <p:spTgt spid="42"/>
                                        </p:tgtEl>
                                      </p:cBhvr>
                                    </p:animEffect>
                                  </p:childTnLst>
                                </p:cTn>
                              </p:par>
                            </p:childTnLst>
                          </p:cTn>
                        </p:par>
                        <p:par>
                          <p:cTn id="141" nodeType="afterEffect" fill="hold">
                            <p:stCondLst>
                              <p:cond delay="2000"/>
                            </p:stCondLst>
                            <p:childTnLst>
                              <p:par>
                                <p:cTn id="142" nodeType="afterEffect" fill="hold" presetClass="entr" presetID="6" presetSubtype="16">
                                  <p:stCondLst>
                                    <p:cond delay="0"/>
                                  </p:stCondLst>
                                  <p:childTnLst>
                                    <p:set>
                                      <p:cBhvr>
                                        <p:cTn id="143" dur="1" fill="hold">
                                          <p:stCondLst>
                                            <p:cond delay="0"/>
                                          </p:stCondLst>
                                        </p:cTn>
                                        <p:tgtEl>
                                          <p:spTgt spid="41">
                                            <p:txEl>
                                              <p:pRg st="0" end="0"/>
                                            </p:txEl>
                                          </p:spTgt>
                                        </p:tgtEl>
                                        <p:attrNameLst>
                                          <p:attrName>style.visibility</p:attrName>
                                        </p:attrNameLst>
                                      </p:cBhvr>
                                      <p:to>
                                        <p:strVal val="visible"/>
                                      </p:to>
                                    </p:set>
                                    <p:animEffect filter="circle(in)" transition="in">
                                      <p:cBhvr additive="repl">
                                        <p:cTn id="144" dur="2000"/>
                                        <p:tgtEl>
                                          <p:spTgt spid="41">
                                            <p:txEl>
                                              <p:pRg st="0" end="0"/>
                                            </p:txEl>
                                          </p:spTgt>
                                        </p:tgtEl>
                                      </p:cBhvr>
                                    </p:animEffect>
                                  </p:childTnLst>
                                </p:cTn>
                              </p:par>
                              <p:par>
                                <p:cTn id="145" nodeType="withEffect" fill="hold" presetClass="entr" presetID="6" presetSubtype="16">
                                  <p:stCondLst>
                                    <p:cond delay="0"/>
                                  </p:stCondLst>
                                  <p:childTnLst>
                                    <p:set>
                                      <p:cBhvr>
                                        <p:cTn id="146" dur="1" fill="hold">
                                          <p:stCondLst>
                                            <p:cond delay="0"/>
                                          </p:stCondLst>
                                        </p:cTn>
                                        <p:tgtEl>
                                          <p:spTgt spid="41">
                                            <p:txEl>
                                              <p:pRg st="2" end="2"/>
                                            </p:txEl>
                                          </p:spTgt>
                                        </p:tgtEl>
                                        <p:attrNameLst>
                                          <p:attrName>style.visibility</p:attrName>
                                        </p:attrNameLst>
                                      </p:cBhvr>
                                      <p:to>
                                        <p:strVal val="visible"/>
                                      </p:to>
                                    </p:set>
                                    <p:animEffect filter="circle(in)" transition="in">
                                      <p:cBhvr additive="repl">
                                        <p:cTn id="147" dur="2000"/>
                                        <p:tgtEl>
                                          <p:spTgt spid="41">
                                            <p:txEl>
                                              <p:pRg st="2" end="2"/>
                                            </p:txEl>
                                          </p:spTgt>
                                        </p:tgtEl>
                                      </p:cBhvr>
                                    </p:animEffect>
                                  </p:childTnLst>
                                </p:cTn>
                              </p:par>
                              <p:par>
                                <p:cTn id="148" nodeType="withEffect" fill="hold" presetClass="entr" presetID="6" presetSubtype="16">
                                  <p:stCondLst>
                                    <p:cond delay="0"/>
                                  </p:stCondLst>
                                  <p:childTnLst>
                                    <p:set>
                                      <p:cBhvr>
                                        <p:cTn id="149" dur="1" fill="hold">
                                          <p:stCondLst>
                                            <p:cond delay="0"/>
                                          </p:stCondLst>
                                        </p:cTn>
                                        <p:tgtEl>
                                          <p:spTgt spid="41">
                                            <p:txEl>
                                              <p:pRg st="4" end="4"/>
                                            </p:txEl>
                                          </p:spTgt>
                                        </p:tgtEl>
                                        <p:attrNameLst>
                                          <p:attrName>style.visibility</p:attrName>
                                        </p:attrNameLst>
                                      </p:cBhvr>
                                      <p:to>
                                        <p:strVal val="visible"/>
                                      </p:to>
                                    </p:set>
                                    <p:animEffect filter="circle(in)" transition="in">
                                      <p:cBhvr additive="repl">
                                        <p:cTn id="150" dur="2000"/>
                                        <p:tgtEl>
                                          <p:spTgt spid="41">
                                            <p:txEl>
                                              <p:pRg st="4" end="4"/>
                                            </p:txEl>
                                          </p:spTgt>
                                        </p:tgtEl>
                                      </p:cBhvr>
                                    </p:animEffect>
                                  </p:childTnLst>
                                </p:cTn>
                              </p:par>
                              <p:par>
                                <p:cTn id="151" nodeType="withEffect" fill="hold" presetClass="entr" presetID="6" presetSubtype="16">
                                  <p:stCondLst>
                                    <p:cond delay="0"/>
                                  </p:stCondLst>
                                  <p:childTnLst>
                                    <p:set>
                                      <p:cBhvr>
                                        <p:cTn id="152" dur="1" fill="hold">
                                          <p:stCondLst>
                                            <p:cond delay="0"/>
                                          </p:stCondLst>
                                        </p:cTn>
                                        <p:tgtEl>
                                          <p:spTgt spid="41">
                                            <p:txEl>
                                              <p:pRg st="6" end="6"/>
                                            </p:txEl>
                                          </p:spTgt>
                                        </p:tgtEl>
                                        <p:attrNameLst>
                                          <p:attrName>style.visibility</p:attrName>
                                        </p:attrNameLst>
                                      </p:cBhvr>
                                      <p:to>
                                        <p:strVal val="visible"/>
                                      </p:to>
                                    </p:set>
                                    <p:animEffect filter="circle(in)" transition="in">
                                      <p:cBhvr additive="repl">
                                        <p:cTn id="153" dur="2000"/>
                                        <p:tgtEl>
                                          <p:spTgt spid="41">
                                            <p:txEl>
                                              <p:pRg st="6" end="6"/>
                                            </p:txEl>
                                          </p:spTgt>
                                        </p:tgtEl>
                                      </p:cBhvr>
                                    </p:animEffect>
                                  </p:childTnLst>
                                </p:cTn>
                              </p:par>
                              <p:par>
                                <p:cTn id="154" nodeType="withEffect" fill="hold" presetClass="entr" presetID="6" presetSubtype="16">
                                  <p:stCondLst>
                                    <p:cond delay="0"/>
                                  </p:stCondLst>
                                  <p:childTnLst>
                                    <p:set>
                                      <p:cBhvr>
                                        <p:cTn id="155" dur="1" fill="hold">
                                          <p:stCondLst>
                                            <p:cond delay="0"/>
                                          </p:stCondLst>
                                        </p:cTn>
                                        <p:tgtEl>
                                          <p:spTgt spid="41">
                                            <p:txEl>
                                              <p:pRg st="7" end="7"/>
                                            </p:txEl>
                                          </p:spTgt>
                                        </p:tgtEl>
                                        <p:attrNameLst>
                                          <p:attrName>style.visibility</p:attrName>
                                        </p:attrNameLst>
                                      </p:cBhvr>
                                      <p:to>
                                        <p:strVal val="visible"/>
                                      </p:to>
                                    </p:set>
                                    <p:animEffect filter="circle(in)" transition="in">
                                      <p:cBhvr additive="repl">
                                        <p:cTn id="156" dur="2000"/>
                                        <p:tgtEl>
                                          <p:spTgt spid="41">
                                            <p:txEl>
                                              <p:pRg st="7" end="7"/>
                                            </p:txEl>
                                          </p:spTgt>
                                        </p:tgtEl>
                                      </p:cBhvr>
                                    </p:animEffect>
                                  </p:childTnLst>
                                </p:cTn>
                              </p:par>
                              <p:par>
                                <p:cTn id="157" nodeType="withEffect" fill="hold" presetClass="entr" presetID="6" presetSubtype="16">
                                  <p:stCondLst>
                                    <p:cond delay="0"/>
                                  </p:stCondLst>
                                  <p:childTnLst>
                                    <p:set>
                                      <p:cBhvr>
                                        <p:cTn id="158" dur="1" fill="hold">
                                          <p:stCondLst>
                                            <p:cond delay="0"/>
                                          </p:stCondLst>
                                        </p:cTn>
                                        <p:tgtEl>
                                          <p:spTgt spid="41">
                                            <p:txEl>
                                              <p:pRg st="8" end="8"/>
                                            </p:txEl>
                                          </p:spTgt>
                                        </p:tgtEl>
                                        <p:attrNameLst>
                                          <p:attrName>style.visibility</p:attrName>
                                        </p:attrNameLst>
                                      </p:cBhvr>
                                      <p:to>
                                        <p:strVal val="visible"/>
                                      </p:to>
                                    </p:set>
                                    <p:animEffect filter="circle(in)" transition="in">
                                      <p:cBhvr additive="repl">
                                        <p:cTn id="159" dur="2000"/>
                                        <p:tgtEl>
                                          <p:spTgt spid="41">
                                            <p:txEl>
                                              <p:pRg st="8" end="8"/>
                                            </p:txEl>
                                          </p:spTgt>
                                        </p:tgtEl>
                                      </p:cBhvr>
                                    </p:animEffect>
                                  </p:childTnLst>
                                </p:cTn>
                              </p:par>
                            </p:childTnLst>
                          </p:cTn>
                        </p:par>
                        <p:par>
                          <p:cTn id="160" nodeType="afterEffect" fill="hold">
                            <p:stCondLst>
                              <p:cond delay="4000"/>
                            </p:stCondLst>
                            <p:childTnLst>
                              <p:par>
                                <p:cTn id="161" nodeType="afterEffect" fill="hold" presetClass="emph" presetID="6">
                                  <p:stCondLst>
                                    <p:cond delay="0"/>
                                  </p:stCondLst>
                                  <p:childTnLst>
                                    <p:animScale>
                                      <p:cBhvr>
                                        <p:cTn id="162" dur="2000" fill="hold"/>
                                        <p:tgtEl>
                                          <p:spTgt spid="39"/>
                                        </p:tgtEl>
                                      </p:cBhvr>
                                      <p:to x="150000" y="150000"/>
                                    </p:animScale>
                                  </p:childTnLst>
                                </p:cTn>
                              </p:par>
                            </p:childTnLst>
                          </p:cTn>
                        </p:par>
                        <p:par>
                          <p:cTn id="163" nodeType="afterEffect" fill="hold">
                            <p:stCondLst>
                              <p:cond delay="6000"/>
                            </p:stCondLst>
                            <p:childTnLst>
                              <p:par>
                                <p:cTn id="164" nodeType="afterEffect" fill="hold" presetClass="emph" presetID="26">
                                  <p:stCondLst>
                                    <p:cond delay="0"/>
                                  </p:stCondLst>
                                  <p:childTnLst>
                                    <p:animEffect filter="fade" transition="out">
                                      <p:cBhvr additive="repl">
                                        <p:cTn id="165" dur="2000"/>
                                        <p:tgtEl>
                                          <p:spTgt spid="39"/>
                                        </p:tgtEl>
                                      </p:cBhvr>
                                    </p:animEffect>
                                    <p:animScale>
                                      <p:cBhvr>
                                        <p:cTn id="166" dur="1000" autoRev="1" fill="hold"/>
                                        <p:tgtEl>
                                          <p:spTgt spid="39"/>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Picture 2" descr="584feb0319e4de453812bb1f"/>
          <p:cNvPicPr/>
          <p:nvPr/>
        </p:nvPicPr>
        <p:blipFill>
          <a:blip r:embed="rId1"/>
          <a:stretch/>
        </p:blipFill>
        <p:spPr>
          <a:xfrm>
            <a:off x="1440" y="1052640"/>
            <a:ext cx="3167280" cy="4105080"/>
          </a:xfrm>
          <a:prstGeom prst="rect">
            <a:avLst/>
          </a:prstGeom>
          <a:noFill/>
          <a:ln w="0">
            <a:noFill/>
          </a:ln>
        </p:spPr>
      </p:pic>
      <p:sp>
        <p:nvSpPr>
          <p:cNvPr id="44" name="WordArt 3"/>
          <p:cNvSpPr txBox="1"/>
          <p:nvPr/>
        </p:nvSpPr>
        <p:spPr>
          <a:xfrm>
            <a:off x="1116000" y="189000"/>
            <a:ext cx="6927840" cy="1079280"/>
          </a:xfrm>
          <a:prstGeom prst="rect">
            <a:avLst/>
          </a:prstGeom>
        </p:spPr>
        <p:txBody>
          <a:bodyPr wrap="none" lIns="90000" rIns="90000" tIns="46800" bIns="46800" anchor="t" anchorCtr="1">
            <a:prstTxWarp prst="textDeflate">
              <a:avLst>
                <a:gd name="adj" fmla="val 3750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0">
                  <a:noFill/>
                </a:ln>
                <a:blipFill rotWithShape="0">
                  <a:blip r:embed="rId2"/>
                  <a:srcRect/>
                  <a:stretch/>
                </a:blipFill>
                <a:effectLst>
                  <a:outerShdw dist="17819" dir="2700000" blurRad="0" rotWithShape="0">
                    <a:srgbClr val="c0c0c0">
                      <a:alpha val="75000"/>
                    </a:srgbClr>
                  </a:outerShdw>
                </a:effectLst>
                <a:uFillTx/>
                <a:latin typeface="Papyrus"/>
              </a:rPr>
              <a:t>Writing Three Thank-You Letters</a:t>
            </a:r>
            <a:endParaRPr b="1" lang="en-US" sz="1800" spc="3" strike="noStrike" u="none">
              <a:ln w="0">
                <a:noFill/>
              </a:ln>
              <a:blipFill rotWithShape="0">
                <a:blip r:embed="rId3"/>
                <a:srcRect/>
                <a:stretch/>
              </a:blipFill>
              <a:effectLst>
                <a:outerShdw dist="17819" dir="2700000" blurRad="0" rotWithShape="0">
                  <a:srgbClr val="c0c0c0">
                    <a:alpha val="75000"/>
                  </a:srgbClr>
                </a:outerShdw>
              </a:effectLst>
              <a:uFillTx/>
              <a:latin typeface="Papyrus"/>
              <a:ea typeface="Papyrus"/>
            </a:endParaRPr>
          </a:p>
        </p:txBody>
      </p:sp>
      <p:sp>
        <p:nvSpPr>
          <p:cNvPr id="45" name="AutoShape 4"/>
          <p:cNvSpPr/>
          <p:nvPr/>
        </p:nvSpPr>
        <p:spPr>
          <a:xfrm flipH="1">
            <a:off x="8029440" y="6094440"/>
            <a:ext cx="719280" cy="576360"/>
          </a:xfrm>
          <a:custGeom>
            <a:avLst/>
            <a:gdLst>
              <a:gd name="textAreaLeft" fmla="*/ 167760 w 719280"/>
              <a:gd name="textAreaRight" fmla="*/ 551520 w 719280"/>
              <a:gd name="textAreaTop" fmla="*/ 60480 h 576360"/>
              <a:gd name="textAreaBottom" fmla="*/ 365040 h 57636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428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46" name="Line 5"/>
          <p:cNvSpPr/>
          <p:nvPr/>
        </p:nvSpPr>
        <p:spPr>
          <a:xfrm>
            <a:off x="8317080" y="6310440"/>
            <a:ext cx="21564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7" name="Text Box 6"/>
          <p:cNvSpPr/>
          <p:nvPr/>
        </p:nvSpPr>
        <p:spPr>
          <a:xfrm>
            <a:off x="396720" y="1557360"/>
            <a:ext cx="7920360" cy="3650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8" name="Text Box 7"/>
          <p:cNvSpPr/>
          <p:nvPr/>
        </p:nvSpPr>
        <p:spPr>
          <a:xfrm>
            <a:off x="971640" y="1125360"/>
            <a:ext cx="8199360" cy="53060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In the letter to my grandmother, I reminded </a:t>
            </a:r>
            <a:r>
              <a:rPr b="1" i="1" lang="zh-CN" sz="1800" strike="noStrike" u="none">
                <a:solidFill>
                  <a:srgbClr val="000099"/>
                </a:solidFill>
                <a:effectLst/>
                <a:uFillTx/>
                <a:latin typeface="Lucida Handwriting"/>
              </a:rPr>
              <a:t>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her of a dozen ways she used to teach me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how to tell the truth, to share, and to be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forgiving and considerate of others.</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在给我祖母的信中，我提到了她用几十种方式教我如何讲</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真话、如何分享、如何原谅并且关心别人。</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I thanked her for the years of eating her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good cooking, the equal of which I had not </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found since.</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我感谢她精妙的厨艺，那以后我再也没有吃到比那更好吃</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的饭了。</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000099"/>
                </a:solidFill>
                <a:effectLst/>
                <a:uFillTx/>
                <a:latin typeface="Lucida Handwriting"/>
              </a:rPr>
              <a:t> </a:t>
            </a:r>
            <a:r>
              <a:rPr b="1" i="1" lang="en-US" sz="1800" strike="noStrike" u="none">
                <a:solidFill>
                  <a:srgbClr val="000099"/>
                </a:solidFill>
                <a:effectLst/>
                <a:uFillTx/>
                <a:latin typeface="Lucida Handwriting"/>
              </a:rPr>
              <a:t>Finally, I thanked her simply for having sprinkled my life with stardust.</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zh-CN" sz="1800" strike="noStrike" u="none">
                <a:solidFill>
                  <a:srgbClr val="ff0000"/>
                </a:solidFill>
                <a:effectLst/>
                <a:uFillTx/>
                <a:latin typeface="Lucida Handwriting"/>
              </a:rPr>
              <a:t> 最后，我感谢她，仅仅是因为她使我的生命充满了想象和梦幻。   </a:t>
            </a:r>
            <a:endParaRPr b="0" lang="en-US" sz="1800" strike="noStrike" u="none">
              <a:solidFill>
                <a:srgbClr val="000000"/>
              </a:solidFill>
              <a:effectLst/>
              <a:uFillTx/>
              <a:latin typeface="Arial"/>
            </a:endParaRPr>
          </a:p>
        </p:txBody>
      </p:sp>
    </p:spTree>
  </p:cSld>
  <p:transition spd="slow">
    <p:strips dir="ru"/>
  </p:transition>
  <p:timing>
    <p:tnLst>
      <p:par>
        <p:cTn id="167" dur="indefinite" restart="never" nodeType="tmRoot">
          <p:childTnLst>
            <p:seq>
              <p:cTn id="168" dur="indefinite" nodeType="mainSeq">
                <p:childTnLst>
                  <p:par>
                    <p:cTn id="169" nodeType="clickEffect" fill="hold">
                      <p:stCondLst>
                        <p:cond delay="0"/>
                      </p:stCondLst>
                      <p:childTnLst>
                        <p:par>
                          <p:cTn id="170" nodeType="withEffect" fill="hold">
                            <p:stCondLst>
                              <p:cond delay="0"/>
                            </p:stCondLst>
                            <p:childTnLst>
                              <p:par>
                                <p:cTn id="171" nodeType="withEffect" fill="hold" presetClass="entr" presetID="31">
                                  <p:stCondLst>
                                    <p:cond delay="0"/>
                                  </p:stCondLst>
                                  <p:iterate type="lt">
                                    <p:tmAbs val="50"/>
                                  </p:iterate>
                                  <p:childTnLst>
                                    <p:set>
                                      <p:cBhvr>
                                        <p:cTn id="172" dur="1" fill="hold">
                                          <p:stCondLst>
                                            <p:cond delay="0"/>
                                          </p:stCondLst>
                                        </p:cTn>
                                        <p:tgtEl>
                                          <p:spTgt spid="44"/>
                                        </p:tgtEl>
                                        <p:attrNameLst>
                                          <p:attrName>style.visibility</p:attrName>
                                        </p:attrNameLst>
                                      </p:cBhvr>
                                      <p:to>
                                        <p:strVal val="visible"/>
                                      </p:to>
                                    </p:set>
                                    <p:anim calcmode="lin" valueType="num">
                                      <p:cBhvr additive="repl">
                                        <p:cTn id="173" dur="1000" fill="hold"/>
                                        <p:tgtEl>
                                          <p:spTgt spid="44"/>
                                        </p:tgtEl>
                                        <p:attrNameLst>
                                          <p:attrName>ppt_w</p:attrName>
                                        </p:attrNameLst>
                                      </p:cBhvr>
                                      <p:tavLst>
                                        <p:tav tm="0">
                                          <p:val>
                                            <p:fltVal val="0"/>
                                          </p:val>
                                        </p:tav>
                                        <p:tav tm="100000">
                                          <p:val>
                                            <p:strVal val="#ppt_w"/>
                                          </p:val>
                                        </p:tav>
                                      </p:tavLst>
                                    </p:anim>
                                    <p:anim calcmode="lin" valueType="num">
                                      <p:cBhvr additive="repl">
                                        <p:cTn id="174" dur="1000" fill="hold"/>
                                        <p:tgtEl>
                                          <p:spTgt spid="44"/>
                                        </p:tgtEl>
                                        <p:attrNameLst>
                                          <p:attrName>ppt_h</p:attrName>
                                        </p:attrNameLst>
                                      </p:cBhvr>
                                      <p:tavLst>
                                        <p:tav tm="0">
                                          <p:val>
                                            <p:fltVal val="0"/>
                                          </p:val>
                                        </p:tav>
                                        <p:tav tm="100000">
                                          <p:val>
                                            <p:strVal val="#ppt_h"/>
                                          </p:val>
                                        </p:tav>
                                      </p:tavLst>
                                    </p:anim>
                                    <p:anim calcmode="lin" valueType="num">
                                      <p:cBhvr additive="repl">
                                        <p:cTn id="175" dur="1000" fill="hold"/>
                                        <p:tgtEl>
                                          <p:spTgt spid="44"/>
                                        </p:tgtEl>
                                        <p:attrNameLst>
                                          <p:attrName>r</p:attrName>
                                        </p:attrNameLst>
                                      </p:cBhvr>
                                      <p:tavLst>
                                        <p:tav tm="0">
                                          <p:val>
                                            <p:strVal val="90"/>
                                          </p:val>
                                        </p:tav>
                                        <p:tav tm="100000">
                                          <p:val>
                                            <p:strVal val="0"/>
                                          </p:val>
                                        </p:tav>
                                      </p:tavLst>
                                    </p:anim>
                                    <p:animEffect filter="fade" transition="in">
                                      <p:cBhvr additive="repl">
                                        <p:cTn id="176" dur="1000"/>
                                        <p:tgtEl>
                                          <p:spTgt spid="44"/>
                                        </p:tgtEl>
                                      </p:cBhvr>
                                    </p:animEffect>
                                  </p:childTnLst>
                                </p:cTn>
                              </p:par>
                              <p:par>
                                <p:cTn id="177" nodeType="withEffect" fill="hold" presetClass="entr" presetID="22" presetSubtype="1">
                                  <p:stCondLst>
                                    <p:cond delay="0"/>
                                  </p:stCondLst>
                                  <p:childTnLst>
                                    <p:set>
                                      <p:cBhvr>
                                        <p:cTn id="178" dur="1" fill="hold">
                                          <p:stCondLst>
                                            <p:cond delay="0"/>
                                          </p:stCondLst>
                                        </p:cTn>
                                        <p:tgtEl>
                                          <p:spTgt spid="43"/>
                                        </p:tgtEl>
                                        <p:attrNameLst>
                                          <p:attrName>style.visibility</p:attrName>
                                        </p:attrNameLst>
                                      </p:cBhvr>
                                      <p:to>
                                        <p:strVal val="visible"/>
                                      </p:to>
                                    </p:set>
                                    <p:animEffect filter="wipe(up)" transition="in">
                                      <p:cBhvr additive="repl">
                                        <p:cTn id="179" dur="1000"/>
                                        <p:tgtEl>
                                          <p:spTgt spid="43"/>
                                        </p:tgtEl>
                                      </p:cBhvr>
                                    </p:animEffect>
                                  </p:childTnLst>
                                </p:cTn>
                              </p:par>
                            </p:childTnLst>
                          </p:cTn>
                        </p:par>
                        <p:par>
                          <p:cTn id="180" nodeType="afterEffect" fill="hold">
                            <p:stCondLst>
                              <p:cond delay="1000"/>
                            </p:stCondLst>
                            <p:childTnLst>
                              <p:par>
                                <p:cTn id="181" nodeType="afterEffect" fill="hold" presetClass="entr" presetID="55">
                                  <p:stCondLst>
                                    <p:cond delay="0"/>
                                  </p:stCondLst>
                                  <p:childTnLst>
                                    <p:set>
                                      <p:cBhvr>
                                        <p:cTn id="182" dur="1" fill="hold">
                                          <p:stCondLst>
                                            <p:cond delay="0"/>
                                          </p:stCondLst>
                                        </p:cTn>
                                        <p:tgtEl>
                                          <p:spTgt spid="48">
                                            <p:txEl>
                                              <p:pRg st="0" end="0"/>
                                            </p:txEl>
                                          </p:spTgt>
                                        </p:tgtEl>
                                        <p:attrNameLst>
                                          <p:attrName>style.visibility</p:attrName>
                                        </p:attrNameLst>
                                      </p:cBhvr>
                                      <p:to>
                                        <p:strVal val="visible"/>
                                      </p:to>
                                    </p:set>
                                    <p:anim calcmode="lin" valueType="num">
                                      <p:cBhvr additive="repl">
                                        <p:cTn id="183" dur="1000" fill="hold"/>
                                        <p:tgtEl>
                                          <p:spTgt spid="48">
                                            <p:txEl>
                                              <p:pRg st="0" end="0"/>
                                            </p:txEl>
                                          </p:spTgt>
                                        </p:tgtEl>
                                        <p:attrNameLst>
                                          <p:attrName>ppt_w</p:attrName>
                                        </p:attrNameLst>
                                      </p:cBhvr>
                                      <p:tavLst>
                                        <p:tav tm="0">
                                          <p:val>
                                            <p:strVal val="#ppt_w*0.70"/>
                                          </p:val>
                                        </p:tav>
                                        <p:tav tm="100000">
                                          <p:val>
                                            <p:strVal val="#ppt_w"/>
                                          </p:val>
                                        </p:tav>
                                      </p:tavLst>
                                    </p:anim>
                                    <p:anim calcmode="lin" valueType="num">
                                      <p:cBhvr additive="repl">
                                        <p:cTn id="184" dur="1000" fill="hold"/>
                                        <p:tgtEl>
                                          <p:spTgt spid="48">
                                            <p:txEl>
                                              <p:pRg st="0" end="0"/>
                                            </p:txEl>
                                          </p:spTgt>
                                        </p:tgtEl>
                                        <p:attrNameLst>
                                          <p:attrName>ppt_h</p:attrName>
                                        </p:attrNameLst>
                                      </p:cBhvr>
                                      <p:tavLst>
                                        <p:tav tm="0">
                                          <p:val>
                                            <p:strVal val="#ppt_h"/>
                                          </p:val>
                                        </p:tav>
                                        <p:tav tm="100000">
                                          <p:val>
                                            <p:strVal val="#ppt_h"/>
                                          </p:val>
                                        </p:tav>
                                      </p:tavLst>
                                    </p:anim>
                                    <p:animEffect filter="fade" transition="in">
                                      <p:cBhvr additive="repl">
                                        <p:cTn id="185" dur="1000"/>
                                        <p:tgtEl>
                                          <p:spTgt spid="48">
                                            <p:txEl>
                                              <p:pRg st="0" end="0"/>
                                            </p:txEl>
                                          </p:spTgt>
                                        </p:tgtEl>
                                      </p:cBhvr>
                                    </p:animEffect>
                                  </p:childTnLst>
                                </p:cTn>
                              </p:par>
                            </p:childTnLst>
                          </p:cTn>
                        </p:par>
                        <p:par>
                          <p:cTn id="186" nodeType="afterEffect" fill="hold">
                            <p:stCondLst>
                              <p:cond delay="2000"/>
                            </p:stCondLst>
                            <p:childTnLst>
                              <p:par>
                                <p:cTn id="187" nodeType="afterEffect" fill="hold" presetClass="entr" presetID="55">
                                  <p:stCondLst>
                                    <p:cond delay="0"/>
                                  </p:stCondLst>
                                  <p:childTnLst>
                                    <p:set>
                                      <p:cBhvr>
                                        <p:cTn id="188" dur="1" fill="hold">
                                          <p:stCondLst>
                                            <p:cond delay="0"/>
                                          </p:stCondLst>
                                        </p:cTn>
                                        <p:tgtEl>
                                          <p:spTgt spid="48">
                                            <p:txEl>
                                              <p:pRg st="1" end="1"/>
                                            </p:txEl>
                                          </p:spTgt>
                                        </p:tgtEl>
                                        <p:attrNameLst>
                                          <p:attrName>style.visibility</p:attrName>
                                        </p:attrNameLst>
                                      </p:cBhvr>
                                      <p:to>
                                        <p:strVal val="visible"/>
                                      </p:to>
                                    </p:set>
                                    <p:anim calcmode="lin" valueType="num">
                                      <p:cBhvr additive="repl">
                                        <p:cTn id="189" dur="1000" fill="hold"/>
                                        <p:tgtEl>
                                          <p:spTgt spid="48">
                                            <p:txEl>
                                              <p:pRg st="1" end="1"/>
                                            </p:txEl>
                                          </p:spTgt>
                                        </p:tgtEl>
                                        <p:attrNameLst>
                                          <p:attrName>ppt_w</p:attrName>
                                        </p:attrNameLst>
                                      </p:cBhvr>
                                      <p:tavLst>
                                        <p:tav tm="0">
                                          <p:val>
                                            <p:strVal val="#ppt_w*0.70"/>
                                          </p:val>
                                        </p:tav>
                                        <p:tav tm="100000">
                                          <p:val>
                                            <p:strVal val="#ppt_w"/>
                                          </p:val>
                                        </p:tav>
                                      </p:tavLst>
                                    </p:anim>
                                    <p:anim calcmode="lin" valueType="num">
                                      <p:cBhvr additive="repl">
                                        <p:cTn id="190" dur="1000" fill="hold"/>
                                        <p:tgtEl>
                                          <p:spTgt spid="48">
                                            <p:txEl>
                                              <p:pRg st="1" end="1"/>
                                            </p:txEl>
                                          </p:spTgt>
                                        </p:tgtEl>
                                        <p:attrNameLst>
                                          <p:attrName>ppt_h</p:attrName>
                                        </p:attrNameLst>
                                      </p:cBhvr>
                                      <p:tavLst>
                                        <p:tav tm="0">
                                          <p:val>
                                            <p:strVal val="#ppt_h"/>
                                          </p:val>
                                        </p:tav>
                                        <p:tav tm="100000">
                                          <p:val>
                                            <p:strVal val="#ppt_h"/>
                                          </p:val>
                                        </p:tav>
                                      </p:tavLst>
                                    </p:anim>
                                    <p:animEffect filter="fade" transition="in">
                                      <p:cBhvr additive="repl">
                                        <p:cTn id="191" dur="1000"/>
                                        <p:tgtEl>
                                          <p:spTgt spid="48">
                                            <p:txEl>
                                              <p:pRg st="1" end="1"/>
                                            </p:txEl>
                                          </p:spTgt>
                                        </p:tgtEl>
                                      </p:cBhvr>
                                    </p:animEffect>
                                  </p:childTnLst>
                                </p:cTn>
                              </p:par>
                            </p:childTnLst>
                          </p:cTn>
                        </p:par>
                        <p:par>
                          <p:cTn id="192" nodeType="afterEffect" fill="hold">
                            <p:stCondLst>
                              <p:cond delay="3000"/>
                            </p:stCondLst>
                            <p:childTnLst>
                              <p:par>
                                <p:cTn id="193" nodeType="afterEffect" fill="hold" presetClass="entr" presetID="55">
                                  <p:stCondLst>
                                    <p:cond delay="0"/>
                                  </p:stCondLst>
                                  <p:childTnLst>
                                    <p:set>
                                      <p:cBhvr>
                                        <p:cTn id="194" dur="1" fill="hold">
                                          <p:stCondLst>
                                            <p:cond delay="0"/>
                                          </p:stCondLst>
                                        </p:cTn>
                                        <p:tgtEl>
                                          <p:spTgt spid="48">
                                            <p:txEl>
                                              <p:pRg st="2" end="2"/>
                                            </p:txEl>
                                          </p:spTgt>
                                        </p:tgtEl>
                                        <p:attrNameLst>
                                          <p:attrName>style.visibility</p:attrName>
                                        </p:attrNameLst>
                                      </p:cBhvr>
                                      <p:to>
                                        <p:strVal val="visible"/>
                                      </p:to>
                                    </p:set>
                                    <p:anim calcmode="lin" valueType="num">
                                      <p:cBhvr additive="repl">
                                        <p:cTn id="195" dur="1000" fill="hold"/>
                                        <p:tgtEl>
                                          <p:spTgt spid="48">
                                            <p:txEl>
                                              <p:pRg st="2" end="2"/>
                                            </p:txEl>
                                          </p:spTgt>
                                        </p:tgtEl>
                                        <p:attrNameLst>
                                          <p:attrName>ppt_w</p:attrName>
                                        </p:attrNameLst>
                                      </p:cBhvr>
                                      <p:tavLst>
                                        <p:tav tm="0">
                                          <p:val>
                                            <p:strVal val="#ppt_w*0.70"/>
                                          </p:val>
                                        </p:tav>
                                        <p:tav tm="100000">
                                          <p:val>
                                            <p:strVal val="#ppt_w"/>
                                          </p:val>
                                        </p:tav>
                                      </p:tavLst>
                                    </p:anim>
                                    <p:anim calcmode="lin" valueType="num">
                                      <p:cBhvr additive="repl">
                                        <p:cTn id="196" dur="1000" fill="hold"/>
                                        <p:tgtEl>
                                          <p:spTgt spid="48">
                                            <p:txEl>
                                              <p:pRg st="2" end="2"/>
                                            </p:txEl>
                                          </p:spTgt>
                                        </p:tgtEl>
                                        <p:attrNameLst>
                                          <p:attrName>ppt_h</p:attrName>
                                        </p:attrNameLst>
                                      </p:cBhvr>
                                      <p:tavLst>
                                        <p:tav tm="0">
                                          <p:val>
                                            <p:strVal val="#ppt_h"/>
                                          </p:val>
                                        </p:tav>
                                        <p:tav tm="100000">
                                          <p:val>
                                            <p:strVal val="#ppt_h"/>
                                          </p:val>
                                        </p:tav>
                                      </p:tavLst>
                                    </p:anim>
                                    <p:animEffect filter="fade" transition="in">
                                      <p:cBhvr additive="repl">
                                        <p:cTn id="197" dur="1000"/>
                                        <p:tgtEl>
                                          <p:spTgt spid="48">
                                            <p:txEl>
                                              <p:pRg st="2" end="2"/>
                                            </p:txEl>
                                          </p:spTgt>
                                        </p:tgtEl>
                                      </p:cBhvr>
                                    </p:animEffect>
                                  </p:childTnLst>
                                </p:cTn>
                              </p:par>
                            </p:childTnLst>
                          </p:cTn>
                        </p:par>
                        <p:par>
                          <p:cTn id="198" nodeType="afterEffect" fill="hold">
                            <p:stCondLst>
                              <p:cond delay="4000"/>
                            </p:stCondLst>
                            <p:childTnLst>
                              <p:par>
                                <p:cTn id="199" nodeType="afterEffect" fill="hold" presetClass="entr" presetID="55">
                                  <p:stCondLst>
                                    <p:cond delay="0"/>
                                  </p:stCondLst>
                                  <p:childTnLst>
                                    <p:set>
                                      <p:cBhvr>
                                        <p:cTn id="200" dur="1" fill="hold">
                                          <p:stCondLst>
                                            <p:cond delay="0"/>
                                          </p:stCondLst>
                                        </p:cTn>
                                        <p:tgtEl>
                                          <p:spTgt spid="48">
                                            <p:txEl>
                                              <p:pRg st="3" end="3"/>
                                            </p:txEl>
                                          </p:spTgt>
                                        </p:tgtEl>
                                        <p:attrNameLst>
                                          <p:attrName>style.visibility</p:attrName>
                                        </p:attrNameLst>
                                      </p:cBhvr>
                                      <p:to>
                                        <p:strVal val="visible"/>
                                      </p:to>
                                    </p:set>
                                    <p:anim calcmode="lin" valueType="num">
                                      <p:cBhvr additive="repl">
                                        <p:cTn id="201" dur="1000" fill="hold"/>
                                        <p:tgtEl>
                                          <p:spTgt spid="48">
                                            <p:txEl>
                                              <p:pRg st="3" end="3"/>
                                            </p:txEl>
                                          </p:spTgt>
                                        </p:tgtEl>
                                        <p:attrNameLst>
                                          <p:attrName>ppt_w</p:attrName>
                                        </p:attrNameLst>
                                      </p:cBhvr>
                                      <p:tavLst>
                                        <p:tav tm="0">
                                          <p:val>
                                            <p:strVal val="#ppt_w*0.70"/>
                                          </p:val>
                                        </p:tav>
                                        <p:tav tm="100000">
                                          <p:val>
                                            <p:strVal val="#ppt_w"/>
                                          </p:val>
                                        </p:tav>
                                      </p:tavLst>
                                    </p:anim>
                                    <p:anim calcmode="lin" valueType="num">
                                      <p:cBhvr additive="repl">
                                        <p:cTn id="202" dur="1000" fill="hold"/>
                                        <p:tgtEl>
                                          <p:spTgt spid="48">
                                            <p:txEl>
                                              <p:pRg st="3" end="3"/>
                                            </p:txEl>
                                          </p:spTgt>
                                        </p:tgtEl>
                                        <p:attrNameLst>
                                          <p:attrName>ppt_h</p:attrName>
                                        </p:attrNameLst>
                                      </p:cBhvr>
                                      <p:tavLst>
                                        <p:tav tm="0">
                                          <p:val>
                                            <p:strVal val="#ppt_h"/>
                                          </p:val>
                                        </p:tav>
                                        <p:tav tm="100000">
                                          <p:val>
                                            <p:strVal val="#ppt_h"/>
                                          </p:val>
                                        </p:tav>
                                      </p:tavLst>
                                    </p:anim>
                                    <p:animEffect filter="fade" transition="in">
                                      <p:cBhvr additive="repl">
                                        <p:cTn id="203" dur="1000"/>
                                        <p:tgtEl>
                                          <p:spTgt spid="48">
                                            <p:txEl>
                                              <p:pRg st="3" end="3"/>
                                            </p:txEl>
                                          </p:spTgt>
                                        </p:tgtEl>
                                      </p:cBhvr>
                                    </p:animEffect>
                                  </p:childTnLst>
                                </p:cTn>
                              </p:par>
                            </p:childTnLst>
                          </p:cTn>
                        </p:par>
                        <p:par>
                          <p:cTn id="204" nodeType="afterEffect" fill="hold">
                            <p:stCondLst>
                              <p:cond delay="5000"/>
                            </p:stCondLst>
                            <p:childTnLst>
                              <p:par>
                                <p:cTn id="205" nodeType="afterEffect" fill="hold" presetClass="entr" presetID="55">
                                  <p:stCondLst>
                                    <p:cond delay="0"/>
                                  </p:stCondLst>
                                  <p:childTnLst>
                                    <p:set>
                                      <p:cBhvr>
                                        <p:cTn id="206" dur="1" fill="hold">
                                          <p:stCondLst>
                                            <p:cond delay="0"/>
                                          </p:stCondLst>
                                        </p:cTn>
                                        <p:tgtEl>
                                          <p:spTgt spid="48">
                                            <p:txEl>
                                              <p:pRg st="5" end="5"/>
                                            </p:txEl>
                                          </p:spTgt>
                                        </p:tgtEl>
                                        <p:attrNameLst>
                                          <p:attrName>style.visibility</p:attrName>
                                        </p:attrNameLst>
                                      </p:cBhvr>
                                      <p:to>
                                        <p:strVal val="visible"/>
                                      </p:to>
                                    </p:set>
                                    <p:anim calcmode="lin" valueType="num">
                                      <p:cBhvr additive="repl">
                                        <p:cTn id="207" dur="1000" fill="hold"/>
                                        <p:tgtEl>
                                          <p:spTgt spid="48">
                                            <p:txEl>
                                              <p:pRg st="5" end="5"/>
                                            </p:txEl>
                                          </p:spTgt>
                                        </p:tgtEl>
                                        <p:attrNameLst>
                                          <p:attrName>ppt_w</p:attrName>
                                        </p:attrNameLst>
                                      </p:cBhvr>
                                      <p:tavLst>
                                        <p:tav tm="0">
                                          <p:val>
                                            <p:strVal val="#ppt_w*0.70"/>
                                          </p:val>
                                        </p:tav>
                                        <p:tav tm="100000">
                                          <p:val>
                                            <p:strVal val="#ppt_w"/>
                                          </p:val>
                                        </p:tav>
                                      </p:tavLst>
                                    </p:anim>
                                    <p:anim calcmode="lin" valueType="num">
                                      <p:cBhvr additive="repl">
                                        <p:cTn id="208" dur="1000" fill="hold"/>
                                        <p:tgtEl>
                                          <p:spTgt spid="48">
                                            <p:txEl>
                                              <p:pRg st="5" end="5"/>
                                            </p:txEl>
                                          </p:spTgt>
                                        </p:tgtEl>
                                        <p:attrNameLst>
                                          <p:attrName>ppt_h</p:attrName>
                                        </p:attrNameLst>
                                      </p:cBhvr>
                                      <p:tavLst>
                                        <p:tav tm="0">
                                          <p:val>
                                            <p:strVal val="#ppt_h"/>
                                          </p:val>
                                        </p:tav>
                                        <p:tav tm="100000">
                                          <p:val>
                                            <p:strVal val="#ppt_h"/>
                                          </p:val>
                                        </p:tav>
                                      </p:tavLst>
                                    </p:anim>
                                    <p:animEffect filter="fade" transition="in">
                                      <p:cBhvr additive="repl">
                                        <p:cTn id="209" dur="1000"/>
                                        <p:tgtEl>
                                          <p:spTgt spid="48">
                                            <p:txEl>
                                              <p:pRg st="5" end="5"/>
                                            </p:txEl>
                                          </p:spTgt>
                                        </p:tgtEl>
                                      </p:cBhvr>
                                    </p:animEffect>
                                  </p:childTnLst>
                                </p:cTn>
                              </p:par>
                            </p:childTnLst>
                          </p:cTn>
                        </p:par>
                        <p:par>
                          <p:cTn id="210" nodeType="afterEffect" fill="hold">
                            <p:stCondLst>
                              <p:cond delay="6000"/>
                            </p:stCondLst>
                            <p:childTnLst>
                              <p:par>
                                <p:cTn id="211" nodeType="afterEffect" fill="hold" presetClass="entr" presetID="55">
                                  <p:stCondLst>
                                    <p:cond delay="0"/>
                                  </p:stCondLst>
                                  <p:childTnLst>
                                    <p:set>
                                      <p:cBhvr>
                                        <p:cTn id="212" dur="1" fill="hold">
                                          <p:stCondLst>
                                            <p:cond delay="0"/>
                                          </p:stCondLst>
                                        </p:cTn>
                                        <p:tgtEl>
                                          <p:spTgt spid="48">
                                            <p:txEl>
                                              <p:pRg st="6" end="6"/>
                                            </p:txEl>
                                          </p:spTgt>
                                        </p:tgtEl>
                                        <p:attrNameLst>
                                          <p:attrName>style.visibility</p:attrName>
                                        </p:attrNameLst>
                                      </p:cBhvr>
                                      <p:to>
                                        <p:strVal val="visible"/>
                                      </p:to>
                                    </p:set>
                                    <p:anim calcmode="lin" valueType="num">
                                      <p:cBhvr additive="repl">
                                        <p:cTn id="213" dur="1000" fill="hold"/>
                                        <p:tgtEl>
                                          <p:spTgt spid="48">
                                            <p:txEl>
                                              <p:pRg st="6" end="6"/>
                                            </p:txEl>
                                          </p:spTgt>
                                        </p:tgtEl>
                                        <p:attrNameLst>
                                          <p:attrName>ppt_w</p:attrName>
                                        </p:attrNameLst>
                                      </p:cBhvr>
                                      <p:tavLst>
                                        <p:tav tm="0">
                                          <p:val>
                                            <p:strVal val="#ppt_w*0.70"/>
                                          </p:val>
                                        </p:tav>
                                        <p:tav tm="100000">
                                          <p:val>
                                            <p:strVal val="#ppt_w"/>
                                          </p:val>
                                        </p:tav>
                                      </p:tavLst>
                                    </p:anim>
                                    <p:anim calcmode="lin" valueType="num">
                                      <p:cBhvr additive="repl">
                                        <p:cTn id="214" dur="1000" fill="hold"/>
                                        <p:tgtEl>
                                          <p:spTgt spid="48">
                                            <p:txEl>
                                              <p:pRg st="6" end="6"/>
                                            </p:txEl>
                                          </p:spTgt>
                                        </p:tgtEl>
                                        <p:attrNameLst>
                                          <p:attrName>ppt_h</p:attrName>
                                        </p:attrNameLst>
                                      </p:cBhvr>
                                      <p:tavLst>
                                        <p:tav tm="0">
                                          <p:val>
                                            <p:strVal val="#ppt_h"/>
                                          </p:val>
                                        </p:tav>
                                        <p:tav tm="100000">
                                          <p:val>
                                            <p:strVal val="#ppt_h"/>
                                          </p:val>
                                        </p:tav>
                                      </p:tavLst>
                                    </p:anim>
                                    <p:animEffect filter="fade" transition="in">
                                      <p:cBhvr additive="repl">
                                        <p:cTn id="215" dur="1000"/>
                                        <p:tgtEl>
                                          <p:spTgt spid="48">
                                            <p:txEl>
                                              <p:pRg st="6" end="6"/>
                                            </p:txEl>
                                          </p:spTgt>
                                        </p:tgtEl>
                                      </p:cBhvr>
                                    </p:animEffect>
                                  </p:childTnLst>
                                </p:cTn>
                              </p:par>
                            </p:childTnLst>
                          </p:cTn>
                        </p:par>
                        <p:par>
                          <p:cTn id="216" nodeType="afterEffect" fill="hold">
                            <p:stCondLst>
                              <p:cond delay="7000"/>
                            </p:stCondLst>
                            <p:childTnLst>
                              <p:par>
                                <p:cTn id="217" nodeType="afterEffect" fill="hold" presetClass="entr" presetID="55">
                                  <p:stCondLst>
                                    <p:cond delay="0"/>
                                  </p:stCondLst>
                                  <p:childTnLst>
                                    <p:set>
                                      <p:cBhvr>
                                        <p:cTn id="218" dur="1" fill="hold">
                                          <p:stCondLst>
                                            <p:cond delay="0"/>
                                          </p:stCondLst>
                                        </p:cTn>
                                        <p:tgtEl>
                                          <p:spTgt spid="48">
                                            <p:txEl>
                                              <p:pRg st="8" end="8"/>
                                            </p:txEl>
                                          </p:spTgt>
                                        </p:tgtEl>
                                        <p:attrNameLst>
                                          <p:attrName>style.visibility</p:attrName>
                                        </p:attrNameLst>
                                      </p:cBhvr>
                                      <p:to>
                                        <p:strVal val="visible"/>
                                      </p:to>
                                    </p:set>
                                    <p:anim calcmode="lin" valueType="num">
                                      <p:cBhvr additive="repl">
                                        <p:cTn id="219" dur="1000" fill="hold"/>
                                        <p:tgtEl>
                                          <p:spTgt spid="48">
                                            <p:txEl>
                                              <p:pRg st="8" end="8"/>
                                            </p:txEl>
                                          </p:spTgt>
                                        </p:tgtEl>
                                        <p:attrNameLst>
                                          <p:attrName>ppt_w</p:attrName>
                                        </p:attrNameLst>
                                      </p:cBhvr>
                                      <p:tavLst>
                                        <p:tav tm="0">
                                          <p:val>
                                            <p:strVal val="#ppt_w*0.70"/>
                                          </p:val>
                                        </p:tav>
                                        <p:tav tm="100000">
                                          <p:val>
                                            <p:strVal val="#ppt_w"/>
                                          </p:val>
                                        </p:tav>
                                      </p:tavLst>
                                    </p:anim>
                                    <p:anim calcmode="lin" valueType="num">
                                      <p:cBhvr additive="repl">
                                        <p:cTn id="220" dur="1000" fill="hold"/>
                                        <p:tgtEl>
                                          <p:spTgt spid="48">
                                            <p:txEl>
                                              <p:pRg st="8" end="8"/>
                                            </p:txEl>
                                          </p:spTgt>
                                        </p:tgtEl>
                                        <p:attrNameLst>
                                          <p:attrName>ppt_h</p:attrName>
                                        </p:attrNameLst>
                                      </p:cBhvr>
                                      <p:tavLst>
                                        <p:tav tm="0">
                                          <p:val>
                                            <p:strVal val="#ppt_h"/>
                                          </p:val>
                                        </p:tav>
                                        <p:tav tm="100000">
                                          <p:val>
                                            <p:strVal val="#ppt_h"/>
                                          </p:val>
                                        </p:tav>
                                      </p:tavLst>
                                    </p:anim>
                                    <p:animEffect filter="fade" transition="in">
                                      <p:cBhvr additive="repl">
                                        <p:cTn id="221" dur="1000"/>
                                        <p:tgtEl>
                                          <p:spTgt spid="48">
                                            <p:txEl>
                                              <p:pRg st="8" end="8"/>
                                            </p:txEl>
                                          </p:spTgt>
                                        </p:tgtEl>
                                      </p:cBhvr>
                                    </p:animEffect>
                                  </p:childTnLst>
                                </p:cTn>
                              </p:par>
                            </p:childTnLst>
                          </p:cTn>
                        </p:par>
                        <p:par>
                          <p:cTn id="222" nodeType="afterEffect" fill="hold">
                            <p:stCondLst>
                              <p:cond delay="8000"/>
                            </p:stCondLst>
                            <p:childTnLst>
                              <p:par>
                                <p:cTn id="223" nodeType="afterEffect" fill="hold" presetClass="entr" presetID="55">
                                  <p:stCondLst>
                                    <p:cond delay="0"/>
                                  </p:stCondLst>
                                  <p:childTnLst>
                                    <p:set>
                                      <p:cBhvr>
                                        <p:cTn id="224" dur="1" fill="hold">
                                          <p:stCondLst>
                                            <p:cond delay="0"/>
                                          </p:stCondLst>
                                        </p:cTn>
                                        <p:tgtEl>
                                          <p:spTgt spid="48">
                                            <p:txEl>
                                              <p:pRg st="9" end="9"/>
                                            </p:txEl>
                                          </p:spTgt>
                                        </p:tgtEl>
                                        <p:attrNameLst>
                                          <p:attrName>style.visibility</p:attrName>
                                        </p:attrNameLst>
                                      </p:cBhvr>
                                      <p:to>
                                        <p:strVal val="visible"/>
                                      </p:to>
                                    </p:set>
                                    <p:anim calcmode="lin" valueType="num">
                                      <p:cBhvr additive="repl">
                                        <p:cTn id="225" dur="1000" fill="hold"/>
                                        <p:tgtEl>
                                          <p:spTgt spid="48">
                                            <p:txEl>
                                              <p:pRg st="9" end="9"/>
                                            </p:txEl>
                                          </p:spTgt>
                                        </p:tgtEl>
                                        <p:attrNameLst>
                                          <p:attrName>ppt_w</p:attrName>
                                        </p:attrNameLst>
                                      </p:cBhvr>
                                      <p:tavLst>
                                        <p:tav tm="0">
                                          <p:val>
                                            <p:strVal val="#ppt_w*0.70"/>
                                          </p:val>
                                        </p:tav>
                                        <p:tav tm="100000">
                                          <p:val>
                                            <p:strVal val="#ppt_w"/>
                                          </p:val>
                                        </p:tav>
                                      </p:tavLst>
                                    </p:anim>
                                    <p:anim calcmode="lin" valueType="num">
                                      <p:cBhvr additive="repl">
                                        <p:cTn id="226" dur="1000" fill="hold"/>
                                        <p:tgtEl>
                                          <p:spTgt spid="48">
                                            <p:txEl>
                                              <p:pRg st="9" end="9"/>
                                            </p:txEl>
                                          </p:spTgt>
                                        </p:tgtEl>
                                        <p:attrNameLst>
                                          <p:attrName>ppt_h</p:attrName>
                                        </p:attrNameLst>
                                      </p:cBhvr>
                                      <p:tavLst>
                                        <p:tav tm="0">
                                          <p:val>
                                            <p:strVal val="#ppt_h"/>
                                          </p:val>
                                        </p:tav>
                                        <p:tav tm="100000">
                                          <p:val>
                                            <p:strVal val="#ppt_h"/>
                                          </p:val>
                                        </p:tav>
                                      </p:tavLst>
                                    </p:anim>
                                    <p:animEffect filter="fade" transition="in">
                                      <p:cBhvr additive="repl">
                                        <p:cTn id="227" dur="1000"/>
                                        <p:tgtEl>
                                          <p:spTgt spid="48">
                                            <p:txEl>
                                              <p:pRg st="9" end="9"/>
                                            </p:txEl>
                                          </p:spTgt>
                                        </p:tgtEl>
                                      </p:cBhvr>
                                    </p:animEffect>
                                  </p:childTnLst>
                                </p:cTn>
                              </p:par>
                            </p:childTnLst>
                          </p:cTn>
                        </p:par>
                        <p:par>
                          <p:cTn id="228" nodeType="afterEffect" fill="hold">
                            <p:stCondLst>
                              <p:cond delay="9000"/>
                            </p:stCondLst>
                            <p:childTnLst>
                              <p:par>
                                <p:cTn id="229" nodeType="afterEffect" fill="hold" presetClass="entr" presetID="55">
                                  <p:stCondLst>
                                    <p:cond delay="0"/>
                                  </p:stCondLst>
                                  <p:childTnLst>
                                    <p:set>
                                      <p:cBhvr>
                                        <p:cTn id="230" dur="1" fill="hold">
                                          <p:stCondLst>
                                            <p:cond delay="0"/>
                                          </p:stCondLst>
                                        </p:cTn>
                                        <p:tgtEl>
                                          <p:spTgt spid="48">
                                            <p:txEl>
                                              <p:pRg st="10" end="10"/>
                                            </p:txEl>
                                          </p:spTgt>
                                        </p:tgtEl>
                                        <p:attrNameLst>
                                          <p:attrName>style.visibility</p:attrName>
                                        </p:attrNameLst>
                                      </p:cBhvr>
                                      <p:to>
                                        <p:strVal val="visible"/>
                                      </p:to>
                                    </p:set>
                                    <p:anim calcmode="lin" valueType="num">
                                      <p:cBhvr additive="repl">
                                        <p:cTn id="231" dur="1000" fill="hold"/>
                                        <p:tgtEl>
                                          <p:spTgt spid="48">
                                            <p:txEl>
                                              <p:pRg st="10" end="10"/>
                                            </p:txEl>
                                          </p:spTgt>
                                        </p:tgtEl>
                                        <p:attrNameLst>
                                          <p:attrName>ppt_w</p:attrName>
                                        </p:attrNameLst>
                                      </p:cBhvr>
                                      <p:tavLst>
                                        <p:tav tm="0">
                                          <p:val>
                                            <p:strVal val="#ppt_w*0.70"/>
                                          </p:val>
                                        </p:tav>
                                        <p:tav tm="100000">
                                          <p:val>
                                            <p:strVal val="#ppt_w"/>
                                          </p:val>
                                        </p:tav>
                                      </p:tavLst>
                                    </p:anim>
                                    <p:anim calcmode="lin" valueType="num">
                                      <p:cBhvr additive="repl">
                                        <p:cTn id="232" dur="1000" fill="hold"/>
                                        <p:tgtEl>
                                          <p:spTgt spid="48">
                                            <p:txEl>
                                              <p:pRg st="10" end="10"/>
                                            </p:txEl>
                                          </p:spTgt>
                                        </p:tgtEl>
                                        <p:attrNameLst>
                                          <p:attrName>ppt_h</p:attrName>
                                        </p:attrNameLst>
                                      </p:cBhvr>
                                      <p:tavLst>
                                        <p:tav tm="0">
                                          <p:val>
                                            <p:strVal val="#ppt_h"/>
                                          </p:val>
                                        </p:tav>
                                        <p:tav tm="100000">
                                          <p:val>
                                            <p:strVal val="#ppt_h"/>
                                          </p:val>
                                        </p:tav>
                                      </p:tavLst>
                                    </p:anim>
                                    <p:animEffect filter="fade" transition="in">
                                      <p:cBhvr additive="repl">
                                        <p:cTn id="233" dur="1000"/>
                                        <p:tgtEl>
                                          <p:spTgt spid="48">
                                            <p:txEl>
                                              <p:pRg st="10" end="10"/>
                                            </p:txEl>
                                          </p:spTgt>
                                        </p:tgtEl>
                                      </p:cBhvr>
                                    </p:animEffect>
                                  </p:childTnLst>
                                </p:cTn>
                              </p:par>
                            </p:childTnLst>
                          </p:cTn>
                        </p:par>
                        <p:par>
                          <p:cTn id="234" nodeType="afterEffect" fill="hold">
                            <p:stCondLst>
                              <p:cond delay="10000"/>
                            </p:stCondLst>
                            <p:childTnLst>
                              <p:par>
                                <p:cTn id="235" nodeType="afterEffect" fill="hold" presetClass="entr" presetID="55">
                                  <p:stCondLst>
                                    <p:cond delay="0"/>
                                  </p:stCondLst>
                                  <p:childTnLst>
                                    <p:set>
                                      <p:cBhvr>
                                        <p:cTn id="236" dur="1" fill="hold">
                                          <p:stCondLst>
                                            <p:cond delay="0"/>
                                          </p:stCondLst>
                                        </p:cTn>
                                        <p:tgtEl>
                                          <p:spTgt spid="48">
                                            <p:txEl>
                                              <p:pRg st="12" end="12"/>
                                            </p:txEl>
                                          </p:spTgt>
                                        </p:tgtEl>
                                        <p:attrNameLst>
                                          <p:attrName>style.visibility</p:attrName>
                                        </p:attrNameLst>
                                      </p:cBhvr>
                                      <p:to>
                                        <p:strVal val="visible"/>
                                      </p:to>
                                    </p:set>
                                    <p:anim calcmode="lin" valueType="num">
                                      <p:cBhvr additive="repl">
                                        <p:cTn id="237" dur="1000" fill="hold"/>
                                        <p:tgtEl>
                                          <p:spTgt spid="48">
                                            <p:txEl>
                                              <p:pRg st="12" end="12"/>
                                            </p:txEl>
                                          </p:spTgt>
                                        </p:tgtEl>
                                        <p:attrNameLst>
                                          <p:attrName>ppt_w</p:attrName>
                                        </p:attrNameLst>
                                      </p:cBhvr>
                                      <p:tavLst>
                                        <p:tav tm="0">
                                          <p:val>
                                            <p:strVal val="#ppt_w*0.70"/>
                                          </p:val>
                                        </p:tav>
                                        <p:tav tm="100000">
                                          <p:val>
                                            <p:strVal val="#ppt_w"/>
                                          </p:val>
                                        </p:tav>
                                      </p:tavLst>
                                    </p:anim>
                                    <p:anim calcmode="lin" valueType="num">
                                      <p:cBhvr additive="repl">
                                        <p:cTn id="238" dur="1000" fill="hold"/>
                                        <p:tgtEl>
                                          <p:spTgt spid="48">
                                            <p:txEl>
                                              <p:pRg st="12" end="12"/>
                                            </p:txEl>
                                          </p:spTgt>
                                        </p:tgtEl>
                                        <p:attrNameLst>
                                          <p:attrName>ppt_h</p:attrName>
                                        </p:attrNameLst>
                                      </p:cBhvr>
                                      <p:tavLst>
                                        <p:tav tm="0">
                                          <p:val>
                                            <p:strVal val="#ppt_h"/>
                                          </p:val>
                                        </p:tav>
                                        <p:tav tm="100000">
                                          <p:val>
                                            <p:strVal val="#ppt_h"/>
                                          </p:val>
                                        </p:tav>
                                      </p:tavLst>
                                    </p:anim>
                                    <p:animEffect filter="fade" transition="in">
                                      <p:cBhvr additive="repl">
                                        <p:cTn id="239" dur="1000"/>
                                        <p:tgtEl>
                                          <p:spTgt spid="48">
                                            <p:txEl>
                                              <p:pRg st="12" end="12"/>
                                            </p:txEl>
                                          </p:spTgt>
                                        </p:tgtEl>
                                      </p:cBhvr>
                                    </p:animEffect>
                                  </p:childTnLst>
                                </p:cTn>
                              </p:par>
                            </p:childTnLst>
                          </p:cTn>
                        </p:par>
                        <p:par>
                          <p:cTn id="240" nodeType="afterEffect" fill="hold">
                            <p:stCondLst>
                              <p:cond delay="11000"/>
                            </p:stCondLst>
                            <p:childTnLst>
                              <p:par>
                                <p:cTn id="241" nodeType="afterEffect" fill="hold" presetClass="entr" presetID="55">
                                  <p:stCondLst>
                                    <p:cond delay="0"/>
                                  </p:stCondLst>
                                  <p:childTnLst>
                                    <p:set>
                                      <p:cBhvr>
                                        <p:cTn id="242" dur="1" fill="hold">
                                          <p:stCondLst>
                                            <p:cond delay="0"/>
                                          </p:stCondLst>
                                        </p:cTn>
                                        <p:tgtEl>
                                          <p:spTgt spid="48">
                                            <p:txEl>
                                              <p:pRg st="13" end="13"/>
                                            </p:txEl>
                                          </p:spTgt>
                                        </p:tgtEl>
                                        <p:attrNameLst>
                                          <p:attrName>style.visibility</p:attrName>
                                        </p:attrNameLst>
                                      </p:cBhvr>
                                      <p:to>
                                        <p:strVal val="visible"/>
                                      </p:to>
                                    </p:set>
                                    <p:anim calcmode="lin" valueType="num">
                                      <p:cBhvr additive="repl">
                                        <p:cTn id="243" dur="1000" fill="hold"/>
                                        <p:tgtEl>
                                          <p:spTgt spid="48">
                                            <p:txEl>
                                              <p:pRg st="13" end="13"/>
                                            </p:txEl>
                                          </p:spTgt>
                                        </p:tgtEl>
                                        <p:attrNameLst>
                                          <p:attrName>ppt_w</p:attrName>
                                        </p:attrNameLst>
                                      </p:cBhvr>
                                      <p:tavLst>
                                        <p:tav tm="0">
                                          <p:val>
                                            <p:strVal val="#ppt_w*0.70"/>
                                          </p:val>
                                        </p:tav>
                                        <p:tav tm="100000">
                                          <p:val>
                                            <p:strVal val="#ppt_w"/>
                                          </p:val>
                                        </p:tav>
                                      </p:tavLst>
                                    </p:anim>
                                    <p:anim calcmode="lin" valueType="num">
                                      <p:cBhvr additive="repl">
                                        <p:cTn id="244" dur="1000" fill="hold"/>
                                        <p:tgtEl>
                                          <p:spTgt spid="48">
                                            <p:txEl>
                                              <p:pRg st="13" end="13"/>
                                            </p:txEl>
                                          </p:spTgt>
                                        </p:tgtEl>
                                        <p:attrNameLst>
                                          <p:attrName>ppt_h</p:attrName>
                                        </p:attrNameLst>
                                      </p:cBhvr>
                                      <p:tavLst>
                                        <p:tav tm="0">
                                          <p:val>
                                            <p:strVal val="#ppt_h"/>
                                          </p:val>
                                        </p:tav>
                                        <p:tav tm="100000">
                                          <p:val>
                                            <p:strVal val="#ppt_h"/>
                                          </p:val>
                                        </p:tav>
                                      </p:tavLst>
                                    </p:anim>
                                    <p:animEffect filter="fade" transition="in">
                                      <p:cBhvr additive="repl">
                                        <p:cTn id="245" dur="1000"/>
                                        <p:tgtEl>
                                          <p:spTgt spid="48">
                                            <p:txEl>
                                              <p:pRg st="13" end="13"/>
                                            </p:txEl>
                                          </p:spTgt>
                                        </p:tgtEl>
                                      </p:cBhvr>
                                    </p:animEffect>
                                  </p:childTnLst>
                                </p:cTn>
                              </p:par>
                            </p:childTnLst>
                          </p:cTn>
                        </p:par>
                        <p:par>
                          <p:cTn id="246" nodeType="afterEffect" fill="hold">
                            <p:stCondLst>
                              <p:cond delay="12000"/>
                            </p:stCondLst>
                            <p:childTnLst>
                              <p:par>
                                <p:cTn id="247" nodeType="afterEffect" fill="hold" presetClass="entr" presetID="55">
                                  <p:stCondLst>
                                    <p:cond delay="0"/>
                                  </p:stCondLst>
                                  <p:childTnLst>
                                    <p:set>
                                      <p:cBhvr>
                                        <p:cTn id="248" dur="1" fill="hold">
                                          <p:stCondLst>
                                            <p:cond delay="0"/>
                                          </p:stCondLst>
                                        </p:cTn>
                                        <p:tgtEl>
                                          <p:spTgt spid="48">
                                            <p:txEl>
                                              <p:pRg st="15" end="15"/>
                                            </p:txEl>
                                          </p:spTgt>
                                        </p:tgtEl>
                                        <p:attrNameLst>
                                          <p:attrName>style.visibility</p:attrName>
                                        </p:attrNameLst>
                                      </p:cBhvr>
                                      <p:to>
                                        <p:strVal val="visible"/>
                                      </p:to>
                                    </p:set>
                                    <p:anim calcmode="lin" valueType="num">
                                      <p:cBhvr additive="repl">
                                        <p:cTn id="249" dur="1000" fill="hold"/>
                                        <p:tgtEl>
                                          <p:spTgt spid="48">
                                            <p:txEl>
                                              <p:pRg st="15" end="15"/>
                                            </p:txEl>
                                          </p:spTgt>
                                        </p:tgtEl>
                                        <p:attrNameLst>
                                          <p:attrName>ppt_w</p:attrName>
                                        </p:attrNameLst>
                                      </p:cBhvr>
                                      <p:tavLst>
                                        <p:tav tm="0">
                                          <p:val>
                                            <p:strVal val="#ppt_w*0.70"/>
                                          </p:val>
                                        </p:tav>
                                        <p:tav tm="100000">
                                          <p:val>
                                            <p:strVal val="#ppt_w"/>
                                          </p:val>
                                        </p:tav>
                                      </p:tavLst>
                                    </p:anim>
                                    <p:anim calcmode="lin" valueType="num">
                                      <p:cBhvr additive="repl">
                                        <p:cTn id="250" dur="1000" fill="hold"/>
                                        <p:tgtEl>
                                          <p:spTgt spid="48">
                                            <p:txEl>
                                              <p:pRg st="15" end="15"/>
                                            </p:txEl>
                                          </p:spTgt>
                                        </p:tgtEl>
                                        <p:attrNameLst>
                                          <p:attrName>ppt_h</p:attrName>
                                        </p:attrNameLst>
                                      </p:cBhvr>
                                      <p:tavLst>
                                        <p:tav tm="0">
                                          <p:val>
                                            <p:strVal val="#ppt_h"/>
                                          </p:val>
                                        </p:tav>
                                        <p:tav tm="100000">
                                          <p:val>
                                            <p:strVal val="#ppt_h"/>
                                          </p:val>
                                        </p:tav>
                                      </p:tavLst>
                                    </p:anim>
                                    <p:animEffect filter="fade" transition="in">
                                      <p:cBhvr additive="repl">
                                        <p:cTn id="251" dur="1000"/>
                                        <p:tgtEl>
                                          <p:spTgt spid="48">
                                            <p:txEl>
                                              <p:pRg st="15" end="15"/>
                                            </p:txEl>
                                          </p:spTgt>
                                        </p:tgtEl>
                                      </p:cBhvr>
                                    </p:animEffect>
                                  </p:childTnLst>
                                </p:cTn>
                              </p:par>
                            </p:childTnLst>
                          </p:cTn>
                        </p:par>
                        <p:par>
                          <p:cTn id="252" nodeType="afterEffect" fill="hold">
                            <p:stCondLst>
                              <p:cond delay="13000"/>
                            </p:stCondLst>
                            <p:childTnLst>
                              <p:par>
                                <p:cTn id="253" nodeType="afterEffect" fill="hold" presetClass="entr" presetID="55">
                                  <p:stCondLst>
                                    <p:cond delay="0"/>
                                  </p:stCondLst>
                                  <p:childTnLst>
                                    <p:set>
                                      <p:cBhvr>
                                        <p:cTn id="254" dur="1" fill="hold">
                                          <p:stCondLst>
                                            <p:cond delay="0"/>
                                          </p:stCondLst>
                                        </p:cTn>
                                        <p:tgtEl>
                                          <p:spTgt spid="48">
                                            <p:txEl>
                                              <p:pRg st="16" end="16"/>
                                            </p:txEl>
                                          </p:spTgt>
                                        </p:tgtEl>
                                        <p:attrNameLst>
                                          <p:attrName>style.visibility</p:attrName>
                                        </p:attrNameLst>
                                      </p:cBhvr>
                                      <p:to>
                                        <p:strVal val="visible"/>
                                      </p:to>
                                    </p:set>
                                    <p:anim calcmode="lin" valueType="num">
                                      <p:cBhvr additive="repl">
                                        <p:cTn id="255" dur="1000" fill="hold"/>
                                        <p:tgtEl>
                                          <p:spTgt spid="48">
                                            <p:txEl>
                                              <p:pRg st="16" end="16"/>
                                            </p:txEl>
                                          </p:spTgt>
                                        </p:tgtEl>
                                        <p:attrNameLst>
                                          <p:attrName>ppt_w</p:attrName>
                                        </p:attrNameLst>
                                      </p:cBhvr>
                                      <p:tavLst>
                                        <p:tav tm="0">
                                          <p:val>
                                            <p:strVal val="#ppt_w*0.70"/>
                                          </p:val>
                                        </p:tav>
                                        <p:tav tm="100000">
                                          <p:val>
                                            <p:strVal val="#ppt_w"/>
                                          </p:val>
                                        </p:tav>
                                      </p:tavLst>
                                    </p:anim>
                                    <p:anim calcmode="lin" valueType="num">
                                      <p:cBhvr additive="repl">
                                        <p:cTn id="256" dur="1000" fill="hold"/>
                                        <p:tgtEl>
                                          <p:spTgt spid="48">
                                            <p:txEl>
                                              <p:pRg st="16" end="16"/>
                                            </p:txEl>
                                          </p:spTgt>
                                        </p:tgtEl>
                                        <p:attrNameLst>
                                          <p:attrName>ppt_h</p:attrName>
                                        </p:attrNameLst>
                                      </p:cBhvr>
                                      <p:tavLst>
                                        <p:tav tm="0">
                                          <p:val>
                                            <p:strVal val="#ppt_h"/>
                                          </p:val>
                                        </p:tav>
                                        <p:tav tm="100000">
                                          <p:val>
                                            <p:strVal val="#ppt_h"/>
                                          </p:val>
                                        </p:tav>
                                      </p:tavLst>
                                    </p:anim>
                                    <p:animEffect filter="fade" transition="in">
                                      <p:cBhvr additive="repl">
                                        <p:cTn id="257" dur="1000"/>
                                        <p:tgtEl>
                                          <p:spTgt spid="48">
                                            <p:txEl>
                                              <p:pRg st="16" end="16"/>
                                            </p:txEl>
                                          </p:spTgt>
                                        </p:tgtEl>
                                      </p:cBhvr>
                                    </p:animEffect>
                                  </p:childTnLst>
                                </p:cTn>
                              </p:par>
                            </p:childTnLst>
                          </p:cTn>
                        </p:par>
                        <p:par>
                          <p:cTn id="258" nodeType="afterEffect" fill="hold">
                            <p:stCondLst>
                              <p:cond delay="14000"/>
                            </p:stCondLst>
                            <p:childTnLst>
                              <p:par>
                                <p:cTn id="259" nodeType="afterEffect" fill="hold" presetClass="emph" presetID="6">
                                  <p:stCondLst>
                                    <p:cond delay="0"/>
                                  </p:stCondLst>
                                  <p:childTnLst>
                                    <p:animScale>
                                      <p:cBhvr>
                                        <p:cTn id="260" dur="2000" fill="hold"/>
                                        <p:tgtEl>
                                          <p:spTgt spid="45"/>
                                        </p:tgtEl>
                                      </p:cBhvr>
                                      <p:to x="150000" y="150000"/>
                                    </p:animScale>
                                  </p:childTnLst>
                                </p:cTn>
                              </p:par>
                            </p:childTnLst>
                          </p:cTn>
                        </p:par>
                        <p:par>
                          <p:cTn id="261" nodeType="afterEffect" fill="hold">
                            <p:stCondLst>
                              <p:cond delay="16000"/>
                            </p:stCondLst>
                            <p:childTnLst>
                              <p:par>
                                <p:cTn id="262" nodeType="afterEffect" fill="hold" presetClass="emph" presetID="26">
                                  <p:stCondLst>
                                    <p:cond delay="0"/>
                                  </p:stCondLst>
                                  <p:childTnLst>
                                    <p:animEffect filter="fade" transition="out">
                                      <p:cBhvr additive="repl">
                                        <p:cTn id="263" dur="2000"/>
                                        <p:tgtEl>
                                          <p:spTgt spid="45"/>
                                        </p:tgtEl>
                                      </p:cBhvr>
                                    </p:animEffect>
                                    <p:animScale>
                                      <p:cBhvr>
                                        <p:cTn id="264" dur="1000" autoRev="1" fill="hold"/>
                                        <p:tgtEl>
                                          <p:spTgt spid="45"/>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Picture 2" descr="200641411227"/>
          <p:cNvPicPr/>
          <p:nvPr/>
        </p:nvPicPr>
        <p:blipFill>
          <a:blip r:embed="rId1"/>
          <a:stretch/>
        </p:blipFill>
        <p:spPr>
          <a:xfrm>
            <a:off x="-20520" y="-12600"/>
            <a:ext cx="9202680" cy="6867360"/>
          </a:xfrm>
          <a:prstGeom prst="rect">
            <a:avLst/>
          </a:prstGeom>
          <a:noFill/>
          <a:ln w="0">
            <a:noFill/>
          </a:ln>
        </p:spPr>
      </p:pic>
      <p:sp>
        <p:nvSpPr>
          <p:cNvPr id="50" name="AutoShape 3"/>
          <p:cNvSpPr/>
          <p:nvPr/>
        </p:nvSpPr>
        <p:spPr>
          <a:xfrm flipH="1">
            <a:off x="7813080" y="6021360"/>
            <a:ext cx="718920" cy="576360"/>
          </a:xfrm>
          <a:custGeom>
            <a:avLst/>
            <a:gdLst>
              <a:gd name="textAreaLeft" fmla="*/ 167040 w 718920"/>
              <a:gd name="textAreaRight" fmla="*/ 550800 w 718920"/>
              <a:gd name="textAreaTop" fmla="*/ 60480 h 576360"/>
              <a:gd name="textAreaBottom" fmla="*/ 365040 h 57636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140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51" name="Line 4"/>
          <p:cNvSpPr/>
          <p:nvPr/>
        </p:nvSpPr>
        <p:spPr>
          <a:xfrm>
            <a:off x="8101080" y="6237360"/>
            <a:ext cx="216000" cy="1440"/>
          </a:xfrm>
          <a:prstGeom prst="line">
            <a:avLst/>
          </a:prstGeom>
          <a:ln w="44280">
            <a:solidFill>
              <a:srgbClr val="ff0000"/>
            </a:solidFill>
            <a:miter/>
            <a:tailEnd len="med" type="triangle" w="med"/>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pic>
        <p:nvPicPr>
          <p:cNvPr id="52" name="Picture 5" descr="0660040026"/>
          <p:cNvPicPr/>
          <p:nvPr/>
        </p:nvPicPr>
        <p:blipFill>
          <a:blip r:embed="rId2"/>
          <a:stretch/>
        </p:blipFill>
        <p:spPr>
          <a:xfrm>
            <a:off x="7237440" y="44280"/>
            <a:ext cx="1906560" cy="1657440"/>
          </a:xfrm>
          <a:prstGeom prst="rect">
            <a:avLst/>
          </a:prstGeom>
          <a:noFill/>
          <a:ln w="0">
            <a:noFill/>
          </a:ln>
        </p:spPr>
      </p:pic>
      <p:sp>
        <p:nvSpPr>
          <p:cNvPr id="53" name="WordArt 6"/>
          <p:cNvSpPr txBox="1"/>
          <p:nvPr/>
        </p:nvSpPr>
        <p:spPr>
          <a:xfrm>
            <a:off x="684360" y="44280"/>
            <a:ext cx="4176720" cy="1152720"/>
          </a:xfrm>
          <a:prstGeom prst="rect">
            <a:avLst/>
          </a:prstGeom>
        </p:spPr>
        <p:txBody>
          <a:bodyPr wrap="none" lIns="90000" rIns="90000" tIns="46800" bIns="46800" anchor="t" anchorCtr="1">
            <a:prstTxWarp prst="textCurveDown">
              <a:avLst>
                <a:gd name="adj" fmla="val 45833"/>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宋体"/>
              </a:rPr>
              <a:t>给我最亲爱的家人们：</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宋体"/>
              <a:ea typeface="宋体"/>
            </a:endParaRPr>
          </a:p>
        </p:txBody>
      </p:sp>
      <p:sp>
        <p:nvSpPr>
          <p:cNvPr id="54" name="Text Box 7"/>
          <p:cNvSpPr/>
          <p:nvPr/>
        </p:nvSpPr>
        <p:spPr>
          <a:xfrm rot="300000">
            <a:off x="2844360" y="2925720"/>
            <a:ext cx="4761000" cy="3650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55" name="Text Box 8"/>
          <p:cNvSpPr/>
          <p:nvPr/>
        </p:nvSpPr>
        <p:spPr>
          <a:xfrm>
            <a:off x="1260360" y="2205000"/>
            <a:ext cx="7056720" cy="34480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感谢你们！感谢你们关心我、包容我、支持我。有了你们的存在，我才敢有恃无恐地往前闯。因为我知道，无论我闯了什么祸、无论我受了什么伤，总有一个叫</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家</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的地方可以提供我臂膀，总有一群叫</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家人</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的人可以让我依赖不再彷徨。</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你们的无私付出我可能永远都回报不了，最尴尬的就是我总是理所当然地接受你们为我做的事。而我甚至从来没有表达一句简单的、真诚的</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谢谢你</a:t>
            </a:r>
            <a:r>
              <a:rPr b="1" lang="zh-CN" sz="2000" strike="noStrike" u="none">
                <a:solidFill>
                  <a:srgbClr val="333399"/>
                </a:solidFill>
                <a:effectLst/>
                <a:uFillTx/>
                <a:latin typeface="Arial"/>
                <a:ea typeface="仿宋"/>
              </a:rPr>
              <a:t>”</a:t>
            </a:r>
            <a:r>
              <a:rPr b="1" lang="zh-CN" sz="2000" strike="noStrike" u="none">
                <a:solidFill>
                  <a:srgbClr val="333399"/>
                </a:solidFill>
                <a:effectLst/>
                <a:uFillTx/>
                <a:latin typeface="仿宋"/>
                <a:ea typeface="仿宋"/>
              </a:rPr>
              <a:t>。我为此感到羞愧。</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也许未来我仍然做不了可以回报你们的举动，但是至少你们知道，我一直都感谢你们的付出、我一直都能感受到</a:t>
            </a:r>
            <a:r>
              <a:rPr b="1" lang="zh-CN" sz="2000" strike="noStrike" u="none">
                <a:solidFill>
                  <a:srgbClr val="333399"/>
                </a:solidFill>
                <a:effectLst/>
                <a:uFillTx/>
                <a:latin typeface="Arial"/>
                <a:ea typeface="仿宋"/>
              </a:rPr>
              <a:t>……</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仿宋"/>
                <a:ea typeface="仿宋"/>
              </a:rPr>
              <a:t>    朋友会负我，天下人都会负我。我知道，你们永远不会负我，永远站在我触手可到的地方。</a:t>
            </a:r>
            <a:endParaRPr b="0" lang="en-US" sz="2000" strike="noStrike" u="none">
              <a:solidFill>
                <a:srgbClr val="000000"/>
              </a:solidFill>
              <a:effectLst/>
              <a:uFillTx/>
              <a:latin typeface="Arial"/>
            </a:endParaRPr>
          </a:p>
        </p:txBody>
      </p:sp>
    </p:spTree>
  </p:cSld>
  <p:transition spd="slow">
    <p:pull dir="lu"/>
  </p:transition>
  <p:timing>
    <p:tnLst>
      <p:par>
        <p:cTn id="265" dur="indefinite" restart="never" nodeType="tmRoot">
          <p:childTnLst>
            <p:seq>
              <p:cTn id="266" dur="indefinite" nodeType="mainSeq">
                <p:childTnLst>
                  <p:par>
                    <p:cTn id="267" nodeType="clickEffect" fill="hold">
                      <p:stCondLst>
                        <p:cond delay="0"/>
                      </p:stCondLst>
                      <p:childTnLst>
                        <p:par>
                          <p:cTn id="268" nodeType="withEffect" fill="hold">
                            <p:stCondLst>
                              <p:cond delay="0"/>
                            </p:stCondLst>
                            <p:childTnLst>
                              <p:par>
                                <p:cTn id="269" nodeType="withEffect" fill="hold" presetClass="entr" presetID="52">
                                  <p:stCondLst>
                                    <p:cond delay="0"/>
                                  </p:stCondLst>
                                  <p:childTnLst>
                                    <p:set>
                                      <p:cBhvr>
                                        <p:cTn id="270" dur="1" fill="hold">
                                          <p:stCondLst>
                                            <p:cond delay="0"/>
                                          </p:stCondLst>
                                        </p:cTn>
                                        <p:tgtEl>
                                          <p:spTgt spid="53"/>
                                        </p:tgtEl>
                                        <p:attrNameLst>
                                          <p:attrName>style.visibility</p:attrName>
                                        </p:attrNameLst>
                                      </p:cBhvr>
                                      <p:to>
                                        <p:strVal val="visible"/>
                                      </p:to>
                                    </p:set>
                                    <p:animScale>
                                      <p:cBhvr>
                                        <p:cTn id="271" dur="2000" fill="hold">
                                          <p:stCondLst>
                                            <p:cond delay="0"/>
                                          </p:stCondLst>
                                        </p:cTn>
                                        <p:tgtEl>
                                          <p:spTgt spid="53"/>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272" dur="2000" fill="hold">
                                          <p:stCondLst>
                                            <p:cond delay="0"/>
                                          </p:stCondLst>
                                        </p:cTn>
                                        <p:tgtEl>
                                          <p:spTgt spid="53"/>
                                        </p:tgtEl>
                                      </p:cBhvr>
                                    </p:animMotion>
                                    <p:animEffect filter="fade" transition="in">
                                      <p:cBhvr additive="repl">
                                        <p:cTn id="273" dur="2000"/>
                                        <p:tgtEl>
                                          <p:spTgt spid="53"/>
                                        </p:tgtEl>
                                      </p:cBhvr>
                                    </p:animEffect>
                                  </p:childTnLst>
                                </p:cTn>
                              </p:par>
                            </p:childTnLst>
                          </p:cTn>
                        </p:par>
                        <p:par>
                          <p:cTn id="274" nodeType="afterEffect" fill="hold">
                            <p:stCondLst>
                              <p:cond delay="2000"/>
                            </p:stCondLst>
                            <p:childTnLst>
                              <p:par>
                                <p:cTn id="275" nodeType="afterEffect" fill="hold" presetClass="entr" presetID="20">
                                  <p:stCondLst>
                                    <p:cond delay="0"/>
                                  </p:stCondLst>
                                  <p:childTnLst>
                                    <p:set>
                                      <p:cBhvr>
                                        <p:cTn id="276" dur="1" fill="hold">
                                          <p:stCondLst>
                                            <p:cond delay="0"/>
                                          </p:stCondLst>
                                        </p:cTn>
                                        <p:tgtEl>
                                          <p:spTgt spid="55"/>
                                        </p:tgtEl>
                                        <p:attrNameLst>
                                          <p:attrName>style.visibility</p:attrName>
                                        </p:attrNameLst>
                                      </p:cBhvr>
                                      <p:to>
                                        <p:strVal val="visible"/>
                                      </p:to>
                                    </p:set>
                                    <p:animEffect filter="wedge" transition="in">
                                      <p:cBhvr additive="repl">
                                        <p:cTn id="277" dur="2000"/>
                                        <p:tgtEl>
                                          <p:spTgt spid="55"/>
                                        </p:tgtEl>
                                      </p:cBhvr>
                                    </p:animEffect>
                                  </p:childTnLst>
                                </p:cTn>
                              </p:par>
                            </p:childTnLst>
                          </p:cTn>
                        </p:par>
                        <p:par>
                          <p:cTn id="278" nodeType="afterEffect" fill="hold">
                            <p:stCondLst>
                              <p:cond delay="4000"/>
                            </p:stCondLst>
                            <p:childTnLst>
                              <p:par>
                                <p:cTn id="279" nodeType="afterEffect" fill="hold" presetClass="emph" presetID="6">
                                  <p:stCondLst>
                                    <p:cond delay="0"/>
                                  </p:stCondLst>
                                  <p:childTnLst>
                                    <p:animScale>
                                      <p:cBhvr>
                                        <p:cTn id="280" dur="2000" fill="hold"/>
                                        <p:tgtEl>
                                          <p:spTgt spid="50"/>
                                        </p:tgtEl>
                                      </p:cBhvr>
                                      <p:to x="150000" y="150000"/>
                                    </p:animScale>
                                  </p:childTnLst>
                                </p:cTn>
                              </p:par>
                            </p:childTnLst>
                          </p:cTn>
                        </p:par>
                        <p:par>
                          <p:cTn id="281" nodeType="afterEffect" fill="hold">
                            <p:stCondLst>
                              <p:cond delay="6000"/>
                            </p:stCondLst>
                            <p:childTnLst>
                              <p:par>
                                <p:cTn id="282" nodeType="afterEffect" fill="hold" presetClass="emph" presetID="26">
                                  <p:stCondLst>
                                    <p:cond delay="0"/>
                                  </p:stCondLst>
                                  <p:childTnLst>
                                    <p:animEffect filter="fade" transition="out">
                                      <p:cBhvr additive="repl">
                                        <p:cTn id="283" dur="2000"/>
                                        <p:tgtEl>
                                          <p:spTgt spid="50"/>
                                        </p:tgtEl>
                                      </p:cBhvr>
                                    </p:animEffect>
                                    <p:animScale>
                                      <p:cBhvr>
                                        <p:cTn id="284" dur="1000" autoRev="1" fill="hold"/>
                                        <p:tgtEl>
                                          <p:spTgt spid="50"/>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AutoShape 2"/>
          <p:cNvSpPr/>
          <p:nvPr/>
        </p:nvSpPr>
        <p:spPr>
          <a:xfrm flipH="1">
            <a:off x="7848720" y="6022800"/>
            <a:ext cx="720720" cy="574920"/>
          </a:xfrm>
          <a:custGeom>
            <a:avLst/>
            <a:gdLst>
              <a:gd name="textAreaLeft" fmla="*/ 168120 w 720720"/>
              <a:gd name="textAreaRight" fmla="*/ 552600 w 720720"/>
              <a:gd name="textAreaTop" fmla="*/ 60480 h 574920"/>
              <a:gd name="textAreaBottom" fmla="*/ 363960 h 57492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140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57" name="Line 3"/>
          <p:cNvSpPr/>
          <p:nvPr/>
        </p:nvSpPr>
        <p:spPr>
          <a:xfrm>
            <a:off x="8137440" y="6238800"/>
            <a:ext cx="21600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pic>
        <p:nvPicPr>
          <p:cNvPr id="58" name="Picture 4" descr="080610164861467"/>
          <p:cNvPicPr/>
          <p:nvPr/>
        </p:nvPicPr>
        <p:blipFill>
          <a:blip r:embed="rId1"/>
          <a:stretch/>
        </p:blipFill>
        <p:spPr>
          <a:xfrm>
            <a:off x="3240" y="3240"/>
            <a:ext cx="2336760" cy="2492280"/>
          </a:xfrm>
          <a:prstGeom prst="rect">
            <a:avLst/>
          </a:prstGeom>
          <a:noFill/>
          <a:ln w="0">
            <a:noFill/>
          </a:ln>
        </p:spPr>
      </p:pic>
      <p:sp>
        <p:nvSpPr>
          <p:cNvPr id="59" name="WordArt 5"/>
          <p:cNvSpPr txBox="1"/>
          <p:nvPr/>
        </p:nvSpPr>
        <p:spPr>
          <a:xfrm>
            <a:off x="3276720" y="0"/>
            <a:ext cx="5040360" cy="1630440"/>
          </a:xfrm>
          <a:prstGeom prst="rect">
            <a:avLst/>
          </a:prstGeom>
        </p:spPr>
        <p:txBody>
          <a:bodyPr wrap="none" lIns="90000" rIns="90000" tIns="46800" bIns="46800" anchor="t" anchorCtr="1">
            <a:prstTxWarp prst="textCurveUp">
              <a:avLst>
                <a:gd name="adj" fmla="val 45833"/>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6000"/>
                    </a:srgbClr>
                  </a:outerShdw>
                </a:effectLst>
                <a:uFillTx/>
                <a:latin typeface="宋体"/>
              </a:rPr>
              <a:t>给我最亲爱的朋友们：</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6000"/>
                  </a:srgbClr>
                </a:outerShdw>
              </a:effectLst>
              <a:uFillTx/>
              <a:latin typeface="宋体"/>
              <a:ea typeface="宋体"/>
            </a:endParaRPr>
          </a:p>
        </p:txBody>
      </p:sp>
      <p:sp>
        <p:nvSpPr>
          <p:cNvPr id="60" name="Text Box 6"/>
          <p:cNvSpPr/>
          <p:nvPr/>
        </p:nvSpPr>
        <p:spPr>
          <a:xfrm>
            <a:off x="2629080" y="2190600"/>
            <a:ext cx="4751280" cy="3654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61" name="Text Box 7"/>
          <p:cNvSpPr/>
          <p:nvPr/>
        </p:nvSpPr>
        <p:spPr>
          <a:xfrm>
            <a:off x="7469280" y="1960560"/>
            <a:ext cx="457200" cy="3630600"/>
          </a:xfrm>
          <a:prstGeom prst="rect">
            <a:avLst/>
          </a:prstGeom>
          <a:noFill/>
          <a:ln w="0">
            <a:noFill/>
          </a:ln>
        </p:spPr>
        <p:style>
          <a:lnRef idx="0"/>
          <a:fillRef idx="0"/>
          <a:effectRef idx="0"/>
          <a:fontRef idx="minor"/>
        </p:style>
        <p:txBody>
          <a:bodyPr lIns="46800" rIns="46800" tIns="90000" bIns="90000" anchor="t" anchorCtr="1" vert="eaVe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62" name="Text Box 8"/>
          <p:cNvSpPr/>
          <p:nvPr/>
        </p:nvSpPr>
        <p:spPr>
          <a:xfrm>
            <a:off x="1966680" y="2133720"/>
            <a:ext cx="5973840" cy="3431880"/>
          </a:xfrm>
          <a:prstGeom prst="rect">
            <a:avLst/>
          </a:prstGeom>
          <a:noFill/>
          <a:ln w="0">
            <a:noFill/>
          </a:ln>
        </p:spPr>
        <p:style>
          <a:lnRef idx="0"/>
          <a:fillRef idx="0"/>
          <a:effectRef idx="0"/>
          <a:fontRef idx="minor"/>
        </p:style>
        <p:txBody>
          <a:bodyPr lIns="46800" rIns="46800" tIns="90000" bIns="90000" anchor="t" anchorCtr="1" vert="eaVe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Arial"/>
                <a:ea typeface="楷体"/>
              </a:rPr>
              <a:t>       我深知“一个篱笆三个桩，一个好汉三个帮”的道理，也明白“在家靠父母，出门靠朋友”的含义，但是我从来都没有向你们表示我对你们的重视，哪怕是一句小小的“谢谢你”。</a:t>
            </a:r>
            <a:endParaRPr b="0" lang="en-US" sz="2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Arial"/>
                <a:ea typeface="楷体"/>
              </a:rPr>
              <a:t>       我惹麻烦你们帮我解决，我有困难你们伸出援手，我难过了你们尽力安慰我，我生病了不在家你们七手八脚地照料我……</a:t>
            </a:r>
            <a:endParaRPr b="0" lang="en-US" sz="2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Arial"/>
                <a:ea typeface="楷体"/>
              </a:rPr>
              <a:t>        这些我都知道！有了朋友千金不换！</a:t>
            </a:r>
            <a:endParaRPr b="0" lang="en-US" sz="2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Arial"/>
                <a:ea typeface="楷体"/>
              </a:rPr>
              <a:t>        有你们，我可以听到正确的意见；有你们我就有了更好的点子；有你们我的生活有了更多快乐！</a:t>
            </a:r>
            <a:endParaRPr b="0" lang="en-US" sz="20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Arial"/>
                <a:ea typeface="楷体"/>
              </a:rPr>
              <a:t>        谢谢你们！</a:t>
            </a:r>
            <a:endParaRPr b="0" lang="en-US" sz="2000" strike="noStrike" u="none">
              <a:solidFill>
                <a:srgbClr val="000000"/>
              </a:solidFill>
              <a:effectLst/>
              <a:uFillTx/>
              <a:latin typeface="Arial"/>
            </a:endParaRPr>
          </a:p>
        </p:txBody>
      </p:sp>
    </p:spTree>
  </p:cSld>
  <p:transition spd="slow">
    <p:wheel spokes="3"/>
  </p:transition>
  <p:timing>
    <p:tnLst>
      <p:par>
        <p:cTn id="285" dur="indefinite" restart="never" nodeType="tmRoot">
          <p:childTnLst>
            <p:seq>
              <p:cTn id="286" dur="indefinite" nodeType="mainSeq">
                <p:childTnLst>
                  <p:par>
                    <p:cTn id="287" nodeType="clickEffect" fill="hold">
                      <p:stCondLst>
                        <p:cond delay="0"/>
                      </p:stCondLst>
                      <p:childTnLst>
                        <p:par>
                          <p:cTn id="288" nodeType="withEffect" fill="hold">
                            <p:stCondLst>
                              <p:cond delay="0"/>
                            </p:stCondLst>
                            <p:childTnLst>
                              <p:par>
                                <p:cTn id="289" nodeType="withEffect" fill="hold" presetClass="entr" presetID="8" presetSubtype="16">
                                  <p:stCondLst>
                                    <p:cond delay="0"/>
                                  </p:stCondLst>
                                  <p:childTnLst>
                                    <p:set>
                                      <p:cBhvr>
                                        <p:cTn id="290" dur="1" fill="hold">
                                          <p:stCondLst>
                                            <p:cond delay="0"/>
                                          </p:stCondLst>
                                        </p:cTn>
                                        <p:tgtEl>
                                          <p:spTgt spid="59"/>
                                        </p:tgtEl>
                                        <p:attrNameLst>
                                          <p:attrName>style.visibility</p:attrName>
                                        </p:attrNameLst>
                                      </p:cBhvr>
                                      <p:to>
                                        <p:strVal val="visible"/>
                                      </p:to>
                                    </p:set>
                                    <p:animEffect filter="diamond(in)" transition="in">
                                      <p:cBhvr additive="repl">
                                        <p:cTn id="291" dur="2000"/>
                                        <p:tgtEl>
                                          <p:spTgt spid="59"/>
                                        </p:tgtEl>
                                      </p:cBhvr>
                                    </p:animEffect>
                                  </p:childTnLst>
                                </p:cTn>
                              </p:par>
                            </p:childTnLst>
                          </p:cTn>
                        </p:par>
                        <p:par>
                          <p:cTn id="292" nodeType="afterEffect" fill="hold">
                            <p:stCondLst>
                              <p:cond delay="2000"/>
                            </p:stCondLst>
                            <p:childTnLst>
                              <p:par>
                                <p:cTn id="293" nodeType="afterEffect" fill="hold" presetClass="entr" presetID="38">
                                  <p:stCondLst>
                                    <p:cond delay="0"/>
                                  </p:stCondLst>
                                  <p:iterate type="lt">
                                    <p:tmAbs val="250"/>
                                  </p:iterate>
                                  <p:childTnLst>
                                    <p:set>
                                      <p:cBhvr>
                                        <p:cTn id="294" dur="1" fill="hold">
                                          <p:stCondLst>
                                            <p:cond delay="0"/>
                                          </p:stCondLst>
                                        </p:cTn>
                                        <p:tgtEl>
                                          <p:spTgt spid="62"/>
                                        </p:tgtEl>
                                        <p:attrNameLst>
                                          <p:attrName>style.visibility</p:attrName>
                                        </p:attrNameLst>
                                      </p:cBhvr>
                                      <p:to>
                                        <p:strVal val="visible"/>
                                      </p:to>
                                    </p:set>
                                    <p:set>
                                      <p:cBhvr>
                                        <p:cTn id="295" dur="228" fill="hold">
                                          <p:stCondLst>
                                            <p:cond delay="0"/>
                                          </p:stCondLst>
                                        </p:cTn>
                                        <p:tgtEl>
                                          <p:spTgt spid="62"/>
                                        </p:tgtEl>
                                        <p:attrNameLst>
                                          <p:attrName>r</p:attrName>
                                        </p:attrNameLst>
                                      </p:cBhvr>
                                      <p:to>
                                        <p:strVal val="-45"/>
                                      </p:to>
                                    </p:set>
                                    <p:anim calcmode="lin" valueType="num">
                                      <p:cBhvr additive="repl">
                                        <p:cTn id="296" dur="228" fill="hold">
                                          <p:stCondLst>
                                            <p:cond delay="228"/>
                                          </p:stCondLst>
                                        </p:cTn>
                                        <p:tgtEl>
                                          <p:spTgt spid="62"/>
                                        </p:tgtEl>
                                        <p:attrNameLst>
                                          <p:attrName>r</p:attrName>
                                        </p:attrNameLst>
                                      </p:cBhvr>
                                      <p:tavLst>
                                        <p:tav tm="0">
                                          <p:val>
                                            <p:strVal val="-45"/>
                                          </p:val>
                                        </p:tav>
                                        <p:tav tm="69900">
                                          <p:val>
                                            <p:strVal val="45"/>
                                          </p:val>
                                        </p:tav>
                                        <p:tav tm="100000">
                                          <p:val>
                                            <p:strVal val="0"/>
                                          </p:val>
                                        </p:tav>
                                      </p:tavLst>
                                    </p:anim>
                                    <p:anim calcmode="lin" valueType="num">
                                      <p:cBhvr additive="repl">
                                        <p:cTn id="297" dur="228" fill="hold">
                                          <p:stCondLst>
                                            <p:cond delay="0"/>
                                          </p:stCondLst>
                                        </p:cTn>
                                        <p:tgtEl>
                                          <p:spTgt spid="62"/>
                                        </p:tgtEl>
                                        <p:attrNameLst>
                                          <p:attrName>ppt_y</p:attrName>
                                        </p:attrNameLst>
                                      </p:cBhvr>
                                      <p:tavLst>
                                        <p:tav tm="0">
                                          <p:val>
                                            <p:strVal val="#ppt_y-1"/>
                                          </p:val>
                                        </p:tav>
                                        <p:tav tm="100000">
                                          <p:val>
                                            <p:strVal val="#ppt_y-(0.354*#ppt_w-0.172*#ppt_h)"/>
                                          </p:val>
                                        </p:tav>
                                      </p:tavLst>
                                    </p:anim>
                                    <p:anim calcmode="lin" valueType="num">
                                      <p:cBhvr additive="repl">
                                        <p:cTn id="298" dur="78" autoRev="1" fill="hold">
                                          <p:stCondLst>
                                            <p:cond delay="228"/>
                                          </p:stCondLst>
                                        </p:cTn>
                                        <p:tgtEl>
                                          <p:spTgt spid="62"/>
                                        </p:tgtEl>
                                        <p:attrNameLst>
                                          <p:attrName>ppt_y</p:attrName>
                                        </p:attrNameLst>
                                      </p:cBhvr>
                                      <p:tavLst>
                                        <p:tav tm="0">
                                          <p:val>
                                            <p:strVal val="#ppt_y-(0.354*#ppt_w-0.172*#ppt_h)"/>
                                          </p:val>
                                        </p:tav>
                                        <p:tav tm="100000">
                                          <p:val>
                                            <p:strVal val="#ppt_y-(0.354*#ppt_w-0.172*#ppt_h)-#ppt_h/2"/>
                                          </p:val>
                                        </p:tav>
                                      </p:tavLst>
                                    </p:anim>
                                    <p:anim calcmode="lin" valueType="num">
                                      <p:cBhvr additive="repl">
                                        <p:cTn id="299" dur="68" fill="hold">
                                          <p:stCondLst>
                                            <p:cond delay="432"/>
                                          </p:stCondLst>
                                        </p:cTn>
                                        <p:tgtEl>
                                          <p:spTgt spid="62"/>
                                        </p:tgtEl>
                                        <p:attrNameLst>
                                          <p:attrName>ppt_y</p:attrName>
                                        </p:attrNameLst>
                                      </p:cBhvr>
                                      <p:tavLst>
                                        <p:tav tm="0">
                                          <p:val>
                                            <p:strVal val="#ppt_y-(0.354*#ppt_w-0.172*#ppt_h)"/>
                                          </p:val>
                                        </p:tav>
                                        <p:tav tm="100000">
                                          <p:val>
                                            <p:strVal val="#ppt_y"/>
                                          </p:val>
                                        </p:tav>
                                      </p:tavLst>
                                    </p:anim>
                                  </p:childTnLst>
                                </p:cTn>
                              </p:par>
                            </p:childTnLst>
                          </p:cTn>
                        </p:par>
                        <p:par>
                          <p:cTn id="300" nodeType="afterEffect" fill="hold">
                            <p:stCondLst>
                              <p:cond delay="60500"/>
                            </p:stCondLst>
                            <p:childTnLst>
                              <p:par>
                                <p:cTn id="301" nodeType="afterEffect" fill="hold" presetClass="emph" presetID="6">
                                  <p:stCondLst>
                                    <p:cond delay="0"/>
                                  </p:stCondLst>
                                  <p:childTnLst>
                                    <p:animScale>
                                      <p:cBhvr>
                                        <p:cTn id="302" dur="2000" fill="hold"/>
                                        <p:tgtEl>
                                          <p:spTgt spid="56"/>
                                        </p:tgtEl>
                                      </p:cBhvr>
                                      <p:to x="150000" y="150000"/>
                                    </p:animScale>
                                  </p:childTnLst>
                                </p:cTn>
                              </p:par>
                            </p:childTnLst>
                          </p:cTn>
                        </p:par>
                        <p:par>
                          <p:cTn id="303" nodeType="afterEffect" fill="hold">
                            <p:stCondLst>
                              <p:cond delay="62500"/>
                            </p:stCondLst>
                            <p:childTnLst>
                              <p:par>
                                <p:cTn id="304" nodeType="afterEffect" fill="hold" presetClass="emph" presetID="26">
                                  <p:stCondLst>
                                    <p:cond delay="0"/>
                                  </p:stCondLst>
                                  <p:childTnLst>
                                    <p:animEffect filter="fade" transition="out">
                                      <p:cBhvr additive="repl">
                                        <p:cTn id="305" dur="2000"/>
                                        <p:tgtEl>
                                          <p:spTgt spid="56"/>
                                        </p:tgtEl>
                                      </p:cBhvr>
                                    </p:animEffect>
                                    <p:animScale>
                                      <p:cBhvr>
                                        <p:cTn id="306" dur="1000" autoRev="1" fill="hold"/>
                                        <p:tgtEl>
                                          <p:spTgt spid="56"/>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Picture 2" descr="466e7bb0559bb41e082302e2"/>
          <p:cNvPicPr/>
          <p:nvPr/>
        </p:nvPicPr>
        <p:blipFill>
          <a:blip r:embed="rId1"/>
          <a:stretch/>
        </p:blipFill>
        <p:spPr>
          <a:xfrm>
            <a:off x="6084720" y="46080"/>
            <a:ext cx="3076920" cy="3313080"/>
          </a:xfrm>
          <a:prstGeom prst="rect">
            <a:avLst/>
          </a:prstGeom>
          <a:solidFill>
            <a:srgbClr val="bbe0e3"/>
          </a:solidFill>
          <a:ln w="9360">
            <a:solidFill>
              <a:srgbClr val="bbe0e3"/>
            </a:solidFill>
            <a:miter/>
          </a:ln>
        </p:spPr>
      </p:pic>
      <p:sp>
        <p:nvSpPr>
          <p:cNvPr id="64" name="AutoShape 3"/>
          <p:cNvSpPr/>
          <p:nvPr/>
        </p:nvSpPr>
        <p:spPr>
          <a:xfrm flipH="1">
            <a:off x="7848720" y="6022800"/>
            <a:ext cx="720720" cy="574920"/>
          </a:xfrm>
          <a:custGeom>
            <a:avLst/>
            <a:gdLst>
              <a:gd name="textAreaLeft" fmla="*/ 168120 w 720720"/>
              <a:gd name="textAreaRight" fmla="*/ 552600 w 720720"/>
              <a:gd name="textAreaTop" fmla="*/ 60480 h 574920"/>
              <a:gd name="textAreaBottom" fmla="*/ 363960 h 574920"/>
              <a:gd name="GluePoint1X" fmla="*/ 2147483647 w 21600"/>
              <a:gd name="GluePoint1Y" fmla="*/ 2147483647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99cc"/>
          </a:solidFill>
          <a:ln cap="rnd" w="41400">
            <a:solidFill>
              <a:srgbClr val="ff0000"/>
            </a:solidFill>
            <a:custDash>
              <a:ds d="100000" sp="1000"/>
            </a:custDash>
            <a:miter/>
          </a:ln>
        </p:spPr>
        <p:style>
          <a:lnRef idx="0"/>
          <a:fillRef idx="0"/>
          <a:effectRef idx="0"/>
          <a:fontRef idx="minor"/>
        </p:style>
        <p:txBody>
          <a:bodyPr lIns="90000" rIns="90000" tIns="46800" bIns="46800" anchor="ctr">
            <a:spAutoFit/>
          </a:bodyPr>
          <a:p>
            <a:endParaRPr b="0" lang="en-US" sz="1800" strike="noStrike" u="none">
              <a:solidFill>
                <a:srgbClr val="000000"/>
              </a:solidFill>
              <a:effectLst/>
              <a:uFillTx/>
              <a:latin typeface="Arial"/>
            </a:endParaRPr>
          </a:p>
        </p:txBody>
      </p:sp>
      <p:sp>
        <p:nvSpPr>
          <p:cNvPr id="65" name="Line 4"/>
          <p:cNvSpPr/>
          <p:nvPr/>
        </p:nvSpPr>
        <p:spPr>
          <a:xfrm>
            <a:off x="8137440" y="6238800"/>
            <a:ext cx="216000" cy="0"/>
          </a:xfrm>
          <a:prstGeom prst="line">
            <a:avLst/>
          </a:prstGeom>
          <a:ln w="44280">
            <a:solidFill>
              <a:srgbClr val="ff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66" name="WordArt 5"/>
          <p:cNvSpPr txBox="1"/>
          <p:nvPr/>
        </p:nvSpPr>
        <p:spPr>
          <a:xfrm>
            <a:off x="539640" y="406440"/>
            <a:ext cx="4896000" cy="1125360"/>
          </a:xfrm>
          <a:prstGeom prst="rect">
            <a:avLst/>
          </a:prstGeom>
        </p:spPr>
        <p:txBody>
          <a:bodyPr wrap="none" lIns="90000" rIns="90000" tIns="46800" bIns="46800" anchor="t" anchorCtr="1">
            <a:prstTxWarp prst="textInflateTop">
              <a:avLst>
                <a:gd name="adj" fmla="val 31944"/>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6000"/>
                    </a:srgbClr>
                  </a:outerShdw>
                </a:effectLst>
                <a:uFillTx/>
                <a:latin typeface="宋体"/>
              </a:rPr>
              <a:t>给我最亲爱的老师们：</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6000"/>
                  </a:srgbClr>
                </a:outerShdw>
              </a:effectLst>
              <a:uFillTx/>
              <a:latin typeface="宋体"/>
              <a:ea typeface="宋体"/>
            </a:endParaRPr>
          </a:p>
        </p:txBody>
      </p:sp>
      <p:sp>
        <p:nvSpPr>
          <p:cNvPr id="67" name="Text Box 6"/>
          <p:cNvSpPr/>
          <p:nvPr/>
        </p:nvSpPr>
        <p:spPr>
          <a:xfrm>
            <a:off x="1243080" y="2368440"/>
            <a:ext cx="4770360" cy="1618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微软雅黑"/>
                <a:ea typeface="微软雅黑"/>
              </a:rPr>
              <a:t>      我人生的第二大领航员，感谢你们！</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微软雅黑"/>
                <a:ea typeface="微软雅黑"/>
              </a:rPr>
              <a:t>      你们用粉笔在黑板上书写了我美好的人生。</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微软雅黑"/>
                <a:ea typeface="微软雅黑"/>
              </a:rPr>
              <a:t>      父母教会了我如何生活，你们给予我渊博的知识和敏捷的思维能力。你们还以</a:t>
            </a:r>
            <a:endParaRPr b="0" lang="en-US" sz="2000" strike="noStrike" u="none">
              <a:solidFill>
                <a:srgbClr val="000000"/>
              </a:solidFill>
              <a:effectLst/>
              <a:uFillTx/>
              <a:latin typeface="Arial"/>
            </a:endParaRPr>
          </a:p>
        </p:txBody>
      </p:sp>
      <p:sp>
        <p:nvSpPr>
          <p:cNvPr id="68" name="Text Box 7"/>
          <p:cNvSpPr/>
          <p:nvPr/>
        </p:nvSpPr>
        <p:spPr>
          <a:xfrm>
            <a:off x="1260360" y="3860640"/>
            <a:ext cx="7128000" cy="13136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微软雅黑"/>
                <a:ea typeface="微软雅黑"/>
              </a:rPr>
              <a:t>自己为模范教会我如何做人。再苦再累，你们也从未抱怨。</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微软雅黑"/>
                <a:ea typeface="微软雅黑"/>
              </a:rPr>
              <a:t>      我能够顺利地走到今天，耳畔响起的是你们的谆谆教导。有了这样明亮的指明灯，我才不会害怕。</a:t>
            </a:r>
            <a:endParaRPr b="0" lang="en-US"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2000" strike="noStrike" u="none">
                <a:solidFill>
                  <a:srgbClr val="333399"/>
                </a:solidFill>
                <a:effectLst/>
                <a:uFillTx/>
                <a:latin typeface="微软雅黑"/>
                <a:ea typeface="微软雅黑"/>
              </a:rPr>
              <a:t>      真诚地祝愿你们桃李满天下！</a:t>
            </a:r>
            <a:endParaRPr b="0" lang="en-US" sz="2000" strike="noStrike" u="none">
              <a:solidFill>
                <a:srgbClr val="000000"/>
              </a:solidFill>
              <a:effectLst/>
              <a:uFillTx/>
              <a:latin typeface="Arial"/>
            </a:endParaRPr>
          </a:p>
        </p:txBody>
      </p:sp>
    </p:spTree>
  </p:cSld>
  <p:transition spd="slow">
    <p:newsflash/>
  </p:transition>
  <p:timing>
    <p:tnLst>
      <p:par>
        <p:cTn id="307" dur="indefinite" restart="never" nodeType="tmRoot">
          <p:childTnLst>
            <p:seq>
              <p:cTn id="308" dur="indefinite" nodeType="mainSeq">
                <p:childTnLst>
                  <p:par>
                    <p:cTn id="309" nodeType="clickEffect" fill="hold">
                      <p:stCondLst>
                        <p:cond delay="0"/>
                      </p:stCondLst>
                      <p:childTnLst>
                        <p:par>
                          <p:cTn id="310" nodeType="withEffect" fill="hold">
                            <p:stCondLst>
                              <p:cond delay="0"/>
                            </p:stCondLst>
                            <p:childTnLst>
                              <p:par>
                                <p:cTn id="311" nodeType="withEffect" fill="hold" presetClass="entr" presetID="54">
                                  <p:stCondLst>
                                    <p:cond delay="0"/>
                                  </p:stCondLst>
                                  <p:childTnLst>
                                    <p:set>
                                      <p:cBhvr>
                                        <p:cTn id="312" dur="1" fill="hold">
                                          <p:stCondLst>
                                            <p:cond delay="0"/>
                                          </p:stCondLst>
                                        </p:cTn>
                                        <p:tgtEl>
                                          <p:spTgt spid="66"/>
                                        </p:tgtEl>
                                        <p:attrNameLst>
                                          <p:attrName>style.visibility</p:attrName>
                                        </p:attrNameLst>
                                      </p:cBhvr>
                                      <p:to>
                                        <p:strVal val="visible"/>
                                      </p:to>
                                    </p:set>
                                    <p:anim calcmode="lin" valueType="num">
                                      <p:cBhvr additive="repl">
                                        <p:cTn id="313" dur="2000" fill="hold"/>
                                        <p:tgtEl>
                                          <p:spTgt spid="66"/>
                                        </p:tgtEl>
                                        <p:attrNameLst>
                                          <p:attrName>ppt_w</p:attrName>
                                        </p:attrNameLst>
                                      </p:cBhvr>
                                      <p:tavLst>
                                        <p:tav tm="0">
                                          <p:val>
                                            <p:strVal val="#ppt_w*0.05"/>
                                          </p:val>
                                        </p:tav>
                                        <p:tav tm="100000">
                                          <p:val>
                                            <p:strVal val="#ppt_w"/>
                                          </p:val>
                                        </p:tav>
                                      </p:tavLst>
                                    </p:anim>
                                    <p:anim calcmode="lin" valueType="num">
                                      <p:cBhvr additive="repl">
                                        <p:cTn id="314" dur="2000" fill="hold"/>
                                        <p:tgtEl>
                                          <p:spTgt spid="66"/>
                                        </p:tgtEl>
                                        <p:attrNameLst>
                                          <p:attrName>ppt_h</p:attrName>
                                        </p:attrNameLst>
                                      </p:cBhvr>
                                      <p:tavLst>
                                        <p:tav tm="0">
                                          <p:val>
                                            <p:strVal val="#ppt_h"/>
                                          </p:val>
                                        </p:tav>
                                        <p:tav tm="100000">
                                          <p:val>
                                            <p:strVal val="#ppt_h"/>
                                          </p:val>
                                        </p:tav>
                                      </p:tavLst>
                                    </p:anim>
                                    <p:anim calcmode="lin" valueType="num">
                                      <p:cBhvr additive="repl">
                                        <p:cTn id="315" dur="2000" fill="hold"/>
                                        <p:tgtEl>
                                          <p:spTgt spid="66"/>
                                        </p:tgtEl>
                                        <p:attrNameLst>
                                          <p:attrName>ppt_x</p:attrName>
                                        </p:attrNameLst>
                                      </p:cBhvr>
                                      <p:tavLst>
                                        <p:tav tm="0">
                                          <p:val>
                                            <p:strVal val="#ppt_x-.2"/>
                                          </p:val>
                                        </p:tav>
                                        <p:tav tm="100000">
                                          <p:val>
                                            <p:strVal val="#ppt_x"/>
                                          </p:val>
                                        </p:tav>
                                      </p:tavLst>
                                    </p:anim>
                                    <p:anim calcmode="lin" valueType="num">
                                      <p:cBhvr additive="repl">
                                        <p:cTn id="316" dur="2000" fill="hold"/>
                                        <p:tgtEl>
                                          <p:spTgt spid="66"/>
                                        </p:tgtEl>
                                        <p:attrNameLst>
                                          <p:attrName>ppt_y</p:attrName>
                                        </p:attrNameLst>
                                      </p:cBhvr>
                                      <p:tavLst>
                                        <p:tav tm="0">
                                          <p:val>
                                            <p:strVal val="#ppt_y"/>
                                          </p:val>
                                        </p:tav>
                                        <p:tav tm="100000">
                                          <p:val>
                                            <p:strVal val="#ppt_y"/>
                                          </p:val>
                                        </p:tav>
                                      </p:tavLst>
                                    </p:anim>
                                    <p:animEffect filter="fade" transition="in">
                                      <p:cBhvr additive="repl">
                                        <p:cTn id="317" dur="2000"/>
                                        <p:tgtEl>
                                          <p:spTgt spid="66"/>
                                        </p:tgtEl>
                                      </p:cBhvr>
                                    </p:animEffect>
                                  </p:childTnLst>
                                </p:cTn>
                              </p:par>
                            </p:childTnLst>
                          </p:cTn>
                        </p:par>
                        <p:par>
                          <p:cTn id="318" nodeType="afterEffect" fill="hold">
                            <p:stCondLst>
                              <p:cond delay="2000"/>
                            </p:stCondLst>
                            <p:childTnLst>
                              <p:par>
                                <p:cTn id="319" nodeType="afterEffect" fill="hold" presetClass="entr" presetID="35">
                                  <p:stCondLst>
                                    <p:cond delay="0"/>
                                  </p:stCondLst>
                                  <p:iterate type="lt">
                                    <p:tmAbs val="0"/>
                                  </p:iterate>
                                  <p:childTnLst>
                                    <p:set>
                                      <p:cBhvr>
                                        <p:cTn id="320" dur="1" fill="hold">
                                          <p:stCondLst>
                                            <p:cond delay="0"/>
                                          </p:stCondLst>
                                        </p:cTn>
                                        <p:tgtEl>
                                          <p:spTgt spid="67"/>
                                        </p:tgtEl>
                                        <p:attrNameLst>
                                          <p:attrName>style.visibility</p:attrName>
                                        </p:attrNameLst>
                                      </p:cBhvr>
                                      <p:to>
                                        <p:strVal val="visible"/>
                                      </p:to>
                                    </p:set>
                                    <p:animEffect filter="fade" transition="in">
                                      <p:cBhvr additive="repl">
                                        <p:cTn id="321" dur="2000"/>
                                        <p:tgtEl>
                                          <p:spTgt spid="67"/>
                                        </p:tgtEl>
                                      </p:cBhvr>
                                    </p:animEffect>
                                    <p:anim calcmode="lin" valueType="num">
                                      <p:cBhvr additive="repl">
                                        <p:cTn id="322" dur="2000" fill="hold"/>
                                        <p:tgtEl>
                                          <p:spTgt spid="67"/>
                                        </p:tgtEl>
                                        <p:attrNameLst>
                                          <p:attrName>r</p:attrName>
                                        </p:attrNameLst>
                                      </p:cBhvr>
                                      <p:tavLst>
                                        <p:tav tm="0">
                                          <p:val>
                                            <p:strVal val="720"/>
                                          </p:val>
                                        </p:tav>
                                        <p:tav tm="100000">
                                          <p:val>
                                            <p:strVal val="0"/>
                                          </p:val>
                                        </p:tav>
                                      </p:tavLst>
                                    </p:anim>
                                    <p:anim calcmode="lin" valueType="num">
                                      <p:cBhvr additive="repl">
                                        <p:cTn id="323" dur="2000" fill="hold"/>
                                        <p:tgtEl>
                                          <p:spTgt spid="67"/>
                                        </p:tgtEl>
                                        <p:attrNameLst>
                                          <p:attrName>ppt_h</p:attrName>
                                        </p:attrNameLst>
                                      </p:cBhvr>
                                      <p:tavLst>
                                        <p:tav tm="0">
                                          <p:val>
                                            <p:fltVal val="0"/>
                                          </p:val>
                                        </p:tav>
                                        <p:tav tm="100000">
                                          <p:val>
                                            <p:strVal val="#ppt_h"/>
                                          </p:val>
                                        </p:tav>
                                      </p:tavLst>
                                    </p:anim>
                                    <p:anim calcmode="lin" valueType="num">
                                      <p:cBhvr additive="repl">
                                        <p:cTn id="324" dur="2000" fill="hold"/>
                                        <p:tgtEl>
                                          <p:spTgt spid="67"/>
                                        </p:tgtEl>
                                        <p:attrNameLst>
                                          <p:attrName>ppt_w</p:attrName>
                                        </p:attrNameLst>
                                      </p:cBhvr>
                                      <p:tavLst>
                                        <p:tav tm="0">
                                          <p:val>
                                            <p:fltVal val="0"/>
                                          </p:val>
                                        </p:tav>
                                        <p:tav tm="100000">
                                          <p:val>
                                            <p:strVal val="#ppt_w"/>
                                          </p:val>
                                        </p:tav>
                                      </p:tavLst>
                                    </p:anim>
                                  </p:childTnLst>
                                </p:cTn>
                              </p:par>
                              <p:par>
                                <p:cTn id="325" nodeType="withEffect" fill="hold" presetClass="entr" presetID="35">
                                  <p:stCondLst>
                                    <p:cond delay="0"/>
                                  </p:stCondLst>
                                  <p:childTnLst>
                                    <p:set>
                                      <p:cBhvr>
                                        <p:cTn id="326" dur="1" fill="hold">
                                          <p:stCondLst>
                                            <p:cond delay="0"/>
                                          </p:stCondLst>
                                        </p:cTn>
                                        <p:tgtEl>
                                          <p:spTgt spid="68"/>
                                        </p:tgtEl>
                                        <p:attrNameLst>
                                          <p:attrName>style.visibility</p:attrName>
                                        </p:attrNameLst>
                                      </p:cBhvr>
                                      <p:to>
                                        <p:strVal val="visible"/>
                                      </p:to>
                                    </p:set>
                                    <p:animEffect filter="fade" transition="in">
                                      <p:cBhvr additive="repl">
                                        <p:cTn id="327" dur="2000"/>
                                        <p:tgtEl>
                                          <p:spTgt spid="68"/>
                                        </p:tgtEl>
                                      </p:cBhvr>
                                    </p:animEffect>
                                    <p:anim calcmode="lin" valueType="num">
                                      <p:cBhvr additive="repl">
                                        <p:cTn id="328" dur="2000" fill="hold"/>
                                        <p:tgtEl>
                                          <p:spTgt spid="68"/>
                                        </p:tgtEl>
                                        <p:attrNameLst>
                                          <p:attrName>r</p:attrName>
                                        </p:attrNameLst>
                                      </p:cBhvr>
                                      <p:tavLst>
                                        <p:tav tm="0">
                                          <p:val>
                                            <p:strVal val="720"/>
                                          </p:val>
                                        </p:tav>
                                        <p:tav tm="100000">
                                          <p:val>
                                            <p:strVal val="0"/>
                                          </p:val>
                                        </p:tav>
                                      </p:tavLst>
                                    </p:anim>
                                    <p:anim calcmode="lin" valueType="num">
                                      <p:cBhvr additive="repl">
                                        <p:cTn id="329" dur="2000" fill="hold"/>
                                        <p:tgtEl>
                                          <p:spTgt spid="68"/>
                                        </p:tgtEl>
                                        <p:attrNameLst>
                                          <p:attrName>ppt_h</p:attrName>
                                        </p:attrNameLst>
                                      </p:cBhvr>
                                      <p:tavLst>
                                        <p:tav tm="0">
                                          <p:val>
                                            <p:fltVal val="0"/>
                                          </p:val>
                                        </p:tav>
                                        <p:tav tm="100000">
                                          <p:val>
                                            <p:strVal val="#ppt_h"/>
                                          </p:val>
                                        </p:tav>
                                      </p:tavLst>
                                    </p:anim>
                                    <p:anim calcmode="lin" valueType="num">
                                      <p:cBhvr additive="repl">
                                        <p:cTn id="330" dur="2000" fill="hold"/>
                                        <p:tgtEl>
                                          <p:spTgt spid="68"/>
                                        </p:tgtEl>
                                        <p:attrNameLst>
                                          <p:attrName>ppt_w</p:attrName>
                                        </p:attrNameLst>
                                      </p:cBhvr>
                                      <p:tavLst>
                                        <p:tav tm="0">
                                          <p:val>
                                            <p:fltVal val="0"/>
                                          </p:val>
                                        </p:tav>
                                        <p:tav tm="100000">
                                          <p:val>
                                            <p:strVal val="#ppt_w"/>
                                          </p:val>
                                        </p:tav>
                                      </p:tavLst>
                                    </p:anim>
                                  </p:childTnLst>
                                </p:cTn>
                              </p:par>
                            </p:childTnLst>
                          </p:cTn>
                        </p:par>
                        <p:par>
                          <p:cTn id="331" nodeType="afterEffect" fill="hold">
                            <p:stCondLst>
                              <p:cond delay="4000"/>
                            </p:stCondLst>
                            <p:childTnLst>
                              <p:par>
                                <p:cTn id="332" nodeType="afterEffect" fill="hold" presetClass="emph" presetID="6">
                                  <p:stCondLst>
                                    <p:cond delay="0"/>
                                  </p:stCondLst>
                                  <p:childTnLst>
                                    <p:animScale>
                                      <p:cBhvr>
                                        <p:cTn id="333" dur="2000" fill="hold"/>
                                        <p:tgtEl>
                                          <p:spTgt spid="64"/>
                                        </p:tgtEl>
                                      </p:cBhvr>
                                      <p:to x="150000" y="150000"/>
                                    </p:animScale>
                                  </p:childTnLst>
                                </p:cTn>
                              </p:par>
                            </p:childTnLst>
                          </p:cTn>
                        </p:par>
                        <p:par>
                          <p:cTn id="334" nodeType="afterEffect" fill="hold">
                            <p:stCondLst>
                              <p:cond delay="6000"/>
                            </p:stCondLst>
                            <p:childTnLst>
                              <p:par>
                                <p:cTn id="335" nodeType="afterEffect" fill="hold" presetClass="emph" presetID="26">
                                  <p:stCondLst>
                                    <p:cond delay="0"/>
                                  </p:stCondLst>
                                  <p:childTnLst>
                                    <p:animEffect filter="fade" transition="out">
                                      <p:cBhvr additive="repl">
                                        <p:cTn id="336" dur="2000"/>
                                        <p:tgtEl>
                                          <p:spTgt spid="64"/>
                                        </p:tgtEl>
                                      </p:cBhvr>
                                    </p:animEffect>
                                    <p:animScale>
                                      <p:cBhvr>
                                        <p:cTn id="337" dur="1000" autoRev="1" fill="hold"/>
                                        <p:tgtEl>
                                          <p:spTgt spid="64"/>
                                        </p:tgtEl>
                                      </p:cBhvr>
                                      <p:to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Rectangle 3"/>
          <p:cNvSpPr/>
          <p:nvPr/>
        </p:nvSpPr>
        <p:spPr>
          <a:xfrm>
            <a:off x="2959200" y="2997360"/>
            <a:ext cx="6184800" cy="720720"/>
          </a:xfrm>
          <a:prstGeom prst="rect">
            <a:avLst/>
          </a:prstGeom>
          <a:noFill/>
          <a:ln w="0">
            <a:noFill/>
          </a:ln>
        </p:spPr>
        <p:style>
          <a:lnRef idx="0"/>
          <a:fillRef idx="0"/>
          <a:effectRef idx="0"/>
          <a:fontRef idx="minor"/>
        </p:style>
        <p:txBody>
          <a:bodyPr lIns="0" rIns="0" tIns="46800" bIns="46800" anchor="t">
            <a:noAutofit/>
          </a:bodyPr>
          <a:p>
            <a:pPr algn="ctr">
              <a:lnSpc>
                <a:spcPct val="12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70" name="WordArt 3"/>
          <p:cNvSpPr txBox="1"/>
          <p:nvPr/>
        </p:nvSpPr>
        <p:spPr>
          <a:xfrm>
            <a:off x="7308720" y="117360"/>
            <a:ext cx="1586160" cy="723960"/>
          </a:xfrm>
          <a:prstGeom prst="rect">
            <a:avLst/>
          </a:prstGeom>
        </p:spPr>
        <p:txBody>
          <a:bodyPr wrap="none" lIns="90000" rIns="90000" tIns="46800" bIns="46800" anchor="t" anchorCtr="1">
            <a:prstTxWarp prst="textDeflateTop">
              <a:avLst>
                <a:gd name="adj" fmla="val 46759"/>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rPr>
              <a:t>Amore</a:t>
            </a:r>
            <a:endParaRPr b="1" lang="en-US" sz="1800" spc="3" strike="noStrike" u="none">
              <a:ln w="12600">
                <a:solidFill>
                  <a:srgbClr val="eaeaea"/>
                </a:solidFill>
                <a:miter/>
              </a:ln>
              <a:gradFill rotWithShape="0">
                <a:gsLst>
                  <a:gs pos="0">
                    <a:srgbClr val="a603ab"/>
                  </a:gs>
                  <a:gs pos="100000">
                    <a:srgbClr val="a603ab"/>
                  </a:gs>
                </a:gsLst>
                <a:lin ang="0"/>
              </a:gradFill>
              <a:effectLst>
                <a:outerShdw dist="153753" dir="2700000" blurRad="0" rotWithShape="0">
                  <a:srgbClr val="c0c0c0">
                    <a:alpha val="75000"/>
                  </a:srgbClr>
                </a:outerShdw>
              </a:effectLst>
              <a:uFillTx/>
              <a:latin typeface="Segoe Script"/>
              <a:ea typeface="Segoe Script"/>
            </a:endParaRPr>
          </a:p>
        </p:txBody>
      </p:sp>
      <p:pic>
        <p:nvPicPr>
          <p:cNvPr id="71" name="Picture 4" descr="0871402190682936"/>
          <p:cNvPicPr/>
          <p:nvPr/>
        </p:nvPicPr>
        <p:blipFill>
          <a:blip r:embed="rId1"/>
          <a:stretch/>
        </p:blipFill>
        <p:spPr>
          <a:xfrm>
            <a:off x="1440" y="44280"/>
            <a:ext cx="2340000" cy="2089440"/>
          </a:xfrm>
          <a:prstGeom prst="rect">
            <a:avLst/>
          </a:prstGeom>
          <a:noFill/>
          <a:ln w="0">
            <a:noFill/>
          </a:ln>
        </p:spPr>
      </p:pic>
      <p:sp>
        <p:nvSpPr>
          <p:cNvPr id="72" name="Text Box 5"/>
          <p:cNvSpPr/>
          <p:nvPr/>
        </p:nvSpPr>
        <p:spPr>
          <a:xfrm>
            <a:off x="2771640" y="2276640"/>
            <a:ext cx="3641760" cy="366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73" name="Text Box 6"/>
          <p:cNvSpPr/>
          <p:nvPr/>
        </p:nvSpPr>
        <p:spPr>
          <a:xfrm>
            <a:off x="1403280" y="2276640"/>
            <a:ext cx="6480360" cy="36601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trike="noStrike" u="none">
                <a:solidFill>
                  <a:srgbClr val="ff0000"/>
                </a:solidFill>
                <a:effectLst/>
                <a:uFillTx/>
                <a:latin typeface="仿宋"/>
                <a:ea typeface="仿宋"/>
              </a:rPr>
              <a:t>    当我在课上学到开篇英文文章的时候，我就想，我一定也要做点什么向爱我的人和我爱的人表示感谢。于是看到这个</a:t>
            </a:r>
            <a:r>
              <a:rPr b="1" lang="zh-CN" sz="1800" strike="noStrike" u="none">
                <a:solidFill>
                  <a:srgbClr val="ff0000"/>
                </a:solidFill>
                <a:effectLst/>
                <a:uFillTx/>
                <a:latin typeface="仿宋"/>
                <a:ea typeface="仿宋"/>
              </a:rPr>
              <a:t>ppt</a:t>
            </a:r>
            <a:r>
              <a:rPr b="1" lang="zh-CN" sz="1800" strike="noStrike" u="none">
                <a:solidFill>
                  <a:srgbClr val="ff0000"/>
                </a:solidFill>
                <a:effectLst/>
                <a:uFillTx/>
                <a:latin typeface="仿宋"/>
                <a:ea typeface="仿宋"/>
              </a:rPr>
              <a:t>设计赛启事，一个构想就在我脑子里形成了，既然作者他可以给他关心的人写信，我为什么不能用</a:t>
            </a:r>
            <a:r>
              <a:rPr b="1" lang="zh-CN" sz="1800" strike="noStrike" u="none">
                <a:solidFill>
                  <a:srgbClr val="ff0000"/>
                </a:solidFill>
                <a:effectLst/>
                <a:uFillTx/>
                <a:latin typeface="仿宋"/>
                <a:ea typeface="仿宋"/>
              </a:rPr>
              <a:t>ppt</a:t>
            </a:r>
            <a:r>
              <a:rPr b="1" lang="zh-CN" sz="1800" strike="noStrike" u="none">
                <a:solidFill>
                  <a:srgbClr val="ff0000"/>
                </a:solidFill>
                <a:effectLst/>
                <a:uFillTx/>
                <a:latin typeface="仿宋"/>
                <a:ea typeface="仿宋"/>
              </a:rPr>
              <a:t>这种更新颖的形式向他们展示我对他们长久以来付出的感激呢？尽管这种方式相比于他们为我做的实在太微不足道了。</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trike="noStrike" u="none">
                <a:solidFill>
                  <a:srgbClr val="ff0000"/>
                </a:solidFill>
                <a:effectLst/>
                <a:uFillTx/>
                <a:latin typeface="仿宋"/>
                <a:ea typeface="仿宋"/>
              </a:rPr>
              <a:t>    不管怎么说，我还是将这个</a:t>
            </a:r>
            <a:r>
              <a:rPr b="1" lang="zh-CN" sz="1800" strike="noStrike" u="none">
                <a:solidFill>
                  <a:srgbClr val="ff0000"/>
                </a:solidFill>
                <a:effectLst/>
                <a:uFillTx/>
                <a:latin typeface="仿宋"/>
                <a:ea typeface="仿宋"/>
              </a:rPr>
              <a:t>ppt</a:t>
            </a:r>
            <a:r>
              <a:rPr b="1" lang="zh-CN" sz="1800" strike="noStrike" u="none">
                <a:solidFill>
                  <a:srgbClr val="ff0000"/>
                </a:solidFill>
                <a:effectLst/>
                <a:uFillTx/>
                <a:latin typeface="仿宋"/>
                <a:ea typeface="仿宋"/>
              </a:rPr>
              <a:t>完成了，虽然它看起来有各式各样的不完美，图片什么的不是原创。我相信，这些缺点在我的亲人、朋友、老师看来也一定是可爱的。因为我确实是用了心的，同样我也把这首我最喜欢的背景音乐送给他们，无论怎样也不要抛下最爱的人。</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trike="noStrike" u="none">
                <a:solidFill>
                  <a:srgbClr val="ff0000"/>
                </a:solidFill>
                <a:effectLst/>
                <a:uFillTx/>
                <a:latin typeface="仿宋"/>
                <a:ea typeface="仿宋"/>
              </a:rPr>
              <a:t>    对于比赛，我只是热情参与，更多的目的是借这个平台向所有人表示感谢。谢谢！</a:t>
            </a:r>
            <a:endParaRPr b="0" lang="en-US" sz="1800" strike="noStrike" u="none">
              <a:solidFill>
                <a:srgbClr val="000000"/>
              </a:solidFill>
              <a:effectLst/>
              <a:uFillTx/>
              <a:latin typeface="Arial"/>
            </a:endParaRPr>
          </a:p>
        </p:txBody>
      </p:sp>
      <p:sp>
        <p:nvSpPr>
          <p:cNvPr id="74" name="WordArt 7"/>
          <p:cNvSpPr txBox="1"/>
          <p:nvPr/>
        </p:nvSpPr>
        <p:spPr>
          <a:xfrm>
            <a:off x="3419640" y="404640"/>
            <a:ext cx="2881080" cy="1152720"/>
          </a:xfrm>
          <a:prstGeom prst="rect">
            <a:avLst/>
          </a:prstGeom>
        </p:spPr>
        <p:txBody>
          <a:bodyPr wrap="none" lIns="90000" rIns="90000" tIns="46800" bIns="46800" anchor="t" anchorCtr="1">
            <a:prstTxWarp prst="textDoubleWave1">
              <a:avLst>
                <a:gd name="adj1" fmla="val 6481"/>
                <a:gd name="adj2" fmla="val 0"/>
              </a:avLst>
            </a:prstTxWarp>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800" spc="3" strike="noStrike" u="none">
                <a:ln w="12600">
                  <a:solidFill>
                    <a:srgbClr val="000099"/>
                  </a:solidFill>
                  <a:miter/>
                </a:ln>
                <a:solidFill>
                  <a:srgbClr val="33ccff"/>
                </a:solidFill>
                <a:effectLst>
                  <a:outerShdw dist="107932" dir="18900000" blurRad="0" rotWithShape="0">
                    <a:srgbClr val="000099"/>
                  </a:outerShdw>
                </a:effectLst>
                <a:uFillTx/>
                <a:latin typeface="黑体"/>
              </a:rPr>
              <a:t>后记</a:t>
            </a:r>
            <a:endParaRPr b="1" lang="en-US" sz="1800" spc="3" strike="noStrike" u="none">
              <a:ln w="12600">
                <a:solidFill>
                  <a:srgbClr val="000099"/>
                </a:solidFill>
                <a:miter/>
              </a:ln>
              <a:solidFill>
                <a:srgbClr val="33ccff"/>
              </a:solidFill>
              <a:effectLst>
                <a:outerShdw dist="107932" dir="18900000" blurRad="0" rotWithShape="0">
                  <a:srgbClr val="000099"/>
                </a:outerShdw>
              </a:effectLst>
              <a:uFillTx/>
              <a:latin typeface="黑体"/>
              <a:ea typeface="黑体"/>
            </a:endParaRPr>
          </a:p>
        </p:txBody>
      </p:sp>
    </p:spTree>
  </p:cSld>
  <p:transition spd="slow">
    <p:wedg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42292</TotalTime>
  <Application>LibreOffice/25.8.3.2$MacOSX_AARCH64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2010-11-28T04:46:25Z</dcterms:created>
  <dc:creator>Lizzie Liu</dc:creator>
  <dc:description/>
  <cp:keywords/>
  <dc:language>zh-CN</dc:language>
  <cp:lastModifiedBy>jccook</cp:lastModifiedBy>
  <cp:lastPrinted>1899-12-30T08:00:00Z</cp:lastPrinted>
  <dcterms:modified xsi:type="dcterms:W3CDTF">2012-12-08T16:27:46Z</dcterms:modified>
  <cp:revision>10</cp:revision>
  <dc:subject/>
  <dc:title>锐得杯PPT设计大赛参赛作品</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2052-6.6.0.2461</vt:lpwstr>
  </property>
</Properties>
</file>