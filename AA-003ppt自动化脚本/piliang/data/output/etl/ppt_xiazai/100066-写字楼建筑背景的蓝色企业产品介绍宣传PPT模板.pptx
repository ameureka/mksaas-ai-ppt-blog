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25"/>
  </p:notesMasterIdLst>
  <p:handoutMasterIdLst>
    <p:handoutMasterId r:id="rId26"/>
  </p:handoutMasterIdLst>
  <p:sldIdLst>
    <p:sldId id="257" r:id="rId3"/>
    <p:sldId id="288" r:id="rId4"/>
    <p:sldId id="290" r:id="rId5"/>
    <p:sldId id="308" r:id="rId6"/>
    <p:sldId id="309" r:id="rId7"/>
    <p:sldId id="310" r:id="rId8"/>
    <p:sldId id="291" r:id="rId9"/>
    <p:sldId id="311" r:id="rId10"/>
    <p:sldId id="312" r:id="rId11"/>
    <p:sldId id="313" r:id="rId12"/>
    <p:sldId id="292" r:id="rId13"/>
    <p:sldId id="314" r:id="rId14"/>
    <p:sldId id="315" r:id="rId15"/>
    <p:sldId id="316" r:id="rId16"/>
    <p:sldId id="293" r:id="rId17"/>
    <p:sldId id="317" r:id="rId18"/>
    <p:sldId id="318" r:id="rId19"/>
    <p:sldId id="319" r:id="rId20"/>
    <p:sldId id="320" r:id="rId21"/>
    <p:sldId id="289" r:id="rId22"/>
    <p:sldId id="264" r:id="rId23"/>
    <p:sldId id="258" r:id="rId2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1C3D"/>
    <a:srgbClr val="4C7CDA"/>
    <a:srgbClr val="A18E7E"/>
    <a:srgbClr val="282D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5" d="100"/>
          <a:sy n="75" d="100"/>
        </p:scale>
        <p:origin x="1896"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2022/12/15</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atin typeface="思源宋体 CN" panose="02020600000000000000" charset="-122"/>
                <a:ea typeface="思源宋体 CN" panose="02020600000000000000" charset="-122"/>
                <a:cs typeface="思源宋体 CN" panose="02020600000000000000" charset="-122"/>
              </a:defRPr>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atin typeface="思源宋体 CN" panose="02020600000000000000" charset="-122"/>
                <a:ea typeface="思源宋体 CN" panose="02020600000000000000" charset="-122"/>
                <a:cs typeface="思源宋体 CN" panose="02020600000000000000" charset="-122"/>
              </a:defRPr>
            </a:lvl1pPr>
          </a:lstStyle>
          <a:p>
            <a:fld id="{D2A48B96-639E-45A3-A0BA-2464DFDB1FAA}" type="datetimeFigureOut">
              <a:rPr lang="zh-CN" altLang="en-US" smtClean="0"/>
              <a:t>2022/12/15</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atin typeface="思源宋体 CN" panose="02020600000000000000" charset="-122"/>
                <a:ea typeface="思源宋体 CN" panose="02020600000000000000" charset="-122"/>
                <a:cs typeface="思源宋体 CN" panose="02020600000000000000" charset="-122"/>
              </a:defRPr>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atin typeface="思源宋体 CN" panose="02020600000000000000" charset="-122"/>
                <a:ea typeface="思源宋体 CN" panose="02020600000000000000" charset="-122"/>
                <a:cs typeface="思源宋体 CN" panose="02020600000000000000"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1pPr>
    <a:lvl2pPr marL="4572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2pPr>
    <a:lvl3pPr marL="9144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3pPr>
    <a:lvl4pPr marL="13716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4pPr>
    <a:lvl5pPr marL="1828800" algn="l" defTabSz="914400" rtl="0" eaLnBrk="1" latinLnBrk="0" hangingPunct="1">
      <a:defRPr sz="1200" kern="1200">
        <a:solidFill>
          <a:schemeClr val="tx1"/>
        </a:solidFill>
        <a:latin typeface="思源宋体 CN" panose="02020600000000000000" charset="-122"/>
        <a:ea typeface="思源宋体 CN" panose="02020600000000000000" charset="-122"/>
        <a:cs typeface="思源宋体 CN" panose="020206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418838-73AB-F87E-6340-5D1FC91E7E1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73397025"/>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909A8-D265-44A5-23F8-86AAF0761CE5}"/>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3536809"/>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C9D415-39B8-41F8-BD8A-9CED4CB64E54}"/>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04707240"/>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C79F5-8831-DF74-DE20-1ED9262EB41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54243330"/>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5D71CE-D3E4-667A-6336-497EDBAD5DD4}"/>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72627119"/>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C8CDE8-5F19-711A-5B2E-00D36AE84A9B}"/>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4" name="TextBox 9">
            <a:extLst>
              <a:ext uri="{FF2B5EF4-FFF2-40B4-BE49-F238E27FC236}">
                <a16:creationId xmlns:a16="http://schemas.microsoft.com/office/drawing/2014/main" id="{766F9AF3-E37E-4C55-B53D-B1052782D26A}"/>
              </a:ext>
            </a:extLst>
          </p:cNvPr>
          <p:cNvSpPr txBox="1"/>
          <p:nvPr userDrawn="1"/>
        </p:nvSpPr>
        <p:spPr>
          <a:xfrm>
            <a:off x="1323504" y="6144239"/>
            <a:ext cx="1224136"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hlinkClick r:id="rId2"/>
              </a:rPr>
              <a:t>PPT</a:t>
            </a:r>
            <a:r>
              <a:rPr lang="zh-CN" altLang="en-US" sz="100" dirty="0">
                <a:solidFill>
                  <a:prstClr val="black"/>
                </a:solidFill>
                <a:latin typeface="微软雅黑" panose="020B0503020204020204" pitchFamily="34" charset="-122"/>
                <a:hlinkClick r:id="rId2"/>
              </a:rPr>
              <a:t>下载</a:t>
            </a:r>
            <a:r>
              <a:rPr lang="zh-CN" altLang="en-US" sz="100" dirty="0">
                <a:solidFill>
                  <a:prstClr val="black"/>
                </a:solidFill>
                <a:latin typeface="微软雅黑" panose="020B0503020204020204" pitchFamily="34" charset="-122"/>
              </a:rPr>
              <a:t> </a:t>
            </a:r>
            <a:r>
              <a:rPr lang="en-US" altLang="zh-CN" sz="100" dirty="0">
                <a:solidFill>
                  <a:prstClr val="black"/>
                </a:solidFill>
                <a:latin typeface="微软雅黑" panose="020B0503020204020204" pitchFamily="34" charset="-122"/>
              </a:rPr>
              <a:t>http://www.1ppt.com/xiazai/</a:t>
            </a:r>
          </a:p>
        </p:txBody>
      </p:sp>
    </p:spTree>
    <p:extLst>
      <p:ext uri="{BB962C8B-B14F-4D97-AF65-F5344CB8AC3E}">
        <p14:creationId xmlns:p14="http://schemas.microsoft.com/office/powerpoint/2010/main" val="3503114693"/>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6C02D-212E-7076-5F89-69082F62E31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38768835"/>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8CC16-10EC-C7A6-53A1-3104218D3978}"/>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7477668"/>
      </p:ext>
    </p:extLst>
  </p:cSld>
  <p:clrMapOvr>
    <a:masterClrMapping/>
  </p:clrMapOvr>
  <mc:AlternateContent xmlns:mc="http://schemas.openxmlformats.org/markup-compatibility/2006" xmlns:p14="http://schemas.microsoft.com/office/powerpoint/2010/main">
    <mc:Choice Requires="p14">
      <p:transition/>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2022/12/15</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505586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2022/12/15</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0047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965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277956"/>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4.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3.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2" name="矩形 21"/>
          <p:cNvSpPr/>
          <p:nvPr/>
        </p:nvSpPr>
        <p:spPr>
          <a:xfrm>
            <a:off x="396875" y="2947035"/>
            <a:ext cx="11424285" cy="375539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7" name="图片 16" descr="314751"/>
          <p:cNvPicPr>
            <a:picLocks noChangeAspect="1"/>
          </p:cNvPicPr>
          <p:nvPr/>
        </p:nvPicPr>
        <p:blipFill>
          <a:blip r:embed="rId3" cstate="screen">
            <a:lum bright="-6000" contrast="12000"/>
            <a:extLst>
              <a:ext uri="{28A0092B-C50C-407E-A947-70E740481C1C}">
                <a14:useLocalDpi xmlns:a14="http://schemas.microsoft.com/office/drawing/2010/main"/>
              </a:ext>
            </a:extLst>
          </a:blip>
          <a:srcRect/>
          <a:stretch>
            <a:fillRect/>
          </a:stretch>
        </p:blipFill>
        <p:spPr>
          <a:xfrm>
            <a:off x="635" y="-3175"/>
            <a:ext cx="12204065" cy="3764915"/>
          </a:xfrm>
          <a:prstGeom prst="rect">
            <a:avLst/>
          </a:prstGeom>
        </p:spPr>
      </p:pic>
      <p:sp>
        <p:nvSpPr>
          <p:cNvPr id="3" name="矩形 2"/>
          <p:cNvSpPr/>
          <p:nvPr/>
        </p:nvSpPr>
        <p:spPr>
          <a:xfrm>
            <a:off x="1502410" y="2039620"/>
            <a:ext cx="9215120" cy="2136775"/>
          </a:xfrm>
          <a:prstGeom prst="rect">
            <a:avLst/>
          </a:prstGeom>
          <a:noFill/>
          <a:ln w="28575">
            <a:gradFill>
              <a:gsLst>
                <a:gs pos="80000">
                  <a:srgbClr val="4C7CDA"/>
                </a:gs>
                <a:gs pos="77000">
                  <a:schemeClr val="bg1"/>
                </a:gs>
                <a:gs pos="0">
                  <a:schemeClr val="bg1"/>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2524125" y="2587625"/>
            <a:ext cx="7373620" cy="2696845"/>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805940" y="5521960"/>
            <a:ext cx="8583295" cy="583565"/>
          </a:xfrm>
          <a:prstGeom prst="rect">
            <a:avLst/>
          </a:prstGeom>
          <a:noFill/>
        </p:spPr>
        <p:txBody>
          <a:bodyPr wrap="square" rtlCol="0" anchor="t">
            <a:spAutoFit/>
          </a:bodyPr>
          <a:lstStyle/>
          <a:p>
            <a:pPr algn="ctr"/>
            <a:r>
              <a:rPr lang="zh-CN" altLang="en-US" sz="1600">
                <a:cs typeface="+mn-ea"/>
                <a:sym typeface="+mn-lt"/>
              </a:rPr>
              <a:t>The template is well-designed, all materials of the template can be freely edited, </a:t>
            </a:r>
          </a:p>
          <a:p>
            <a:pPr algn="ctr"/>
            <a:r>
              <a:rPr lang="zh-CN" altLang="en-US" sz="1600">
                <a:cs typeface="+mn-ea"/>
                <a:sym typeface="+mn-lt"/>
              </a:rPr>
              <a:t>replaced and moved.</a:t>
            </a:r>
          </a:p>
        </p:txBody>
      </p:sp>
      <p:sp>
        <p:nvSpPr>
          <p:cNvPr id="9" name="文本框 8"/>
          <p:cNvSpPr txBox="1"/>
          <p:nvPr/>
        </p:nvSpPr>
        <p:spPr>
          <a:xfrm>
            <a:off x="3061335" y="3101340"/>
            <a:ext cx="6070600" cy="922020"/>
          </a:xfrm>
          <a:prstGeom prst="rect">
            <a:avLst/>
          </a:prstGeom>
          <a:noFill/>
        </p:spPr>
        <p:txBody>
          <a:bodyPr wrap="square" rtlCol="0">
            <a:spAutoFit/>
          </a:bodyPr>
          <a:lstStyle/>
          <a:p>
            <a:pPr algn="ctr"/>
            <a:r>
              <a:rPr lang="zh-CN" altLang="en-US" sz="5400" dirty="0">
                <a:solidFill>
                  <a:schemeClr val="bg1"/>
                </a:solidFill>
                <a:latin typeface="义启小魏楷" panose="02010601030101010101" pitchFamily="2" charset="-128"/>
                <a:ea typeface="义启小魏楷" panose="02010601030101010101" pitchFamily="2" charset="-128"/>
                <a:cs typeface="+mn-ea"/>
                <a:sym typeface="+mn-lt"/>
              </a:rPr>
              <a:t>公司产品介绍宣传</a:t>
            </a:r>
          </a:p>
        </p:txBody>
      </p:sp>
      <p:sp>
        <p:nvSpPr>
          <p:cNvPr id="11" name="文本框 10"/>
          <p:cNvSpPr txBox="1"/>
          <p:nvPr/>
        </p:nvSpPr>
        <p:spPr>
          <a:xfrm>
            <a:off x="2967355" y="4095115"/>
            <a:ext cx="6257925" cy="245110"/>
          </a:xfrm>
          <a:prstGeom prst="rect">
            <a:avLst/>
          </a:prstGeom>
          <a:noFill/>
        </p:spPr>
        <p:txBody>
          <a:bodyPr wrap="square" rtlCol="0" anchor="t">
            <a:spAutoFit/>
          </a:bodyPr>
          <a:lstStyle/>
          <a:p>
            <a:pPr algn="dist"/>
            <a:r>
              <a:rPr lang="zh-CN" altLang="en-US" sz="1000" b="1">
                <a:solidFill>
                  <a:schemeClr val="bg1"/>
                </a:solidFill>
                <a:cs typeface="+mn-ea"/>
                <a:sym typeface="+mn-lt"/>
              </a:rPr>
              <a:t>TEMPLATE OF CORPORATE PRODUCT BROCHURE</a:t>
            </a:r>
          </a:p>
        </p:txBody>
      </p:sp>
      <p:cxnSp>
        <p:nvCxnSpPr>
          <p:cNvPr id="12" name="直接连接符 11"/>
          <p:cNvCxnSpPr/>
          <p:nvPr/>
        </p:nvCxnSpPr>
        <p:spPr>
          <a:xfrm>
            <a:off x="4934585" y="2913380"/>
            <a:ext cx="232029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045075" y="4573270"/>
            <a:ext cx="2105025" cy="458629"/>
          </a:xfrm>
          <a:prstGeom prst="roundRect">
            <a:avLst>
              <a:gd name="adj" fmla="val 34092"/>
            </a:avLst>
          </a:prstGeom>
          <a:noFill/>
          <a:ln w="12700">
            <a:solidFill>
              <a:schemeClr val="bg1"/>
            </a:solidFill>
          </a:ln>
        </p:spPr>
        <p:txBody>
          <a:bodyPr wrap="square" rtlCol="0" anchor="t">
            <a:spAutoFit/>
          </a:bodyPr>
          <a:lstStyle/>
          <a:p>
            <a:pPr algn="ctr"/>
            <a:r>
              <a:rPr lang="zh-CN" altLang="en-US" dirty="0">
                <a:solidFill>
                  <a:schemeClr val="bg1"/>
                </a:solidFill>
                <a:cs typeface="+mn-ea"/>
                <a:sym typeface="+mn-lt"/>
              </a:rPr>
              <a:t>汇报：第一</a:t>
            </a:r>
            <a:r>
              <a:rPr lang="en-US" altLang="zh-CN" dirty="0">
                <a:solidFill>
                  <a:schemeClr val="bg1"/>
                </a:solidFill>
                <a:cs typeface="+mn-ea"/>
                <a:sym typeface="+mn-lt"/>
              </a:rPr>
              <a:t>PPT</a:t>
            </a:r>
            <a:endParaRPr lang="zh-CN" altLang="en-US" dirty="0">
              <a:solidFill>
                <a:schemeClr val="bg1"/>
              </a:solidFill>
              <a:cs typeface="+mn-ea"/>
              <a:sym typeface="+mn-lt"/>
            </a:endParaRPr>
          </a:p>
        </p:txBody>
      </p:sp>
      <p:pic>
        <p:nvPicPr>
          <p:cNvPr id="20" name="图片 19"/>
          <p:cNvPicPr>
            <a:picLocks noChangeAspect="1"/>
          </p:cNvPicPr>
          <p:nvPr/>
        </p:nvPicPr>
        <p:blipFill>
          <a:blip r:embed="rId4">
            <a:duotone>
              <a:prstClr val="black"/>
              <a:schemeClr val="accent5">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a:stretch/>
        </p:blipFill>
        <p:spPr>
          <a:xfrm>
            <a:off x="-186170" y="-252095"/>
            <a:ext cx="1379970" cy="1270123"/>
          </a:xfrm>
          <a:prstGeom prst="rect">
            <a:avLst/>
          </a:prstGeom>
        </p:spPr>
      </p:pic>
      <p:grpSp>
        <p:nvGrpSpPr>
          <p:cNvPr id="29" name="组合 28"/>
          <p:cNvGrpSpPr/>
          <p:nvPr/>
        </p:nvGrpSpPr>
        <p:grpSpPr>
          <a:xfrm>
            <a:off x="5422900" y="6343015"/>
            <a:ext cx="1343660" cy="148590"/>
            <a:chOff x="6985" y="9840"/>
            <a:chExt cx="2806" cy="310"/>
          </a:xfrm>
        </p:grpSpPr>
        <p:sp>
          <p:nvSpPr>
            <p:cNvPr id="23" name="椭圆 22"/>
            <p:cNvSpPr/>
            <p:nvPr/>
          </p:nvSpPr>
          <p:spPr>
            <a:xfrm>
              <a:off x="6985" y="985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7471" y="985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799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48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900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949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0-#ppt_w/2"/>
                                          </p:val>
                                        </p:tav>
                                        <p:tav tm="100000">
                                          <p:val>
                                            <p:strVal val="#ppt_x"/>
                                          </p:val>
                                        </p:tav>
                                      </p:tavLst>
                                    </p:anim>
                                    <p:anim calcmode="lin" valueType="num">
                                      <p:cBhvr additive="base">
                                        <p:cTn id="19" dur="500" fill="hold"/>
                                        <p:tgtEl>
                                          <p:spTgt spid="20"/>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1"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par>
                          <p:cTn id="33" fill="hold">
                            <p:stCondLst>
                              <p:cond delay="3000"/>
                            </p:stCondLst>
                            <p:childTnLst>
                              <p:par>
                                <p:cTn id="34" presetID="2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childTnLst>
                                </p:cTn>
                              </p:par>
                            </p:childTnLst>
                          </p:cTn>
                        </p:par>
                        <p:par>
                          <p:cTn id="38" fill="hold">
                            <p:stCondLst>
                              <p:cond delay="3500"/>
                            </p:stCondLst>
                            <p:childTnLst>
                              <p:par>
                                <p:cTn id="39" presetID="12" presetClass="entr" presetSubtype="4"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p:tgtEl>
                                          <p:spTgt spid="9"/>
                                        </p:tgtEl>
                                        <p:attrNameLst>
                                          <p:attrName>ppt_y</p:attrName>
                                        </p:attrNameLst>
                                      </p:cBhvr>
                                      <p:tavLst>
                                        <p:tav tm="0">
                                          <p:val>
                                            <p:strVal val="#ppt_y+#ppt_h*1.125000"/>
                                          </p:val>
                                        </p:tav>
                                        <p:tav tm="100000">
                                          <p:val>
                                            <p:strVal val="#ppt_y"/>
                                          </p:val>
                                        </p:tav>
                                      </p:tavLst>
                                    </p:anim>
                                    <p:animEffect transition="in" filter="wipe(up)">
                                      <p:cBhvr>
                                        <p:cTn id="42" dur="500"/>
                                        <p:tgtEl>
                                          <p:spTgt spid="9"/>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par>
                          <p:cTn id="47" fill="hold">
                            <p:stCondLst>
                              <p:cond delay="4500"/>
                            </p:stCondLst>
                            <p:childTnLst>
                              <p:par>
                                <p:cTn id="48" presetID="2" presetClass="entr" presetSubtype="4"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3" grpId="0" bldLvl="0" animBg="1"/>
      <p:bldP spid="4" grpId="0" bldLvl="0" animBg="1"/>
      <p:bldP spid="6" grpId="0"/>
      <p:bldP spid="9" grpId="0"/>
      <p:bldP spid="11" grpId="0"/>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8011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企业介绍</a:t>
            </a:r>
          </a:p>
        </p:txBody>
      </p:sp>
      <p:sp>
        <p:nvSpPr>
          <p:cNvPr id="5" name="文本框 4"/>
          <p:cNvSpPr txBox="1"/>
          <p:nvPr/>
        </p:nvSpPr>
        <p:spPr>
          <a:xfrm>
            <a:off x="88011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6" name="文本框 5"/>
          <p:cNvSpPr txBox="1"/>
          <p:nvPr/>
        </p:nvSpPr>
        <p:spPr>
          <a:xfrm>
            <a:off x="88011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01</a:t>
            </a:r>
          </a:p>
        </p:txBody>
      </p:sp>
      <p:sp>
        <p:nvSpPr>
          <p:cNvPr id="8" name="矩形 7"/>
          <p:cNvSpPr/>
          <p:nvPr/>
        </p:nvSpPr>
        <p:spPr>
          <a:xfrm>
            <a:off x="369697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产品介绍</a:t>
            </a:r>
          </a:p>
        </p:txBody>
      </p:sp>
      <p:sp>
        <p:nvSpPr>
          <p:cNvPr id="9" name="文本框 8"/>
          <p:cNvSpPr txBox="1"/>
          <p:nvPr/>
        </p:nvSpPr>
        <p:spPr>
          <a:xfrm>
            <a:off x="369697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0" name="文本框 9"/>
          <p:cNvSpPr txBox="1"/>
          <p:nvPr/>
        </p:nvSpPr>
        <p:spPr>
          <a:xfrm>
            <a:off x="369697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02</a:t>
            </a:r>
          </a:p>
        </p:txBody>
      </p:sp>
      <p:sp>
        <p:nvSpPr>
          <p:cNvPr id="12" name="矩形 11"/>
          <p:cNvSpPr/>
          <p:nvPr/>
        </p:nvSpPr>
        <p:spPr>
          <a:xfrm>
            <a:off x="651383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产品优势</a:t>
            </a:r>
          </a:p>
        </p:txBody>
      </p:sp>
      <p:sp>
        <p:nvSpPr>
          <p:cNvPr id="13" name="文本框 12"/>
          <p:cNvSpPr txBox="1"/>
          <p:nvPr/>
        </p:nvSpPr>
        <p:spPr>
          <a:xfrm>
            <a:off x="651383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4" name="文本框 13"/>
          <p:cNvSpPr txBox="1"/>
          <p:nvPr/>
        </p:nvSpPr>
        <p:spPr>
          <a:xfrm>
            <a:off x="651383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03</a:t>
            </a:r>
          </a:p>
        </p:txBody>
      </p:sp>
      <p:sp>
        <p:nvSpPr>
          <p:cNvPr id="16" name="矩形 15"/>
          <p:cNvSpPr/>
          <p:nvPr/>
        </p:nvSpPr>
        <p:spPr>
          <a:xfrm>
            <a:off x="9330690" y="3795395"/>
            <a:ext cx="1978660" cy="53848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2800">
                <a:cs typeface="+mn-ea"/>
                <a:sym typeface="+mn-lt"/>
              </a:rPr>
              <a:t>前景展望</a:t>
            </a:r>
          </a:p>
        </p:txBody>
      </p:sp>
      <p:sp>
        <p:nvSpPr>
          <p:cNvPr id="17" name="文本框 16"/>
          <p:cNvSpPr txBox="1"/>
          <p:nvPr/>
        </p:nvSpPr>
        <p:spPr>
          <a:xfrm>
            <a:off x="9330690" y="4552950"/>
            <a:ext cx="2167890" cy="866140"/>
          </a:xfrm>
          <a:prstGeom prst="rect">
            <a:avLst/>
          </a:prstGeom>
          <a:noFill/>
        </p:spPr>
        <p:txBody>
          <a:bodyPr wrap="square" rtlCol="0" anchor="t">
            <a:spAutoFit/>
          </a:bodyPr>
          <a:lstStyle/>
          <a:p>
            <a:pPr algn="l">
              <a:lnSpc>
                <a:spcPct val="120000"/>
              </a:lnSpc>
            </a:pPr>
            <a:r>
              <a:rPr lang="zh-CN" altLang="en-US" sz="1400">
                <a:solidFill>
                  <a:schemeClr val="tx1">
                    <a:lumMod val="95000"/>
                    <a:lumOff val="5000"/>
                  </a:schemeClr>
                </a:solidFill>
                <a:cs typeface="+mn-ea"/>
                <a:sym typeface="+mn-lt"/>
              </a:rPr>
              <a:t>Click here to add a brief description of this chapter</a:t>
            </a:r>
          </a:p>
        </p:txBody>
      </p:sp>
      <p:sp>
        <p:nvSpPr>
          <p:cNvPr id="18" name="文本框 17"/>
          <p:cNvSpPr txBox="1"/>
          <p:nvPr/>
        </p:nvSpPr>
        <p:spPr>
          <a:xfrm>
            <a:off x="9330690" y="2469515"/>
            <a:ext cx="1461770" cy="1106805"/>
          </a:xfrm>
          <a:prstGeom prst="rect">
            <a:avLst/>
          </a:prstGeom>
          <a:noFill/>
        </p:spPr>
        <p:txBody>
          <a:bodyPr wrap="square" rtlCol="0">
            <a:spAutoFit/>
          </a:bodyPr>
          <a:lstStyle/>
          <a:p>
            <a:pPr algn="l"/>
            <a:r>
              <a:rPr lang="en-US" altLang="zh-CN" sz="6600" b="1">
                <a:solidFill>
                  <a:srgbClr val="4C7CDA"/>
                </a:solidFill>
                <a:cs typeface="+mn-ea"/>
                <a:sym typeface="+mn-lt"/>
              </a:rPr>
              <a:t>04</a:t>
            </a:r>
          </a:p>
        </p:txBody>
      </p:sp>
      <p:cxnSp>
        <p:nvCxnSpPr>
          <p:cNvPr id="2" name="直接连接符 1"/>
          <p:cNvCxnSpPr/>
          <p:nvPr/>
        </p:nvCxnSpPr>
        <p:spPr>
          <a:xfrm rot="5400000">
            <a:off x="211772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rot="5400000">
            <a:off x="493458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rot="5400000">
            <a:off x="7751445" y="4064635"/>
            <a:ext cx="2320290" cy="0"/>
          </a:xfrm>
          <a:prstGeom prst="line">
            <a:avLst/>
          </a:prstGeom>
          <a:ln w="19050">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4557078" y="648970"/>
            <a:ext cx="3075305" cy="713105"/>
          </a:xfrm>
          <a:prstGeom prst="rect">
            <a:avLst/>
          </a:prstGeom>
          <a:noFill/>
          <a:ln w="254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p:cNvSpPr/>
          <p:nvPr/>
        </p:nvSpPr>
        <p:spPr>
          <a:xfrm>
            <a:off x="4864100" y="957580"/>
            <a:ext cx="2461260" cy="899795"/>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a:cs typeface="+mn-ea"/>
                <a:sym typeface="+mn-lt"/>
              </a:rPr>
              <a:t>目</a:t>
            </a:r>
            <a:r>
              <a:rPr lang="en-US" altLang="zh-CN" sz="4400">
                <a:cs typeface="+mn-ea"/>
                <a:sym typeface="+mn-lt"/>
              </a:rPr>
              <a:t>·</a:t>
            </a:r>
            <a:r>
              <a:rPr lang="zh-CN" altLang="en-US" sz="4400">
                <a:cs typeface="+mn-ea"/>
                <a:sym typeface="+mn-lt"/>
              </a:rPr>
              <a:t>录</a:t>
            </a:r>
          </a:p>
        </p:txBody>
      </p:sp>
      <p:sp>
        <p:nvSpPr>
          <p:cNvPr id="19" name="矩形 18"/>
          <p:cNvSpPr/>
          <p:nvPr/>
        </p:nvSpPr>
        <p:spPr>
          <a:xfrm>
            <a:off x="0" y="6572250"/>
            <a:ext cx="12210415" cy="285750"/>
          </a:xfrm>
          <a:prstGeom prst="rect">
            <a:avLst/>
          </a:prstGeom>
          <a:solidFill>
            <a:srgbClr val="4C7C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0-#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par>
                                <p:cTn id="23" presetID="23" presetClass="entr" presetSubtype="16"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childTnLst>
                                </p:cTn>
                              </p:par>
                              <p:par>
                                <p:cTn id="27" presetID="23" presetClass="entr" presetSubtype="16"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childTnLst>
                                </p:cTn>
                              </p:par>
                            </p:childTnLst>
                          </p:cTn>
                        </p:par>
                        <p:par>
                          <p:cTn id="31" fill="hold">
                            <p:stCondLst>
                              <p:cond delay="1500"/>
                            </p:stCondLst>
                            <p:childTnLst>
                              <p:par>
                                <p:cTn id="32" presetID="12" presetClass="entr" presetSubtype="4"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500"/>
                                        <p:tgtEl>
                                          <p:spTgt spid="6"/>
                                        </p:tgtEl>
                                        <p:attrNameLst>
                                          <p:attrName>ppt_y</p:attrName>
                                        </p:attrNameLst>
                                      </p:cBhvr>
                                      <p:tavLst>
                                        <p:tav tm="0">
                                          <p:val>
                                            <p:strVal val="#ppt_y+#ppt_h*1.125000"/>
                                          </p:val>
                                        </p:tav>
                                        <p:tav tm="100000">
                                          <p:val>
                                            <p:strVal val="#ppt_y"/>
                                          </p:val>
                                        </p:tav>
                                      </p:tavLst>
                                    </p:anim>
                                    <p:animEffect transition="in" filter="wipe(up)">
                                      <p:cBhvr>
                                        <p:cTn id="35" dur="500"/>
                                        <p:tgtEl>
                                          <p:spTgt spid="6"/>
                                        </p:tgtEl>
                                      </p:cBhvr>
                                    </p:animEffect>
                                  </p:childTnLst>
                                </p:cTn>
                              </p:par>
                            </p:childTnLst>
                          </p:cTn>
                        </p:par>
                        <p:par>
                          <p:cTn id="36" fill="hold">
                            <p:stCondLst>
                              <p:cond delay="2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Effect transition="in" filter="fade">
                                      <p:cBhvr>
                                        <p:cTn id="44" dur="500"/>
                                        <p:tgtEl>
                                          <p:spTgt spid="5">
                                            <p:txEl>
                                              <p:pRg st="0" end="0"/>
                                            </p:txEl>
                                          </p:spTgt>
                                        </p:tgtEl>
                                      </p:cBhvr>
                                    </p:animEffect>
                                  </p:childTnLst>
                                </p:cTn>
                              </p:par>
                            </p:childTnLst>
                          </p:cTn>
                        </p:par>
                        <p:par>
                          <p:cTn id="45" fill="hold">
                            <p:stCondLst>
                              <p:cond delay="3000"/>
                            </p:stCondLst>
                            <p:childTnLst>
                              <p:par>
                                <p:cTn id="46" presetID="12" presetClass="entr" presetSubtype="4"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p:tgtEl>
                                          <p:spTgt spid="10"/>
                                        </p:tgtEl>
                                        <p:attrNameLst>
                                          <p:attrName>ppt_y</p:attrName>
                                        </p:attrNameLst>
                                      </p:cBhvr>
                                      <p:tavLst>
                                        <p:tav tm="0">
                                          <p:val>
                                            <p:strVal val="#ppt_y+#ppt_h*1.125000"/>
                                          </p:val>
                                        </p:tav>
                                        <p:tav tm="100000">
                                          <p:val>
                                            <p:strVal val="#ppt_y"/>
                                          </p:val>
                                        </p:tav>
                                      </p:tavLst>
                                    </p:anim>
                                    <p:animEffect transition="in" filter="wipe(up)">
                                      <p:cBhvr>
                                        <p:cTn id="49" dur="500"/>
                                        <p:tgtEl>
                                          <p:spTgt spid="10"/>
                                        </p:tgtEl>
                                      </p:cBhvr>
                                    </p:animEffect>
                                  </p:childTnLst>
                                </p:cTn>
                              </p:par>
                            </p:childTnLst>
                          </p:cTn>
                        </p:par>
                        <p:par>
                          <p:cTn id="50" fill="hold">
                            <p:stCondLst>
                              <p:cond delay="3500"/>
                            </p:stCondLst>
                            <p:childTnLst>
                              <p:par>
                                <p:cTn id="51" presetID="2" presetClass="entr" presetSubtype="4"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9">
                                            <p:txEl>
                                              <p:pRg st="0" end="0"/>
                                            </p:txEl>
                                          </p:spTgt>
                                        </p:tgtEl>
                                        <p:attrNameLst>
                                          <p:attrName>style.visibility</p:attrName>
                                        </p:attrNameLst>
                                      </p:cBhvr>
                                      <p:to>
                                        <p:strVal val="visible"/>
                                      </p:to>
                                    </p:set>
                                    <p:animEffect transition="in" filter="fade">
                                      <p:cBhvr>
                                        <p:cTn id="58" dur="500"/>
                                        <p:tgtEl>
                                          <p:spTgt spid="9">
                                            <p:txEl>
                                              <p:pRg st="0" end="0"/>
                                            </p:txEl>
                                          </p:spTgt>
                                        </p:tgtEl>
                                      </p:cBhvr>
                                    </p:animEffect>
                                  </p:childTnLst>
                                </p:cTn>
                              </p:par>
                            </p:childTnLst>
                          </p:cTn>
                        </p:par>
                        <p:par>
                          <p:cTn id="59" fill="hold">
                            <p:stCondLst>
                              <p:cond delay="4500"/>
                            </p:stCondLst>
                            <p:childTnLst>
                              <p:par>
                                <p:cTn id="60" presetID="12" presetClass="entr" presetSubtype="4" fill="hold" grpId="0" nodeType="afterEffect">
                                  <p:stCondLst>
                                    <p:cond delay="0"/>
                                  </p:stCondLst>
                                  <p:childTnLst>
                                    <p:set>
                                      <p:cBhvr>
                                        <p:cTn id="61" dur="1" fill="hold">
                                          <p:stCondLst>
                                            <p:cond delay="0"/>
                                          </p:stCondLst>
                                        </p:cTn>
                                        <p:tgtEl>
                                          <p:spTgt spid="14"/>
                                        </p:tgtEl>
                                        <p:attrNameLst>
                                          <p:attrName>style.visibility</p:attrName>
                                        </p:attrNameLst>
                                      </p:cBhvr>
                                      <p:to>
                                        <p:strVal val="visible"/>
                                      </p:to>
                                    </p:set>
                                    <p:anim calcmode="lin" valueType="num">
                                      <p:cBhvr additive="base">
                                        <p:cTn id="62" dur="500"/>
                                        <p:tgtEl>
                                          <p:spTgt spid="14"/>
                                        </p:tgtEl>
                                        <p:attrNameLst>
                                          <p:attrName>ppt_y</p:attrName>
                                        </p:attrNameLst>
                                      </p:cBhvr>
                                      <p:tavLst>
                                        <p:tav tm="0">
                                          <p:val>
                                            <p:strVal val="#ppt_y+#ppt_h*1.125000"/>
                                          </p:val>
                                        </p:tav>
                                        <p:tav tm="100000">
                                          <p:val>
                                            <p:strVal val="#ppt_y"/>
                                          </p:val>
                                        </p:tav>
                                      </p:tavLst>
                                    </p:anim>
                                    <p:animEffect transition="in" filter="wipe(up)">
                                      <p:cBhvr>
                                        <p:cTn id="63" dur="500"/>
                                        <p:tgtEl>
                                          <p:spTgt spid="14"/>
                                        </p:tgtEl>
                                      </p:cBhvr>
                                    </p:animEffect>
                                  </p:childTnLst>
                                </p:cTn>
                              </p:par>
                            </p:childTnLst>
                          </p:cTn>
                        </p:par>
                        <p:par>
                          <p:cTn id="64" fill="hold">
                            <p:stCondLst>
                              <p:cond delay="5000"/>
                            </p:stCondLst>
                            <p:childTnLst>
                              <p:par>
                                <p:cTn id="65" presetID="2" presetClass="entr" presetSubtype="4"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 calcmode="lin" valueType="num">
                                      <p:cBhvr additive="base">
                                        <p:cTn id="67" dur="500" fill="hold"/>
                                        <p:tgtEl>
                                          <p:spTgt spid="12"/>
                                        </p:tgtEl>
                                        <p:attrNameLst>
                                          <p:attrName>ppt_x</p:attrName>
                                        </p:attrNameLst>
                                      </p:cBhvr>
                                      <p:tavLst>
                                        <p:tav tm="0">
                                          <p:val>
                                            <p:strVal val="#ppt_x"/>
                                          </p:val>
                                        </p:tav>
                                        <p:tav tm="100000">
                                          <p:val>
                                            <p:strVal val="#ppt_x"/>
                                          </p:val>
                                        </p:tav>
                                      </p:tavLst>
                                    </p:anim>
                                    <p:anim calcmode="lin" valueType="num">
                                      <p:cBhvr additive="base">
                                        <p:cTn id="68" dur="500" fill="hold"/>
                                        <p:tgtEl>
                                          <p:spTgt spid="12"/>
                                        </p:tgtEl>
                                        <p:attrNameLst>
                                          <p:attrName>ppt_y</p:attrName>
                                        </p:attrNameLst>
                                      </p:cBhvr>
                                      <p:tavLst>
                                        <p:tav tm="0">
                                          <p:val>
                                            <p:strVal val="1+#ppt_h/2"/>
                                          </p:val>
                                        </p:tav>
                                        <p:tav tm="100000">
                                          <p:val>
                                            <p:strVal val="#ppt_y"/>
                                          </p:val>
                                        </p:tav>
                                      </p:tavLst>
                                    </p:anim>
                                  </p:childTnLst>
                                </p:cTn>
                              </p:par>
                            </p:childTnLst>
                          </p:cTn>
                        </p:par>
                        <p:par>
                          <p:cTn id="69" fill="hold">
                            <p:stCondLst>
                              <p:cond delay="5500"/>
                            </p:stCondLst>
                            <p:childTnLst>
                              <p:par>
                                <p:cTn id="70" presetID="10" presetClass="entr" presetSubtype="0" fill="hold" nodeType="afterEffect">
                                  <p:stCondLst>
                                    <p:cond delay="0"/>
                                  </p:stCondLst>
                                  <p:childTnLst>
                                    <p:set>
                                      <p:cBhvr>
                                        <p:cTn id="71" dur="1" fill="hold">
                                          <p:stCondLst>
                                            <p:cond delay="0"/>
                                          </p:stCondLst>
                                        </p:cTn>
                                        <p:tgtEl>
                                          <p:spTgt spid="13">
                                            <p:txEl>
                                              <p:pRg st="0" end="0"/>
                                            </p:txEl>
                                          </p:spTgt>
                                        </p:tgtEl>
                                        <p:attrNameLst>
                                          <p:attrName>style.visibility</p:attrName>
                                        </p:attrNameLst>
                                      </p:cBhvr>
                                      <p:to>
                                        <p:strVal val="visible"/>
                                      </p:to>
                                    </p:set>
                                    <p:animEffect transition="in" filter="fade">
                                      <p:cBhvr>
                                        <p:cTn id="72" dur="500"/>
                                        <p:tgtEl>
                                          <p:spTgt spid="13">
                                            <p:txEl>
                                              <p:pRg st="0" end="0"/>
                                            </p:txEl>
                                          </p:spTgt>
                                        </p:tgtEl>
                                      </p:cBhvr>
                                    </p:animEffect>
                                  </p:childTnLst>
                                </p:cTn>
                              </p:par>
                            </p:childTnLst>
                          </p:cTn>
                        </p:par>
                        <p:par>
                          <p:cTn id="73" fill="hold">
                            <p:stCondLst>
                              <p:cond delay="6000"/>
                            </p:stCondLst>
                            <p:childTnLst>
                              <p:par>
                                <p:cTn id="74" presetID="12" presetClass="entr" presetSubtype="4"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additive="base">
                                        <p:cTn id="76" dur="500"/>
                                        <p:tgtEl>
                                          <p:spTgt spid="18"/>
                                        </p:tgtEl>
                                        <p:attrNameLst>
                                          <p:attrName>ppt_y</p:attrName>
                                        </p:attrNameLst>
                                      </p:cBhvr>
                                      <p:tavLst>
                                        <p:tav tm="0">
                                          <p:val>
                                            <p:strVal val="#ppt_y+#ppt_h*1.125000"/>
                                          </p:val>
                                        </p:tav>
                                        <p:tav tm="100000">
                                          <p:val>
                                            <p:strVal val="#ppt_y"/>
                                          </p:val>
                                        </p:tav>
                                      </p:tavLst>
                                    </p:anim>
                                    <p:animEffect transition="in" filter="wipe(up)">
                                      <p:cBhvr>
                                        <p:cTn id="77" dur="500"/>
                                        <p:tgtEl>
                                          <p:spTgt spid="18"/>
                                        </p:tgtEl>
                                      </p:cBhvr>
                                    </p:animEffect>
                                  </p:childTnLst>
                                </p:cTn>
                              </p:par>
                            </p:childTnLst>
                          </p:cTn>
                        </p:par>
                        <p:par>
                          <p:cTn id="78" fill="hold">
                            <p:stCondLst>
                              <p:cond delay="6500"/>
                            </p:stCondLst>
                            <p:childTnLst>
                              <p:par>
                                <p:cTn id="79" presetID="2" presetClass="entr" presetSubtype="4" fill="hold" grpId="0" nodeType="afterEffect">
                                  <p:stCondLst>
                                    <p:cond delay="0"/>
                                  </p:stCondLst>
                                  <p:childTnLst>
                                    <p:set>
                                      <p:cBhvr>
                                        <p:cTn id="80" dur="1" fill="hold">
                                          <p:stCondLst>
                                            <p:cond delay="0"/>
                                          </p:stCondLst>
                                        </p:cTn>
                                        <p:tgtEl>
                                          <p:spTgt spid="16"/>
                                        </p:tgtEl>
                                        <p:attrNameLst>
                                          <p:attrName>style.visibility</p:attrName>
                                        </p:attrNameLst>
                                      </p:cBhvr>
                                      <p:to>
                                        <p:strVal val="visible"/>
                                      </p:to>
                                    </p:set>
                                    <p:anim calcmode="lin" valueType="num">
                                      <p:cBhvr additive="base">
                                        <p:cTn id="81" dur="500" fill="hold"/>
                                        <p:tgtEl>
                                          <p:spTgt spid="16"/>
                                        </p:tgtEl>
                                        <p:attrNameLst>
                                          <p:attrName>ppt_x</p:attrName>
                                        </p:attrNameLst>
                                      </p:cBhvr>
                                      <p:tavLst>
                                        <p:tav tm="0">
                                          <p:val>
                                            <p:strVal val="#ppt_x"/>
                                          </p:val>
                                        </p:tav>
                                        <p:tav tm="100000">
                                          <p:val>
                                            <p:strVal val="#ppt_x"/>
                                          </p:val>
                                        </p:tav>
                                      </p:tavLst>
                                    </p:anim>
                                    <p:anim calcmode="lin" valueType="num">
                                      <p:cBhvr additive="base">
                                        <p:cTn id="82" dur="500" fill="hold"/>
                                        <p:tgtEl>
                                          <p:spTgt spid="16"/>
                                        </p:tgtEl>
                                        <p:attrNameLst>
                                          <p:attrName>ppt_y</p:attrName>
                                        </p:attrNameLst>
                                      </p:cBhvr>
                                      <p:tavLst>
                                        <p:tav tm="0">
                                          <p:val>
                                            <p:strVal val="1+#ppt_h/2"/>
                                          </p:val>
                                        </p:tav>
                                        <p:tav tm="100000">
                                          <p:val>
                                            <p:strVal val="#ppt_y"/>
                                          </p:val>
                                        </p:tav>
                                      </p:tavLst>
                                    </p:anim>
                                  </p:childTnLst>
                                </p:cTn>
                              </p:par>
                            </p:childTnLst>
                          </p:cTn>
                        </p:par>
                        <p:par>
                          <p:cTn id="83" fill="hold">
                            <p:stCondLst>
                              <p:cond delay="7000"/>
                            </p:stCondLst>
                            <p:childTnLst>
                              <p:par>
                                <p:cTn id="84" presetID="10" presetClass="entr" presetSubtype="0" fill="hold" nodeType="afterEffect">
                                  <p:stCondLst>
                                    <p:cond delay="0"/>
                                  </p:stCondLst>
                                  <p:childTnLst>
                                    <p:set>
                                      <p:cBhvr>
                                        <p:cTn id="85" dur="1" fill="hold">
                                          <p:stCondLst>
                                            <p:cond delay="0"/>
                                          </p:stCondLst>
                                        </p:cTn>
                                        <p:tgtEl>
                                          <p:spTgt spid="17">
                                            <p:txEl>
                                              <p:pRg st="0" end="0"/>
                                            </p:txEl>
                                          </p:spTgt>
                                        </p:tgtEl>
                                        <p:attrNameLst>
                                          <p:attrName>style.visibility</p:attrName>
                                        </p:attrNameLst>
                                      </p:cBhvr>
                                      <p:to>
                                        <p:strVal val="visible"/>
                                      </p:to>
                                    </p:set>
                                    <p:animEffect transition="in" filter="fade">
                                      <p:cBhvr>
                                        <p:cTn id="86"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p:bldP spid="8" grpId="0" bldLvl="0" animBg="1"/>
      <p:bldP spid="10" grpId="0"/>
      <p:bldP spid="12" grpId="0" bldLvl="0" animBg="1"/>
      <p:bldP spid="14" grpId="0"/>
      <p:bldP spid="16" grpId="0" bldLvl="0" animBg="1"/>
      <p:bldP spid="18" grpId="0"/>
      <p:bldP spid="11" grpId="0" bldLvl="0" animBg="1"/>
      <p:bldP spid="15" grpId="0" bldLvl="0" animBg="1"/>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01</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one</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企业介绍</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3" grpId="0" bldLvl="0" animBg="1"/>
      <p:bldP spid="5" grpId="0" animBg="1"/>
      <p:bldP spid="6" grpId="0" animBg="1"/>
      <p:bldP spid="7"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196205" y="1647825"/>
            <a:ext cx="6995795" cy="3977005"/>
          </a:xfrm>
          <a:prstGeom prst="rect">
            <a:avLst/>
          </a:prstGeom>
        </p:spPr>
      </p:pic>
      <p:sp>
        <p:nvSpPr>
          <p:cNvPr id="14" name="矩形 13"/>
          <p:cNvSpPr/>
          <p:nvPr/>
        </p:nvSpPr>
        <p:spPr>
          <a:xfrm>
            <a:off x="1244600" y="2002972"/>
            <a:ext cx="4445001" cy="3265715"/>
          </a:xfrm>
          <a:prstGeom prst="rect">
            <a:avLst/>
          </a:prstGeom>
          <a:solidFill>
            <a:schemeClr val="bg1"/>
          </a:solidFill>
          <a:ln w="254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a:solidFill>
                <a:prstClr val="white"/>
              </a:solidFill>
              <a:cs typeface="+mn-ea"/>
              <a:sym typeface="+mn-lt"/>
            </a:endParaRPr>
          </a:p>
        </p:txBody>
      </p:sp>
      <p:sp>
        <p:nvSpPr>
          <p:cNvPr id="15" name="矩形 14"/>
          <p:cNvSpPr/>
          <p:nvPr/>
        </p:nvSpPr>
        <p:spPr>
          <a:xfrm>
            <a:off x="1118681" y="2298276"/>
            <a:ext cx="329784" cy="26751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zh-CN" altLang="en-US">
              <a:solidFill>
                <a:prstClr val="white"/>
              </a:solidFill>
              <a:cs typeface="+mn-ea"/>
              <a:sym typeface="+mn-lt"/>
            </a:endParaRPr>
          </a:p>
        </p:txBody>
      </p:sp>
      <p:grpSp>
        <p:nvGrpSpPr>
          <p:cNvPr id="20" name="组合 19"/>
          <p:cNvGrpSpPr/>
          <p:nvPr/>
        </p:nvGrpSpPr>
        <p:grpSpPr>
          <a:xfrm>
            <a:off x="1448465" y="2947308"/>
            <a:ext cx="3834735" cy="1763108"/>
            <a:chOff x="1448465" y="2947308"/>
            <a:chExt cx="3834735" cy="1763109"/>
          </a:xfrm>
        </p:grpSpPr>
        <p:cxnSp>
          <p:nvCxnSpPr>
            <p:cNvPr id="17" name="直接连接符 16"/>
            <p:cNvCxnSpPr/>
            <p:nvPr/>
          </p:nvCxnSpPr>
          <p:spPr>
            <a:xfrm>
              <a:off x="1596572" y="2947308"/>
              <a:ext cx="841829" cy="0"/>
            </a:xfrm>
            <a:prstGeom prst="line">
              <a:avLst/>
            </a:prstGeom>
            <a:ln w="25400" cap="rnd">
              <a:gradFill>
                <a:gsLst>
                  <a:gs pos="0">
                    <a:srgbClr val="4C7CDA">
                      <a:alpha val="53000"/>
                    </a:srgbClr>
                  </a:gs>
                  <a:gs pos="100000">
                    <a:srgbClr val="4C7CDA"/>
                  </a:gs>
                </a:gsLst>
                <a:lin ang="5400000" scaled="1"/>
              </a:gradFill>
              <a:round/>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448465" y="3068941"/>
              <a:ext cx="3834735" cy="1641476"/>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用户可以在投影仪或者计算机上进行演示，也可以将演示文稿打印出来，制作成胶片，以便应用到更广泛的领域中。利用</a:t>
              </a:r>
              <a:r>
                <a:rPr lang="en-US" altLang="zh-CN" sz="1400" dirty="0">
                  <a:solidFill>
                    <a:schemeClr val="dk1"/>
                  </a:solidFill>
                  <a:cs typeface="+mn-ea"/>
                  <a:sym typeface="+mn-lt"/>
                </a:rPr>
                <a:t>Microsoft Office PowerPoint</a:t>
              </a:r>
              <a:r>
                <a:rPr lang="zh-CN" altLang="en-US" sz="1400" dirty="0">
                  <a:solidFill>
                    <a:schemeClr val="dk1"/>
                  </a:solidFill>
                  <a:cs typeface="+mn-ea"/>
                  <a:sym typeface="+mn-lt"/>
                </a:rPr>
                <a:t>不仅可以创建演示文稿，还可以在互联网上召开面对面会议、远程会议或在网上给观众展示演示文稿</a:t>
              </a:r>
            </a:p>
          </p:txBody>
        </p:sp>
      </p:grpSp>
      <p:sp>
        <p:nvSpPr>
          <p:cNvPr id="19" name="矩形 18"/>
          <p:cNvSpPr/>
          <p:nvPr/>
        </p:nvSpPr>
        <p:spPr>
          <a:xfrm>
            <a:off x="1448465" y="2413616"/>
            <a:ext cx="2804223" cy="429861"/>
          </a:xfrm>
          <a:prstGeom prst="rect">
            <a:avLst/>
          </a:prstGeom>
        </p:spPr>
        <p:txBody>
          <a:bodyPr wrap="square">
            <a:spAutoFit/>
          </a:bodyPr>
          <a:lstStyle/>
          <a:p>
            <a:pPr algn="just" defTabSz="685800">
              <a:lnSpc>
                <a:spcPct val="120000"/>
              </a:lnSpc>
            </a:pPr>
            <a:r>
              <a:rPr lang="zh-CN" altLang="en-US" sz="2000" b="1" dirty="0">
                <a:solidFill>
                  <a:schemeClr val="dk1"/>
                </a:solidFill>
                <a:cs typeface="+mn-ea"/>
                <a:sym typeface="+mn-lt"/>
              </a:rPr>
              <a:t>关于我们公司</a:t>
            </a:r>
          </a:p>
        </p:txBody>
      </p:sp>
      <p:grpSp>
        <p:nvGrpSpPr>
          <p:cNvPr id="6" name="组合 5"/>
          <p:cNvGrpSpPr/>
          <p:nvPr/>
        </p:nvGrpSpPr>
        <p:grpSpPr>
          <a:xfrm>
            <a:off x="324485" y="164465"/>
            <a:ext cx="2986405" cy="675640"/>
            <a:chOff x="511" y="375"/>
            <a:chExt cx="4703"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9" name="文本框 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anim calcmode="lin" valueType="num">
                                      <p:cBhvr>
                                        <p:cTn id="17" dur="1000" fill="hold"/>
                                        <p:tgtEl>
                                          <p:spTgt spid="19"/>
                                        </p:tgtEl>
                                        <p:attrNameLst>
                                          <p:attrName>ppt_x</p:attrName>
                                        </p:attrNameLst>
                                      </p:cBhvr>
                                      <p:tavLst>
                                        <p:tav tm="0">
                                          <p:val>
                                            <p:strVal val="#ppt_x"/>
                                          </p:val>
                                        </p:tav>
                                        <p:tav tm="100000">
                                          <p:val>
                                            <p:strVal val="#ppt_x"/>
                                          </p:val>
                                        </p:tav>
                                      </p:tavLst>
                                    </p:anim>
                                    <p:anim calcmode="lin" valueType="num">
                                      <p:cBhvr>
                                        <p:cTn id="18" dur="1000" fill="hold"/>
                                        <p:tgtEl>
                                          <p:spTgt spid="19"/>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up)">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eeb423b4-ab41-41a9-81ab-1bd849734195"/>
          <p:cNvGrpSpPr>
            <a:grpSpLocks noChangeAspect="1"/>
          </p:cNvGrpSpPr>
          <p:nvPr/>
        </p:nvGrpSpPr>
        <p:grpSpPr>
          <a:xfrm>
            <a:off x="941311" y="1651080"/>
            <a:ext cx="9610180" cy="3033791"/>
            <a:chOff x="1826578" y="2024844"/>
            <a:chExt cx="7959724" cy="2512767"/>
          </a:xfrm>
        </p:grpSpPr>
        <p:grpSp>
          <p:nvGrpSpPr>
            <p:cNvPr id="11" name="组合 10"/>
            <p:cNvGrpSpPr/>
            <p:nvPr/>
          </p:nvGrpSpPr>
          <p:grpSpPr>
            <a:xfrm>
              <a:off x="1991544" y="2024844"/>
              <a:ext cx="7212748" cy="2301983"/>
              <a:chOff x="1489209" y="1737350"/>
              <a:chExt cx="6195767" cy="1977409"/>
            </a:xfrm>
          </p:grpSpPr>
          <p:grpSp>
            <p:nvGrpSpPr>
              <p:cNvPr id="12" name="组合 11"/>
              <p:cNvGrpSpPr/>
              <p:nvPr/>
            </p:nvGrpSpPr>
            <p:grpSpPr>
              <a:xfrm>
                <a:off x="1489209" y="2543492"/>
                <a:ext cx="2106649" cy="1171265"/>
                <a:chOff x="0" y="0"/>
                <a:chExt cx="5617729" cy="3123370"/>
              </a:xfrm>
            </p:grpSpPr>
            <p:sp>
              <p:nvSpPr>
                <p:cNvPr id="13" name="矩形 12"/>
                <p:cNvSpPr/>
                <p:nvPr/>
              </p:nvSpPr>
              <p:spPr>
                <a:xfrm>
                  <a:off x="771670" y="216467"/>
                  <a:ext cx="4074388" cy="2588219"/>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14" name="任意多边形: 形状 40"/>
                <p:cNvSpPr/>
                <p:nvPr/>
              </p:nvSpPr>
              <p:spPr>
                <a:xfrm>
                  <a:off x="0" y="0"/>
                  <a:ext cx="5617729" cy="3123370"/>
                </a:xfrm>
                <a:custGeom>
                  <a:avLst/>
                  <a:gdLst/>
                  <a:ahLst/>
                  <a:cxnLst/>
                  <a:rect l="0" t="0" r="0" b="0"/>
                  <a:pathLst>
                    <a:path w="120000" h="120000" extrusionOk="0">
                      <a:moveTo>
                        <a:pt x="14783" y="0"/>
                      </a:moveTo>
                      <a:cubicBezTo>
                        <a:pt x="13022" y="0"/>
                        <a:pt x="11583" y="2588"/>
                        <a:pt x="11583" y="5755"/>
                      </a:cubicBezTo>
                      <a:lnTo>
                        <a:pt x="11583" y="113622"/>
                      </a:lnTo>
                      <a:lnTo>
                        <a:pt x="108511" y="113622"/>
                      </a:lnTo>
                      <a:lnTo>
                        <a:pt x="108511" y="5755"/>
                      </a:lnTo>
                      <a:cubicBezTo>
                        <a:pt x="108511" y="2588"/>
                        <a:pt x="107072" y="0"/>
                        <a:pt x="105311" y="0"/>
                      </a:cubicBezTo>
                      <a:lnTo>
                        <a:pt x="14783" y="0"/>
                      </a:lnTo>
                      <a:close/>
                      <a:moveTo>
                        <a:pt x="16500" y="7911"/>
                      </a:moveTo>
                      <a:lnTo>
                        <a:pt x="103666" y="7911"/>
                      </a:lnTo>
                      <a:cubicBezTo>
                        <a:pt x="103666" y="7911"/>
                        <a:pt x="103666" y="107411"/>
                        <a:pt x="103666" y="107411"/>
                      </a:cubicBezTo>
                      <a:lnTo>
                        <a:pt x="103666" y="108333"/>
                      </a:lnTo>
                      <a:lnTo>
                        <a:pt x="16500" y="108333"/>
                      </a:lnTo>
                      <a:lnTo>
                        <a:pt x="16500" y="107411"/>
                      </a:lnTo>
                      <a:lnTo>
                        <a:pt x="16500" y="7911"/>
                      </a:lnTo>
                      <a:close/>
                      <a:moveTo>
                        <a:pt x="50088" y="113638"/>
                      </a:moveTo>
                      <a:lnTo>
                        <a:pt x="138" y="113661"/>
                      </a:lnTo>
                      <a:cubicBezTo>
                        <a:pt x="61" y="113661"/>
                        <a:pt x="0" y="113777"/>
                        <a:pt x="0" y="113911"/>
                      </a:cubicBezTo>
                      <a:lnTo>
                        <a:pt x="0" y="117000"/>
                      </a:lnTo>
                      <a:cubicBezTo>
                        <a:pt x="0" y="117138"/>
                        <a:pt x="83" y="117355"/>
                        <a:pt x="83" y="117355"/>
                      </a:cubicBezTo>
                      <a:cubicBezTo>
                        <a:pt x="83" y="117355"/>
                        <a:pt x="1444" y="120000"/>
                        <a:pt x="5594" y="120000"/>
                      </a:cubicBezTo>
                      <a:lnTo>
                        <a:pt x="114405" y="120000"/>
                      </a:lnTo>
                      <a:cubicBezTo>
                        <a:pt x="118550" y="120000"/>
                        <a:pt x="119916" y="117355"/>
                        <a:pt x="119916" y="117355"/>
                      </a:cubicBezTo>
                      <a:cubicBezTo>
                        <a:pt x="119966" y="117261"/>
                        <a:pt x="120000" y="117138"/>
                        <a:pt x="120000" y="117000"/>
                      </a:cubicBezTo>
                      <a:cubicBezTo>
                        <a:pt x="120000" y="117000"/>
                        <a:pt x="120000" y="113911"/>
                        <a:pt x="120000" y="113911"/>
                      </a:cubicBezTo>
                      <a:cubicBezTo>
                        <a:pt x="120000" y="113777"/>
                        <a:pt x="119938" y="113661"/>
                        <a:pt x="119861" y="113661"/>
                      </a:cubicBezTo>
                      <a:lnTo>
                        <a:pt x="69911" y="113638"/>
                      </a:lnTo>
                      <a:cubicBezTo>
                        <a:pt x="69755" y="115050"/>
                        <a:pt x="69061" y="116111"/>
                        <a:pt x="68233" y="116111"/>
                      </a:cubicBezTo>
                      <a:lnTo>
                        <a:pt x="51766" y="116111"/>
                      </a:lnTo>
                      <a:cubicBezTo>
                        <a:pt x="50933" y="116111"/>
                        <a:pt x="50244" y="115050"/>
                        <a:pt x="50088" y="113638"/>
                      </a:cubicBez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15" name="组合 14"/>
              <p:cNvGrpSpPr/>
              <p:nvPr/>
            </p:nvGrpSpPr>
            <p:grpSpPr>
              <a:xfrm>
                <a:off x="6048192" y="2289477"/>
                <a:ext cx="1011402" cy="1425279"/>
                <a:chOff x="0" y="0"/>
                <a:chExt cx="2697068" cy="3800743"/>
              </a:xfrm>
            </p:grpSpPr>
            <p:sp>
              <p:nvSpPr>
                <p:cNvPr id="16" name="矩形 15"/>
                <p:cNvSpPr/>
                <p:nvPr/>
              </p:nvSpPr>
              <p:spPr>
                <a:xfrm>
                  <a:off x="158264" y="324666"/>
                  <a:ext cx="2380493" cy="3151384"/>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17" name="任意多边形: 形状 38"/>
                <p:cNvSpPr/>
                <p:nvPr/>
              </p:nvSpPr>
              <p:spPr>
                <a:xfrm>
                  <a:off x="0" y="0"/>
                  <a:ext cx="2697068" cy="3800743"/>
                </a:xfrm>
                <a:custGeom>
                  <a:avLst/>
                  <a:gdLst/>
                  <a:ahLst/>
                  <a:cxnLst/>
                  <a:rect l="0" t="0" r="0" b="0"/>
                  <a:pathLst>
                    <a:path w="120000" h="120000" extrusionOk="0">
                      <a:moveTo>
                        <a:pt x="7172" y="0"/>
                      </a:moveTo>
                      <a:cubicBezTo>
                        <a:pt x="3211" y="0"/>
                        <a:pt x="0" y="2272"/>
                        <a:pt x="0" y="5083"/>
                      </a:cubicBezTo>
                      <a:lnTo>
                        <a:pt x="0" y="114916"/>
                      </a:lnTo>
                      <a:cubicBezTo>
                        <a:pt x="0" y="117727"/>
                        <a:pt x="3211" y="120000"/>
                        <a:pt x="7172" y="120000"/>
                      </a:cubicBezTo>
                      <a:lnTo>
                        <a:pt x="112827" y="120000"/>
                      </a:lnTo>
                      <a:cubicBezTo>
                        <a:pt x="116788" y="120000"/>
                        <a:pt x="120000" y="117727"/>
                        <a:pt x="120000" y="114916"/>
                      </a:cubicBezTo>
                      <a:lnTo>
                        <a:pt x="120000" y="5083"/>
                      </a:lnTo>
                      <a:cubicBezTo>
                        <a:pt x="120000" y="2272"/>
                        <a:pt x="116788" y="0"/>
                        <a:pt x="112827" y="0"/>
                      </a:cubicBezTo>
                      <a:lnTo>
                        <a:pt x="7172" y="0"/>
                      </a:lnTo>
                      <a:close/>
                      <a:moveTo>
                        <a:pt x="60000" y="4577"/>
                      </a:moveTo>
                      <a:cubicBezTo>
                        <a:pt x="60355" y="4577"/>
                        <a:pt x="60711" y="4677"/>
                        <a:pt x="60983" y="4872"/>
                      </a:cubicBezTo>
                      <a:cubicBezTo>
                        <a:pt x="61533" y="5261"/>
                        <a:pt x="61533" y="5883"/>
                        <a:pt x="60983" y="6272"/>
                      </a:cubicBezTo>
                      <a:cubicBezTo>
                        <a:pt x="60438" y="6661"/>
                        <a:pt x="59550" y="6661"/>
                        <a:pt x="59005" y="6272"/>
                      </a:cubicBezTo>
                      <a:cubicBezTo>
                        <a:pt x="58461" y="5883"/>
                        <a:pt x="58461" y="5261"/>
                        <a:pt x="59005" y="4872"/>
                      </a:cubicBezTo>
                      <a:cubicBezTo>
                        <a:pt x="59277" y="4677"/>
                        <a:pt x="59644" y="4577"/>
                        <a:pt x="60000" y="4577"/>
                      </a:cubicBezTo>
                      <a:close/>
                      <a:moveTo>
                        <a:pt x="55822" y="4938"/>
                      </a:moveTo>
                      <a:cubicBezTo>
                        <a:pt x="56050" y="4938"/>
                        <a:pt x="56277" y="5000"/>
                        <a:pt x="56450" y="5122"/>
                      </a:cubicBezTo>
                      <a:cubicBezTo>
                        <a:pt x="56805" y="5372"/>
                        <a:pt x="56805" y="5772"/>
                        <a:pt x="56450" y="6022"/>
                      </a:cubicBezTo>
                      <a:cubicBezTo>
                        <a:pt x="56100" y="6266"/>
                        <a:pt x="55538" y="6266"/>
                        <a:pt x="55188" y="6022"/>
                      </a:cubicBezTo>
                      <a:cubicBezTo>
                        <a:pt x="54838" y="5772"/>
                        <a:pt x="54838" y="5372"/>
                        <a:pt x="55188" y="5122"/>
                      </a:cubicBezTo>
                      <a:cubicBezTo>
                        <a:pt x="55366" y="5000"/>
                        <a:pt x="55588" y="4938"/>
                        <a:pt x="55822" y="4938"/>
                      </a:cubicBezTo>
                      <a:close/>
                      <a:moveTo>
                        <a:pt x="7044" y="10250"/>
                      </a:moveTo>
                      <a:lnTo>
                        <a:pt x="112955" y="10250"/>
                      </a:lnTo>
                      <a:lnTo>
                        <a:pt x="112955" y="109744"/>
                      </a:lnTo>
                      <a:lnTo>
                        <a:pt x="7044" y="109744"/>
                      </a:lnTo>
                      <a:lnTo>
                        <a:pt x="7044" y="10250"/>
                      </a:lnTo>
                      <a:close/>
                      <a:moveTo>
                        <a:pt x="60000" y="111505"/>
                      </a:moveTo>
                      <a:cubicBezTo>
                        <a:pt x="61150" y="111505"/>
                        <a:pt x="62294" y="111816"/>
                        <a:pt x="63166" y="112438"/>
                      </a:cubicBezTo>
                      <a:cubicBezTo>
                        <a:pt x="64922" y="113677"/>
                        <a:pt x="64922" y="115694"/>
                        <a:pt x="63166" y="116938"/>
                      </a:cubicBezTo>
                      <a:cubicBezTo>
                        <a:pt x="61416" y="118183"/>
                        <a:pt x="58577" y="118183"/>
                        <a:pt x="56822" y="116938"/>
                      </a:cubicBezTo>
                      <a:cubicBezTo>
                        <a:pt x="55072" y="115694"/>
                        <a:pt x="55072" y="113677"/>
                        <a:pt x="56822" y="112438"/>
                      </a:cubicBezTo>
                      <a:cubicBezTo>
                        <a:pt x="57700" y="111816"/>
                        <a:pt x="58850" y="111505"/>
                        <a:pt x="60000" y="111505"/>
                      </a:cubicBezTo>
                      <a:close/>
                      <a:moveTo>
                        <a:pt x="58594" y="113694"/>
                      </a:moveTo>
                      <a:lnTo>
                        <a:pt x="58594" y="115683"/>
                      </a:lnTo>
                      <a:lnTo>
                        <a:pt x="61405" y="115683"/>
                      </a:lnTo>
                      <a:lnTo>
                        <a:pt x="61405" y="113694"/>
                      </a:lnTo>
                      <a:lnTo>
                        <a:pt x="58594" y="113694"/>
                      </a:ln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18" name="组合 17"/>
              <p:cNvGrpSpPr/>
              <p:nvPr/>
            </p:nvGrpSpPr>
            <p:grpSpPr>
              <a:xfrm>
                <a:off x="7146227" y="2657877"/>
                <a:ext cx="538749" cy="1056880"/>
                <a:chOff x="0" y="0"/>
                <a:chExt cx="1436663" cy="2818342"/>
              </a:xfrm>
            </p:grpSpPr>
            <p:sp>
              <p:nvSpPr>
                <p:cNvPr id="42" name="矩形 41"/>
                <p:cNvSpPr/>
                <p:nvPr/>
              </p:nvSpPr>
              <p:spPr>
                <a:xfrm>
                  <a:off x="108854" y="458402"/>
                  <a:ext cx="1237222" cy="1848842"/>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43" name="任意多边形: 形状 36"/>
                <p:cNvSpPr/>
                <p:nvPr/>
              </p:nvSpPr>
              <p:spPr>
                <a:xfrm>
                  <a:off x="0" y="0"/>
                  <a:ext cx="1436663" cy="2818342"/>
                </a:xfrm>
                <a:custGeom>
                  <a:avLst/>
                  <a:gdLst/>
                  <a:ahLst/>
                  <a:cxnLst/>
                  <a:rect l="0" t="0" r="0" b="0"/>
                  <a:pathLst>
                    <a:path w="120000" h="120000" extrusionOk="0">
                      <a:moveTo>
                        <a:pt x="81072" y="0"/>
                      </a:moveTo>
                      <a:cubicBezTo>
                        <a:pt x="80400" y="0"/>
                        <a:pt x="79855" y="277"/>
                        <a:pt x="79855" y="616"/>
                      </a:cubicBezTo>
                      <a:lnTo>
                        <a:pt x="79855" y="794"/>
                      </a:lnTo>
                      <a:lnTo>
                        <a:pt x="17300" y="794"/>
                      </a:lnTo>
                      <a:cubicBezTo>
                        <a:pt x="8583" y="794"/>
                        <a:pt x="1522" y="4394"/>
                        <a:pt x="1522" y="8838"/>
                      </a:cubicBezTo>
                      <a:lnTo>
                        <a:pt x="1522" y="10722"/>
                      </a:lnTo>
                      <a:lnTo>
                        <a:pt x="1211" y="10722"/>
                      </a:lnTo>
                      <a:cubicBezTo>
                        <a:pt x="544" y="10722"/>
                        <a:pt x="0" y="11000"/>
                        <a:pt x="0" y="11338"/>
                      </a:cubicBezTo>
                      <a:lnTo>
                        <a:pt x="0" y="16183"/>
                      </a:lnTo>
                      <a:cubicBezTo>
                        <a:pt x="0" y="16522"/>
                        <a:pt x="544" y="16800"/>
                        <a:pt x="1211" y="16800"/>
                      </a:cubicBezTo>
                      <a:lnTo>
                        <a:pt x="1522" y="16800"/>
                      </a:lnTo>
                      <a:lnTo>
                        <a:pt x="1522" y="22950"/>
                      </a:lnTo>
                      <a:lnTo>
                        <a:pt x="1211" y="22950"/>
                      </a:lnTo>
                      <a:cubicBezTo>
                        <a:pt x="544" y="22950"/>
                        <a:pt x="0" y="23227"/>
                        <a:pt x="0" y="23566"/>
                      </a:cubicBezTo>
                      <a:lnTo>
                        <a:pt x="0" y="27127"/>
                      </a:lnTo>
                      <a:cubicBezTo>
                        <a:pt x="0" y="27472"/>
                        <a:pt x="544" y="27755"/>
                        <a:pt x="1211" y="27755"/>
                      </a:cubicBezTo>
                      <a:lnTo>
                        <a:pt x="1522" y="27755"/>
                      </a:lnTo>
                      <a:lnTo>
                        <a:pt x="1522" y="33516"/>
                      </a:lnTo>
                      <a:lnTo>
                        <a:pt x="1211" y="33516"/>
                      </a:lnTo>
                      <a:cubicBezTo>
                        <a:pt x="544" y="33516"/>
                        <a:pt x="0" y="33788"/>
                        <a:pt x="0" y="34133"/>
                      </a:cubicBezTo>
                      <a:lnTo>
                        <a:pt x="0" y="37694"/>
                      </a:lnTo>
                      <a:cubicBezTo>
                        <a:pt x="0" y="38033"/>
                        <a:pt x="544" y="38316"/>
                        <a:pt x="1211" y="38316"/>
                      </a:cubicBezTo>
                      <a:lnTo>
                        <a:pt x="1522" y="38316"/>
                      </a:lnTo>
                      <a:lnTo>
                        <a:pt x="1522" y="111950"/>
                      </a:lnTo>
                      <a:cubicBezTo>
                        <a:pt x="1522" y="116394"/>
                        <a:pt x="8583" y="120000"/>
                        <a:pt x="17300" y="120000"/>
                      </a:cubicBezTo>
                      <a:lnTo>
                        <a:pt x="104222" y="120000"/>
                      </a:lnTo>
                      <a:cubicBezTo>
                        <a:pt x="112938" y="120000"/>
                        <a:pt x="120000" y="116394"/>
                        <a:pt x="120000" y="111950"/>
                      </a:cubicBezTo>
                      <a:lnTo>
                        <a:pt x="120000" y="8838"/>
                      </a:lnTo>
                      <a:cubicBezTo>
                        <a:pt x="120000" y="4394"/>
                        <a:pt x="112938" y="794"/>
                        <a:pt x="104222" y="794"/>
                      </a:cubicBezTo>
                      <a:lnTo>
                        <a:pt x="99550" y="794"/>
                      </a:lnTo>
                      <a:lnTo>
                        <a:pt x="99550" y="616"/>
                      </a:lnTo>
                      <a:cubicBezTo>
                        <a:pt x="99550" y="277"/>
                        <a:pt x="99005" y="0"/>
                        <a:pt x="98333" y="0"/>
                      </a:cubicBezTo>
                      <a:lnTo>
                        <a:pt x="81072" y="0"/>
                      </a:lnTo>
                      <a:close/>
                      <a:moveTo>
                        <a:pt x="52894" y="9055"/>
                      </a:moveTo>
                      <a:lnTo>
                        <a:pt x="68638" y="9055"/>
                      </a:lnTo>
                      <a:cubicBezTo>
                        <a:pt x="70100" y="9055"/>
                        <a:pt x="71277" y="9655"/>
                        <a:pt x="71277" y="10400"/>
                      </a:cubicBezTo>
                      <a:cubicBezTo>
                        <a:pt x="71277" y="11150"/>
                        <a:pt x="70100" y="11755"/>
                        <a:pt x="68638" y="11755"/>
                      </a:cubicBezTo>
                      <a:lnTo>
                        <a:pt x="52894" y="11755"/>
                      </a:lnTo>
                      <a:cubicBezTo>
                        <a:pt x="51433" y="11755"/>
                        <a:pt x="50244" y="11150"/>
                        <a:pt x="50244" y="10400"/>
                      </a:cubicBezTo>
                      <a:cubicBezTo>
                        <a:pt x="50244" y="9655"/>
                        <a:pt x="51433" y="9055"/>
                        <a:pt x="52894" y="9055"/>
                      </a:cubicBezTo>
                      <a:close/>
                      <a:moveTo>
                        <a:pt x="40550" y="9272"/>
                      </a:moveTo>
                      <a:cubicBezTo>
                        <a:pt x="41183" y="9272"/>
                        <a:pt x="41811" y="9394"/>
                        <a:pt x="42294" y="9644"/>
                      </a:cubicBezTo>
                      <a:cubicBezTo>
                        <a:pt x="43261" y="10133"/>
                        <a:pt x="43261" y="10933"/>
                        <a:pt x="42294" y="11427"/>
                      </a:cubicBezTo>
                      <a:cubicBezTo>
                        <a:pt x="41327" y="11916"/>
                        <a:pt x="39766" y="11916"/>
                        <a:pt x="38800" y="11427"/>
                      </a:cubicBezTo>
                      <a:cubicBezTo>
                        <a:pt x="37833" y="10933"/>
                        <a:pt x="37833" y="10133"/>
                        <a:pt x="38800" y="9644"/>
                      </a:cubicBezTo>
                      <a:cubicBezTo>
                        <a:pt x="39283" y="9394"/>
                        <a:pt x="39911" y="9272"/>
                        <a:pt x="40550" y="9272"/>
                      </a:cubicBezTo>
                      <a:close/>
                      <a:moveTo>
                        <a:pt x="9088" y="19516"/>
                      </a:moveTo>
                      <a:lnTo>
                        <a:pt x="112433" y="19516"/>
                      </a:lnTo>
                      <a:lnTo>
                        <a:pt x="112433" y="98238"/>
                      </a:lnTo>
                      <a:lnTo>
                        <a:pt x="9088" y="98238"/>
                      </a:lnTo>
                      <a:lnTo>
                        <a:pt x="9088" y="19516"/>
                      </a:lnTo>
                      <a:close/>
                      <a:moveTo>
                        <a:pt x="60761" y="103300"/>
                      </a:moveTo>
                      <a:cubicBezTo>
                        <a:pt x="63661" y="103300"/>
                        <a:pt x="66566" y="103861"/>
                        <a:pt x="68777" y="104988"/>
                      </a:cubicBezTo>
                      <a:cubicBezTo>
                        <a:pt x="73211" y="107244"/>
                        <a:pt x="73211" y="110905"/>
                        <a:pt x="68777" y="113166"/>
                      </a:cubicBezTo>
                      <a:cubicBezTo>
                        <a:pt x="64350" y="115422"/>
                        <a:pt x="57172" y="115422"/>
                        <a:pt x="52744" y="113166"/>
                      </a:cubicBezTo>
                      <a:cubicBezTo>
                        <a:pt x="48316" y="110905"/>
                        <a:pt x="48316" y="107244"/>
                        <a:pt x="52744" y="104988"/>
                      </a:cubicBezTo>
                      <a:cubicBezTo>
                        <a:pt x="54955" y="103861"/>
                        <a:pt x="57861" y="103300"/>
                        <a:pt x="60761" y="103300"/>
                      </a:cubicBez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grpSp>
            <p:nvGrpSpPr>
              <p:cNvPr id="46" name="组合 45"/>
              <p:cNvGrpSpPr/>
              <p:nvPr/>
            </p:nvGrpSpPr>
            <p:grpSpPr>
              <a:xfrm>
                <a:off x="3477851" y="1737350"/>
                <a:ext cx="2485183" cy="1977409"/>
                <a:chOff x="0" y="0"/>
                <a:chExt cx="6627157" cy="5273085"/>
              </a:xfrm>
            </p:grpSpPr>
            <p:sp>
              <p:nvSpPr>
                <p:cNvPr id="47" name="矩形 46"/>
                <p:cNvSpPr/>
                <p:nvPr/>
              </p:nvSpPr>
              <p:spPr>
                <a:xfrm>
                  <a:off x="262483" y="278764"/>
                  <a:ext cx="6087153" cy="372569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prstClr val="black"/>
                    </a:solidFill>
                    <a:cs typeface="+mn-ea"/>
                    <a:sym typeface="+mn-lt"/>
                  </a:endParaRPr>
                </a:p>
              </p:txBody>
            </p:sp>
            <p:sp>
              <p:nvSpPr>
                <p:cNvPr id="48" name="任意多边形: 形状 34"/>
                <p:cNvSpPr/>
                <p:nvPr/>
              </p:nvSpPr>
              <p:spPr>
                <a:xfrm>
                  <a:off x="0" y="0"/>
                  <a:ext cx="6627157" cy="5273085"/>
                </a:xfrm>
                <a:custGeom>
                  <a:avLst/>
                  <a:gdLst/>
                  <a:ahLst/>
                  <a:cxnLst/>
                  <a:rect l="0" t="0" r="0" b="0"/>
                  <a:pathLst>
                    <a:path w="120000" h="120000" extrusionOk="0">
                      <a:moveTo>
                        <a:pt x="2705" y="0"/>
                      </a:moveTo>
                      <a:cubicBezTo>
                        <a:pt x="1211" y="0"/>
                        <a:pt x="0" y="1522"/>
                        <a:pt x="0" y="3400"/>
                      </a:cubicBezTo>
                      <a:lnTo>
                        <a:pt x="0" y="100277"/>
                      </a:lnTo>
                      <a:cubicBezTo>
                        <a:pt x="0" y="102150"/>
                        <a:pt x="1211" y="103677"/>
                        <a:pt x="2705" y="103677"/>
                      </a:cubicBezTo>
                      <a:lnTo>
                        <a:pt x="48083" y="103677"/>
                      </a:lnTo>
                      <a:lnTo>
                        <a:pt x="71916" y="103677"/>
                      </a:lnTo>
                      <a:lnTo>
                        <a:pt x="117294" y="103677"/>
                      </a:lnTo>
                      <a:cubicBezTo>
                        <a:pt x="118783" y="103677"/>
                        <a:pt x="120000" y="102150"/>
                        <a:pt x="120000" y="100277"/>
                      </a:cubicBezTo>
                      <a:lnTo>
                        <a:pt x="120000" y="3400"/>
                      </a:lnTo>
                      <a:cubicBezTo>
                        <a:pt x="120000" y="1522"/>
                        <a:pt x="118783" y="0"/>
                        <a:pt x="117294" y="0"/>
                      </a:cubicBezTo>
                      <a:lnTo>
                        <a:pt x="2705" y="0"/>
                      </a:lnTo>
                      <a:close/>
                      <a:moveTo>
                        <a:pt x="4944" y="6516"/>
                      </a:moveTo>
                      <a:lnTo>
                        <a:pt x="115055" y="6516"/>
                      </a:lnTo>
                      <a:lnTo>
                        <a:pt x="115055" y="90966"/>
                      </a:lnTo>
                      <a:lnTo>
                        <a:pt x="4944" y="90966"/>
                      </a:lnTo>
                      <a:lnTo>
                        <a:pt x="4944" y="6516"/>
                      </a:lnTo>
                      <a:close/>
                      <a:moveTo>
                        <a:pt x="47722" y="103688"/>
                      </a:moveTo>
                      <a:cubicBezTo>
                        <a:pt x="47522" y="106800"/>
                        <a:pt x="47477" y="113172"/>
                        <a:pt x="47327" y="114777"/>
                      </a:cubicBezTo>
                      <a:cubicBezTo>
                        <a:pt x="47133" y="116933"/>
                        <a:pt x="46650" y="117538"/>
                        <a:pt x="45455" y="117938"/>
                      </a:cubicBezTo>
                      <a:cubicBezTo>
                        <a:pt x="44466" y="118272"/>
                        <a:pt x="43122" y="118650"/>
                        <a:pt x="42566" y="118827"/>
                      </a:cubicBezTo>
                      <a:cubicBezTo>
                        <a:pt x="42005" y="119011"/>
                        <a:pt x="41833" y="119133"/>
                        <a:pt x="41833" y="119272"/>
                      </a:cubicBezTo>
                      <a:cubicBezTo>
                        <a:pt x="41833" y="119272"/>
                        <a:pt x="41833" y="119277"/>
                        <a:pt x="41833" y="119294"/>
                      </a:cubicBezTo>
                      <a:cubicBezTo>
                        <a:pt x="41833" y="119300"/>
                        <a:pt x="41833" y="119305"/>
                        <a:pt x="41833" y="119316"/>
                      </a:cubicBezTo>
                      <a:cubicBezTo>
                        <a:pt x="41861" y="119500"/>
                        <a:pt x="45044" y="120000"/>
                        <a:pt x="46594" y="120000"/>
                      </a:cubicBezTo>
                      <a:lnTo>
                        <a:pt x="73516" y="120000"/>
                      </a:lnTo>
                      <a:cubicBezTo>
                        <a:pt x="75072" y="120000"/>
                        <a:pt x="78255" y="119500"/>
                        <a:pt x="78277" y="119316"/>
                      </a:cubicBezTo>
                      <a:cubicBezTo>
                        <a:pt x="78283" y="119305"/>
                        <a:pt x="78277" y="119300"/>
                        <a:pt x="78277" y="119294"/>
                      </a:cubicBezTo>
                      <a:cubicBezTo>
                        <a:pt x="78283" y="119277"/>
                        <a:pt x="78283" y="119272"/>
                        <a:pt x="78283" y="119272"/>
                      </a:cubicBezTo>
                      <a:cubicBezTo>
                        <a:pt x="78283" y="119133"/>
                        <a:pt x="78105" y="119011"/>
                        <a:pt x="77544" y="118827"/>
                      </a:cubicBezTo>
                      <a:cubicBezTo>
                        <a:pt x="76988" y="118650"/>
                        <a:pt x="75644" y="118272"/>
                        <a:pt x="74655" y="117938"/>
                      </a:cubicBezTo>
                      <a:cubicBezTo>
                        <a:pt x="73461" y="117538"/>
                        <a:pt x="72977" y="116933"/>
                        <a:pt x="72783" y="114777"/>
                      </a:cubicBezTo>
                      <a:cubicBezTo>
                        <a:pt x="72633" y="113172"/>
                        <a:pt x="72594" y="106800"/>
                        <a:pt x="72388" y="103688"/>
                      </a:cubicBezTo>
                      <a:lnTo>
                        <a:pt x="47722" y="103688"/>
                      </a:lnTo>
                      <a:close/>
                    </a:path>
                  </a:pathLst>
                </a:custGeom>
                <a:solidFill>
                  <a:schemeClr val="bg1"/>
                </a:solidFill>
                <a:ln w="19050" cap="flat" cmpd="sng">
                  <a:gradFill>
                    <a:gsLst>
                      <a:gs pos="0">
                        <a:srgbClr val="4C7CDA">
                          <a:alpha val="53000"/>
                        </a:srgbClr>
                      </a:gs>
                      <a:gs pos="100000">
                        <a:srgbClr val="4C7CDA"/>
                      </a:gs>
                    </a:gsLst>
                    <a:lin ang="5400000" scaled="1"/>
                  </a:gradFill>
                  <a:prstDash val="solid"/>
                  <a:miter/>
                  <a:headEnd type="none" w="med" len="med"/>
                  <a:tailEnd type="none" w="med" len="med"/>
                </a:ln>
                <a:effectLst>
                  <a:outerShdw blurRad="2794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grpSp>
          <p:sp>
            <p:nvSpPr>
              <p:cNvPr id="49" name="文本框 6"/>
              <p:cNvSpPr txBox="1"/>
              <p:nvPr/>
            </p:nvSpPr>
            <p:spPr>
              <a:xfrm>
                <a:off x="4318298" y="2569642"/>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33%</a:t>
                </a:r>
              </a:p>
            </p:txBody>
          </p:sp>
          <p:sp>
            <p:nvSpPr>
              <p:cNvPr id="50" name="文本框 7"/>
              <p:cNvSpPr txBox="1"/>
              <p:nvPr/>
            </p:nvSpPr>
            <p:spPr>
              <a:xfrm>
                <a:off x="2162947" y="2874951"/>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25%</a:t>
                </a:r>
              </a:p>
            </p:txBody>
          </p:sp>
          <p:sp>
            <p:nvSpPr>
              <p:cNvPr id="51" name="文本框 8"/>
              <p:cNvSpPr txBox="1"/>
              <p:nvPr/>
            </p:nvSpPr>
            <p:spPr>
              <a:xfrm>
                <a:off x="6160310" y="2793528"/>
                <a:ext cx="819239" cy="405200"/>
              </a:xfrm>
              <a:prstGeom prst="rect">
                <a:avLst/>
              </a:prstGeom>
              <a:noFill/>
              <a:ln>
                <a:noFill/>
              </a:ln>
            </p:spPr>
            <p:txBody>
              <a:bodyPr lIns="0" tIns="0" rIns="0" bIns="0" anchor="t" anchorCtr="0">
                <a:normAutofit/>
              </a:bodyPr>
              <a:lstStyle/>
              <a:p>
                <a:pPr algn="ctr" defTabSz="685800">
                  <a:buSzPct val="25000"/>
                </a:pPr>
                <a:r>
                  <a:rPr lang="en-US" sz="2800">
                    <a:solidFill>
                      <a:prstClr val="white"/>
                    </a:solidFill>
                    <a:cs typeface="+mn-ea"/>
                    <a:sym typeface="+mn-lt"/>
                  </a:rPr>
                  <a:t>18%</a:t>
                </a:r>
              </a:p>
            </p:txBody>
          </p:sp>
          <p:sp>
            <p:nvSpPr>
              <p:cNvPr id="52" name="文本框 9"/>
              <p:cNvSpPr txBox="1"/>
              <p:nvPr/>
            </p:nvSpPr>
            <p:spPr>
              <a:xfrm>
                <a:off x="7197097" y="3040843"/>
                <a:ext cx="436481" cy="288336"/>
              </a:xfrm>
              <a:prstGeom prst="rect">
                <a:avLst/>
              </a:prstGeom>
              <a:noFill/>
              <a:ln>
                <a:noFill/>
              </a:ln>
            </p:spPr>
            <p:txBody>
              <a:bodyPr lIns="0" tIns="0" rIns="0" bIns="0" anchor="t" anchorCtr="0">
                <a:normAutofit/>
              </a:bodyPr>
              <a:lstStyle/>
              <a:p>
                <a:pPr algn="ctr" defTabSz="685800">
                  <a:buSzPct val="25000"/>
                </a:pPr>
                <a:r>
                  <a:rPr lang="en-US" sz="1355">
                    <a:solidFill>
                      <a:prstClr val="white"/>
                    </a:solidFill>
                    <a:cs typeface="+mn-ea"/>
                    <a:sym typeface="+mn-lt"/>
                  </a:rPr>
                  <a:t>66%</a:t>
                </a:r>
              </a:p>
            </p:txBody>
          </p:sp>
          <p:grpSp>
            <p:nvGrpSpPr>
              <p:cNvPr id="53" name="组合 52"/>
              <p:cNvGrpSpPr/>
              <p:nvPr/>
            </p:nvGrpSpPr>
            <p:grpSpPr>
              <a:xfrm>
                <a:off x="4394985" y="2052913"/>
                <a:ext cx="529798" cy="447402"/>
                <a:chOff x="4154760" y="503293"/>
                <a:chExt cx="856553" cy="723335"/>
              </a:xfrm>
            </p:grpSpPr>
            <p:sp>
              <p:nvSpPr>
                <p:cNvPr id="54" name="任意多边形: 形状 27"/>
                <p:cNvSpPr/>
                <p:nvPr/>
              </p:nvSpPr>
              <p:spPr>
                <a:xfrm>
                  <a:off x="4210176" y="1016045"/>
                  <a:ext cx="118590" cy="210583"/>
                </a:xfrm>
                <a:custGeom>
                  <a:avLst/>
                  <a:gdLst/>
                  <a:ahLst/>
                  <a:cxnLst/>
                  <a:rect l="0" t="0" r="0" b="0"/>
                  <a:pathLst>
                    <a:path w="120000" h="120000" extrusionOk="0">
                      <a:moveTo>
                        <a:pt x="0" y="64631"/>
                      </a:moveTo>
                      <a:lnTo>
                        <a:pt x="120000" y="0"/>
                      </a:lnTo>
                      <a:lnTo>
                        <a:pt x="120000" y="119999"/>
                      </a:lnTo>
                      <a:lnTo>
                        <a:pt x="0" y="119999"/>
                      </a:lnTo>
                      <a:lnTo>
                        <a:pt x="0" y="64631"/>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5" name="任意多边形: 形状 28"/>
                <p:cNvSpPr/>
                <p:nvPr/>
              </p:nvSpPr>
              <p:spPr>
                <a:xfrm>
                  <a:off x="4371992" y="854783"/>
                  <a:ext cx="118590" cy="371845"/>
                </a:xfrm>
                <a:custGeom>
                  <a:avLst/>
                  <a:gdLst/>
                  <a:ahLst/>
                  <a:cxnLst/>
                  <a:rect l="0" t="0" r="0" b="0"/>
                  <a:pathLst>
                    <a:path w="120000" h="120000" extrusionOk="0">
                      <a:moveTo>
                        <a:pt x="0" y="40536"/>
                      </a:moveTo>
                      <a:lnTo>
                        <a:pt x="120000" y="0"/>
                      </a:lnTo>
                      <a:lnTo>
                        <a:pt x="120000" y="120000"/>
                      </a:lnTo>
                      <a:lnTo>
                        <a:pt x="0" y="120000"/>
                      </a:lnTo>
                      <a:lnTo>
                        <a:pt x="0" y="40536"/>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6" name="任意多边形: 形状 29"/>
                <p:cNvSpPr/>
                <p:nvPr/>
              </p:nvSpPr>
              <p:spPr>
                <a:xfrm>
                  <a:off x="4533810" y="854783"/>
                  <a:ext cx="118590" cy="371845"/>
                </a:xfrm>
                <a:custGeom>
                  <a:avLst/>
                  <a:gdLst/>
                  <a:ahLst/>
                  <a:cxnLst/>
                  <a:rect l="0" t="0" r="0" b="0"/>
                  <a:pathLst>
                    <a:path w="120000" h="120000" extrusionOk="0">
                      <a:moveTo>
                        <a:pt x="0" y="0"/>
                      </a:moveTo>
                      <a:lnTo>
                        <a:pt x="120000" y="27123"/>
                      </a:lnTo>
                      <a:lnTo>
                        <a:pt x="120000" y="120000"/>
                      </a:lnTo>
                      <a:lnTo>
                        <a:pt x="0" y="120000"/>
                      </a:lnTo>
                      <a:lnTo>
                        <a:pt x="0" y="0"/>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7" name="任意多边形: 形状 30"/>
                <p:cNvSpPr/>
                <p:nvPr/>
              </p:nvSpPr>
              <p:spPr>
                <a:xfrm>
                  <a:off x="4695626" y="793825"/>
                  <a:ext cx="118590" cy="432802"/>
                </a:xfrm>
                <a:custGeom>
                  <a:avLst/>
                  <a:gdLst/>
                  <a:ahLst/>
                  <a:cxnLst/>
                  <a:rect l="0" t="0" r="0" b="0"/>
                  <a:pathLst>
                    <a:path w="120000" h="120000" extrusionOk="0">
                      <a:moveTo>
                        <a:pt x="0" y="36312"/>
                      </a:moveTo>
                      <a:lnTo>
                        <a:pt x="120000" y="0"/>
                      </a:lnTo>
                      <a:lnTo>
                        <a:pt x="120000" y="120000"/>
                      </a:lnTo>
                      <a:lnTo>
                        <a:pt x="0" y="120000"/>
                      </a:lnTo>
                      <a:lnTo>
                        <a:pt x="0" y="36312"/>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8" name="任意多边形: 形状 31"/>
                <p:cNvSpPr/>
                <p:nvPr/>
              </p:nvSpPr>
              <p:spPr>
                <a:xfrm>
                  <a:off x="4857442" y="659162"/>
                  <a:ext cx="118590" cy="567464"/>
                </a:xfrm>
                <a:custGeom>
                  <a:avLst/>
                  <a:gdLst/>
                  <a:ahLst/>
                  <a:cxnLst/>
                  <a:rect l="0" t="0" r="0" b="0"/>
                  <a:pathLst>
                    <a:path w="120000" h="120000" extrusionOk="0">
                      <a:moveTo>
                        <a:pt x="0" y="23835"/>
                      </a:moveTo>
                      <a:lnTo>
                        <a:pt x="120000" y="0"/>
                      </a:lnTo>
                      <a:lnTo>
                        <a:pt x="120000" y="120000"/>
                      </a:lnTo>
                      <a:lnTo>
                        <a:pt x="0" y="120000"/>
                      </a:lnTo>
                      <a:lnTo>
                        <a:pt x="0" y="23835"/>
                      </a:lnTo>
                      <a:close/>
                    </a:path>
                  </a:pathLst>
                </a:custGeom>
                <a:noFill/>
                <a:ln w="12700" cap="sq" cmpd="sng">
                  <a:solidFill>
                    <a:schemeClr val="lt1"/>
                  </a:solidFill>
                  <a:prstDash val="solid"/>
                  <a:miter/>
                  <a:headEnd type="none" w="med" len="med"/>
                  <a:tailEnd type="none" w="med" len="med"/>
                </a:ln>
              </p:spPr>
              <p:txBody>
                <a:bodyPr anchor="ctr"/>
                <a:lstStyle/>
                <a:p>
                  <a:pPr algn="ctr" defTabSz="685800"/>
                  <a:endParaRPr>
                    <a:solidFill>
                      <a:prstClr val="black"/>
                    </a:solidFill>
                    <a:cs typeface="+mn-ea"/>
                    <a:sym typeface="+mn-lt"/>
                  </a:endParaRPr>
                </a:p>
              </p:txBody>
            </p:sp>
            <p:sp>
              <p:nvSpPr>
                <p:cNvPr id="59" name="任意多边形: 形状 32"/>
                <p:cNvSpPr/>
                <p:nvPr/>
              </p:nvSpPr>
              <p:spPr>
                <a:xfrm>
                  <a:off x="4154760" y="503293"/>
                  <a:ext cx="856553" cy="582017"/>
                </a:xfrm>
                <a:custGeom>
                  <a:avLst/>
                  <a:gdLst/>
                  <a:ahLst/>
                  <a:cxnLst/>
                  <a:rect l="0" t="0" r="0" b="0"/>
                  <a:pathLst>
                    <a:path w="120000" h="120000" extrusionOk="0">
                      <a:moveTo>
                        <a:pt x="0" y="120000"/>
                      </a:moveTo>
                      <a:lnTo>
                        <a:pt x="50101" y="49187"/>
                      </a:lnTo>
                      <a:lnTo>
                        <a:pt x="71632" y="70317"/>
                      </a:lnTo>
                      <a:lnTo>
                        <a:pt x="120000" y="0"/>
                      </a:lnTo>
                    </a:path>
                  </a:pathLst>
                </a:custGeom>
                <a:noFill/>
                <a:ln w="12700" cap="flat" cmpd="sng">
                  <a:solidFill>
                    <a:schemeClr val="accent1"/>
                  </a:solidFill>
                  <a:prstDash val="solid"/>
                  <a:round/>
                  <a:headEnd type="none" w="med" len="med"/>
                  <a:tailEnd type="triangle" w="lg" len="lg"/>
                </a:ln>
              </p:spPr>
              <p:txBody>
                <a:bodyPr anchor="ctr"/>
                <a:lstStyle/>
                <a:p>
                  <a:pPr algn="ctr" defTabSz="685800"/>
                  <a:endParaRPr>
                    <a:solidFill>
                      <a:prstClr val="black"/>
                    </a:solidFill>
                    <a:cs typeface="+mn-ea"/>
                    <a:sym typeface="+mn-lt"/>
                  </a:endParaRPr>
                </a:p>
              </p:txBody>
            </p:sp>
          </p:grpSp>
        </p:grpSp>
        <p:cxnSp>
          <p:nvCxnSpPr>
            <p:cNvPr id="60" name="直接箭头连接符 59"/>
            <p:cNvCxnSpPr/>
            <p:nvPr/>
          </p:nvCxnSpPr>
          <p:spPr>
            <a:xfrm>
              <a:off x="1826578" y="4536024"/>
              <a:ext cx="7959724" cy="1587"/>
            </a:xfrm>
            <a:prstGeom prst="straightConnector1">
              <a:avLst/>
            </a:prstGeom>
            <a:noFill/>
            <a:ln w="12700" cap="flat" cmpd="sng">
              <a:gradFill>
                <a:gsLst>
                  <a:gs pos="0">
                    <a:srgbClr val="4C7CDA">
                      <a:alpha val="53000"/>
                    </a:srgbClr>
                  </a:gs>
                  <a:gs pos="100000">
                    <a:srgbClr val="4C7CDA"/>
                  </a:gs>
                </a:gsLst>
                <a:lin ang="5400000" scaled="1"/>
              </a:gradFill>
              <a:prstDash val="solid"/>
              <a:round/>
              <a:headEnd type="none" w="med" len="med"/>
              <a:tailEnd type="none" w="med" len="med"/>
            </a:ln>
          </p:spPr>
        </p:cxnSp>
      </p:grpSp>
      <p:sp>
        <p:nvSpPr>
          <p:cNvPr id="61" name="矩形 60"/>
          <p:cNvSpPr/>
          <p:nvPr/>
        </p:nvSpPr>
        <p:spPr>
          <a:xfrm>
            <a:off x="1186291" y="5306977"/>
            <a:ext cx="9365199" cy="866140"/>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用户可以在投影仪或者计算机上进行演示，也可以将演示文稿打印出来，制作成胶片，以便应用到更广泛的领域中。利用</a:t>
            </a:r>
            <a:r>
              <a:rPr lang="en-US" altLang="zh-CN" sz="1400" dirty="0">
                <a:solidFill>
                  <a:schemeClr val="dk1"/>
                </a:solidFill>
                <a:cs typeface="+mn-ea"/>
                <a:sym typeface="+mn-lt"/>
              </a:rPr>
              <a:t>Microsoft Office PowerPoint</a:t>
            </a:r>
            <a:r>
              <a:rPr lang="zh-CN" altLang="en-US" sz="1400" dirty="0">
                <a:solidFill>
                  <a:schemeClr val="dk1"/>
                </a:solidFill>
                <a:cs typeface="+mn-ea"/>
                <a:sym typeface="+mn-lt"/>
              </a:rPr>
              <a:t>不仅可以创建演示文稿，还可以在互联网上召开面对面会议、远程会议或在网上给观众展示演示文稿</a:t>
            </a:r>
          </a:p>
        </p:txBody>
      </p:sp>
      <p:sp>
        <p:nvSpPr>
          <p:cNvPr id="62" name="矩形 61"/>
          <p:cNvSpPr/>
          <p:nvPr/>
        </p:nvSpPr>
        <p:spPr>
          <a:xfrm>
            <a:off x="1186291" y="4790891"/>
            <a:ext cx="6096000" cy="497957"/>
          </a:xfrm>
          <a:prstGeom prst="rect">
            <a:avLst/>
          </a:prstGeom>
        </p:spPr>
        <p:txBody>
          <a:bodyPr>
            <a:spAutoFit/>
          </a:bodyPr>
          <a:lstStyle/>
          <a:p>
            <a:pPr algn="just" defTabSz="685800">
              <a:lnSpc>
                <a:spcPct val="120000"/>
              </a:lnSpc>
            </a:pPr>
            <a:r>
              <a:rPr lang="zh-CN" altLang="en-US" sz="2400" dirty="0">
                <a:solidFill>
                  <a:schemeClr val="dk1"/>
                </a:solidFill>
                <a:cs typeface="+mn-ea"/>
                <a:sym typeface="+mn-lt"/>
              </a:rPr>
              <a:t>编辑标题</a:t>
            </a:r>
          </a:p>
        </p:txBody>
      </p:sp>
      <p:grpSp>
        <p:nvGrpSpPr>
          <p:cNvPr id="63" name="组合 62"/>
          <p:cNvGrpSpPr/>
          <p:nvPr/>
        </p:nvGrpSpPr>
        <p:grpSpPr>
          <a:xfrm>
            <a:off x="324485" y="164465"/>
            <a:ext cx="2986405" cy="675640"/>
            <a:chOff x="511" y="375"/>
            <a:chExt cx="4703" cy="1064"/>
          </a:xfrm>
        </p:grpSpPr>
        <p:grpSp>
          <p:nvGrpSpPr>
            <p:cNvPr id="64" name="组合 63"/>
            <p:cNvGrpSpPr/>
            <p:nvPr/>
          </p:nvGrpSpPr>
          <p:grpSpPr>
            <a:xfrm>
              <a:off x="511" y="375"/>
              <a:ext cx="1536" cy="1064"/>
              <a:chOff x="2514" y="555"/>
              <a:chExt cx="1779" cy="1232"/>
            </a:xfrm>
          </p:grpSpPr>
          <p:sp>
            <p:nvSpPr>
              <p:cNvPr id="65" name="圆角矩形 6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66" name="圆角矩形 6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67" name="文本框 6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grpId="0" nodeType="afterEffect">
                                  <p:stCondLst>
                                    <p:cond delay="0"/>
                                  </p:stCondLst>
                                  <p:childTnLst>
                                    <p:set>
                                      <p:cBhvr>
                                        <p:cTn id="12" dur="1" fill="hold">
                                          <p:stCondLst>
                                            <p:cond delay="0"/>
                                          </p:stCondLst>
                                        </p:cTn>
                                        <p:tgtEl>
                                          <p:spTgt spid="62"/>
                                        </p:tgtEl>
                                        <p:attrNameLst>
                                          <p:attrName>style.visibility</p:attrName>
                                        </p:attrNameLst>
                                      </p:cBhvr>
                                      <p:to>
                                        <p:strVal val="visible"/>
                                      </p:to>
                                    </p:set>
                                    <p:anim calcmode="lin" valueType="num">
                                      <p:cBhvr additive="base">
                                        <p:cTn id="13" dur="500" fill="hold"/>
                                        <p:tgtEl>
                                          <p:spTgt spid="62"/>
                                        </p:tgtEl>
                                        <p:attrNameLst>
                                          <p:attrName>ppt_x</p:attrName>
                                        </p:attrNameLst>
                                      </p:cBhvr>
                                      <p:tavLst>
                                        <p:tav tm="0">
                                          <p:val>
                                            <p:strVal val="1+#ppt_w/2"/>
                                          </p:val>
                                        </p:tav>
                                        <p:tav tm="100000">
                                          <p:val>
                                            <p:strVal val="#ppt_x"/>
                                          </p:val>
                                        </p:tav>
                                      </p:tavLst>
                                    </p:anim>
                                    <p:anim calcmode="lin" valueType="num">
                                      <p:cBhvr additive="base">
                                        <p:cTn id="14" dur="500" fill="hold"/>
                                        <p:tgtEl>
                                          <p:spTgt spid="62"/>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left)">
                                      <p:cBhvr>
                                        <p:cTn id="1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图片4"/>
          <p:cNvPicPr>
            <a:picLocks noChangeAspect="1"/>
          </p:cNvPicPr>
          <p:nvPr/>
        </p:nvPicPr>
        <p:blipFill>
          <a:blip r:embed="rId2"/>
          <a:stretch>
            <a:fillRect/>
          </a:stretch>
        </p:blipFill>
        <p:spPr>
          <a:xfrm>
            <a:off x="1187450" y="1809115"/>
            <a:ext cx="4831080" cy="3516630"/>
          </a:xfrm>
          <a:prstGeom prst="rect">
            <a:avLst/>
          </a:prstGeom>
        </p:spPr>
      </p:pic>
      <p:pic>
        <p:nvPicPr>
          <p:cNvPr id="7" name="图片 6" descr="图片5"/>
          <p:cNvPicPr>
            <a:picLocks noChangeAspect="1"/>
          </p:cNvPicPr>
          <p:nvPr/>
        </p:nvPicPr>
        <p:blipFill>
          <a:blip r:embed="rId3"/>
          <a:stretch>
            <a:fillRect/>
          </a:stretch>
        </p:blipFill>
        <p:spPr>
          <a:xfrm>
            <a:off x="6184265" y="3876040"/>
            <a:ext cx="4834890" cy="1455420"/>
          </a:xfrm>
          <a:prstGeom prst="rect">
            <a:avLst/>
          </a:prstGeom>
        </p:spPr>
      </p:pic>
      <p:pic>
        <p:nvPicPr>
          <p:cNvPr id="8" name="图片 7" descr="图片6"/>
          <p:cNvPicPr>
            <a:picLocks noChangeAspect="1"/>
          </p:cNvPicPr>
          <p:nvPr/>
        </p:nvPicPr>
        <p:blipFill>
          <a:blip r:embed="rId4"/>
          <a:stretch>
            <a:fillRect/>
          </a:stretch>
        </p:blipFill>
        <p:spPr>
          <a:xfrm>
            <a:off x="6196330" y="1800225"/>
            <a:ext cx="4834890" cy="1455420"/>
          </a:xfrm>
          <a:prstGeom prst="rect">
            <a:avLst/>
          </a:prstGeom>
        </p:spPr>
      </p:pic>
      <p:sp>
        <p:nvSpPr>
          <p:cNvPr id="20" name="矩形 19"/>
          <p:cNvSpPr/>
          <p:nvPr/>
        </p:nvSpPr>
        <p:spPr>
          <a:xfrm>
            <a:off x="1172159" y="5325943"/>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公司一角</a:t>
            </a:r>
            <a:endParaRPr lang="zh-CN" altLang="en-US">
              <a:solidFill>
                <a:prstClr val="white"/>
              </a:solidFill>
              <a:cs typeface="+mn-ea"/>
              <a:sym typeface="+mn-lt"/>
            </a:endParaRPr>
          </a:p>
        </p:txBody>
      </p:sp>
      <p:sp>
        <p:nvSpPr>
          <p:cNvPr id="21" name="矩形 20"/>
          <p:cNvSpPr/>
          <p:nvPr/>
        </p:nvSpPr>
        <p:spPr>
          <a:xfrm>
            <a:off x="6184495" y="3245756"/>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公司一角</a:t>
            </a:r>
            <a:endParaRPr lang="zh-CN" altLang="en-US">
              <a:solidFill>
                <a:prstClr val="white"/>
              </a:solidFill>
              <a:cs typeface="+mn-ea"/>
              <a:sym typeface="+mn-lt"/>
            </a:endParaRPr>
          </a:p>
        </p:txBody>
      </p:sp>
      <p:sp>
        <p:nvSpPr>
          <p:cNvPr id="22" name="矩形 21"/>
          <p:cNvSpPr/>
          <p:nvPr/>
        </p:nvSpPr>
        <p:spPr>
          <a:xfrm>
            <a:off x="6184495" y="5325943"/>
            <a:ext cx="4846363" cy="464457"/>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lnSpc>
                <a:spcPct val="120000"/>
              </a:lnSpc>
            </a:pPr>
            <a:r>
              <a:rPr lang="zh-CN" altLang="en-US" b="1" dirty="0">
                <a:solidFill>
                  <a:prstClr val="white"/>
                </a:solidFill>
                <a:cs typeface="+mn-ea"/>
                <a:sym typeface="+mn-lt"/>
              </a:rPr>
              <a:t>办公室一角</a:t>
            </a:r>
            <a:endParaRPr lang="zh-CN" altLang="en-US">
              <a:solidFill>
                <a:prstClr val="white"/>
              </a:solidFill>
              <a:cs typeface="+mn-ea"/>
              <a:sym typeface="+mn-lt"/>
            </a:endParaRPr>
          </a:p>
        </p:txBody>
      </p:sp>
      <p:grpSp>
        <p:nvGrpSpPr>
          <p:cNvPr id="6" name="组合 5"/>
          <p:cNvGrpSpPr/>
          <p:nvPr/>
        </p:nvGrpSpPr>
        <p:grpSpPr>
          <a:xfrm>
            <a:off x="324485" y="164465"/>
            <a:ext cx="2986405" cy="675640"/>
            <a:chOff x="511" y="375"/>
            <a:chExt cx="4703"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01</a:t>
                </a:r>
              </a:p>
            </p:txBody>
          </p:sp>
        </p:grpSp>
        <p:sp>
          <p:nvSpPr>
            <p:cNvPr id="9" name="文本框 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企业介绍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par>
                          <p:cTn id="14" fill="hold">
                            <p:stCondLst>
                              <p:cond delay="500"/>
                            </p:stCondLst>
                            <p:childTnLst>
                              <p:par>
                                <p:cTn id="15" presetID="12" presetClass="entr" presetSubtype="4"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p:tgtEl>
                                          <p:spTgt spid="2"/>
                                        </p:tgtEl>
                                        <p:attrNameLst>
                                          <p:attrName>ppt_y</p:attrName>
                                        </p:attrNameLst>
                                      </p:cBhvr>
                                      <p:tavLst>
                                        <p:tav tm="0">
                                          <p:val>
                                            <p:strVal val="#ppt_y+#ppt_h*1.125000"/>
                                          </p:val>
                                        </p:tav>
                                        <p:tav tm="100000">
                                          <p:val>
                                            <p:strVal val="#ppt_y"/>
                                          </p:val>
                                        </p:tav>
                                      </p:tavLst>
                                    </p:anim>
                                    <p:animEffect transition="in" filter="wipe(up)">
                                      <p:cBhvr>
                                        <p:cTn id="18" dur="500"/>
                                        <p:tgtEl>
                                          <p:spTgt spid="2"/>
                                        </p:tgtEl>
                                      </p:cBhvr>
                                    </p:animEffect>
                                  </p:childTnLst>
                                </p:cTn>
                              </p:par>
                              <p:par>
                                <p:cTn id="19" presetID="1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p:tgtEl>
                                          <p:spTgt spid="8"/>
                                        </p:tgtEl>
                                        <p:attrNameLst>
                                          <p:attrName>ppt_y</p:attrName>
                                        </p:attrNameLst>
                                      </p:cBhvr>
                                      <p:tavLst>
                                        <p:tav tm="0">
                                          <p:val>
                                            <p:strVal val="#ppt_y+#ppt_h*1.125000"/>
                                          </p:val>
                                        </p:tav>
                                        <p:tav tm="100000">
                                          <p:val>
                                            <p:strVal val="#ppt_y"/>
                                          </p:val>
                                        </p:tav>
                                      </p:tavLst>
                                    </p:anim>
                                    <p:animEffect transition="in" filter="wipe(up)">
                                      <p:cBhvr>
                                        <p:cTn id="22" dur="500"/>
                                        <p:tgtEl>
                                          <p:spTgt spid="8"/>
                                        </p:tgtEl>
                                      </p:cBhvr>
                                    </p:animEffect>
                                  </p:childTnLst>
                                </p:cTn>
                              </p:par>
                              <p:par>
                                <p:cTn id="23" presetID="12" presetClass="entr" presetSubtype="4"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p:tgtEl>
                                          <p:spTgt spid="7"/>
                                        </p:tgtEl>
                                        <p:attrNameLst>
                                          <p:attrName>ppt_y</p:attrName>
                                        </p:attrNameLst>
                                      </p:cBhvr>
                                      <p:tavLst>
                                        <p:tav tm="0">
                                          <p:val>
                                            <p:strVal val="#ppt_y+#ppt_h*1.125000"/>
                                          </p:val>
                                        </p:tav>
                                        <p:tav tm="100000">
                                          <p:val>
                                            <p:strVal val="#ppt_y"/>
                                          </p:val>
                                        </p:tav>
                                      </p:tavLst>
                                    </p:anim>
                                    <p:animEffect transition="in" filter="wipe(up)">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1" grpId="0" bldLvl="0" animBg="1"/>
      <p:bldP spid="22"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02</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two</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产品介绍</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1929"/>
          <p:cNvSpPr/>
          <p:nvPr/>
        </p:nvSpPr>
        <p:spPr>
          <a:xfrm>
            <a:off x="6485832" y="4390886"/>
            <a:ext cx="686169" cy="686195"/>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noFill/>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15" name="Shape 1931"/>
          <p:cNvSpPr/>
          <p:nvPr/>
        </p:nvSpPr>
        <p:spPr>
          <a:xfrm>
            <a:off x="1619068" y="3733957"/>
            <a:ext cx="1687092" cy="538982"/>
          </a:xfrm>
          <a:custGeom>
            <a:avLst/>
            <a:gdLst/>
            <a:ahLst/>
            <a:cxnLst>
              <a:cxn ang="0">
                <a:pos x="wd2" y="hd2"/>
              </a:cxn>
              <a:cxn ang="5400000">
                <a:pos x="wd2" y="hd2"/>
              </a:cxn>
              <a:cxn ang="10800000">
                <a:pos x="wd2" y="hd2"/>
              </a:cxn>
              <a:cxn ang="16200000">
                <a:pos x="wd2" y="hd2"/>
              </a:cxn>
            </a:cxnLst>
            <a:rect l="0" t="0" r="r" b="b"/>
            <a:pathLst>
              <a:path w="21600" h="18203" extrusionOk="0">
                <a:moveTo>
                  <a:pt x="0" y="18203"/>
                </a:moveTo>
                <a:cubicBezTo>
                  <a:pt x="6036" y="1983"/>
                  <a:pt x="13236" y="-3397"/>
                  <a:pt x="21600" y="2063"/>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6" name="Shape 1932"/>
          <p:cNvSpPr/>
          <p:nvPr/>
        </p:nvSpPr>
        <p:spPr>
          <a:xfrm>
            <a:off x="4447928" y="2042990"/>
            <a:ext cx="252304" cy="1575320"/>
          </a:xfrm>
          <a:custGeom>
            <a:avLst/>
            <a:gdLst/>
            <a:ahLst/>
            <a:cxnLst>
              <a:cxn ang="0">
                <a:pos x="wd2" y="hd2"/>
              </a:cxn>
              <a:cxn ang="5400000">
                <a:pos x="wd2" y="hd2"/>
              </a:cxn>
              <a:cxn ang="10800000">
                <a:pos x="wd2" y="hd2"/>
              </a:cxn>
              <a:cxn ang="16200000">
                <a:pos x="wd2" y="hd2"/>
              </a:cxn>
            </a:cxnLst>
            <a:rect l="0" t="0" r="r" b="b"/>
            <a:pathLst>
              <a:path w="16477" h="21600" extrusionOk="0">
                <a:moveTo>
                  <a:pt x="0" y="0"/>
                </a:moveTo>
                <a:cubicBezTo>
                  <a:pt x="19121" y="3557"/>
                  <a:pt x="21600" y="10757"/>
                  <a:pt x="7438" y="2160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7" name="Shape 1933"/>
          <p:cNvSpPr/>
          <p:nvPr/>
        </p:nvSpPr>
        <p:spPr>
          <a:xfrm>
            <a:off x="6699889" y="4588354"/>
            <a:ext cx="430532" cy="478804"/>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9013" y="17716"/>
                  <a:pt x="1813" y="10516"/>
                  <a:pt x="0" y="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8" name="Shape 1934"/>
          <p:cNvSpPr/>
          <p:nvPr/>
        </p:nvSpPr>
        <p:spPr>
          <a:xfrm>
            <a:off x="5293470" y="3752131"/>
            <a:ext cx="732210" cy="95786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667" y="19821"/>
                  <a:pt x="16867" y="12621"/>
                  <a:pt x="21600" y="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19" name="Shape 1925"/>
          <p:cNvSpPr/>
          <p:nvPr/>
        </p:nvSpPr>
        <p:spPr>
          <a:xfrm>
            <a:off x="2894958" y="3398386"/>
            <a:ext cx="1033993" cy="1034033"/>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0" name="Shape 1926"/>
          <p:cNvSpPr/>
          <p:nvPr/>
        </p:nvSpPr>
        <p:spPr>
          <a:xfrm>
            <a:off x="3954898" y="2968585"/>
            <a:ext cx="1498259" cy="1498317"/>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1" name="Shape 1927"/>
          <p:cNvSpPr/>
          <p:nvPr/>
        </p:nvSpPr>
        <p:spPr>
          <a:xfrm>
            <a:off x="5545176" y="3307024"/>
            <a:ext cx="1216710" cy="1216756"/>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2" name="Shape 1928"/>
          <p:cNvSpPr/>
          <p:nvPr/>
        </p:nvSpPr>
        <p:spPr>
          <a:xfrm>
            <a:off x="5346454" y="2554794"/>
            <a:ext cx="747531" cy="747559"/>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4" name="Shape 1930"/>
          <p:cNvSpPr/>
          <p:nvPr/>
        </p:nvSpPr>
        <p:spPr>
          <a:xfrm>
            <a:off x="6866778" y="2985799"/>
            <a:ext cx="1576079" cy="1576140"/>
          </a:xfrm>
          <a:custGeom>
            <a:avLst/>
            <a:gdLst/>
            <a:ahLst/>
            <a:cxnLst>
              <a:cxn ang="0">
                <a:pos x="wd2" y="hd2"/>
              </a:cxn>
              <a:cxn ang="5400000">
                <a:pos x="wd2" y="hd2"/>
              </a:cxn>
              <a:cxn ang="10800000">
                <a:pos x="wd2" y="hd2"/>
              </a:cxn>
              <a:cxn ang="16200000">
                <a:pos x="wd2" y="hd2"/>
              </a:cxn>
            </a:cxnLst>
            <a:rect l="0" t="0" r="r" b="b"/>
            <a:pathLst>
              <a:path w="21600" h="21600" extrusionOk="0">
                <a:moveTo>
                  <a:pt x="10808" y="15372"/>
                </a:moveTo>
                <a:cubicBezTo>
                  <a:pt x="8371" y="15376"/>
                  <a:pt x="6391" y="13403"/>
                  <a:pt x="6387" y="10966"/>
                </a:cubicBezTo>
                <a:cubicBezTo>
                  <a:pt x="6383" y="8528"/>
                  <a:pt x="8355" y="6548"/>
                  <a:pt x="10793" y="6545"/>
                </a:cubicBezTo>
                <a:cubicBezTo>
                  <a:pt x="13231" y="6540"/>
                  <a:pt x="15211" y="8514"/>
                  <a:pt x="15215" y="10951"/>
                </a:cubicBezTo>
                <a:cubicBezTo>
                  <a:pt x="15219" y="13389"/>
                  <a:pt x="13246" y="15368"/>
                  <a:pt x="10808" y="15372"/>
                </a:cubicBezTo>
                <a:close/>
                <a:moveTo>
                  <a:pt x="21600" y="11965"/>
                </a:moveTo>
                <a:cubicBezTo>
                  <a:pt x="21537" y="11178"/>
                  <a:pt x="21536" y="10387"/>
                  <a:pt x="21597" y="9600"/>
                </a:cubicBezTo>
                <a:cubicBezTo>
                  <a:pt x="20571" y="9522"/>
                  <a:pt x="19545" y="9442"/>
                  <a:pt x="18521" y="9364"/>
                </a:cubicBezTo>
                <a:cubicBezTo>
                  <a:pt x="18437" y="8954"/>
                  <a:pt x="18321" y="8557"/>
                  <a:pt x="18176" y="8175"/>
                </a:cubicBezTo>
                <a:cubicBezTo>
                  <a:pt x="19029" y="7586"/>
                  <a:pt x="19882" y="6998"/>
                  <a:pt x="20735" y="6409"/>
                </a:cubicBezTo>
                <a:cubicBezTo>
                  <a:pt x="20287" y="5760"/>
                  <a:pt x="19890" y="5075"/>
                  <a:pt x="19550" y="4363"/>
                </a:cubicBezTo>
                <a:cubicBezTo>
                  <a:pt x="18600" y="4819"/>
                  <a:pt x="17648" y="5274"/>
                  <a:pt x="16697" y="5729"/>
                </a:cubicBezTo>
                <a:cubicBezTo>
                  <a:pt x="16434" y="5433"/>
                  <a:pt x="16149" y="5156"/>
                  <a:pt x="15844" y="4902"/>
                </a:cubicBezTo>
                <a:cubicBezTo>
                  <a:pt x="16299" y="3945"/>
                  <a:pt x="16754" y="2988"/>
                  <a:pt x="17209" y="2030"/>
                </a:cubicBezTo>
                <a:cubicBezTo>
                  <a:pt x="16495" y="1691"/>
                  <a:pt x="15810" y="1297"/>
                  <a:pt x="15159" y="852"/>
                </a:cubicBezTo>
                <a:cubicBezTo>
                  <a:pt x="14555" y="1733"/>
                  <a:pt x="13951" y="2616"/>
                  <a:pt x="13346" y="3498"/>
                </a:cubicBezTo>
                <a:cubicBezTo>
                  <a:pt x="12982" y="3374"/>
                  <a:pt x="12608" y="3275"/>
                  <a:pt x="12222" y="3205"/>
                </a:cubicBezTo>
                <a:cubicBezTo>
                  <a:pt x="12136" y="2137"/>
                  <a:pt x="12050" y="1069"/>
                  <a:pt x="11965" y="0"/>
                </a:cubicBezTo>
                <a:cubicBezTo>
                  <a:pt x="11177" y="64"/>
                  <a:pt x="10386" y="66"/>
                  <a:pt x="9600" y="4"/>
                </a:cubicBezTo>
                <a:cubicBezTo>
                  <a:pt x="9518" y="1073"/>
                  <a:pt x="9435" y="2142"/>
                  <a:pt x="9353" y="3210"/>
                </a:cubicBezTo>
                <a:cubicBezTo>
                  <a:pt x="8968" y="3282"/>
                  <a:pt x="8593" y="3381"/>
                  <a:pt x="8229" y="3506"/>
                </a:cubicBezTo>
                <a:cubicBezTo>
                  <a:pt x="7622" y="2627"/>
                  <a:pt x="7015" y="1746"/>
                  <a:pt x="6409" y="866"/>
                </a:cubicBezTo>
                <a:cubicBezTo>
                  <a:pt x="5759" y="1314"/>
                  <a:pt x="5074" y="1710"/>
                  <a:pt x="4362" y="2052"/>
                </a:cubicBezTo>
                <a:cubicBezTo>
                  <a:pt x="4821" y="3008"/>
                  <a:pt x="5278" y="3964"/>
                  <a:pt x="5736" y="4920"/>
                </a:cubicBezTo>
                <a:cubicBezTo>
                  <a:pt x="5432" y="5175"/>
                  <a:pt x="5148" y="5452"/>
                  <a:pt x="4886" y="5749"/>
                </a:cubicBezTo>
                <a:cubicBezTo>
                  <a:pt x="3933" y="5298"/>
                  <a:pt x="2982" y="4845"/>
                  <a:pt x="2029" y="4393"/>
                </a:cubicBezTo>
                <a:cubicBezTo>
                  <a:pt x="1690" y="5105"/>
                  <a:pt x="1296" y="5792"/>
                  <a:pt x="850" y="6443"/>
                </a:cubicBezTo>
                <a:cubicBezTo>
                  <a:pt x="1705" y="7028"/>
                  <a:pt x="2560" y="7614"/>
                  <a:pt x="3416" y="8199"/>
                </a:cubicBezTo>
                <a:cubicBezTo>
                  <a:pt x="3273" y="8583"/>
                  <a:pt x="3157" y="8980"/>
                  <a:pt x="3075" y="9390"/>
                </a:cubicBezTo>
                <a:cubicBezTo>
                  <a:pt x="2050" y="9472"/>
                  <a:pt x="1025" y="9554"/>
                  <a:pt x="0" y="9636"/>
                </a:cubicBezTo>
                <a:cubicBezTo>
                  <a:pt x="63" y="10424"/>
                  <a:pt x="64" y="11214"/>
                  <a:pt x="4" y="12001"/>
                </a:cubicBezTo>
                <a:cubicBezTo>
                  <a:pt x="1010" y="12078"/>
                  <a:pt x="2016" y="12156"/>
                  <a:pt x="3022" y="12234"/>
                </a:cubicBezTo>
                <a:cubicBezTo>
                  <a:pt x="3092" y="12665"/>
                  <a:pt x="3197" y="13084"/>
                  <a:pt x="3334" y="13489"/>
                </a:cubicBezTo>
                <a:cubicBezTo>
                  <a:pt x="2512" y="14057"/>
                  <a:pt x="1688" y="14625"/>
                  <a:pt x="864" y="15192"/>
                </a:cubicBezTo>
                <a:cubicBezTo>
                  <a:pt x="1312" y="15843"/>
                  <a:pt x="1709" y="16526"/>
                  <a:pt x="2050" y="17238"/>
                </a:cubicBezTo>
                <a:cubicBezTo>
                  <a:pt x="2938" y="16813"/>
                  <a:pt x="3825" y="16388"/>
                  <a:pt x="4712" y="15963"/>
                </a:cubicBezTo>
                <a:cubicBezTo>
                  <a:pt x="4996" y="16310"/>
                  <a:pt x="5310" y="16631"/>
                  <a:pt x="5650" y="16924"/>
                </a:cubicBezTo>
                <a:cubicBezTo>
                  <a:pt x="5230" y="17807"/>
                  <a:pt x="4811" y="18689"/>
                  <a:pt x="4391" y="19572"/>
                </a:cubicBezTo>
                <a:cubicBezTo>
                  <a:pt x="5105" y="19910"/>
                  <a:pt x="5790" y="20305"/>
                  <a:pt x="6442" y="20750"/>
                </a:cubicBezTo>
                <a:cubicBezTo>
                  <a:pt x="6988" y="19952"/>
                  <a:pt x="7535" y="19156"/>
                  <a:pt x="8080" y="18358"/>
                </a:cubicBezTo>
                <a:cubicBezTo>
                  <a:pt x="8505" y="18514"/>
                  <a:pt x="8949" y="18635"/>
                  <a:pt x="9404" y="18717"/>
                </a:cubicBezTo>
                <a:cubicBezTo>
                  <a:pt x="9481" y="19678"/>
                  <a:pt x="9559" y="20639"/>
                  <a:pt x="9636" y="21600"/>
                </a:cubicBezTo>
                <a:cubicBezTo>
                  <a:pt x="10423" y="21537"/>
                  <a:pt x="11214" y="21536"/>
                  <a:pt x="12001" y="21597"/>
                </a:cubicBezTo>
                <a:cubicBezTo>
                  <a:pt x="12075" y="20635"/>
                  <a:pt x="12149" y="19673"/>
                  <a:pt x="12223" y="18712"/>
                </a:cubicBezTo>
                <a:cubicBezTo>
                  <a:pt x="12678" y="18628"/>
                  <a:pt x="13120" y="18506"/>
                  <a:pt x="13546" y="18349"/>
                </a:cubicBezTo>
                <a:cubicBezTo>
                  <a:pt x="14094" y="19145"/>
                  <a:pt x="14643" y="19940"/>
                  <a:pt x="15192" y="20736"/>
                </a:cubicBezTo>
                <a:cubicBezTo>
                  <a:pt x="15842" y="20287"/>
                  <a:pt x="16526" y="19891"/>
                  <a:pt x="17238" y="19550"/>
                </a:cubicBezTo>
                <a:cubicBezTo>
                  <a:pt x="16816" y="18668"/>
                  <a:pt x="16394" y="17788"/>
                  <a:pt x="15972" y="16907"/>
                </a:cubicBezTo>
                <a:cubicBezTo>
                  <a:pt x="16310" y="16613"/>
                  <a:pt x="16622" y="16290"/>
                  <a:pt x="16905" y="15942"/>
                </a:cubicBezTo>
                <a:cubicBezTo>
                  <a:pt x="17794" y="16365"/>
                  <a:pt x="18683" y="16787"/>
                  <a:pt x="19572" y="17208"/>
                </a:cubicBezTo>
                <a:cubicBezTo>
                  <a:pt x="19910" y="16495"/>
                  <a:pt x="20304" y="15810"/>
                  <a:pt x="20750" y="15160"/>
                </a:cubicBezTo>
                <a:cubicBezTo>
                  <a:pt x="19926" y="14594"/>
                  <a:pt x="19100" y="14029"/>
                  <a:pt x="18275" y="13465"/>
                </a:cubicBezTo>
                <a:cubicBezTo>
                  <a:pt x="18411" y="13059"/>
                  <a:pt x="18514" y="12640"/>
                  <a:pt x="18584" y="12208"/>
                </a:cubicBezTo>
                <a:cubicBezTo>
                  <a:pt x="19589" y="12126"/>
                  <a:pt x="20595" y="12045"/>
                  <a:pt x="21600" y="11965"/>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lIns="38100" tIns="38100" rIns="38100" bIns="38100" anchor="ctr"/>
          <a:lstStyle/>
          <a:p>
            <a:pPr>
              <a:defRPr sz="3200">
                <a:solidFill>
                  <a:srgbClr val="FFFFFF"/>
                </a:solidFill>
              </a:defRPr>
            </a:pPr>
            <a:endParaRPr sz="4000" kern="0">
              <a:solidFill>
                <a:srgbClr val="FFFFFF"/>
              </a:solidFill>
              <a:cs typeface="+mn-ea"/>
              <a:sym typeface="+mn-lt"/>
            </a:endParaRPr>
          </a:p>
        </p:txBody>
      </p:sp>
      <p:sp>
        <p:nvSpPr>
          <p:cNvPr id="25" name="Shape 1935"/>
          <p:cNvSpPr/>
          <p:nvPr/>
        </p:nvSpPr>
        <p:spPr>
          <a:xfrm>
            <a:off x="7515057" y="3567810"/>
            <a:ext cx="1216030" cy="104809"/>
          </a:xfrm>
          <a:custGeom>
            <a:avLst/>
            <a:gdLst/>
            <a:ahLst/>
            <a:cxnLst>
              <a:cxn ang="0">
                <a:pos x="wd2" y="hd2"/>
              </a:cxn>
              <a:cxn ang="5400000">
                <a:pos x="wd2" y="hd2"/>
              </a:cxn>
              <a:cxn ang="10800000">
                <a:pos x="wd2" y="hd2"/>
              </a:cxn>
              <a:cxn ang="16200000">
                <a:pos x="wd2" y="hd2"/>
              </a:cxn>
            </a:cxnLst>
            <a:rect l="0" t="0" r="r" b="b"/>
            <a:pathLst>
              <a:path w="21600" h="16274" extrusionOk="0">
                <a:moveTo>
                  <a:pt x="21600" y="16274"/>
                </a:moveTo>
                <a:cubicBezTo>
                  <a:pt x="15105" y="-3958"/>
                  <a:pt x="7905" y="-5326"/>
                  <a:pt x="0" y="12169"/>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26" name="Shape 1936"/>
          <p:cNvSpPr/>
          <p:nvPr/>
        </p:nvSpPr>
        <p:spPr>
          <a:xfrm>
            <a:off x="5599968" y="2069944"/>
            <a:ext cx="510066" cy="73851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7563" y="2893"/>
                  <a:pt x="363" y="10093"/>
                  <a:pt x="0" y="21600"/>
                </a:cubicBezTo>
              </a:path>
            </a:pathLst>
          </a:custGeom>
          <a:ln w="25400">
            <a:gradFill>
              <a:gsLst>
                <a:gs pos="0">
                  <a:srgbClr val="4C7CDA">
                    <a:alpha val="53000"/>
                  </a:srgbClr>
                </a:gs>
                <a:gs pos="100000">
                  <a:srgbClr val="4C7CDA"/>
                </a:gs>
              </a:gsLst>
              <a:lin ang="5400000" scaled="1"/>
            </a:gradFill>
            <a:miter lim="400000"/>
            <a:headEnd type="triangle"/>
            <a:tailEnd type="oval"/>
          </a:ln>
        </p:spPr>
        <p:txBody>
          <a:bodyPr/>
          <a:lstStyle/>
          <a:p>
            <a:pPr>
              <a:defRPr/>
            </a:pPr>
            <a:endParaRPr sz="2400" kern="0">
              <a:solidFill>
                <a:prstClr val="black"/>
              </a:solidFill>
              <a:cs typeface="+mn-ea"/>
              <a:sym typeface="+mn-lt"/>
            </a:endParaRPr>
          </a:p>
        </p:txBody>
      </p:sp>
      <p:sp>
        <p:nvSpPr>
          <p:cNvPr id="27" name="TextBox 26"/>
          <p:cNvSpPr txBox="1"/>
          <p:nvPr/>
        </p:nvSpPr>
        <p:spPr>
          <a:xfrm>
            <a:off x="6358832" y="2203627"/>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28" name="TextBox 27"/>
          <p:cNvSpPr txBox="1"/>
          <p:nvPr/>
        </p:nvSpPr>
        <p:spPr>
          <a:xfrm>
            <a:off x="6358833" y="1893143"/>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29" name="TextBox 28"/>
          <p:cNvSpPr txBox="1"/>
          <p:nvPr/>
        </p:nvSpPr>
        <p:spPr>
          <a:xfrm>
            <a:off x="8620624" y="4144310"/>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0" name="TextBox 29"/>
          <p:cNvSpPr txBox="1"/>
          <p:nvPr/>
        </p:nvSpPr>
        <p:spPr>
          <a:xfrm>
            <a:off x="8620625" y="3833826"/>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1" name="TextBox 30"/>
          <p:cNvSpPr txBox="1"/>
          <p:nvPr/>
        </p:nvSpPr>
        <p:spPr>
          <a:xfrm>
            <a:off x="7336797" y="5241995"/>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2" name="TextBox 31"/>
          <p:cNvSpPr txBox="1"/>
          <p:nvPr/>
        </p:nvSpPr>
        <p:spPr>
          <a:xfrm>
            <a:off x="7336798" y="4931511"/>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3" name="TextBox 32"/>
          <p:cNvSpPr txBox="1"/>
          <p:nvPr/>
        </p:nvSpPr>
        <p:spPr>
          <a:xfrm>
            <a:off x="4065968" y="4971034"/>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4" name="TextBox 33"/>
          <p:cNvSpPr txBox="1"/>
          <p:nvPr/>
        </p:nvSpPr>
        <p:spPr>
          <a:xfrm>
            <a:off x="4065969" y="4660550"/>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5" name="TextBox 34"/>
          <p:cNvSpPr txBox="1"/>
          <p:nvPr/>
        </p:nvSpPr>
        <p:spPr>
          <a:xfrm>
            <a:off x="1608997" y="4699316"/>
            <a:ext cx="2108852" cy="946150"/>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6" name="TextBox 35"/>
          <p:cNvSpPr txBox="1"/>
          <p:nvPr/>
        </p:nvSpPr>
        <p:spPr>
          <a:xfrm>
            <a:off x="1608997" y="4388832"/>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sp>
        <p:nvSpPr>
          <p:cNvPr id="37" name="TextBox 36"/>
          <p:cNvSpPr txBox="1"/>
          <p:nvPr/>
        </p:nvSpPr>
        <p:spPr>
          <a:xfrm>
            <a:off x="1920118" y="2213423"/>
            <a:ext cx="2414653" cy="709295"/>
          </a:xfrm>
          <a:prstGeom prst="rect">
            <a:avLst/>
          </a:prstGeom>
          <a:noFill/>
        </p:spPr>
        <p:txBody>
          <a:bodyPr wrap="square" lIns="0" tIns="0" rIns="0" bIns="0" rtlCol="0">
            <a:spAutoFit/>
          </a:bodyPr>
          <a:lstStyle/>
          <a:p>
            <a:pPr>
              <a:lnSpc>
                <a:spcPct val="110000"/>
              </a:lnSpc>
            </a:pPr>
            <a:r>
              <a:rPr lang="zh-CN" altLang="en-US" sz="1400" dirty="0">
                <a:solidFill>
                  <a:schemeClr val="dk1"/>
                </a:solidFill>
                <a:cs typeface="+mn-ea"/>
                <a:sym typeface="+mn-lt"/>
              </a:rPr>
              <a:t>此处添加详细文本描述，建议与标题相关并符合整体语言风格，语言描述尽量简洁生动。</a:t>
            </a:r>
          </a:p>
        </p:txBody>
      </p:sp>
      <p:sp>
        <p:nvSpPr>
          <p:cNvPr id="38" name="TextBox 37"/>
          <p:cNvSpPr txBox="1"/>
          <p:nvPr/>
        </p:nvSpPr>
        <p:spPr>
          <a:xfrm>
            <a:off x="1920119" y="1893143"/>
            <a:ext cx="2414652" cy="276860"/>
          </a:xfrm>
          <a:prstGeom prst="rect">
            <a:avLst/>
          </a:prstGeom>
          <a:noFill/>
        </p:spPr>
        <p:txBody>
          <a:bodyPr wrap="square" lIns="0" tIns="0" rIns="0" bIns="0" rtlCol="0">
            <a:spAutoFit/>
          </a:bodyPr>
          <a:lstStyle/>
          <a:p>
            <a:r>
              <a:rPr lang="zh-CN" altLang="en-US" kern="3000" spc="30" dirty="0">
                <a:solidFill>
                  <a:schemeClr val="dk1"/>
                </a:solidFill>
                <a:cs typeface="+mn-ea"/>
                <a:sym typeface="+mn-lt"/>
              </a:rPr>
              <a:t>添加标题</a:t>
            </a:r>
          </a:p>
        </p:txBody>
      </p:sp>
      <p:grpSp>
        <p:nvGrpSpPr>
          <p:cNvPr id="6" name="组合 5"/>
          <p:cNvGrpSpPr/>
          <p:nvPr/>
        </p:nvGrpSpPr>
        <p:grpSpPr>
          <a:xfrm>
            <a:off x="324485" y="164465"/>
            <a:ext cx="2987040" cy="675640"/>
            <a:chOff x="511" y="375"/>
            <a:chExt cx="4704"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2" name="文本框 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
        <p:nvSpPr>
          <p:cNvPr id="8" name="TextBox 9">
            <a:extLst>
              <a:ext uri="{FF2B5EF4-FFF2-40B4-BE49-F238E27FC236}">
                <a16:creationId xmlns:a16="http://schemas.microsoft.com/office/drawing/2014/main" id="{766DF314-83D4-7476-B05D-29680FEEDCF5}"/>
              </a:ext>
            </a:extLst>
          </p:cNvPr>
          <p:cNvSpPr txBox="1"/>
          <p:nvPr/>
        </p:nvSpPr>
        <p:spPr>
          <a:xfrm>
            <a:off x="168412" y="6513670"/>
            <a:ext cx="1224136" cy="118430"/>
          </a:xfrm>
          <a:prstGeom prst="rect">
            <a:avLst/>
          </a:prstGeom>
          <a:noFill/>
        </p:spPr>
        <p:txBody>
          <a:bodyPr wrap="square" rtlCol="0">
            <a:spAutoFit/>
          </a:bodyPr>
          <a:lstStyle/>
          <a:p>
            <a:pPr>
              <a:lnSpc>
                <a:spcPct val="200000"/>
              </a:lnSpc>
            </a:pPr>
            <a:r>
              <a:rPr lang="en-US" altLang="zh-CN" sz="100" dirty="0">
                <a:solidFill>
                  <a:schemeClr val="bg1"/>
                </a:solidFill>
                <a:latin typeface="微软雅黑" panose="020B0503020204020204" pitchFamily="34" charset="-122"/>
              </a:rPr>
              <a:t>PPT</a:t>
            </a:r>
            <a:r>
              <a:rPr lang="zh-CN" altLang="en-US" sz="100" dirty="0">
                <a:solidFill>
                  <a:schemeClr val="bg1"/>
                </a:solidFill>
                <a:latin typeface="微软雅黑" panose="020B0503020204020204" pitchFamily="34" charset="-122"/>
              </a:rPr>
              <a:t>下载 </a:t>
            </a:r>
            <a:r>
              <a:rPr lang="en-US" altLang="zh-CN" sz="100" dirty="0">
                <a:solidFill>
                  <a:schemeClr val="bg1"/>
                </a:solidFill>
                <a:latin typeface="微软雅黑" panose="020B0503020204020204" pitchFamily="34" charset="-122"/>
              </a:rPr>
              <a:t>http://www.1ppt.com/xiazai/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
                                        <p:tgtEl>
                                          <p:spTgt spid="19"/>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right)">
                                      <p:cBhvr>
                                        <p:cTn id="11" dur="200"/>
                                        <p:tgtEl>
                                          <p:spTgt spid="15"/>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199"/>
                                          </p:stCondLst>
                                        </p:cTn>
                                        <p:tgtEl>
                                          <p:spTgt spid="36"/>
                                        </p:tgtEl>
                                        <p:attrNameLst>
                                          <p:attrName>style.visibility</p:attrName>
                                        </p:attrNameLst>
                                      </p:cBhvr>
                                      <p:to>
                                        <p:strVal val="visible"/>
                                      </p:to>
                                    </p:set>
                                  </p:childTnLst>
                                </p:cTn>
                              </p:par>
                              <p:par>
                                <p:cTn id="15" presetID="18" presetClass="entr" presetSubtype="6"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strips(downRight)">
                                      <p:cBhvr>
                                        <p:cTn id="17" dur="200"/>
                                        <p:tgtEl>
                                          <p:spTgt spid="35"/>
                                        </p:tgtEl>
                                      </p:cBhvr>
                                    </p:animEffect>
                                  </p:childTnLst>
                                </p:cTn>
                              </p:par>
                            </p:childTnLst>
                          </p:cTn>
                        </p:par>
                        <p:par>
                          <p:cTn id="18" fill="hold">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200"/>
                                        <p:tgtEl>
                                          <p:spTgt spid="20"/>
                                        </p:tgtEl>
                                      </p:cBhvr>
                                    </p:animEffect>
                                  </p:childTnLst>
                                </p:cTn>
                              </p:par>
                            </p:childTnLst>
                          </p:cTn>
                        </p:par>
                        <p:par>
                          <p:cTn id="22" fill="hold">
                            <p:stCondLst>
                              <p:cond delay="2000"/>
                            </p:stCondLst>
                            <p:childTnLst>
                              <p:par>
                                <p:cTn id="23" presetID="22" presetClass="entr" presetSubtype="4"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200"/>
                                        <p:tgtEl>
                                          <p:spTgt spid="16"/>
                                        </p:tgtEl>
                                      </p:cBhvr>
                                    </p:animEffect>
                                  </p:childTnLst>
                                </p:cTn>
                              </p:par>
                            </p:childTnLst>
                          </p:cTn>
                        </p:par>
                        <p:par>
                          <p:cTn id="26" fill="hold">
                            <p:stCondLst>
                              <p:cond delay="2500"/>
                            </p:stCondLst>
                            <p:childTnLst>
                              <p:par>
                                <p:cTn id="27" presetID="1" presetClass="entr" presetSubtype="0" fill="hold" grpId="0" nodeType="afterEffect">
                                  <p:stCondLst>
                                    <p:cond delay="0"/>
                                  </p:stCondLst>
                                  <p:childTnLst>
                                    <p:set>
                                      <p:cBhvr>
                                        <p:cTn id="28" dur="1" fill="hold">
                                          <p:stCondLst>
                                            <p:cond delay="199"/>
                                          </p:stCondLst>
                                        </p:cTn>
                                        <p:tgtEl>
                                          <p:spTgt spid="38"/>
                                        </p:tgtEl>
                                        <p:attrNameLst>
                                          <p:attrName>style.visibility</p:attrName>
                                        </p:attrNameLst>
                                      </p:cBhvr>
                                      <p:to>
                                        <p:strVal val="visible"/>
                                      </p:to>
                                    </p:set>
                                  </p:childTnLst>
                                </p:cTn>
                              </p:par>
                              <p:par>
                                <p:cTn id="29" presetID="18" presetClass="entr" presetSubtype="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strips(downRight)">
                                      <p:cBhvr>
                                        <p:cTn id="31" dur="200"/>
                                        <p:tgtEl>
                                          <p:spTgt spid="37"/>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00"/>
                                        <p:tgtEl>
                                          <p:spTgt spid="21"/>
                                        </p:tgtEl>
                                      </p:cBhvr>
                                    </p:animEffect>
                                  </p:childTnLst>
                                </p:cTn>
                              </p:par>
                            </p:childTnLst>
                          </p:cTn>
                        </p:par>
                        <p:par>
                          <p:cTn id="36" fill="hold">
                            <p:stCondLst>
                              <p:cond delay="3500"/>
                            </p:stCondLst>
                            <p:childTnLst>
                              <p:par>
                                <p:cTn id="37" presetID="22" presetClass="entr" presetSubtype="1"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up)">
                                      <p:cBhvr>
                                        <p:cTn id="39" dur="200"/>
                                        <p:tgtEl>
                                          <p:spTgt spid="18"/>
                                        </p:tgtEl>
                                      </p:cBhvr>
                                    </p:animEffect>
                                  </p:childTnLst>
                                </p:cTn>
                              </p:par>
                            </p:childTnLst>
                          </p:cTn>
                        </p:par>
                        <p:par>
                          <p:cTn id="40" fill="hold">
                            <p:stCondLst>
                              <p:cond delay="4000"/>
                            </p:stCondLst>
                            <p:childTnLst>
                              <p:par>
                                <p:cTn id="41" presetID="1" presetClass="entr" presetSubtype="0" fill="hold" grpId="0" nodeType="afterEffect">
                                  <p:stCondLst>
                                    <p:cond delay="0"/>
                                  </p:stCondLst>
                                  <p:childTnLst>
                                    <p:set>
                                      <p:cBhvr>
                                        <p:cTn id="42" dur="1" fill="hold">
                                          <p:stCondLst>
                                            <p:cond delay="199"/>
                                          </p:stCondLst>
                                        </p:cTn>
                                        <p:tgtEl>
                                          <p:spTgt spid="34"/>
                                        </p:tgtEl>
                                        <p:attrNameLst>
                                          <p:attrName>style.visibility</p:attrName>
                                        </p:attrNameLst>
                                      </p:cBhvr>
                                      <p:to>
                                        <p:strVal val="visible"/>
                                      </p:to>
                                    </p:set>
                                  </p:childTnLst>
                                </p:cTn>
                              </p:par>
                              <p:par>
                                <p:cTn id="43" presetID="18" presetClass="entr" presetSubtype="6"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strips(downRight)">
                                      <p:cBhvr>
                                        <p:cTn id="45" dur="200"/>
                                        <p:tgtEl>
                                          <p:spTgt spid="33"/>
                                        </p:tgtEl>
                                      </p:cBhvr>
                                    </p:animEffect>
                                  </p:childTnLst>
                                </p:cTn>
                              </p:par>
                            </p:childTnLst>
                          </p:cTn>
                        </p:par>
                        <p:par>
                          <p:cTn id="46" fill="hold">
                            <p:stCondLst>
                              <p:cond delay="4500"/>
                            </p:stCondLst>
                            <p:childTnLst>
                              <p:par>
                                <p:cTn id="47" presetID="10" presetClass="entr" presetSubtype="0" fill="hold" grpId="0"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200"/>
                                        <p:tgtEl>
                                          <p:spTgt spid="22"/>
                                        </p:tgtEl>
                                      </p:cBhvr>
                                    </p:animEffect>
                                  </p:childTnLst>
                                </p:cTn>
                              </p:par>
                            </p:childTnLst>
                          </p:cTn>
                        </p:par>
                        <p:par>
                          <p:cTn id="50" fill="hold">
                            <p:stCondLst>
                              <p:cond delay="5000"/>
                            </p:stCondLst>
                            <p:childTnLst>
                              <p:par>
                                <p:cTn id="51" presetID="22" presetClass="entr" presetSubtype="4"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down)">
                                      <p:cBhvr>
                                        <p:cTn id="53" dur="200"/>
                                        <p:tgtEl>
                                          <p:spTgt spid="26"/>
                                        </p:tgtEl>
                                      </p:cBhvr>
                                    </p:animEffect>
                                  </p:childTnLst>
                                </p:cTn>
                              </p:par>
                            </p:childTnLst>
                          </p:cTn>
                        </p:par>
                        <p:par>
                          <p:cTn id="54" fill="hold">
                            <p:stCondLst>
                              <p:cond delay="5500"/>
                            </p:stCondLst>
                            <p:childTnLst>
                              <p:par>
                                <p:cTn id="55" presetID="1" presetClass="entr" presetSubtype="0" fill="hold" grpId="0" nodeType="afterEffect">
                                  <p:stCondLst>
                                    <p:cond delay="0"/>
                                  </p:stCondLst>
                                  <p:childTnLst>
                                    <p:set>
                                      <p:cBhvr>
                                        <p:cTn id="56" dur="1" fill="hold">
                                          <p:stCondLst>
                                            <p:cond delay="199"/>
                                          </p:stCondLst>
                                        </p:cTn>
                                        <p:tgtEl>
                                          <p:spTgt spid="28"/>
                                        </p:tgtEl>
                                        <p:attrNameLst>
                                          <p:attrName>style.visibility</p:attrName>
                                        </p:attrNameLst>
                                      </p:cBhvr>
                                      <p:to>
                                        <p:strVal val="visible"/>
                                      </p:to>
                                    </p:set>
                                  </p:childTnLst>
                                </p:cTn>
                              </p:par>
                              <p:par>
                                <p:cTn id="57" presetID="18" presetClass="entr" presetSubtype="6"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strips(downRight)">
                                      <p:cBhvr>
                                        <p:cTn id="59" dur="200"/>
                                        <p:tgtEl>
                                          <p:spTgt spid="27"/>
                                        </p:tgtEl>
                                      </p:cBhvr>
                                    </p:animEffect>
                                  </p:childTnLst>
                                </p:cTn>
                              </p:par>
                            </p:childTnLst>
                          </p:cTn>
                        </p:par>
                        <p:par>
                          <p:cTn id="60" fill="hold">
                            <p:stCondLst>
                              <p:cond delay="6000"/>
                            </p:stCondLst>
                            <p:childTnLst>
                              <p:par>
                                <p:cTn id="61" presetID="10" presetClass="entr" presetSubtype="0" fill="hold" grpId="0"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00"/>
                                        <p:tgtEl>
                                          <p:spTgt spid="23"/>
                                        </p:tgtEl>
                                      </p:cBhvr>
                                    </p:animEffect>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up)">
                                      <p:cBhvr>
                                        <p:cTn id="67" dur="200"/>
                                        <p:tgtEl>
                                          <p:spTgt spid="17"/>
                                        </p:tgtEl>
                                      </p:cBhvr>
                                    </p:animEffect>
                                  </p:childTnLst>
                                </p:cTn>
                              </p:par>
                            </p:childTnLst>
                          </p:cTn>
                        </p:par>
                        <p:par>
                          <p:cTn id="68" fill="hold">
                            <p:stCondLst>
                              <p:cond delay="7000"/>
                            </p:stCondLst>
                            <p:childTnLst>
                              <p:par>
                                <p:cTn id="69" presetID="1" presetClass="entr" presetSubtype="0" fill="hold" grpId="0" nodeType="afterEffect">
                                  <p:stCondLst>
                                    <p:cond delay="0"/>
                                  </p:stCondLst>
                                  <p:childTnLst>
                                    <p:set>
                                      <p:cBhvr>
                                        <p:cTn id="70" dur="1" fill="hold">
                                          <p:stCondLst>
                                            <p:cond delay="199"/>
                                          </p:stCondLst>
                                        </p:cTn>
                                        <p:tgtEl>
                                          <p:spTgt spid="32"/>
                                        </p:tgtEl>
                                        <p:attrNameLst>
                                          <p:attrName>style.visibility</p:attrName>
                                        </p:attrNameLst>
                                      </p:cBhvr>
                                      <p:to>
                                        <p:strVal val="visible"/>
                                      </p:to>
                                    </p:set>
                                  </p:childTnLst>
                                </p:cTn>
                              </p:par>
                              <p:par>
                                <p:cTn id="71" presetID="18" presetClass="entr" presetSubtype="6"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strips(downRight)">
                                      <p:cBhvr>
                                        <p:cTn id="73" dur="200"/>
                                        <p:tgtEl>
                                          <p:spTgt spid="31"/>
                                        </p:tgtEl>
                                      </p:cBhvr>
                                    </p:animEffect>
                                  </p:childTnLst>
                                </p:cTn>
                              </p:par>
                            </p:childTnLst>
                          </p:cTn>
                        </p:par>
                        <p:par>
                          <p:cTn id="74" fill="hold">
                            <p:stCondLst>
                              <p:cond delay="7500"/>
                            </p:stCondLst>
                            <p:childTnLst>
                              <p:par>
                                <p:cTn id="75" presetID="10" presetClass="entr" presetSubtype="0" fill="hold" grpId="0" nodeType="after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200"/>
                                        <p:tgtEl>
                                          <p:spTgt spid="24"/>
                                        </p:tgtEl>
                                      </p:cBhvr>
                                    </p:animEffect>
                                  </p:childTnLst>
                                </p:cTn>
                              </p:par>
                            </p:childTnLst>
                          </p:cTn>
                        </p:par>
                        <p:par>
                          <p:cTn id="78" fill="hold">
                            <p:stCondLst>
                              <p:cond delay="8000"/>
                            </p:stCondLst>
                            <p:childTnLst>
                              <p:par>
                                <p:cTn id="79" presetID="22" presetClass="entr" presetSubtype="8" fill="hold" grpId="0" nodeType="after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wipe(left)">
                                      <p:cBhvr>
                                        <p:cTn id="81" dur="200"/>
                                        <p:tgtEl>
                                          <p:spTgt spid="25"/>
                                        </p:tgtEl>
                                      </p:cBhvr>
                                    </p:animEffect>
                                  </p:childTnLst>
                                </p:cTn>
                              </p:par>
                            </p:childTnLst>
                          </p:cTn>
                        </p:par>
                        <p:par>
                          <p:cTn id="82" fill="hold">
                            <p:stCondLst>
                              <p:cond delay="8500"/>
                            </p:stCondLst>
                            <p:childTnLst>
                              <p:par>
                                <p:cTn id="83" presetID="1" presetClass="entr" presetSubtype="0" fill="hold" grpId="0" nodeType="afterEffect">
                                  <p:stCondLst>
                                    <p:cond delay="0"/>
                                  </p:stCondLst>
                                  <p:childTnLst>
                                    <p:set>
                                      <p:cBhvr>
                                        <p:cTn id="84" dur="1" fill="hold">
                                          <p:stCondLst>
                                            <p:cond delay="199"/>
                                          </p:stCondLst>
                                        </p:cTn>
                                        <p:tgtEl>
                                          <p:spTgt spid="30"/>
                                        </p:tgtEl>
                                        <p:attrNameLst>
                                          <p:attrName>style.visibility</p:attrName>
                                        </p:attrNameLst>
                                      </p:cBhvr>
                                      <p:to>
                                        <p:strVal val="visible"/>
                                      </p:to>
                                    </p:set>
                                  </p:childTnLst>
                                </p:cTn>
                              </p:par>
                              <p:par>
                                <p:cTn id="85" presetID="18" presetClass="entr" presetSubtype="6"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strips(downRight)">
                                      <p:cBhvr>
                                        <p:cTn id="87" dur="2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4" grpId="0" bldLvl="0" animBg="1"/>
      <p:bldP spid="25" grpId="0" bldLvl="0" animBg="1"/>
      <p:bldP spid="26" grpId="0" bldLvl="0" animBg="1"/>
      <p:bldP spid="27" grpId="0"/>
      <p:bldP spid="28" grpId="0"/>
      <p:bldP spid="29" grpId="0"/>
      <p:bldP spid="30" grpId="0"/>
      <p:bldP spid="31" grpId="0"/>
      <p:bldP spid="32" grpId="0"/>
      <p:bldP spid="33" grpId="0"/>
      <p:bldP spid="34" grpId="0"/>
      <p:bldP spid="35" grpId="0"/>
      <p:bldP spid="36" grpId="0"/>
      <p:bldP spid="3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32" name="矩形 2"/>
          <p:cNvSpPr/>
          <p:nvPr/>
        </p:nvSpPr>
        <p:spPr>
          <a:xfrm>
            <a:off x="2616623" y="2199006"/>
            <a:ext cx="6282267" cy="3439583"/>
          </a:xfrm>
          <a:custGeom>
            <a:avLst/>
            <a:gdLst>
              <a:gd name="txL" fmla="*/ 0 w 4710881"/>
              <a:gd name="txT" fmla="*/ 0 h 2580363"/>
              <a:gd name="txR" fmla="*/ 4710881 w 4710881"/>
              <a:gd name="txB" fmla="*/ 2580363 h 2580363"/>
            </a:gdLst>
            <a:ahLst/>
            <a:cxnLst>
              <a:cxn ang="0">
                <a:pos x="1969485" y="567"/>
              </a:cxn>
              <a:cxn ang="0">
                <a:pos x="2450263" y="244276"/>
              </a:cxn>
              <a:cxn ang="0">
                <a:pos x="2517697" y="944544"/>
              </a:cxn>
              <a:cxn ang="0">
                <a:pos x="2518144" y="945020"/>
              </a:cxn>
              <a:cxn ang="0">
                <a:pos x="2605953" y="1290231"/>
              </a:cxn>
              <a:cxn ang="0">
                <a:pos x="2945663" y="1399516"/>
              </a:cxn>
              <a:cxn ang="0">
                <a:pos x="2946696" y="1400618"/>
              </a:cxn>
              <a:cxn ang="0">
                <a:pos x="3572095" y="1491782"/>
              </a:cxn>
              <a:cxn ang="0">
                <a:pos x="3572990" y="1491084"/>
              </a:cxn>
              <a:cxn ang="0">
                <a:pos x="3791925" y="1456439"/>
              </a:cxn>
              <a:cxn ang="0">
                <a:pos x="3878894" y="1252984"/>
              </a:cxn>
              <a:cxn ang="0">
                <a:pos x="3880434" y="1251788"/>
              </a:cxn>
              <a:cxn ang="0">
                <a:pos x="4078233" y="728256"/>
              </a:cxn>
              <a:cxn ang="0">
                <a:pos x="4662571" y="900629"/>
              </a:cxn>
              <a:cxn ang="0">
                <a:pos x="4489823" y="1483696"/>
              </a:cxn>
              <a:cxn ang="0">
                <a:pos x="4044601" y="1461159"/>
              </a:cxn>
              <a:cxn ang="0">
                <a:pos x="4042754" y="1462594"/>
              </a:cxn>
              <a:cxn ang="0">
                <a:pos x="3823820" y="1497239"/>
              </a:cxn>
              <a:cxn ang="0">
                <a:pos x="3736850" y="1700692"/>
              </a:cxn>
              <a:cxn ang="0">
                <a:pos x="3736210" y="1701191"/>
              </a:cxn>
              <a:cxn ang="0">
                <a:pos x="3564958" y="2443637"/>
              </a:cxn>
              <a:cxn ang="0">
                <a:pos x="2701636" y="2345601"/>
              </a:cxn>
              <a:cxn ang="0">
                <a:pos x="2633262" y="1692867"/>
              </a:cxn>
              <a:cxn ang="0">
                <a:pos x="2632876" y="1692457"/>
              </a:cxn>
              <a:cxn ang="0">
                <a:pos x="2545067" y="1347251"/>
              </a:cxn>
              <a:cxn ang="0">
                <a:pos x="2205355" y="1237962"/>
              </a:cxn>
              <a:cxn ang="0">
                <a:pos x="2204331" y="1236871"/>
              </a:cxn>
              <a:cxn ang="0">
                <a:pos x="1483940" y="1100209"/>
              </a:cxn>
              <a:cxn ang="0">
                <a:pos x="1206145" y="1111656"/>
              </a:cxn>
              <a:cxn ang="0">
                <a:pos x="1062516" y="1356028"/>
              </a:cxn>
              <a:cxn ang="0">
                <a:pos x="1061934" y="1356371"/>
              </a:cxn>
              <a:cxn ang="0">
                <a:pos x="873690" y="1894439"/>
              </a:cxn>
              <a:cxn ang="0">
                <a:pos x="117113" y="1808526"/>
              </a:cxn>
              <a:cxn ang="0">
                <a:pos x="203215" y="1053600"/>
              </a:cxn>
              <a:cxn ang="0">
                <a:pos x="886408" y="1064384"/>
              </a:cxn>
              <a:cxn ang="0">
                <a:pos x="888478" y="1063156"/>
              </a:cxn>
              <a:cxn ang="0">
                <a:pos x="1172269" y="1054649"/>
              </a:cxn>
              <a:cxn ang="0">
                <a:pos x="1315885" y="810571"/>
              </a:cxn>
              <a:cxn ang="0">
                <a:pos x="1538834" y="140776"/>
              </a:cxn>
              <a:cxn ang="0">
                <a:pos x="1891599" y="1966"/>
              </a:cxn>
              <a:cxn ang="0">
                <a:pos x="1969485" y="567"/>
              </a:cxn>
            </a:cxnLst>
            <a:rect l="txL" t="txT" r="txR" b="txB"/>
            <a:pathLst>
              <a:path w="4710881" h="2580363">
                <a:moveTo>
                  <a:pt x="1967775" y="567"/>
                </a:moveTo>
                <a:cubicBezTo>
                  <a:pt x="2149109" y="8144"/>
                  <a:pt x="2326264" y="91426"/>
                  <a:pt x="2448133" y="244596"/>
                </a:cubicBezTo>
                <a:cubicBezTo>
                  <a:pt x="2612270" y="450891"/>
                  <a:pt x="2630341" y="726421"/>
                  <a:pt x="2515510" y="945784"/>
                </a:cubicBezTo>
                <a:lnTo>
                  <a:pt x="2515956" y="946260"/>
                </a:lnTo>
                <a:cubicBezTo>
                  <a:pt x="2470672" y="1044603"/>
                  <a:pt x="2503129" y="1184784"/>
                  <a:pt x="2603688" y="1291921"/>
                </a:cubicBezTo>
                <a:cubicBezTo>
                  <a:pt x="2704246" y="1399057"/>
                  <a:pt x="2842091" y="1440321"/>
                  <a:pt x="2943103" y="1401351"/>
                </a:cubicBezTo>
                <a:lnTo>
                  <a:pt x="2944136" y="1402453"/>
                </a:lnTo>
                <a:cubicBezTo>
                  <a:pt x="3151633" y="1313115"/>
                  <a:pt x="3394200" y="1347498"/>
                  <a:pt x="3568991" y="1493737"/>
                </a:cubicBezTo>
                <a:lnTo>
                  <a:pt x="3569885" y="1493039"/>
                </a:lnTo>
                <a:cubicBezTo>
                  <a:pt x="3628143" y="1526613"/>
                  <a:pt x="3716677" y="1514475"/>
                  <a:pt x="3788630" y="1458349"/>
                </a:cubicBezTo>
                <a:cubicBezTo>
                  <a:pt x="3860582" y="1402223"/>
                  <a:pt x="3893906" y="1319306"/>
                  <a:pt x="3875524" y="1254627"/>
                </a:cubicBezTo>
                <a:lnTo>
                  <a:pt x="3877063" y="1253428"/>
                </a:lnTo>
                <a:cubicBezTo>
                  <a:pt x="3803922" y="1057157"/>
                  <a:pt x="3885091" y="832286"/>
                  <a:pt x="4074689" y="729211"/>
                </a:cubicBezTo>
                <a:cubicBezTo>
                  <a:pt x="4283572" y="615652"/>
                  <a:pt x="4544963" y="692926"/>
                  <a:pt x="4658521" y="901809"/>
                </a:cubicBezTo>
                <a:cubicBezTo>
                  <a:pt x="4772080" y="1110691"/>
                  <a:pt x="4694806" y="1372083"/>
                  <a:pt x="4485923" y="1485641"/>
                </a:cubicBezTo>
                <a:cubicBezTo>
                  <a:pt x="4340155" y="1564888"/>
                  <a:pt x="4168816" y="1551200"/>
                  <a:pt x="4041086" y="1463074"/>
                </a:cubicBezTo>
                <a:lnTo>
                  <a:pt x="4039242" y="1464511"/>
                </a:lnTo>
                <a:cubicBezTo>
                  <a:pt x="3980984" y="1430938"/>
                  <a:pt x="3892450" y="1443076"/>
                  <a:pt x="3820498" y="1499202"/>
                </a:cubicBezTo>
                <a:cubicBezTo>
                  <a:pt x="3748544" y="1555328"/>
                  <a:pt x="3715221" y="1638245"/>
                  <a:pt x="3733604" y="1702922"/>
                </a:cubicBezTo>
                <a:lnTo>
                  <a:pt x="3732965" y="1703421"/>
                </a:lnTo>
                <a:cubicBezTo>
                  <a:pt x="3854321" y="1954967"/>
                  <a:pt x="3789762" y="2265512"/>
                  <a:pt x="3561861" y="2446841"/>
                </a:cubicBezTo>
                <a:cubicBezTo>
                  <a:pt x="3296560" y="2657926"/>
                  <a:pt x="2910374" y="2613976"/>
                  <a:pt x="2699289" y="2348676"/>
                </a:cubicBezTo>
                <a:cubicBezTo>
                  <a:pt x="2546360" y="2156468"/>
                  <a:pt x="2527295" y="1900808"/>
                  <a:pt x="2630974" y="1695087"/>
                </a:cubicBezTo>
                <a:lnTo>
                  <a:pt x="2630589" y="1694677"/>
                </a:lnTo>
                <a:cubicBezTo>
                  <a:pt x="2675872" y="1596334"/>
                  <a:pt x="2643415" y="1456153"/>
                  <a:pt x="2542857" y="1349016"/>
                </a:cubicBezTo>
                <a:cubicBezTo>
                  <a:pt x="2442299" y="1241879"/>
                  <a:pt x="2304453" y="1200615"/>
                  <a:pt x="2203440" y="1239585"/>
                </a:cubicBezTo>
                <a:lnTo>
                  <a:pt x="2202416" y="1238491"/>
                </a:lnTo>
                <a:cubicBezTo>
                  <a:pt x="1960905" y="1348370"/>
                  <a:pt x="1671509" y="1296885"/>
                  <a:pt x="1482650" y="1101651"/>
                </a:cubicBezTo>
                <a:cubicBezTo>
                  <a:pt x="1414254" y="1052562"/>
                  <a:pt x="1303066" y="1055022"/>
                  <a:pt x="1205095" y="1113113"/>
                </a:cubicBezTo>
                <a:cubicBezTo>
                  <a:pt x="1104560" y="1172724"/>
                  <a:pt x="1048749" y="1272649"/>
                  <a:pt x="1061591" y="1357806"/>
                </a:cubicBezTo>
                <a:lnTo>
                  <a:pt x="1061011" y="1358150"/>
                </a:lnTo>
                <a:cubicBezTo>
                  <a:pt x="1106662" y="1552587"/>
                  <a:pt x="1039700" y="1764232"/>
                  <a:pt x="872930" y="1896923"/>
                </a:cubicBezTo>
                <a:cubicBezTo>
                  <a:pt x="640434" y="2081908"/>
                  <a:pt x="301998" y="2043392"/>
                  <a:pt x="117013" y="1810896"/>
                </a:cubicBezTo>
                <a:cubicBezTo>
                  <a:pt x="-67972" y="1578400"/>
                  <a:pt x="-29457" y="1239964"/>
                  <a:pt x="203040" y="1054980"/>
                </a:cubicBezTo>
                <a:cubicBezTo>
                  <a:pt x="407531" y="892276"/>
                  <a:pt x="693978" y="902474"/>
                  <a:pt x="885638" y="1065779"/>
                </a:cubicBezTo>
                <a:lnTo>
                  <a:pt x="887708" y="1064551"/>
                </a:lnTo>
                <a:cubicBezTo>
                  <a:pt x="956264" y="1116673"/>
                  <a:pt x="1070715" y="1115643"/>
                  <a:pt x="1171249" y="1056032"/>
                </a:cubicBezTo>
                <a:cubicBezTo>
                  <a:pt x="1271670" y="996488"/>
                  <a:pt x="1327470" y="896721"/>
                  <a:pt x="1314740" y="811634"/>
                </a:cubicBezTo>
                <a:cubicBezTo>
                  <a:pt x="1251131" y="571369"/>
                  <a:pt x="1330485" y="305671"/>
                  <a:pt x="1537499" y="140961"/>
                </a:cubicBezTo>
                <a:cubicBezTo>
                  <a:pt x="1642529" y="57394"/>
                  <a:pt x="1765507" y="11689"/>
                  <a:pt x="1889954" y="1971"/>
                </a:cubicBezTo>
                <a:cubicBezTo>
                  <a:pt x="1915880" y="-53"/>
                  <a:pt x="1941870" y="-515"/>
                  <a:pt x="1967775" y="567"/>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54000" dist="139700" dir="2700000" algn="tl" rotWithShape="0">
              <a:srgbClr val="4C7CDA">
                <a:alpha val="40000"/>
              </a:srgbClr>
            </a:outerShdw>
          </a:effectLst>
        </p:spPr>
        <p:txBody>
          <a:bodyPr/>
          <a:lstStyle/>
          <a:p>
            <a:endParaRPr lang="zh-CN" altLang="en-US" sz="2800">
              <a:solidFill>
                <a:srgbClr val="171C3D"/>
              </a:solidFill>
              <a:cs typeface="+mn-ea"/>
              <a:sym typeface="+mn-lt"/>
            </a:endParaRPr>
          </a:p>
        </p:txBody>
      </p:sp>
      <p:sp>
        <p:nvSpPr>
          <p:cNvPr id="17433" name="TextBox 2"/>
          <p:cNvSpPr/>
          <p:nvPr/>
        </p:nvSpPr>
        <p:spPr>
          <a:xfrm>
            <a:off x="671407" y="2211705"/>
            <a:ext cx="3139016" cy="1198245"/>
          </a:xfrm>
          <a:prstGeom prst="rect">
            <a:avLst/>
          </a:prstGeom>
          <a:noFill/>
          <a:ln w="9525">
            <a:noFill/>
          </a:ln>
        </p:spPr>
        <p:txBody>
          <a:bodyPr>
            <a:spAutoFit/>
          </a:bodyPr>
          <a:lstStyle/>
          <a:p>
            <a:pPr algn="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4" name="Rectangle 42"/>
          <p:cNvSpPr/>
          <p:nvPr/>
        </p:nvSpPr>
        <p:spPr>
          <a:xfrm>
            <a:off x="3865245" y="2366010"/>
            <a:ext cx="474345" cy="461645"/>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01</a:t>
            </a:r>
          </a:p>
        </p:txBody>
      </p:sp>
      <p:sp>
        <p:nvSpPr>
          <p:cNvPr id="17435" name="TextBox 4"/>
          <p:cNvSpPr/>
          <p:nvPr/>
        </p:nvSpPr>
        <p:spPr>
          <a:xfrm>
            <a:off x="8357023" y="4493472"/>
            <a:ext cx="3136900" cy="1198245"/>
          </a:xfrm>
          <a:prstGeom prst="rect">
            <a:avLst/>
          </a:prstGeom>
          <a:noFill/>
          <a:ln w="9525">
            <a:noFill/>
          </a:ln>
        </p:spPr>
        <p:txBody>
          <a:bodyPr>
            <a:spAutoFit/>
          </a:bodyPr>
          <a:lstStyle/>
          <a:p>
            <a:pP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6" name="Rectangle 42"/>
          <p:cNvSpPr/>
          <p:nvPr/>
        </p:nvSpPr>
        <p:spPr>
          <a:xfrm>
            <a:off x="7931785" y="4648200"/>
            <a:ext cx="47371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04</a:t>
            </a:r>
          </a:p>
        </p:txBody>
      </p:sp>
      <p:sp>
        <p:nvSpPr>
          <p:cNvPr id="17437" name="TextBox 6"/>
          <p:cNvSpPr/>
          <p:nvPr/>
        </p:nvSpPr>
        <p:spPr>
          <a:xfrm>
            <a:off x="7139941" y="1894205"/>
            <a:ext cx="3136900" cy="1198245"/>
          </a:xfrm>
          <a:prstGeom prst="rect">
            <a:avLst/>
          </a:prstGeom>
          <a:noFill/>
          <a:ln w="9525">
            <a:noFill/>
          </a:ln>
        </p:spPr>
        <p:txBody>
          <a:bodyPr>
            <a:spAutoFit/>
          </a:bodyPr>
          <a:lstStyle/>
          <a:p>
            <a:pP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38" name="Rectangle 42"/>
          <p:cNvSpPr/>
          <p:nvPr/>
        </p:nvSpPr>
        <p:spPr>
          <a:xfrm>
            <a:off x="6714490" y="2048510"/>
            <a:ext cx="47625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03</a:t>
            </a:r>
          </a:p>
        </p:txBody>
      </p:sp>
      <p:sp>
        <p:nvSpPr>
          <p:cNvPr id="17439" name="TextBox 8"/>
          <p:cNvSpPr/>
          <p:nvPr/>
        </p:nvSpPr>
        <p:spPr>
          <a:xfrm>
            <a:off x="1975274" y="4855422"/>
            <a:ext cx="3136900" cy="1198245"/>
          </a:xfrm>
          <a:prstGeom prst="rect">
            <a:avLst/>
          </a:prstGeom>
          <a:noFill/>
          <a:ln w="9525">
            <a:noFill/>
          </a:ln>
        </p:spPr>
        <p:txBody>
          <a:bodyPr>
            <a:spAutoFit/>
          </a:bodyPr>
          <a:lstStyle/>
          <a:p>
            <a:pPr algn="r">
              <a:lnSpc>
                <a:spcPct val="120000"/>
              </a:lnSpc>
            </a:pPr>
            <a:r>
              <a:rPr lang="zh-CN" altLang="en-US" dirty="0">
                <a:solidFill>
                  <a:srgbClr val="171C3D"/>
                </a:solidFill>
                <a:cs typeface="+mn-ea"/>
                <a:sym typeface="+mn-lt"/>
              </a:rPr>
              <a:t>单击此处添加标题</a:t>
            </a:r>
            <a:br>
              <a:rPr lang="zh-CN" altLang="en-US" sz="1400" dirty="0">
                <a:solidFill>
                  <a:srgbClr val="171C3D"/>
                </a:solidFill>
                <a:cs typeface="+mn-ea"/>
                <a:sym typeface="+mn-lt"/>
              </a:rPr>
            </a:br>
            <a:r>
              <a:rPr lang="zh-CN" altLang="en-US" sz="1400" dirty="0">
                <a:solidFill>
                  <a:srgbClr val="171C3D"/>
                </a:solidFill>
                <a:cs typeface="+mn-ea"/>
                <a:sym typeface="+mn-lt"/>
              </a:rPr>
              <a:t>在此处添加详细描述文本，尽量与标题文本语言风格相符合，语言描述尽量简洁生动，尽可能概括出段落内容</a:t>
            </a:r>
          </a:p>
        </p:txBody>
      </p:sp>
      <p:sp>
        <p:nvSpPr>
          <p:cNvPr id="17440" name="Rectangle 42"/>
          <p:cNvSpPr/>
          <p:nvPr/>
        </p:nvSpPr>
        <p:spPr>
          <a:xfrm>
            <a:off x="5169535" y="5010150"/>
            <a:ext cx="473710" cy="45847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p:spPr>
        <p:txBody>
          <a:bodyPr lIns="91440" tIns="45720" rIns="91440" bIns="45720" anchor="ctr"/>
          <a:lstStyle/>
          <a:p>
            <a:pPr algn="ctr"/>
            <a:r>
              <a:rPr lang="en-US" altLang="zh-CN" sz="1600" dirty="0">
                <a:solidFill>
                  <a:schemeClr val="bg1"/>
                </a:solidFill>
                <a:cs typeface="+mn-ea"/>
                <a:sym typeface="+mn-lt"/>
              </a:rPr>
              <a:t>02</a:t>
            </a:r>
          </a:p>
        </p:txBody>
      </p:sp>
      <p:sp>
        <p:nvSpPr>
          <p:cNvPr id="17441" name="圆角矩形 68"/>
          <p:cNvSpPr/>
          <p:nvPr/>
        </p:nvSpPr>
        <p:spPr>
          <a:xfrm>
            <a:off x="4678257" y="2723939"/>
            <a:ext cx="1054100" cy="677333"/>
          </a:xfrm>
          <a:custGeom>
            <a:avLst/>
            <a:gdLst>
              <a:gd name="txL" fmla="*/ 0 w 978088"/>
              <a:gd name="txT" fmla="*/ 0 h 630163"/>
              <a:gd name="txR" fmla="*/ 978088 w 978088"/>
              <a:gd name="txB" fmla="*/ 630163 h 630163"/>
            </a:gdLst>
            <a:ahLst/>
            <a:cxnLst>
              <a:cxn ang="0">
                <a:pos x="129787" y="0"/>
              </a:cxn>
              <a:cxn ang="0">
                <a:pos x="210271" y="48888"/>
              </a:cxn>
              <a:cxn ang="0">
                <a:pos x="244945" y="35237"/>
              </a:cxn>
              <a:cxn ang="0">
                <a:pos x="296860" y="86466"/>
              </a:cxn>
              <a:cxn ang="0">
                <a:pos x="295948" y="90927"/>
              </a:cxn>
              <a:cxn ang="0">
                <a:pos x="337446" y="150502"/>
              </a:cxn>
              <a:cxn ang="0">
                <a:pos x="272552" y="214539"/>
              </a:cxn>
              <a:cxn ang="0">
                <a:pos x="64893" y="214539"/>
              </a:cxn>
              <a:cxn ang="0">
                <a:pos x="0" y="150502"/>
              </a:cxn>
              <a:cxn ang="0">
                <a:pos x="39157" y="91816"/>
              </a:cxn>
              <a:cxn ang="0">
                <a:pos x="38936" y="89652"/>
              </a:cxn>
              <a:cxn ang="0">
                <a:pos x="129787" y="0"/>
              </a:cxn>
            </a:cxnLst>
            <a:rect l="txL" t="txT" r="txR" b="txB"/>
            <a:pathLst>
              <a:path w="978088" h="630163">
                <a:moveTo>
                  <a:pt x="376188" y="0"/>
                </a:moveTo>
                <a:cubicBezTo>
                  <a:pt x="478336" y="0"/>
                  <a:pt x="566899" y="58161"/>
                  <a:pt x="609473" y="143596"/>
                </a:cubicBezTo>
                <a:cubicBezTo>
                  <a:pt x="635404" y="118352"/>
                  <a:pt x="670955" y="103500"/>
                  <a:pt x="709975" y="103500"/>
                </a:cubicBezTo>
                <a:cubicBezTo>
                  <a:pt x="793080" y="103500"/>
                  <a:pt x="860450" y="170870"/>
                  <a:pt x="860450" y="253975"/>
                </a:cubicBezTo>
                <a:lnTo>
                  <a:pt x="857805" y="267079"/>
                </a:lnTo>
                <a:cubicBezTo>
                  <a:pt x="928258" y="293890"/>
                  <a:pt x="978088" y="362161"/>
                  <a:pt x="978088" y="442069"/>
                </a:cubicBezTo>
                <a:cubicBezTo>
                  <a:pt x="978088" y="545950"/>
                  <a:pt x="893875" y="630163"/>
                  <a:pt x="789994" y="630163"/>
                </a:cubicBezTo>
                <a:lnTo>
                  <a:pt x="188094" y="630163"/>
                </a:lnTo>
                <a:cubicBezTo>
                  <a:pt x="84213" y="630163"/>
                  <a:pt x="0" y="545950"/>
                  <a:pt x="0" y="442069"/>
                </a:cubicBezTo>
                <a:cubicBezTo>
                  <a:pt x="0" y="364739"/>
                  <a:pt x="46666" y="298309"/>
                  <a:pt x="113497" y="269689"/>
                </a:cubicBezTo>
                <a:cubicBezTo>
                  <a:pt x="112881" y="267585"/>
                  <a:pt x="112856" y="265461"/>
                  <a:pt x="112856" y="263332"/>
                </a:cubicBezTo>
                <a:cubicBezTo>
                  <a:pt x="112856" y="117898"/>
                  <a:pt x="230754" y="0"/>
                  <a:pt x="376188" y="0"/>
                </a:cubicBez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2" name="图文框 35"/>
          <p:cNvSpPr/>
          <p:nvPr/>
        </p:nvSpPr>
        <p:spPr>
          <a:xfrm>
            <a:off x="2993390" y="3847888"/>
            <a:ext cx="683684" cy="635000"/>
          </a:xfrm>
          <a:custGeom>
            <a:avLst/>
            <a:gdLst>
              <a:gd name="txL" fmla="*/ 0 w 790121"/>
              <a:gd name="txT" fmla="*/ 0 h 733367"/>
              <a:gd name="txR" fmla="*/ 790121 w 790121"/>
              <a:gd name="txB" fmla="*/ 733367 h 733367"/>
            </a:gdLst>
            <a:ahLst/>
            <a:cxnLst>
              <a:cxn ang="0">
                <a:pos x="18947" y="59353"/>
              </a:cxn>
              <a:cxn ang="0">
                <a:pos x="25263" y="65690"/>
              </a:cxn>
              <a:cxn ang="0">
                <a:pos x="18947" y="72027"/>
              </a:cxn>
              <a:cxn ang="0">
                <a:pos x="12632" y="65690"/>
              </a:cxn>
              <a:cxn ang="0">
                <a:pos x="18947" y="59353"/>
              </a:cxn>
              <a:cxn ang="0">
                <a:pos x="7494" y="54198"/>
              </a:cxn>
              <a:cxn ang="0">
                <a:pos x="7494" y="77183"/>
              </a:cxn>
              <a:cxn ang="0">
                <a:pos x="30401" y="77183"/>
              </a:cxn>
              <a:cxn ang="0">
                <a:pos x="30401" y="54198"/>
              </a:cxn>
              <a:cxn ang="0">
                <a:pos x="7494" y="54198"/>
              </a:cxn>
              <a:cxn ang="0">
                <a:pos x="46316" y="46679"/>
              </a:cxn>
              <a:cxn ang="0">
                <a:pos x="84211" y="46679"/>
              </a:cxn>
              <a:cxn ang="0">
                <a:pos x="84211" y="84702"/>
              </a:cxn>
              <a:cxn ang="0">
                <a:pos x="46316" y="84702"/>
              </a:cxn>
              <a:cxn ang="0">
                <a:pos x="46316" y="46679"/>
              </a:cxn>
              <a:cxn ang="0">
                <a:pos x="0" y="46679"/>
              </a:cxn>
              <a:cxn ang="0">
                <a:pos x="37895" y="46679"/>
              </a:cxn>
              <a:cxn ang="0">
                <a:pos x="37895" y="84702"/>
              </a:cxn>
              <a:cxn ang="0">
                <a:pos x="0" y="84702"/>
              </a:cxn>
              <a:cxn ang="0">
                <a:pos x="0" y="46679"/>
              </a:cxn>
              <a:cxn ang="0">
                <a:pos x="7494" y="7727"/>
              </a:cxn>
              <a:cxn ang="0">
                <a:pos x="7494" y="30711"/>
              </a:cxn>
              <a:cxn ang="0">
                <a:pos x="30401" y="30711"/>
              </a:cxn>
              <a:cxn ang="0">
                <a:pos x="30401" y="7727"/>
              </a:cxn>
              <a:cxn ang="0">
                <a:pos x="7494" y="7727"/>
              </a:cxn>
              <a:cxn ang="0">
                <a:pos x="46316" y="208"/>
              </a:cxn>
              <a:cxn ang="0">
                <a:pos x="83649" y="208"/>
              </a:cxn>
              <a:cxn ang="0">
                <a:pos x="76583" y="7728"/>
              </a:cxn>
              <a:cxn ang="0">
                <a:pos x="53810" y="7728"/>
              </a:cxn>
              <a:cxn ang="0">
                <a:pos x="53810" y="30712"/>
              </a:cxn>
              <a:cxn ang="0">
                <a:pos x="76716" y="30712"/>
              </a:cxn>
              <a:cxn ang="0">
                <a:pos x="76716" y="21754"/>
              </a:cxn>
              <a:cxn ang="0">
                <a:pos x="84211" y="13780"/>
              </a:cxn>
              <a:cxn ang="0">
                <a:pos x="84211" y="38230"/>
              </a:cxn>
              <a:cxn ang="0">
                <a:pos x="46316" y="38230"/>
              </a:cxn>
              <a:cxn ang="0">
                <a:pos x="46316" y="208"/>
              </a:cxn>
              <a:cxn ang="0">
                <a:pos x="0" y="208"/>
              </a:cxn>
              <a:cxn ang="0">
                <a:pos x="37895" y="208"/>
              </a:cxn>
              <a:cxn ang="0">
                <a:pos x="37895" y="38230"/>
              </a:cxn>
              <a:cxn ang="0">
                <a:pos x="0" y="38230"/>
              </a:cxn>
              <a:cxn ang="0">
                <a:pos x="0" y="208"/>
              </a:cxn>
              <a:cxn ang="0">
                <a:pos x="87993" y="0"/>
              </a:cxn>
              <a:cxn ang="0">
                <a:pos x="90952" y="2969"/>
              </a:cxn>
              <a:cxn ang="0">
                <a:pos x="69073" y="24920"/>
              </a:cxn>
              <a:cxn ang="0">
                <a:pos x="69107" y="24954"/>
              </a:cxn>
              <a:cxn ang="0">
                <a:pos x="66341" y="27730"/>
              </a:cxn>
              <a:cxn ang="0">
                <a:pos x="55389" y="16742"/>
              </a:cxn>
              <a:cxn ang="0">
                <a:pos x="58155" y="13966"/>
              </a:cxn>
              <a:cxn ang="0">
                <a:pos x="66114" y="21952"/>
              </a:cxn>
              <a:cxn ang="0">
                <a:pos x="87993" y="0"/>
              </a:cxn>
            </a:cxnLst>
            <a:rect l="txL" t="txT" r="txR" b="txB"/>
            <a:pathLst>
              <a:path w="790121" h="733367">
                <a:moveTo>
                  <a:pt x="164601" y="513898"/>
                </a:moveTo>
                <a:cubicBezTo>
                  <a:pt x="194903" y="513898"/>
                  <a:pt x="219468" y="538463"/>
                  <a:pt x="219468" y="568765"/>
                </a:cubicBezTo>
                <a:cubicBezTo>
                  <a:pt x="219468" y="599067"/>
                  <a:pt x="194903" y="623632"/>
                  <a:pt x="164601" y="623632"/>
                </a:cubicBezTo>
                <a:cubicBezTo>
                  <a:pt x="134299" y="623632"/>
                  <a:pt x="109734" y="599067"/>
                  <a:pt x="109734" y="568765"/>
                </a:cubicBezTo>
                <a:cubicBezTo>
                  <a:pt x="109734" y="538463"/>
                  <a:pt x="134299" y="513898"/>
                  <a:pt x="164601" y="513898"/>
                </a:cubicBezTo>
                <a:close/>
                <a:moveTo>
                  <a:pt x="65100" y="469264"/>
                </a:moveTo>
                <a:lnTo>
                  <a:pt x="65100" y="668267"/>
                </a:lnTo>
                <a:lnTo>
                  <a:pt x="264103" y="668267"/>
                </a:lnTo>
                <a:lnTo>
                  <a:pt x="264103" y="469264"/>
                </a:lnTo>
                <a:lnTo>
                  <a:pt x="65100" y="469264"/>
                </a:lnTo>
                <a:close/>
                <a:moveTo>
                  <a:pt x="402359" y="404164"/>
                </a:moveTo>
                <a:lnTo>
                  <a:pt x="731562" y="404164"/>
                </a:lnTo>
                <a:lnTo>
                  <a:pt x="731562" y="733367"/>
                </a:lnTo>
                <a:lnTo>
                  <a:pt x="402359" y="733367"/>
                </a:lnTo>
                <a:lnTo>
                  <a:pt x="402359" y="404164"/>
                </a:lnTo>
                <a:close/>
                <a:moveTo>
                  <a:pt x="0" y="404164"/>
                </a:moveTo>
                <a:lnTo>
                  <a:pt x="329203" y="404164"/>
                </a:lnTo>
                <a:lnTo>
                  <a:pt x="329203" y="733367"/>
                </a:lnTo>
                <a:lnTo>
                  <a:pt x="0" y="733367"/>
                </a:lnTo>
                <a:lnTo>
                  <a:pt x="0" y="404164"/>
                </a:lnTo>
                <a:close/>
                <a:moveTo>
                  <a:pt x="65100" y="66905"/>
                </a:moveTo>
                <a:lnTo>
                  <a:pt x="65100" y="265908"/>
                </a:lnTo>
                <a:lnTo>
                  <a:pt x="264103" y="265908"/>
                </a:lnTo>
                <a:lnTo>
                  <a:pt x="264103" y="66905"/>
                </a:lnTo>
                <a:lnTo>
                  <a:pt x="65100" y="66905"/>
                </a:lnTo>
                <a:close/>
                <a:moveTo>
                  <a:pt x="402359" y="1806"/>
                </a:moveTo>
                <a:lnTo>
                  <a:pt x="726682" y="1806"/>
                </a:lnTo>
                <a:lnTo>
                  <a:pt x="665305" y="66906"/>
                </a:lnTo>
                <a:lnTo>
                  <a:pt x="467459" y="66906"/>
                </a:lnTo>
                <a:lnTo>
                  <a:pt x="467459" y="265909"/>
                </a:lnTo>
                <a:lnTo>
                  <a:pt x="666462" y="265909"/>
                </a:lnTo>
                <a:lnTo>
                  <a:pt x="666462" y="188355"/>
                </a:lnTo>
                <a:lnTo>
                  <a:pt x="731562" y="119306"/>
                </a:lnTo>
                <a:lnTo>
                  <a:pt x="731562" y="331009"/>
                </a:lnTo>
                <a:lnTo>
                  <a:pt x="402359" y="331009"/>
                </a:lnTo>
                <a:lnTo>
                  <a:pt x="402359" y="1806"/>
                </a:lnTo>
                <a:close/>
                <a:moveTo>
                  <a:pt x="0" y="1805"/>
                </a:moveTo>
                <a:lnTo>
                  <a:pt x="329203" y="1805"/>
                </a:lnTo>
                <a:lnTo>
                  <a:pt x="329203" y="331008"/>
                </a:lnTo>
                <a:lnTo>
                  <a:pt x="0" y="331008"/>
                </a:lnTo>
                <a:lnTo>
                  <a:pt x="0" y="1805"/>
                </a:lnTo>
                <a:close/>
                <a:moveTo>
                  <a:pt x="764419" y="0"/>
                </a:moveTo>
                <a:lnTo>
                  <a:pt x="790121" y="25703"/>
                </a:lnTo>
                <a:lnTo>
                  <a:pt x="600057" y="215767"/>
                </a:lnTo>
                <a:lnTo>
                  <a:pt x="600352" y="216061"/>
                </a:lnTo>
                <a:lnTo>
                  <a:pt x="576318" y="240095"/>
                </a:lnTo>
                <a:lnTo>
                  <a:pt x="481177" y="144952"/>
                </a:lnTo>
                <a:lnTo>
                  <a:pt x="505210" y="120919"/>
                </a:lnTo>
                <a:lnTo>
                  <a:pt x="574355" y="190064"/>
                </a:lnTo>
                <a:lnTo>
                  <a:pt x="764419" y="0"/>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3" name="梯形 9"/>
          <p:cNvSpPr/>
          <p:nvPr/>
        </p:nvSpPr>
        <p:spPr>
          <a:xfrm rot="-5400000">
            <a:off x="6426623" y="4440555"/>
            <a:ext cx="859367" cy="757767"/>
          </a:xfrm>
          <a:custGeom>
            <a:avLst/>
            <a:gdLst>
              <a:gd name="txL" fmla="*/ 0 w 792088"/>
              <a:gd name="txT" fmla="*/ 0 h 698841"/>
              <a:gd name="txR" fmla="*/ 792088 w 792088"/>
              <a:gd name="txB" fmla="*/ 698841 h 698841"/>
            </a:gdLst>
            <a:ahLst/>
            <a:cxnLst>
              <a:cxn ang="0">
                <a:pos x="206781" y="22700"/>
              </a:cxn>
              <a:cxn ang="0">
                <a:pos x="206781" y="45400"/>
              </a:cxn>
              <a:cxn ang="0">
                <a:pos x="75775" y="45400"/>
              </a:cxn>
              <a:cxn ang="0">
                <a:pos x="75775" y="22700"/>
              </a:cxn>
              <a:cxn ang="0">
                <a:pos x="98540" y="0"/>
              </a:cxn>
              <a:cxn ang="0">
                <a:pos x="184016" y="0"/>
              </a:cxn>
              <a:cxn ang="0">
                <a:pos x="206781" y="22700"/>
              </a:cxn>
              <a:cxn ang="0">
                <a:pos x="206978" y="192246"/>
              </a:cxn>
              <a:cxn ang="0">
                <a:pos x="81335" y="194808"/>
              </a:cxn>
              <a:cxn ang="0">
                <a:pos x="90833" y="172373"/>
              </a:cxn>
              <a:cxn ang="0">
                <a:pos x="196566" y="170217"/>
              </a:cxn>
              <a:cxn ang="0">
                <a:pos x="206978" y="192246"/>
              </a:cxn>
              <a:cxn ang="0">
                <a:pos x="241406" y="226237"/>
              </a:cxn>
              <a:cxn ang="0">
                <a:pos x="51659" y="230864"/>
              </a:cxn>
              <a:cxn ang="0">
                <a:pos x="60151" y="210348"/>
              </a:cxn>
              <a:cxn ang="0">
                <a:pos x="231918" y="206159"/>
              </a:cxn>
              <a:cxn ang="0">
                <a:pos x="241406" y="226237"/>
              </a:cxn>
              <a:cxn ang="0">
                <a:pos x="282556" y="157375"/>
              </a:cxn>
              <a:cxn ang="0">
                <a:pos x="0" y="157375"/>
              </a:cxn>
              <a:cxn ang="0">
                <a:pos x="76205" y="57484"/>
              </a:cxn>
              <a:cxn ang="0">
                <a:pos x="206352" y="57484"/>
              </a:cxn>
              <a:cxn ang="0">
                <a:pos x="282556" y="157375"/>
              </a:cxn>
            </a:cxnLst>
            <a:rect l="txL" t="txT" r="txR" b="txB"/>
            <a:pathLst>
              <a:path w="792088" h="698841">
                <a:moveTo>
                  <a:pt x="579668" y="63817"/>
                </a:moveTo>
                <a:lnTo>
                  <a:pt x="579668" y="127634"/>
                </a:lnTo>
                <a:lnTo>
                  <a:pt x="212420" y="127634"/>
                </a:lnTo>
                <a:lnTo>
                  <a:pt x="212420" y="63817"/>
                </a:lnTo>
                <a:cubicBezTo>
                  <a:pt x="212420" y="28572"/>
                  <a:pt x="240992" y="0"/>
                  <a:pt x="276237" y="0"/>
                </a:cubicBezTo>
                <a:lnTo>
                  <a:pt x="515851" y="0"/>
                </a:lnTo>
                <a:cubicBezTo>
                  <a:pt x="551096" y="0"/>
                  <a:pt x="579668" y="28572"/>
                  <a:pt x="579668" y="63817"/>
                </a:cubicBezTo>
                <a:close/>
                <a:moveTo>
                  <a:pt x="580218" y="540462"/>
                </a:moveTo>
                <a:cubicBezTo>
                  <a:pt x="469169" y="592793"/>
                  <a:pt x="341100" y="595412"/>
                  <a:pt x="228004" y="547665"/>
                </a:cubicBezTo>
                <a:lnTo>
                  <a:pt x="254632" y="484593"/>
                </a:lnTo>
                <a:cubicBezTo>
                  <a:pt x="349807" y="524774"/>
                  <a:pt x="457582" y="522570"/>
                  <a:pt x="551034" y="478531"/>
                </a:cubicBezTo>
                <a:lnTo>
                  <a:pt x="580218" y="540462"/>
                </a:lnTo>
                <a:close/>
                <a:moveTo>
                  <a:pt x="676730" y="636019"/>
                </a:moveTo>
                <a:cubicBezTo>
                  <a:pt x="509150" y="714990"/>
                  <a:pt x="316056" y="719713"/>
                  <a:pt x="144815" y="649030"/>
                </a:cubicBezTo>
                <a:lnTo>
                  <a:pt x="168621" y="591354"/>
                </a:lnTo>
                <a:cubicBezTo>
                  <a:pt x="323635" y="655339"/>
                  <a:pt x="498432" y="651064"/>
                  <a:pt x="650132" y="579576"/>
                </a:cubicBezTo>
                <a:lnTo>
                  <a:pt x="676730" y="636019"/>
                </a:lnTo>
                <a:close/>
                <a:moveTo>
                  <a:pt x="792088" y="442429"/>
                </a:moveTo>
                <a:lnTo>
                  <a:pt x="0" y="442429"/>
                </a:lnTo>
                <a:lnTo>
                  <a:pt x="213623" y="161605"/>
                </a:lnTo>
                <a:lnTo>
                  <a:pt x="578465" y="161605"/>
                </a:lnTo>
                <a:lnTo>
                  <a:pt x="792088" y="442429"/>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sp>
        <p:nvSpPr>
          <p:cNvPr id="17444" name="矩形 60"/>
          <p:cNvSpPr/>
          <p:nvPr/>
        </p:nvSpPr>
        <p:spPr>
          <a:xfrm>
            <a:off x="8022590" y="3403388"/>
            <a:ext cx="605367" cy="541867"/>
          </a:xfrm>
          <a:custGeom>
            <a:avLst/>
            <a:gdLst>
              <a:gd name="txL" fmla="*/ 0 w 816827"/>
              <a:gd name="txT" fmla="*/ 0 h 729011"/>
              <a:gd name="txR" fmla="*/ 816827 w 816827"/>
              <a:gd name="txB" fmla="*/ 729011 h 729011"/>
            </a:gdLst>
            <a:ahLst/>
            <a:cxnLst>
              <a:cxn ang="0">
                <a:pos x="21669" y="31671"/>
              </a:cxn>
              <a:cxn ang="0">
                <a:pos x="21669" y="36124"/>
              </a:cxn>
              <a:cxn ang="0">
                <a:pos x="39969" y="36124"/>
              </a:cxn>
              <a:cxn ang="0">
                <a:pos x="39969" y="31671"/>
              </a:cxn>
              <a:cxn ang="0">
                <a:pos x="21669" y="31671"/>
              </a:cxn>
              <a:cxn ang="0">
                <a:pos x="0" y="28545"/>
              </a:cxn>
              <a:cxn ang="0">
                <a:pos x="43339" y="28545"/>
              </a:cxn>
              <a:cxn ang="0">
                <a:pos x="43339" y="39249"/>
              </a:cxn>
              <a:cxn ang="0">
                <a:pos x="0" y="39249"/>
              </a:cxn>
              <a:cxn ang="0">
                <a:pos x="0" y="28545"/>
              </a:cxn>
              <a:cxn ang="0">
                <a:pos x="8907" y="17398"/>
              </a:cxn>
              <a:cxn ang="0">
                <a:pos x="8907" y="21851"/>
              </a:cxn>
              <a:cxn ang="0">
                <a:pos x="39969" y="21851"/>
              </a:cxn>
              <a:cxn ang="0">
                <a:pos x="39969" y="17398"/>
              </a:cxn>
              <a:cxn ang="0">
                <a:pos x="8907" y="17398"/>
              </a:cxn>
              <a:cxn ang="0">
                <a:pos x="0" y="14272"/>
              </a:cxn>
              <a:cxn ang="0">
                <a:pos x="43339" y="14272"/>
              </a:cxn>
              <a:cxn ang="0">
                <a:pos x="43339" y="24977"/>
              </a:cxn>
              <a:cxn ang="0">
                <a:pos x="0" y="24977"/>
              </a:cxn>
              <a:cxn ang="0">
                <a:pos x="0" y="14272"/>
              </a:cxn>
              <a:cxn ang="0">
                <a:pos x="26485" y="3125"/>
              </a:cxn>
              <a:cxn ang="0">
                <a:pos x="26485" y="7579"/>
              </a:cxn>
              <a:cxn ang="0">
                <a:pos x="39969" y="7579"/>
              </a:cxn>
              <a:cxn ang="0">
                <a:pos x="39969" y="3125"/>
              </a:cxn>
              <a:cxn ang="0">
                <a:pos x="26485" y="3125"/>
              </a:cxn>
              <a:cxn ang="0">
                <a:pos x="0" y="0"/>
              </a:cxn>
              <a:cxn ang="0">
                <a:pos x="43339" y="0"/>
              </a:cxn>
              <a:cxn ang="0">
                <a:pos x="43339" y="10704"/>
              </a:cxn>
              <a:cxn ang="0">
                <a:pos x="0" y="10704"/>
              </a:cxn>
              <a:cxn ang="0">
                <a:pos x="0" y="0"/>
              </a:cxn>
            </a:cxnLst>
            <a:rect l="txL" t="txT" r="txR" b="txB"/>
            <a:pathLst>
              <a:path w="816827" h="729011">
                <a:moveTo>
                  <a:pt x="408414" y="588244"/>
                </a:moveTo>
                <a:lnTo>
                  <a:pt x="408414" y="670957"/>
                </a:lnTo>
                <a:lnTo>
                  <a:pt x="753307" y="670957"/>
                </a:lnTo>
                <a:lnTo>
                  <a:pt x="753307" y="588244"/>
                </a:lnTo>
                <a:lnTo>
                  <a:pt x="408414" y="588244"/>
                </a:lnTo>
                <a:close/>
                <a:moveTo>
                  <a:pt x="0" y="530190"/>
                </a:moveTo>
                <a:lnTo>
                  <a:pt x="816827" y="530190"/>
                </a:lnTo>
                <a:lnTo>
                  <a:pt x="816827" y="729011"/>
                </a:lnTo>
                <a:lnTo>
                  <a:pt x="0" y="729011"/>
                </a:lnTo>
                <a:lnTo>
                  <a:pt x="0" y="530190"/>
                </a:lnTo>
                <a:close/>
                <a:moveTo>
                  <a:pt x="167873" y="323149"/>
                </a:moveTo>
                <a:lnTo>
                  <a:pt x="167873" y="405862"/>
                </a:lnTo>
                <a:lnTo>
                  <a:pt x="753306" y="405862"/>
                </a:lnTo>
                <a:lnTo>
                  <a:pt x="753306" y="323149"/>
                </a:lnTo>
                <a:lnTo>
                  <a:pt x="167873" y="323149"/>
                </a:lnTo>
                <a:close/>
                <a:moveTo>
                  <a:pt x="0" y="265095"/>
                </a:moveTo>
                <a:lnTo>
                  <a:pt x="816827" y="265095"/>
                </a:lnTo>
                <a:lnTo>
                  <a:pt x="816827" y="463916"/>
                </a:lnTo>
                <a:lnTo>
                  <a:pt x="0" y="463916"/>
                </a:lnTo>
                <a:lnTo>
                  <a:pt x="0" y="265095"/>
                </a:lnTo>
                <a:close/>
                <a:moveTo>
                  <a:pt x="499162" y="58054"/>
                </a:moveTo>
                <a:lnTo>
                  <a:pt x="499162" y="140767"/>
                </a:lnTo>
                <a:lnTo>
                  <a:pt x="753306" y="140767"/>
                </a:lnTo>
                <a:lnTo>
                  <a:pt x="753306" y="58054"/>
                </a:lnTo>
                <a:lnTo>
                  <a:pt x="499162" y="58054"/>
                </a:lnTo>
                <a:close/>
                <a:moveTo>
                  <a:pt x="0" y="0"/>
                </a:moveTo>
                <a:lnTo>
                  <a:pt x="816827" y="0"/>
                </a:lnTo>
                <a:lnTo>
                  <a:pt x="816827" y="198821"/>
                </a:lnTo>
                <a:lnTo>
                  <a:pt x="0" y="198821"/>
                </a:lnTo>
                <a:lnTo>
                  <a:pt x="0" y="0"/>
                </a:lnTo>
                <a:close/>
              </a:path>
            </a:pathLst>
          </a:custGeom>
          <a:solidFill>
            <a:srgbClr val="FFFFFF"/>
          </a:solidFill>
          <a:ln w="25400">
            <a:noFill/>
          </a:ln>
        </p:spPr>
        <p:txBody>
          <a:bodyPr/>
          <a:lstStyle/>
          <a:p>
            <a:endParaRPr lang="zh-CN" altLang="en-US" sz="2800">
              <a:solidFill>
                <a:srgbClr val="171C3D"/>
              </a:solidFill>
              <a:cs typeface="+mn-ea"/>
              <a:sym typeface="+mn-lt"/>
            </a:endParaRPr>
          </a:p>
        </p:txBody>
      </p:sp>
      <p:grpSp>
        <p:nvGrpSpPr>
          <p:cNvPr id="6" name="组合 5"/>
          <p:cNvGrpSpPr/>
          <p:nvPr/>
        </p:nvGrpSpPr>
        <p:grpSpPr>
          <a:xfrm>
            <a:off x="324485" y="164465"/>
            <a:ext cx="2987040" cy="675640"/>
            <a:chOff x="511" y="375"/>
            <a:chExt cx="4704" cy="1064"/>
          </a:xfrm>
        </p:grpSpPr>
        <p:grpSp>
          <p:nvGrpSpPr>
            <p:cNvPr id="5" name="组合 4"/>
            <p:cNvGrpSpPr/>
            <p:nvPr/>
          </p:nvGrpSpPr>
          <p:grpSpPr>
            <a:xfrm>
              <a:off x="511" y="375"/>
              <a:ext cx="1536" cy="1064"/>
              <a:chOff x="2514" y="555"/>
              <a:chExt cx="1779" cy="1232"/>
            </a:xfrm>
          </p:grpSpPr>
          <p:sp>
            <p:nvSpPr>
              <p:cNvPr id="4" name="圆角矩形 3"/>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 name="圆角矩形 2"/>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2" name="文本框 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7432"/>
                                        </p:tgtEl>
                                        <p:attrNameLst>
                                          <p:attrName>style.visibility</p:attrName>
                                        </p:attrNameLst>
                                      </p:cBhvr>
                                      <p:to>
                                        <p:strVal val="visible"/>
                                      </p:to>
                                    </p:set>
                                    <p:anim calcmode="lin" valueType="num">
                                      <p:cBhvr>
                                        <p:cTn id="7" dur="1000" fill="hold"/>
                                        <p:tgtEl>
                                          <p:spTgt spid="17432"/>
                                        </p:tgtEl>
                                        <p:attrNameLst>
                                          <p:attrName>ppt_w</p:attrName>
                                        </p:attrNameLst>
                                      </p:cBhvr>
                                      <p:tavLst>
                                        <p:tav tm="0">
                                          <p:val>
                                            <p:fltVal val="0"/>
                                          </p:val>
                                        </p:tav>
                                        <p:tav tm="100000">
                                          <p:val>
                                            <p:strVal val="#ppt_w"/>
                                          </p:val>
                                        </p:tav>
                                      </p:tavLst>
                                    </p:anim>
                                    <p:anim calcmode="lin" valueType="num">
                                      <p:cBhvr>
                                        <p:cTn id="8" dur="1000" fill="hold"/>
                                        <p:tgtEl>
                                          <p:spTgt spid="17432"/>
                                        </p:tgtEl>
                                        <p:attrNameLst>
                                          <p:attrName>ppt_h</p:attrName>
                                        </p:attrNameLst>
                                      </p:cBhvr>
                                      <p:tavLst>
                                        <p:tav tm="0">
                                          <p:val>
                                            <p:fltVal val="0"/>
                                          </p:val>
                                        </p:tav>
                                        <p:tav tm="100000">
                                          <p:val>
                                            <p:strVal val="#ppt_h"/>
                                          </p:val>
                                        </p:tav>
                                      </p:tavLst>
                                    </p:anim>
                                    <p:anim calcmode="lin" valueType="num">
                                      <p:cBhvr>
                                        <p:cTn id="9" dur="1000" fill="hold"/>
                                        <p:tgtEl>
                                          <p:spTgt spid="17432"/>
                                        </p:tgtEl>
                                        <p:attrNameLst>
                                          <p:attrName>style.rotation</p:attrName>
                                        </p:attrNameLst>
                                      </p:cBhvr>
                                      <p:tavLst>
                                        <p:tav tm="0">
                                          <p:val>
                                            <p:fltVal val="90"/>
                                          </p:val>
                                        </p:tav>
                                        <p:tav tm="100000">
                                          <p:val>
                                            <p:fltVal val="0"/>
                                          </p:val>
                                        </p:tav>
                                      </p:tavLst>
                                    </p:anim>
                                    <p:animEffect filter="fade">
                                      <p:cBhvr>
                                        <p:cTn id="10" dur="1000"/>
                                        <p:tgtEl>
                                          <p:spTgt spid="17432"/>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17442"/>
                                        </p:tgtEl>
                                        <p:attrNameLst>
                                          <p:attrName>style.visibility</p:attrName>
                                        </p:attrNameLst>
                                      </p:cBhvr>
                                      <p:to>
                                        <p:strVal val="visible"/>
                                      </p:to>
                                    </p:set>
                                    <p:anim calcmode="lin" valueType="num">
                                      <p:cBhvr>
                                        <p:cTn id="14" dur="500" fill="hold"/>
                                        <p:tgtEl>
                                          <p:spTgt spid="17442"/>
                                        </p:tgtEl>
                                        <p:attrNameLst>
                                          <p:attrName>ppt_w</p:attrName>
                                        </p:attrNameLst>
                                      </p:cBhvr>
                                      <p:tavLst>
                                        <p:tav tm="0">
                                          <p:val>
                                            <p:fltVal val="0"/>
                                          </p:val>
                                        </p:tav>
                                        <p:tav tm="100000">
                                          <p:val>
                                            <p:strVal val="#ppt_w"/>
                                          </p:val>
                                        </p:tav>
                                      </p:tavLst>
                                    </p:anim>
                                    <p:anim calcmode="lin" valueType="num">
                                      <p:cBhvr>
                                        <p:cTn id="15" dur="500" fill="hold"/>
                                        <p:tgtEl>
                                          <p:spTgt spid="17442"/>
                                        </p:tgtEl>
                                        <p:attrNameLst>
                                          <p:attrName>ppt_h</p:attrName>
                                        </p:attrNameLst>
                                      </p:cBhvr>
                                      <p:tavLst>
                                        <p:tav tm="0">
                                          <p:val>
                                            <p:fltVal val="0"/>
                                          </p:val>
                                        </p:tav>
                                        <p:tav tm="100000">
                                          <p:val>
                                            <p:strVal val="#ppt_h"/>
                                          </p:val>
                                        </p:tav>
                                      </p:tavLst>
                                    </p:anim>
                                    <p:animEffect filter="fade">
                                      <p:cBhvr>
                                        <p:cTn id="16" dur="500"/>
                                        <p:tgtEl>
                                          <p:spTgt spid="17442"/>
                                        </p:tgtEl>
                                      </p:cBhvr>
                                    </p:animEffect>
                                  </p:childTnLst>
                                </p:cTn>
                              </p:par>
                              <p:par>
                                <p:cTn id="17" presetID="10" presetClass="entr" presetSubtype="0" fill="hold" nodeType="withEffect">
                                  <p:stCondLst>
                                    <p:cond delay="0"/>
                                  </p:stCondLst>
                                  <p:childTnLst>
                                    <p:set>
                                      <p:cBhvr>
                                        <p:cTn id="18" dur="1" fill="hold">
                                          <p:stCondLst>
                                            <p:cond delay="0"/>
                                          </p:stCondLst>
                                        </p:cTn>
                                        <p:tgtEl>
                                          <p:spTgt spid="17441"/>
                                        </p:tgtEl>
                                        <p:attrNameLst>
                                          <p:attrName>style.visibility</p:attrName>
                                        </p:attrNameLst>
                                      </p:cBhvr>
                                      <p:to>
                                        <p:strVal val="visible"/>
                                      </p:to>
                                    </p:set>
                                    <p:anim calcmode="lin" valueType="num">
                                      <p:cBhvr>
                                        <p:cTn id="19" dur="500" fill="hold"/>
                                        <p:tgtEl>
                                          <p:spTgt spid="17441"/>
                                        </p:tgtEl>
                                        <p:attrNameLst>
                                          <p:attrName>ppt_w</p:attrName>
                                        </p:attrNameLst>
                                      </p:cBhvr>
                                      <p:tavLst>
                                        <p:tav tm="0">
                                          <p:val>
                                            <p:fltVal val="0"/>
                                          </p:val>
                                        </p:tav>
                                        <p:tav tm="100000">
                                          <p:val>
                                            <p:strVal val="#ppt_w"/>
                                          </p:val>
                                        </p:tav>
                                      </p:tavLst>
                                    </p:anim>
                                    <p:anim calcmode="lin" valueType="num">
                                      <p:cBhvr>
                                        <p:cTn id="20" dur="500" fill="hold"/>
                                        <p:tgtEl>
                                          <p:spTgt spid="17441"/>
                                        </p:tgtEl>
                                        <p:attrNameLst>
                                          <p:attrName>ppt_h</p:attrName>
                                        </p:attrNameLst>
                                      </p:cBhvr>
                                      <p:tavLst>
                                        <p:tav tm="0">
                                          <p:val>
                                            <p:fltVal val="0"/>
                                          </p:val>
                                        </p:tav>
                                        <p:tav tm="100000">
                                          <p:val>
                                            <p:strVal val="#ppt_h"/>
                                          </p:val>
                                        </p:tav>
                                      </p:tavLst>
                                    </p:anim>
                                    <p:animEffect filter="fade">
                                      <p:cBhvr>
                                        <p:cTn id="21" dur="500"/>
                                        <p:tgtEl>
                                          <p:spTgt spid="17441"/>
                                        </p:tgtEl>
                                      </p:cBhvr>
                                    </p:animEffect>
                                  </p:childTnLst>
                                </p:cTn>
                              </p:par>
                              <p:par>
                                <p:cTn id="22" presetID="10" presetClass="entr" presetSubtype="0" fill="hold" nodeType="withEffect">
                                  <p:stCondLst>
                                    <p:cond delay="0"/>
                                  </p:stCondLst>
                                  <p:childTnLst>
                                    <p:set>
                                      <p:cBhvr>
                                        <p:cTn id="23" dur="1" fill="hold">
                                          <p:stCondLst>
                                            <p:cond delay="0"/>
                                          </p:stCondLst>
                                        </p:cTn>
                                        <p:tgtEl>
                                          <p:spTgt spid="17443"/>
                                        </p:tgtEl>
                                        <p:attrNameLst>
                                          <p:attrName>style.visibility</p:attrName>
                                        </p:attrNameLst>
                                      </p:cBhvr>
                                      <p:to>
                                        <p:strVal val="visible"/>
                                      </p:to>
                                    </p:set>
                                    <p:anim calcmode="lin" valueType="num">
                                      <p:cBhvr>
                                        <p:cTn id="24" dur="500" fill="hold"/>
                                        <p:tgtEl>
                                          <p:spTgt spid="17443"/>
                                        </p:tgtEl>
                                        <p:attrNameLst>
                                          <p:attrName>ppt_w</p:attrName>
                                        </p:attrNameLst>
                                      </p:cBhvr>
                                      <p:tavLst>
                                        <p:tav tm="0">
                                          <p:val>
                                            <p:fltVal val="0"/>
                                          </p:val>
                                        </p:tav>
                                        <p:tav tm="100000">
                                          <p:val>
                                            <p:strVal val="#ppt_w"/>
                                          </p:val>
                                        </p:tav>
                                      </p:tavLst>
                                    </p:anim>
                                    <p:anim calcmode="lin" valueType="num">
                                      <p:cBhvr>
                                        <p:cTn id="25" dur="500" fill="hold"/>
                                        <p:tgtEl>
                                          <p:spTgt spid="17443"/>
                                        </p:tgtEl>
                                        <p:attrNameLst>
                                          <p:attrName>ppt_h</p:attrName>
                                        </p:attrNameLst>
                                      </p:cBhvr>
                                      <p:tavLst>
                                        <p:tav tm="0">
                                          <p:val>
                                            <p:fltVal val="0"/>
                                          </p:val>
                                        </p:tav>
                                        <p:tav tm="100000">
                                          <p:val>
                                            <p:strVal val="#ppt_h"/>
                                          </p:val>
                                        </p:tav>
                                      </p:tavLst>
                                    </p:anim>
                                    <p:animEffect filter="fade">
                                      <p:cBhvr>
                                        <p:cTn id="26" dur="500"/>
                                        <p:tgtEl>
                                          <p:spTgt spid="17443"/>
                                        </p:tgtEl>
                                      </p:cBhvr>
                                    </p:animEffect>
                                  </p:childTnLst>
                                </p:cTn>
                              </p:par>
                              <p:par>
                                <p:cTn id="27" presetID="10" presetClass="entr" presetSubtype="0" fill="hold" nodeType="withEffect">
                                  <p:stCondLst>
                                    <p:cond delay="0"/>
                                  </p:stCondLst>
                                  <p:childTnLst>
                                    <p:set>
                                      <p:cBhvr>
                                        <p:cTn id="28" dur="1" fill="hold">
                                          <p:stCondLst>
                                            <p:cond delay="0"/>
                                          </p:stCondLst>
                                        </p:cTn>
                                        <p:tgtEl>
                                          <p:spTgt spid="17444"/>
                                        </p:tgtEl>
                                        <p:attrNameLst>
                                          <p:attrName>style.visibility</p:attrName>
                                        </p:attrNameLst>
                                      </p:cBhvr>
                                      <p:to>
                                        <p:strVal val="visible"/>
                                      </p:to>
                                    </p:set>
                                    <p:anim calcmode="lin" valueType="num">
                                      <p:cBhvr>
                                        <p:cTn id="29" dur="500" fill="hold"/>
                                        <p:tgtEl>
                                          <p:spTgt spid="17444"/>
                                        </p:tgtEl>
                                        <p:attrNameLst>
                                          <p:attrName>ppt_w</p:attrName>
                                        </p:attrNameLst>
                                      </p:cBhvr>
                                      <p:tavLst>
                                        <p:tav tm="0">
                                          <p:val>
                                            <p:fltVal val="0"/>
                                          </p:val>
                                        </p:tav>
                                        <p:tav tm="100000">
                                          <p:val>
                                            <p:strVal val="#ppt_w"/>
                                          </p:val>
                                        </p:tav>
                                      </p:tavLst>
                                    </p:anim>
                                    <p:anim calcmode="lin" valueType="num">
                                      <p:cBhvr>
                                        <p:cTn id="30" dur="500" fill="hold"/>
                                        <p:tgtEl>
                                          <p:spTgt spid="17444"/>
                                        </p:tgtEl>
                                        <p:attrNameLst>
                                          <p:attrName>ppt_h</p:attrName>
                                        </p:attrNameLst>
                                      </p:cBhvr>
                                      <p:tavLst>
                                        <p:tav tm="0">
                                          <p:val>
                                            <p:fltVal val="0"/>
                                          </p:val>
                                        </p:tav>
                                        <p:tav tm="100000">
                                          <p:val>
                                            <p:strVal val="#ppt_h"/>
                                          </p:val>
                                        </p:tav>
                                      </p:tavLst>
                                    </p:anim>
                                    <p:animEffect filter="fade">
                                      <p:cBhvr>
                                        <p:cTn id="31" dur="500"/>
                                        <p:tgtEl>
                                          <p:spTgt spid="17444"/>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17434"/>
                                        </p:tgtEl>
                                        <p:attrNameLst>
                                          <p:attrName>style.visibility</p:attrName>
                                        </p:attrNameLst>
                                      </p:cBhvr>
                                      <p:to>
                                        <p:strVal val="visible"/>
                                      </p:to>
                                    </p:set>
                                    <p:anim calcmode="lin" valueType="num">
                                      <p:cBhvr>
                                        <p:cTn id="35" dur="500" fill="hold"/>
                                        <p:tgtEl>
                                          <p:spTgt spid="17434"/>
                                        </p:tgtEl>
                                        <p:attrNameLst>
                                          <p:attrName>ppt_w</p:attrName>
                                        </p:attrNameLst>
                                      </p:cBhvr>
                                      <p:tavLst>
                                        <p:tav tm="0">
                                          <p:val>
                                            <p:fltVal val="0"/>
                                          </p:val>
                                        </p:tav>
                                        <p:tav tm="100000">
                                          <p:val>
                                            <p:strVal val="#ppt_w"/>
                                          </p:val>
                                        </p:tav>
                                      </p:tavLst>
                                    </p:anim>
                                    <p:anim calcmode="lin" valueType="num">
                                      <p:cBhvr>
                                        <p:cTn id="36" dur="500" fill="hold"/>
                                        <p:tgtEl>
                                          <p:spTgt spid="17434"/>
                                        </p:tgtEl>
                                        <p:attrNameLst>
                                          <p:attrName>ppt_h</p:attrName>
                                        </p:attrNameLst>
                                      </p:cBhvr>
                                      <p:tavLst>
                                        <p:tav tm="0">
                                          <p:val>
                                            <p:fltVal val="0"/>
                                          </p:val>
                                        </p:tav>
                                        <p:tav tm="100000">
                                          <p:val>
                                            <p:strVal val="#ppt_h"/>
                                          </p:val>
                                        </p:tav>
                                      </p:tavLst>
                                    </p:anim>
                                    <p:animEffect filter="fade">
                                      <p:cBhvr>
                                        <p:cTn id="37" dur="500"/>
                                        <p:tgtEl>
                                          <p:spTgt spid="174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440"/>
                                        </p:tgtEl>
                                        <p:attrNameLst>
                                          <p:attrName>style.visibility</p:attrName>
                                        </p:attrNameLst>
                                      </p:cBhvr>
                                      <p:to>
                                        <p:strVal val="visible"/>
                                      </p:to>
                                    </p:set>
                                    <p:anim calcmode="lin" valueType="num">
                                      <p:cBhvr>
                                        <p:cTn id="40" dur="500" fill="hold"/>
                                        <p:tgtEl>
                                          <p:spTgt spid="17440"/>
                                        </p:tgtEl>
                                        <p:attrNameLst>
                                          <p:attrName>ppt_w</p:attrName>
                                        </p:attrNameLst>
                                      </p:cBhvr>
                                      <p:tavLst>
                                        <p:tav tm="0">
                                          <p:val>
                                            <p:fltVal val="0"/>
                                          </p:val>
                                        </p:tav>
                                        <p:tav tm="100000">
                                          <p:val>
                                            <p:strVal val="#ppt_w"/>
                                          </p:val>
                                        </p:tav>
                                      </p:tavLst>
                                    </p:anim>
                                    <p:anim calcmode="lin" valueType="num">
                                      <p:cBhvr>
                                        <p:cTn id="41" dur="500" fill="hold"/>
                                        <p:tgtEl>
                                          <p:spTgt spid="17440"/>
                                        </p:tgtEl>
                                        <p:attrNameLst>
                                          <p:attrName>ppt_h</p:attrName>
                                        </p:attrNameLst>
                                      </p:cBhvr>
                                      <p:tavLst>
                                        <p:tav tm="0">
                                          <p:val>
                                            <p:fltVal val="0"/>
                                          </p:val>
                                        </p:tav>
                                        <p:tav tm="100000">
                                          <p:val>
                                            <p:strVal val="#ppt_h"/>
                                          </p:val>
                                        </p:tav>
                                      </p:tavLst>
                                    </p:anim>
                                    <p:animEffect filter="fade">
                                      <p:cBhvr>
                                        <p:cTn id="42" dur="500"/>
                                        <p:tgtEl>
                                          <p:spTgt spid="1744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438"/>
                                        </p:tgtEl>
                                        <p:attrNameLst>
                                          <p:attrName>style.visibility</p:attrName>
                                        </p:attrNameLst>
                                      </p:cBhvr>
                                      <p:to>
                                        <p:strVal val="visible"/>
                                      </p:to>
                                    </p:set>
                                    <p:anim calcmode="lin" valueType="num">
                                      <p:cBhvr>
                                        <p:cTn id="45" dur="500" fill="hold"/>
                                        <p:tgtEl>
                                          <p:spTgt spid="17438"/>
                                        </p:tgtEl>
                                        <p:attrNameLst>
                                          <p:attrName>ppt_w</p:attrName>
                                        </p:attrNameLst>
                                      </p:cBhvr>
                                      <p:tavLst>
                                        <p:tav tm="0">
                                          <p:val>
                                            <p:fltVal val="0"/>
                                          </p:val>
                                        </p:tav>
                                        <p:tav tm="100000">
                                          <p:val>
                                            <p:strVal val="#ppt_w"/>
                                          </p:val>
                                        </p:tav>
                                      </p:tavLst>
                                    </p:anim>
                                    <p:anim calcmode="lin" valueType="num">
                                      <p:cBhvr>
                                        <p:cTn id="46" dur="500" fill="hold"/>
                                        <p:tgtEl>
                                          <p:spTgt spid="17438"/>
                                        </p:tgtEl>
                                        <p:attrNameLst>
                                          <p:attrName>ppt_h</p:attrName>
                                        </p:attrNameLst>
                                      </p:cBhvr>
                                      <p:tavLst>
                                        <p:tav tm="0">
                                          <p:val>
                                            <p:fltVal val="0"/>
                                          </p:val>
                                        </p:tav>
                                        <p:tav tm="100000">
                                          <p:val>
                                            <p:strVal val="#ppt_h"/>
                                          </p:val>
                                        </p:tav>
                                      </p:tavLst>
                                    </p:anim>
                                    <p:animEffect filter="fade">
                                      <p:cBhvr>
                                        <p:cTn id="47" dur="500"/>
                                        <p:tgtEl>
                                          <p:spTgt spid="174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436"/>
                                        </p:tgtEl>
                                        <p:attrNameLst>
                                          <p:attrName>style.visibility</p:attrName>
                                        </p:attrNameLst>
                                      </p:cBhvr>
                                      <p:to>
                                        <p:strVal val="visible"/>
                                      </p:to>
                                    </p:set>
                                    <p:anim calcmode="lin" valueType="num">
                                      <p:cBhvr>
                                        <p:cTn id="50" dur="500" fill="hold"/>
                                        <p:tgtEl>
                                          <p:spTgt spid="17436"/>
                                        </p:tgtEl>
                                        <p:attrNameLst>
                                          <p:attrName>ppt_w</p:attrName>
                                        </p:attrNameLst>
                                      </p:cBhvr>
                                      <p:tavLst>
                                        <p:tav tm="0">
                                          <p:val>
                                            <p:fltVal val="0"/>
                                          </p:val>
                                        </p:tav>
                                        <p:tav tm="100000">
                                          <p:val>
                                            <p:strVal val="#ppt_w"/>
                                          </p:val>
                                        </p:tav>
                                      </p:tavLst>
                                    </p:anim>
                                    <p:anim calcmode="lin" valueType="num">
                                      <p:cBhvr>
                                        <p:cTn id="51" dur="500" fill="hold"/>
                                        <p:tgtEl>
                                          <p:spTgt spid="17436"/>
                                        </p:tgtEl>
                                        <p:attrNameLst>
                                          <p:attrName>ppt_h</p:attrName>
                                        </p:attrNameLst>
                                      </p:cBhvr>
                                      <p:tavLst>
                                        <p:tav tm="0">
                                          <p:val>
                                            <p:fltVal val="0"/>
                                          </p:val>
                                        </p:tav>
                                        <p:tav tm="100000">
                                          <p:val>
                                            <p:strVal val="#ppt_h"/>
                                          </p:val>
                                        </p:tav>
                                      </p:tavLst>
                                    </p:anim>
                                    <p:animEffect filter="fade">
                                      <p:cBhvr>
                                        <p:cTn id="52" dur="500"/>
                                        <p:tgtEl>
                                          <p:spTgt spid="17436"/>
                                        </p:tgtEl>
                                      </p:cBhvr>
                                    </p:animEffect>
                                  </p:childTnLst>
                                </p:cTn>
                              </p:par>
                            </p:childTnLst>
                          </p:cTn>
                        </p:par>
                        <p:par>
                          <p:cTn id="53" fill="hold">
                            <p:stCondLst>
                              <p:cond delay="2000"/>
                            </p:stCondLst>
                            <p:childTnLst>
                              <p:par>
                                <p:cTn id="54" presetID="2" presetClass="entr" presetSubtype="8" fill="hold" grpId="0" nodeType="afterEffect">
                                  <p:stCondLst>
                                    <p:cond delay="0"/>
                                  </p:stCondLst>
                                  <p:childTnLst>
                                    <p:set>
                                      <p:cBhvr>
                                        <p:cTn id="55" dur="1" fill="hold">
                                          <p:stCondLst>
                                            <p:cond delay="0"/>
                                          </p:stCondLst>
                                        </p:cTn>
                                        <p:tgtEl>
                                          <p:spTgt spid="17433"/>
                                        </p:tgtEl>
                                        <p:attrNameLst>
                                          <p:attrName>style.visibility</p:attrName>
                                        </p:attrNameLst>
                                      </p:cBhvr>
                                      <p:to>
                                        <p:strVal val="visible"/>
                                      </p:to>
                                    </p:set>
                                    <p:anim calcmode="lin" valueType="num">
                                      <p:cBhvr>
                                        <p:cTn id="56" dur="500" fill="hold"/>
                                        <p:tgtEl>
                                          <p:spTgt spid="17433"/>
                                        </p:tgtEl>
                                        <p:attrNameLst>
                                          <p:attrName>ppt_x</p:attrName>
                                        </p:attrNameLst>
                                      </p:cBhvr>
                                      <p:tavLst>
                                        <p:tav tm="0">
                                          <p:val>
                                            <p:strVal val="0-#ppt_w/2"/>
                                          </p:val>
                                        </p:tav>
                                        <p:tav tm="100000">
                                          <p:val>
                                            <p:strVal val="#ppt_x"/>
                                          </p:val>
                                        </p:tav>
                                      </p:tavLst>
                                    </p:anim>
                                    <p:anim calcmode="lin" valueType="num">
                                      <p:cBhvr>
                                        <p:cTn id="57" dur="500" fill="hold"/>
                                        <p:tgtEl>
                                          <p:spTgt spid="17433"/>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17439"/>
                                        </p:tgtEl>
                                        <p:attrNameLst>
                                          <p:attrName>style.visibility</p:attrName>
                                        </p:attrNameLst>
                                      </p:cBhvr>
                                      <p:to>
                                        <p:strVal val="visible"/>
                                      </p:to>
                                    </p:set>
                                    <p:anim calcmode="lin" valueType="num">
                                      <p:cBhvr>
                                        <p:cTn id="60" dur="500" fill="hold"/>
                                        <p:tgtEl>
                                          <p:spTgt spid="17439"/>
                                        </p:tgtEl>
                                        <p:attrNameLst>
                                          <p:attrName>ppt_x</p:attrName>
                                        </p:attrNameLst>
                                      </p:cBhvr>
                                      <p:tavLst>
                                        <p:tav tm="0">
                                          <p:val>
                                            <p:strVal val="0-#ppt_w/2"/>
                                          </p:val>
                                        </p:tav>
                                        <p:tav tm="100000">
                                          <p:val>
                                            <p:strVal val="#ppt_x"/>
                                          </p:val>
                                        </p:tav>
                                      </p:tavLst>
                                    </p:anim>
                                    <p:anim calcmode="lin" valueType="num">
                                      <p:cBhvr>
                                        <p:cTn id="61" dur="500" fill="hold"/>
                                        <p:tgtEl>
                                          <p:spTgt spid="17439"/>
                                        </p:tgtEl>
                                        <p:attrNameLst>
                                          <p:attrName>ppt_y</p:attrName>
                                        </p:attrNameLst>
                                      </p:cBhvr>
                                      <p:tavLst>
                                        <p:tav tm="0">
                                          <p:val>
                                            <p:strVal val="#ppt_y"/>
                                          </p:val>
                                        </p:tav>
                                        <p:tav tm="100000">
                                          <p:val>
                                            <p:strVal val="#ppt_y"/>
                                          </p:val>
                                        </p:tav>
                                      </p:tavLst>
                                    </p:anim>
                                  </p:childTnLst>
                                </p:cTn>
                              </p:par>
                              <p:par>
                                <p:cTn id="62" presetID="2" presetClass="entr" presetSubtype="2" fill="hold" grpId="0" nodeType="withEffect">
                                  <p:stCondLst>
                                    <p:cond delay="0"/>
                                  </p:stCondLst>
                                  <p:childTnLst>
                                    <p:set>
                                      <p:cBhvr>
                                        <p:cTn id="63" dur="1" fill="hold">
                                          <p:stCondLst>
                                            <p:cond delay="0"/>
                                          </p:stCondLst>
                                        </p:cTn>
                                        <p:tgtEl>
                                          <p:spTgt spid="17437"/>
                                        </p:tgtEl>
                                        <p:attrNameLst>
                                          <p:attrName>style.visibility</p:attrName>
                                        </p:attrNameLst>
                                      </p:cBhvr>
                                      <p:to>
                                        <p:strVal val="visible"/>
                                      </p:to>
                                    </p:set>
                                    <p:anim calcmode="lin" valueType="num">
                                      <p:cBhvr>
                                        <p:cTn id="64" dur="500" fill="hold"/>
                                        <p:tgtEl>
                                          <p:spTgt spid="17437"/>
                                        </p:tgtEl>
                                        <p:attrNameLst>
                                          <p:attrName>ppt_x</p:attrName>
                                        </p:attrNameLst>
                                      </p:cBhvr>
                                      <p:tavLst>
                                        <p:tav tm="0">
                                          <p:val>
                                            <p:strVal val="1+#ppt_w/2"/>
                                          </p:val>
                                        </p:tav>
                                        <p:tav tm="100000">
                                          <p:val>
                                            <p:strVal val="#ppt_x"/>
                                          </p:val>
                                        </p:tav>
                                      </p:tavLst>
                                    </p:anim>
                                    <p:anim calcmode="lin" valueType="num">
                                      <p:cBhvr>
                                        <p:cTn id="65" dur="500" fill="hold"/>
                                        <p:tgtEl>
                                          <p:spTgt spid="17437"/>
                                        </p:tgtEl>
                                        <p:attrNameLst>
                                          <p:attrName>ppt_y</p:attrName>
                                        </p:attrNameLst>
                                      </p:cBhvr>
                                      <p:tavLst>
                                        <p:tav tm="0">
                                          <p:val>
                                            <p:strVal val="#ppt_y"/>
                                          </p:val>
                                        </p:tav>
                                        <p:tav tm="100000">
                                          <p:val>
                                            <p:strVal val="#ppt_y"/>
                                          </p:val>
                                        </p:tav>
                                      </p:tavLst>
                                    </p:anim>
                                  </p:childTnLst>
                                </p:cTn>
                              </p:par>
                              <p:par>
                                <p:cTn id="66" presetID="2" presetClass="entr" presetSubtype="2" fill="hold" grpId="0" nodeType="withEffect">
                                  <p:stCondLst>
                                    <p:cond delay="0"/>
                                  </p:stCondLst>
                                  <p:childTnLst>
                                    <p:set>
                                      <p:cBhvr>
                                        <p:cTn id="67" dur="1" fill="hold">
                                          <p:stCondLst>
                                            <p:cond delay="0"/>
                                          </p:stCondLst>
                                        </p:cTn>
                                        <p:tgtEl>
                                          <p:spTgt spid="17435"/>
                                        </p:tgtEl>
                                        <p:attrNameLst>
                                          <p:attrName>style.visibility</p:attrName>
                                        </p:attrNameLst>
                                      </p:cBhvr>
                                      <p:to>
                                        <p:strVal val="visible"/>
                                      </p:to>
                                    </p:set>
                                    <p:anim calcmode="lin" valueType="num">
                                      <p:cBhvr>
                                        <p:cTn id="68" dur="500" fill="hold"/>
                                        <p:tgtEl>
                                          <p:spTgt spid="17435"/>
                                        </p:tgtEl>
                                        <p:attrNameLst>
                                          <p:attrName>ppt_x</p:attrName>
                                        </p:attrNameLst>
                                      </p:cBhvr>
                                      <p:tavLst>
                                        <p:tav tm="0">
                                          <p:val>
                                            <p:strVal val="1+#ppt_w/2"/>
                                          </p:val>
                                        </p:tav>
                                        <p:tav tm="100000">
                                          <p:val>
                                            <p:strVal val="#ppt_x"/>
                                          </p:val>
                                        </p:tav>
                                      </p:tavLst>
                                    </p:anim>
                                    <p:anim calcmode="lin" valueType="num">
                                      <p:cBhvr>
                                        <p:cTn id="69" dur="500" fill="hold"/>
                                        <p:tgtEl>
                                          <p:spTgt spid="174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3" grpId="0" bldLvl="0"/>
      <p:bldP spid="17434" grpId="0" bldLvl="0" animBg="1"/>
      <p:bldP spid="17435" grpId="0" bldLvl="0"/>
      <p:bldP spid="17436" grpId="0" bldLvl="0" animBg="1"/>
      <p:bldP spid="17437" grpId="0" bldLvl="0"/>
      <p:bldP spid="17438" grpId="0" bldLvl="0" animBg="1"/>
      <p:bldP spid="17439" grpId="0" bldLvl="0"/>
      <p:bldP spid="17440"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3311691" y="1892829"/>
            <a:ext cx="7707709" cy="1626592"/>
          </a:xfrm>
          <a:prstGeom prst="roundRect">
            <a:avLst>
              <a:gd name="adj" fmla="val 3818"/>
            </a:avLst>
          </a:prstGeom>
          <a:solidFill>
            <a:schemeClr val="bg1"/>
          </a:solidFill>
          <a:ln>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grpSp>
        <p:nvGrpSpPr>
          <p:cNvPr id="35" name="组合 34"/>
          <p:cNvGrpSpPr/>
          <p:nvPr/>
        </p:nvGrpSpPr>
        <p:grpSpPr>
          <a:xfrm>
            <a:off x="2141120" y="2387891"/>
            <a:ext cx="1938656" cy="636469"/>
            <a:chOff x="1677848" y="1867118"/>
            <a:chExt cx="1453992" cy="477352"/>
          </a:xfrm>
        </p:grpSpPr>
        <p:sp>
          <p:nvSpPr>
            <p:cNvPr id="36" name="圆角矩形 35"/>
            <p:cNvSpPr/>
            <p:nvPr/>
          </p:nvSpPr>
          <p:spPr>
            <a:xfrm>
              <a:off x="1677848" y="1867118"/>
              <a:ext cx="1453992" cy="477352"/>
            </a:xfrm>
            <a:prstGeom prst="roundRect">
              <a:avLst>
                <a:gd name="adj" fmla="val 24877"/>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37" name="矩形 36"/>
            <p:cNvSpPr/>
            <p:nvPr/>
          </p:nvSpPr>
          <p:spPr>
            <a:xfrm>
              <a:off x="2164746" y="1921128"/>
              <a:ext cx="890580" cy="345281"/>
            </a:xfrm>
            <a:prstGeom prst="rect">
              <a:avLst/>
            </a:prstGeom>
          </p:spPr>
          <p:txBody>
            <a:bodyPr wrap="square">
              <a:spAutoFit/>
            </a:bodyPr>
            <a:lstStyle/>
            <a:p>
              <a:r>
                <a:rPr lang="en-US" altLang="zh-CN" sz="2400" b="1" dirty="0">
                  <a:solidFill>
                    <a:schemeClr val="bg1"/>
                  </a:solidFill>
                  <a:cs typeface="+mn-ea"/>
                  <a:sym typeface="+mn-lt"/>
                </a:rPr>
                <a:t>1688</a:t>
              </a:r>
              <a:endParaRPr lang="zh-CN" altLang="en-US" sz="2400" b="1" dirty="0">
                <a:solidFill>
                  <a:schemeClr val="bg1"/>
                </a:solidFill>
                <a:cs typeface="+mn-ea"/>
                <a:sym typeface="+mn-lt"/>
              </a:endParaRPr>
            </a:p>
          </p:txBody>
        </p:sp>
      </p:grpSp>
      <p:grpSp>
        <p:nvGrpSpPr>
          <p:cNvPr id="38" name="Group 76"/>
          <p:cNvGrpSpPr/>
          <p:nvPr/>
        </p:nvGrpSpPr>
        <p:grpSpPr>
          <a:xfrm>
            <a:off x="1007435" y="1892829"/>
            <a:ext cx="1626592" cy="1626592"/>
            <a:chOff x="2438400" y="1809750"/>
            <a:chExt cx="2209800" cy="2209800"/>
          </a:xfrm>
          <a:solidFill>
            <a:srgbClr val="0070C0"/>
          </a:solidFill>
          <a:effectLst>
            <a:outerShdw blurRad="254000" dist="139700" dir="2700000" algn="tl" rotWithShape="0">
              <a:srgbClr val="4C7CDA">
                <a:alpha val="40000"/>
              </a:srgbClr>
            </a:outerShdw>
          </a:effectLst>
        </p:grpSpPr>
        <p:sp>
          <p:nvSpPr>
            <p:cNvPr id="39" name="Oval 25"/>
            <p:cNvSpPr/>
            <p:nvPr/>
          </p:nvSpPr>
          <p:spPr>
            <a:xfrm>
              <a:off x="2438400" y="1809750"/>
              <a:ext cx="2209800" cy="2209800"/>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 lastClr="FFFFFF"/>
                </a:solidFill>
                <a:effectLst/>
                <a:uLnTx/>
                <a:uFillTx/>
                <a:cs typeface="+mn-ea"/>
                <a:sym typeface="+mn-lt"/>
              </a:endParaRPr>
            </a:p>
          </p:txBody>
        </p:sp>
        <p:pic>
          <p:nvPicPr>
            <p:cNvPr id="40" name="Picture 2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08036" y="2060945"/>
              <a:ext cx="870527" cy="1707410"/>
            </a:xfrm>
            <a:prstGeom prst="rect">
              <a:avLst/>
            </a:prstGeom>
            <a:noFill/>
          </p:spPr>
        </p:pic>
      </p:grpSp>
      <p:sp>
        <p:nvSpPr>
          <p:cNvPr id="65" name="矩形 64"/>
          <p:cNvSpPr/>
          <p:nvPr/>
        </p:nvSpPr>
        <p:spPr>
          <a:xfrm>
            <a:off x="6672064" y="2355679"/>
            <a:ext cx="1440160" cy="748030"/>
          </a:xfrm>
          <a:prstGeom prst="rect">
            <a:avLst/>
          </a:prstGeom>
        </p:spPr>
        <p:txBody>
          <a:bodyPr wrap="square">
            <a:spAutoFit/>
          </a:bodyPr>
          <a:lstStyle/>
          <a:p>
            <a:r>
              <a:rPr lang="en-US" altLang="zh-CN" sz="4265" b="1" dirty="0">
                <a:solidFill>
                  <a:srgbClr val="4C7CDA"/>
                </a:solidFill>
                <a:cs typeface="+mn-ea"/>
                <a:sym typeface="+mn-lt"/>
              </a:rPr>
              <a:t>80%</a:t>
            </a:r>
          </a:p>
        </p:txBody>
      </p:sp>
      <p:cxnSp>
        <p:nvCxnSpPr>
          <p:cNvPr id="66" name="直接连接符 65"/>
          <p:cNvCxnSpPr/>
          <p:nvPr/>
        </p:nvCxnSpPr>
        <p:spPr>
          <a:xfrm>
            <a:off x="8116984" y="2262629"/>
            <a:ext cx="0" cy="892776"/>
          </a:xfrm>
          <a:prstGeom prst="line">
            <a:avLst/>
          </a:prstGeom>
          <a:ln>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8293349" y="2262629"/>
            <a:ext cx="2513772" cy="706755"/>
          </a:xfrm>
          <a:prstGeom prst="rect">
            <a:avLst/>
          </a:prstGeom>
        </p:spPr>
        <p:txBody>
          <a:bodyPr wrap="square">
            <a:spAutoFit/>
          </a:bodyPr>
          <a:lstStyle/>
          <a:p>
            <a:pPr algn="just">
              <a:lnSpc>
                <a:spcPts val="1200"/>
              </a:lnSpc>
            </a:pPr>
            <a:r>
              <a:rPr lang="zh-CN" altLang="en-US" sz="1335" dirty="0">
                <a:solidFill>
                  <a:schemeClr val="dk1">
                    <a:lumMod val="65000"/>
                    <a:lumOff val="35000"/>
                  </a:schemeClr>
                </a:solidFill>
                <a:cs typeface="+mn-ea"/>
                <a:sym typeface="+mn-lt"/>
              </a:rPr>
              <a:t>随着计算机技术的发展及印刷技术的进步，平面设计在视觉感观领域的表现和应用也越来越丰富。</a:t>
            </a:r>
          </a:p>
        </p:txBody>
      </p:sp>
      <p:sp>
        <p:nvSpPr>
          <p:cNvPr id="68" name="圆角矩形 67"/>
          <p:cNvSpPr/>
          <p:nvPr/>
        </p:nvSpPr>
        <p:spPr>
          <a:xfrm>
            <a:off x="3305836" y="3999475"/>
            <a:ext cx="7707709" cy="1626592"/>
          </a:xfrm>
          <a:prstGeom prst="roundRect">
            <a:avLst>
              <a:gd name="adj" fmla="val 3818"/>
            </a:avLst>
          </a:prstGeom>
          <a:solidFill>
            <a:schemeClr val="bg1"/>
          </a:solidFill>
          <a:ln>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69" name="矩形 68"/>
          <p:cNvSpPr/>
          <p:nvPr/>
        </p:nvSpPr>
        <p:spPr>
          <a:xfrm>
            <a:off x="6666209" y="4462324"/>
            <a:ext cx="1440160" cy="748030"/>
          </a:xfrm>
          <a:prstGeom prst="rect">
            <a:avLst/>
          </a:prstGeom>
        </p:spPr>
        <p:txBody>
          <a:bodyPr wrap="square">
            <a:spAutoFit/>
          </a:bodyPr>
          <a:lstStyle/>
          <a:p>
            <a:r>
              <a:rPr lang="en-US" altLang="zh-CN" sz="4265" b="1" dirty="0">
                <a:solidFill>
                  <a:srgbClr val="4C7CDA"/>
                </a:solidFill>
                <a:cs typeface="+mn-ea"/>
                <a:sym typeface="+mn-lt"/>
              </a:rPr>
              <a:t>60%</a:t>
            </a:r>
          </a:p>
        </p:txBody>
      </p:sp>
      <p:cxnSp>
        <p:nvCxnSpPr>
          <p:cNvPr id="70" name="直接连接符 69"/>
          <p:cNvCxnSpPr/>
          <p:nvPr/>
        </p:nvCxnSpPr>
        <p:spPr>
          <a:xfrm>
            <a:off x="8111129" y="4369275"/>
            <a:ext cx="0" cy="892776"/>
          </a:xfrm>
          <a:prstGeom prst="line">
            <a:avLst/>
          </a:prstGeom>
          <a:ln>
            <a:gradFill>
              <a:gsLst>
                <a:gs pos="0">
                  <a:srgbClr val="4C7CDA">
                    <a:alpha val="53000"/>
                  </a:srgbClr>
                </a:gs>
                <a:gs pos="100000">
                  <a:srgbClr val="4C7CDA"/>
                </a:gs>
              </a:gsLst>
              <a:lin ang="5400000" scaled="1"/>
            </a:gradFill>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8287495" y="4369275"/>
            <a:ext cx="2513772" cy="706755"/>
          </a:xfrm>
          <a:prstGeom prst="rect">
            <a:avLst/>
          </a:prstGeom>
        </p:spPr>
        <p:txBody>
          <a:bodyPr wrap="square">
            <a:spAutoFit/>
          </a:bodyPr>
          <a:lstStyle/>
          <a:p>
            <a:pPr algn="just">
              <a:lnSpc>
                <a:spcPts val="1200"/>
              </a:lnSpc>
            </a:pPr>
            <a:r>
              <a:rPr lang="zh-CN" altLang="en-US" sz="1335" dirty="0">
                <a:solidFill>
                  <a:schemeClr val="dk1">
                    <a:lumMod val="65000"/>
                    <a:lumOff val="35000"/>
                  </a:schemeClr>
                </a:solidFill>
                <a:cs typeface="+mn-ea"/>
                <a:sym typeface="+mn-lt"/>
              </a:rPr>
              <a:t>随着计算机技术的发展及印刷技术的进步，平面设计在视觉感观领域的表现和应用也越来越丰富。</a:t>
            </a:r>
          </a:p>
        </p:txBody>
      </p:sp>
      <p:grpSp>
        <p:nvGrpSpPr>
          <p:cNvPr id="72" name="组合 71"/>
          <p:cNvGrpSpPr/>
          <p:nvPr/>
        </p:nvGrpSpPr>
        <p:grpSpPr>
          <a:xfrm>
            <a:off x="2135265" y="4494536"/>
            <a:ext cx="1938656" cy="636469"/>
            <a:chOff x="1673457" y="3447102"/>
            <a:chExt cx="1453992" cy="477352"/>
          </a:xfrm>
        </p:grpSpPr>
        <p:sp>
          <p:nvSpPr>
            <p:cNvPr id="84" name="圆角矩形 83"/>
            <p:cNvSpPr/>
            <p:nvPr/>
          </p:nvSpPr>
          <p:spPr>
            <a:xfrm>
              <a:off x="1673457" y="3447102"/>
              <a:ext cx="1453992" cy="477352"/>
            </a:xfrm>
            <a:prstGeom prst="roundRect">
              <a:avLst>
                <a:gd name="adj" fmla="val 24877"/>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85" name="矩形 84"/>
            <p:cNvSpPr/>
            <p:nvPr/>
          </p:nvSpPr>
          <p:spPr>
            <a:xfrm>
              <a:off x="2106095" y="3501111"/>
              <a:ext cx="890580" cy="345281"/>
            </a:xfrm>
            <a:prstGeom prst="rect">
              <a:avLst/>
            </a:prstGeom>
          </p:spPr>
          <p:txBody>
            <a:bodyPr wrap="square">
              <a:spAutoFit/>
            </a:bodyPr>
            <a:lstStyle/>
            <a:p>
              <a:r>
                <a:rPr lang="en-US" altLang="zh-CN" sz="2400" b="1" dirty="0">
                  <a:solidFill>
                    <a:schemeClr val="bg1"/>
                  </a:solidFill>
                  <a:cs typeface="+mn-ea"/>
                  <a:sym typeface="+mn-lt"/>
                </a:rPr>
                <a:t>1208</a:t>
              </a:r>
              <a:endParaRPr lang="zh-CN" altLang="en-US" sz="2400" b="1" dirty="0">
                <a:solidFill>
                  <a:schemeClr val="bg1"/>
                </a:solidFill>
                <a:cs typeface="+mn-ea"/>
                <a:sym typeface="+mn-lt"/>
              </a:endParaRPr>
            </a:p>
          </p:txBody>
        </p:sp>
      </p:grpSp>
      <p:grpSp>
        <p:nvGrpSpPr>
          <p:cNvPr id="86" name="组合 85"/>
          <p:cNvGrpSpPr/>
          <p:nvPr/>
        </p:nvGrpSpPr>
        <p:grpSpPr>
          <a:xfrm>
            <a:off x="1007435" y="3999475"/>
            <a:ext cx="1626592" cy="1626592"/>
            <a:chOff x="881844" y="3075806"/>
            <a:chExt cx="1219944" cy="1219944"/>
          </a:xfrm>
          <a:effectLst>
            <a:outerShdw blurRad="254000" dist="139700" dir="2700000" algn="tl" rotWithShape="0">
              <a:srgbClr val="4C7CDA">
                <a:alpha val="40000"/>
              </a:srgbClr>
            </a:outerShdw>
          </a:effectLst>
        </p:grpSpPr>
        <p:sp>
          <p:nvSpPr>
            <p:cNvPr id="87" name="Oval 25"/>
            <p:cNvSpPr/>
            <p:nvPr/>
          </p:nvSpPr>
          <p:spPr>
            <a:xfrm>
              <a:off x="881844" y="3075806"/>
              <a:ext cx="1219944" cy="1219944"/>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400" b="0" i="0" u="none" strike="noStrike" kern="0" cap="none" spc="0" normalizeH="0" baseline="0" noProof="0">
                <a:ln>
                  <a:noFill/>
                </a:ln>
                <a:solidFill>
                  <a:sysClr val="window" lastClr="FFFFFF"/>
                </a:solidFill>
                <a:effectLst/>
                <a:uLnTx/>
                <a:uFillTx/>
                <a:cs typeface="+mn-ea"/>
                <a:sym typeface="+mn-lt"/>
              </a:endParaRPr>
            </a:p>
          </p:txBody>
        </p:sp>
        <p:pic>
          <p:nvPicPr>
            <p:cNvPr id="88" name="Picture 2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60307" y="3223094"/>
              <a:ext cx="471801" cy="925367"/>
            </a:xfrm>
            <a:prstGeom prst="rect">
              <a:avLst/>
            </a:prstGeom>
            <a:noFill/>
          </p:spPr>
        </p:pic>
      </p:grpSp>
      <p:grpSp>
        <p:nvGrpSpPr>
          <p:cNvPr id="26" name="组合 25"/>
          <p:cNvGrpSpPr/>
          <p:nvPr/>
        </p:nvGrpSpPr>
        <p:grpSpPr>
          <a:xfrm>
            <a:off x="4410710" y="2247900"/>
            <a:ext cx="2172970" cy="868680"/>
            <a:chOff x="6946" y="3540"/>
            <a:chExt cx="3422" cy="1368"/>
          </a:xfrm>
        </p:grpSpPr>
        <p:grpSp>
          <p:nvGrpSpPr>
            <p:cNvPr id="198" name="Group 299"/>
            <p:cNvGrpSpPr/>
            <p:nvPr/>
          </p:nvGrpSpPr>
          <p:grpSpPr>
            <a:xfrm>
              <a:off x="6946" y="3624"/>
              <a:ext cx="506" cy="1285"/>
              <a:chOff x="6141009" y="3540977"/>
              <a:chExt cx="85046" cy="216315"/>
            </a:xfrm>
            <a:solidFill>
              <a:srgbClr val="4C7CDA"/>
            </a:solidFill>
          </p:grpSpPr>
          <p:sp>
            <p:nvSpPr>
              <p:cNvPr id="199"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00"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 name="Group 299"/>
            <p:cNvGrpSpPr/>
            <p:nvPr/>
          </p:nvGrpSpPr>
          <p:grpSpPr>
            <a:xfrm>
              <a:off x="7675" y="3603"/>
              <a:ext cx="506" cy="1285"/>
              <a:chOff x="6141009" y="3540977"/>
              <a:chExt cx="85046" cy="216315"/>
            </a:xfrm>
            <a:solidFill>
              <a:srgbClr val="4C7CDA"/>
            </a:solidFill>
          </p:grpSpPr>
          <p:sp>
            <p:nvSpPr>
              <p:cNvPr id="3"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4"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5" name="Group 299"/>
            <p:cNvGrpSpPr/>
            <p:nvPr/>
          </p:nvGrpSpPr>
          <p:grpSpPr>
            <a:xfrm>
              <a:off x="8404" y="3583"/>
              <a:ext cx="506" cy="1285"/>
              <a:chOff x="6141009" y="3540977"/>
              <a:chExt cx="85046" cy="216315"/>
            </a:xfrm>
            <a:solidFill>
              <a:srgbClr val="4C7CDA"/>
            </a:solidFill>
          </p:grpSpPr>
          <p:sp>
            <p:nvSpPr>
              <p:cNvPr id="6"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7"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8" name="Group 299"/>
            <p:cNvGrpSpPr/>
            <p:nvPr/>
          </p:nvGrpSpPr>
          <p:grpSpPr>
            <a:xfrm>
              <a:off x="9091" y="3563"/>
              <a:ext cx="506" cy="1285"/>
              <a:chOff x="6141009" y="3540977"/>
              <a:chExt cx="85046" cy="216315"/>
            </a:xfrm>
            <a:solidFill>
              <a:srgbClr val="4C7CDA"/>
            </a:solidFill>
          </p:grpSpPr>
          <p:sp>
            <p:nvSpPr>
              <p:cNvPr id="9"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0"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1" name="Group 299"/>
            <p:cNvGrpSpPr/>
            <p:nvPr/>
          </p:nvGrpSpPr>
          <p:grpSpPr>
            <a:xfrm>
              <a:off x="9862" y="3540"/>
              <a:ext cx="506" cy="1285"/>
              <a:chOff x="6141009" y="3540977"/>
              <a:chExt cx="85046" cy="216315"/>
            </a:xfrm>
            <a:solidFill>
              <a:srgbClr val="4C7CDA">
                <a:alpha val="49000"/>
              </a:srgbClr>
            </a:solidFill>
          </p:grpSpPr>
          <p:sp>
            <p:nvSpPr>
              <p:cNvPr id="12" name="Freeform 12"/>
              <p:cNvSpPr/>
              <p:nvPr/>
            </p:nvSpPr>
            <p:spPr bwMode="auto">
              <a:xfrm>
                <a:off x="6141009" y="3577954"/>
                <a:ext cx="85046" cy="179338"/>
              </a:xfrm>
              <a:custGeom>
                <a:avLst/>
                <a:gdLst>
                  <a:gd name="T0" fmla="*/ 59 w 78"/>
                  <a:gd name="T1" fmla="*/ 0 h 164"/>
                  <a:gd name="T2" fmla="*/ 20 w 78"/>
                  <a:gd name="T3" fmla="*/ 0 h 164"/>
                  <a:gd name="T4" fmla="*/ 0 w 78"/>
                  <a:gd name="T5" fmla="*/ 16 h 164"/>
                  <a:gd name="T6" fmla="*/ 0 w 78"/>
                  <a:gd name="T7" fmla="*/ 16 h 164"/>
                  <a:gd name="T8" fmla="*/ 0 w 78"/>
                  <a:gd name="T9" fmla="*/ 19 h 164"/>
                  <a:gd name="T10" fmla="*/ 0 w 78"/>
                  <a:gd name="T11" fmla="*/ 74 h 164"/>
                  <a:gd name="T12" fmla="*/ 7 w 78"/>
                  <a:gd name="T13" fmla="*/ 80 h 164"/>
                  <a:gd name="T14" fmla="*/ 13 w 78"/>
                  <a:gd name="T15" fmla="*/ 74 h 164"/>
                  <a:gd name="T16" fmla="*/ 13 w 78"/>
                  <a:gd name="T17" fmla="*/ 26 h 164"/>
                  <a:gd name="T18" fmla="*/ 19 w 78"/>
                  <a:gd name="T19" fmla="*/ 26 h 164"/>
                  <a:gd name="T20" fmla="*/ 19 w 78"/>
                  <a:gd name="T21" fmla="*/ 72 h 164"/>
                  <a:gd name="T22" fmla="*/ 19 w 78"/>
                  <a:gd name="T23" fmla="*/ 73 h 164"/>
                  <a:gd name="T24" fmla="*/ 19 w 78"/>
                  <a:gd name="T25" fmla="*/ 154 h 164"/>
                  <a:gd name="T26" fmla="*/ 28 w 78"/>
                  <a:gd name="T27" fmla="*/ 164 h 164"/>
                  <a:gd name="T28" fmla="*/ 37 w 78"/>
                  <a:gd name="T29" fmla="*/ 154 h 164"/>
                  <a:gd name="T30" fmla="*/ 37 w 78"/>
                  <a:gd name="T31" fmla="*/ 83 h 164"/>
                  <a:gd name="T32" fmla="*/ 41 w 78"/>
                  <a:gd name="T33" fmla="*/ 83 h 164"/>
                  <a:gd name="T34" fmla="*/ 41 w 78"/>
                  <a:gd name="T35" fmla="*/ 154 h 164"/>
                  <a:gd name="T36" fmla="*/ 50 w 78"/>
                  <a:gd name="T37" fmla="*/ 164 h 164"/>
                  <a:gd name="T38" fmla="*/ 59 w 78"/>
                  <a:gd name="T39" fmla="*/ 154 h 164"/>
                  <a:gd name="T40" fmla="*/ 59 w 78"/>
                  <a:gd name="T41" fmla="*/ 72 h 164"/>
                  <a:gd name="T42" fmla="*/ 59 w 78"/>
                  <a:gd name="T43" fmla="*/ 71 h 164"/>
                  <a:gd name="T44" fmla="*/ 59 w 78"/>
                  <a:gd name="T45" fmla="*/ 26 h 164"/>
                  <a:gd name="T46" fmla="*/ 64 w 78"/>
                  <a:gd name="T47" fmla="*/ 26 h 164"/>
                  <a:gd name="T48" fmla="*/ 64 w 78"/>
                  <a:gd name="T49" fmla="*/ 74 h 164"/>
                  <a:gd name="T50" fmla="*/ 71 w 78"/>
                  <a:gd name="T51" fmla="*/ 80 h 164"/>
                  <a:gd name="T52" fmla="*/ 78 w 78"/>
                  <a:gd name="T53" fmla="*/ 74 h 164"/>
                  <a:gd name="T54" fmla="*/ 78 w 78"/>
                  <a:gd name="T55" fmla="*/ 19 h 164"/>
                  <a:gd name="T56" fmla="*/ 78 w 78"/>
                  <a:gd name="T57" fmla="*/ 16 h 164"/>
                  <a:gd name="T58" fmla="*/ 78 w 78"/>
                  <a:gd name="T59" fmla="*/ 15 h 164"/>
                  <a:gd name="T60" fmla="*/ 59 w 78"/>
                  <a:gd name="T61"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8" h="164">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3" name="Oval 13"/>
              <p:cNvSpPr>
                <a:spLocks noChangeArrowheads="1"/>
              </p:cNvSpPr>
              <p:nvPr/>
            </p:nvSpPr>
            <p:spPr bwMode="auto">
              <a:xfrm>
                <a:off x="6166893" y="3540977"/>
                <a:ext cx="33741" cy="3374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grpSp>
        <p:nvGrpSpPr>
          <p:cNvPr id="27" name="组合 26"/>
          <p:cNvGrpSpPr/>
          <p:nvPr/>
        </p:nvGrpSpPr>
        <p:grpSpPr>
          <a:xfrm>
            <a:off x="4383405" y="4395470"/>
            <a:ext cx="2119630" cy="833120"/>
            <a:chOff x="6903" y="6922"/>
            <a:chExt cx="3338" cy="1312"/>
          </a:xfrm>
        </p:grpSpPr>
        <p:grpSp>
          <p:nvGrpSpPr>
            <p:cNvPr id="201" name="Group 302"/>
            <p:cNvGrpSpPr/>
            <p:nvPr/>
          </p:nvGrpSpPr>
          <p:grpSpPr>
            <a:xfrm>
              <a:off x="6903" y="6960"/>
              <a:ext cx="591" cy="1274"/>
              <a:chOff x="6138760" y="4271257"/>
              <a:chExt cx="97227" cy="209688"/>
            </a:xfrm>
            <a:solidFill>
              <a:srgbClr val="4C7CDA"/>
            </a:solidFill>
          </p:grpSpPr>
          <p:sp>
            <p:nvSpPr>
              <p:cNvPr id="202"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03"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4" name="Group 302"/>
            <p:cNvGrpSpPr/>
            <p:nvPr/>
          </p:nvGrpSpPr>
          <p:grpSpPr>
            <a:xfrm>
              <a:off x="7590" y="6960"/>
              <a:ext cx="591" cy="1274"/>
              <a:chOff x="6138760" y="4271257"/>
              <a:chExt cx="97227" cy="209688"/>
            </a:xfrm>
            <a:solidFill>
              <a:srgbClr val="4C7CDA"/>
            </a:solidFill>
          </p:grpSpPr>
          <p:sp>
            <p:nvSpPr>
              <p:cNvPr id="15"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6"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17" name="Group 302"/>
            <p:cNvGrpSpPr/>
            <p:nvPr/>
          </p:nvGrpSpPr>
          <p:grpSpPr>
            <a:xfrm>
              <a:off x="8277" y="6931"/>
              <a:ext cx="591" cy="1274"/>
              <a:chOff x="6138760" y="4271257"/>
              <a:chExt cx="97227" cy="209688"/>
            </a:xfrm>
            <a:solidFill>
              <a:srgbClr val="4C7CDA"/>
            </a:solidFill>
          </p:grpSpPr>
          <p:sp>
            <p:nvSpPr>
              <p:cNvPr id="18"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19"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0" name="Group 302"/>
            <p:cNvGrpSpPr/>
            <p:nvPr/>
          </p:nvGrpSpPr>
          <p:grpSpPr>
            <a:xfrm>
              <a:off x="8964" y="6931"/>
              <a:ext cx="591" cy="1274"/>
              <a:chOff x="6138760" y="4271257"/>
              <a:chExt cx="97227" cy="209688"/>
            </a:xfrm>
            <a:solidFill>
              <a:srgbClr val="4C7CDA">
                <a:alpha val="50000"/>
              </a:srgbClr>
            </a:solidFill>
          </p:grpSpPr>
          <p:sp>
            <p:nvSpPr>
              <p:cNvPr id="21"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2"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nvGrpSpPr>
            <p:cNvPr id="23" name="Group 302"/>
            <p:cNvGrpSpPr/>
            <p:nvPr/>
          </p:nvGrpSpPr>
          <p:grpSpPr>
            <a:xfrm>
              <a:off x="9651" y="6922"/>
              <a:ext cx="591" cy="1274"/>
              <a:chOff x="6138760" y="4271257"/>
              <a:chExt cx="97227" cy="209688"/>
            </a:xfrm>
            <a:solidFill>
              <a:srgbClr val="4C7CDA">
                <a:alpha val="50000"/>
              </a:srgbClr>
            </a:solidFill>
          </p:grpSpPr>
          <p:sp>
            <p:nvSpPr>
              <p:cNvPr id="24" name="Oval 152"/>
              <p:cNvSpPr>
                <a:spLocks noChangeArrowheads="1"/>
              </p:cNvSpPr>
              <p:nvPr/>
            </p:nvSpPr>
            <p:spPr bwMode="auto">
              <a:xfrm>
                <a:off x="6171468" y="4271257"/>
                <a:ext cx="30916" cy="31812"/>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sp>
            <p:nvSpPr>
              <p:cNvPr id="25" name="Freeform 7"/>
              <p:cNvSpPr/>
              <p:nvPr/>
            </p:nvSpPr>
            <p:spPr bwMode="auto">
              <a:xfrm>
                <a:off x="6138760" y="4309341"/>
                <a:ext cx="97227" cy="171604"/>
              </a:xfrm>
              <a:custGeom>
                <a:avLst/>
                <a:gdLst>
                  <a:gd name="T0" fmla="*/ 91 w 92"/>
                  <a:gd name="T1" fmla="*/ 60 h 162"/>
                  <a:gd name="T2" fmla="*/ 75 w 92"/>
                  <a:gd name="T3" fmla="*/ 10 h 162"/>
                  <a:gd name="T4" fmla="*/ 64 w 92"/>
                  <a:gd name="T5" fmla="*/ 0 h 162"/>
                  <a:gd name="T6" fmla="*/ 28 w 92"/>
                  <a:gd name="T7" fmla="*/ 0 h 162"/>
                  <a:gd name="T8" fmla="*/ 19 w 92"/>
                  <a:gd name="T9" fmla="*/ 5 h 162"/>
                  <a:gd name="T10" fmla="*/ 18 w 92"/>
                  <a:gd name="T11" fmla="*/ 7 h 162"/>
                  <a:gd name="T12" fmla="*/ 18 w 92"/>
                  <a:gd name="T13" fmla="*/ 7 h 162"/>
                  <a:gd name="T14" fmla="*/ 17 w 92"/>
                  <a:gd name="T15" fmla="*/ 8 h 162"/>
                  <a:gd name="T16" fmla="*/ 1 w 92"/>
                  <a:gd name="T17" fmla="*/ 60 h 162"/>
                  <a:gd name="T18" fmla="*/ 5 w 92"/>
                  <a:gd name="T19" fmla="*/ 68 h 162"/>
                  <a:gd name="T20" fmla="*/ 14 w 92"/>
                  <a:gd name="T21" fmla="*/ 64 h 162"/>
                  <a:gd name="T22" fmla="*/ 26 w 92"/>
                  <a:gd name="T23" fmla="*/ 23 h 162"/>
                  <a:gd name="T24" fmla="*/ 28 w 92"/>
                  <a:gd name="T25" fmla="*/ 23 h 162"/>
                  <a:gd name="T26" fmla="*/ 29 w 92"/>
                  <a:gd name="T27" fmla="*/ 23 h 162"/>
                  <a:gd name="T28" fmla="*/ 9 w 92"/>
                  <a:gd name="T29" fmla="*/ 96 h 162"/>
                  <a:gd name="T30" fmla="*/ 29 w 92"/>
                  <a:gd name="T31" fmla="*/ 96 h 162"/>
                  <a:gd name="T32" fmla="*/ 29 w 92"/>
                  <a:gd name="T33" fmla="*/ 154 h 162"/>
                  <a:gd name="T34" fmla="*/ 37 w 92"/>
                  <a:gd name="T35" fmla="*/ 162 h 162"/>
                  <a:gd name="T36" fmla="*/ 44 w 92"/>
                  <a:gd name="T37" fmla="*/ 154 h 162"/>
                  <a:gd name="T38" fmla="*/ 44 w 92"/>
                  <a:gd name="T39" fmla="*/ 96 h 162"/>
                  <a:gd name="T40" fmla="*/ 49 w 92"/>
                  <a:gd name="T41" fmla="*/ 96 h 162"/>
                  <a:gd name="T42" fmla="*/ 49 w 92"/>
                  <a:gd name="T43" fmla="*/ 154 h 162"/>
                  <a:gd name="T44" fmla="*/ 56 w 92"/>
                  <a:gd name="T45" fmla="*/ 162 h 162"/>
                  <a:gd name="T46" fmla="*/ 64 w 92"/>
                  <a:gd name="T47" fmla="*/ 154 h 162"/>
                  <a:gd name="T48" fmla="*/ 64 w 92"/>
                  <a:gd name="T49" fmla="*/ 96 h 162"/>
                  <a:gd name="T50" fmla="*/ 83 w 92"/>
                  <a:gd name="T51" fmla="*/ 96 h 162"/>
                  <a:gd name="T52" fmla="*/ 63 w 92"/>
                  <a:gd name="T53" fmla="*/ 23 h 162"/>
                  <a:gd name="T54" fmla="*/ 64 w 92"/>
                  <a:gd name="T55" fmla="*/ 23 h 162"/>
                  <a:gd name="T56" fmla="*/ 65 w 92"/>
                  <a:gd name="T57" fmla="*/ 23 h 162"/>
                  <a:gd name="T58" fmla="*/ 79 w 92"/>
                  <a:gd name="T59" fmla="*/ 64 h 162"/>
                  <a:gd name="T60" fmla="*/ 87 w 92"/>
                  <a:gd name="T61" fmla="*/ 68 h 162"/>
                  <a:gd name="T62" fmla="*/ 91 w 92"/>
                  <a:gd name="T63" fmla="*/ 6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162">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1200" cap="none" spc="0" normalizeH="0" baseline="0" noProof="0" dirty="0">
                  <a:ln>
                    <a:noFill/>
                  </a:ln>
                  <a:solidFill>
                    <a:schemeClr val="tx1"/>
                  </a:solidFill>
                  <a:effectLst/>
                  <a:uLnTx/>
                  <a:uFillTx/>
                  <a:cs typeface="+mn-ea"/>
                  <a:sym typeface="+mn-lt"/>
                </a:endParaRPr>
              </a:p>
            </p:txBody>
          </p:sp>
        </p:grpSp>
      </p:grpSp>
      <p:grpSp>
        <p:nvGrpSpPr>
          <p:cNvPr id="28" name="组合 27"/>
          <p:cNvGrpSpPr/>
          <p:nvPr/>
        </p:nvGrpSpPr>
        <p:grpSpPr>
          <a:xfrm>
            <a:off x="324485" y="164465"/>
            <a:ext cx="2987040" cy="675640"/>
            <a:chOff x="511" y="375"/>
            <a:chExt cx="4704" cy="1064"/>
          </a:xfrm>
        </p:grpSpPr>
        <p:grpSp>
          <p:nvGrpSpPr>
            <p:cNvPr id="29" name="组合 28"/>
            <p:cNvGrpSpPr/>
            <p:nvPr/>
          </p:nvGrpSpPr>
          <p:grpSpPr>
            <a:xfrm>
              <a:off x="511" y="375"/>
              <a:ext cx="1536" cy="1064"/>
              <a:chOff x="2514" y="555"/>
              <a:chExt cx="1779" cy="1232"/>
            </a:xfrm>
          </p:grpSpPr>
          <p:sp>
            <p:nvSpPr>
              <p:cNvPr id="30" name="圆角矩形 29"/>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31" name="圆角矩形 30"/>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02</a:t>
                </a:r>
              </a:p>
            </p:txBody>
          </p:sp>
        </p:grpSp>
        <p:sp>
          <p:nvSpPr>
            <p:cNvPr id="32" name="文本框 31"/>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产品介绍</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
                                        <p:tgtEl>
                                          <p:spTgt spid="38"/>
                                        </p:tgtEl>
                                      </p:cBhvr>
                                    </p:animEffect>
                                  </p:childTnLst>
                                </p:cTn>
                              </p:par>
                            </p:childTnLst>
                          </p:cTn>
                        </p:par>
                        <p:par>
                          <p:cTn id="8" fill="hold">
                            <p:stCondLst>
                              <p:cond delay="500"/>
                            </p:stCondLst>
                            <p:childTnLst>
                              <p:par>
                                <p:cTn id="9" presetID="6" presetClass="emph" presetSubtype="0" fill="hold" nodeType="afterEffect">
                                  <p:stCondLst>
                                    <p:cond delay="0"/>
                                  </p:stCondLst>
                                  <p:childTnLst>
                                    <p:animScale>
                                      <p:cBhvr>
                                        <p:cTn id="10" dur="100" fill="hold"/>
                                        <p:tgtEl>
                                          <p:spTgt spid="38"/>
                                        </p:tgtEl>
                                      </p:cBhvr>
                                      <p:by x="105000" y="105000"/>
                                    </p:animScale>
                                  </p:childTnLst>
                                </p:cTn>
                              </p:par>
                            </p:childTnLst>
                          </p:cTn>
                        </p:par>
                        <p:par>
                          <p:cTn id="11" fill="hold">
                            <p:stCondLst>
                              <p:cond delay="1000"/>
                            </p:stCondLst>
                            <p:childTnLst>
                              <p:par>
                                <p:cTn id="12" presetID="6" presetClass="emph" presetSubtype="0" fill="hold" nodeType="afterEffect">
                                  <p:stCondLst>
                                    <p:cond delay="0"/>
                                  </p:stCondLst>
                                  <p:childTnLst>
                                    <p:animScale>
                                      <p:cBhvr>
                                        <p:cTn id="13" dur="100" fill="hold"/>
                                        <p:tgtEl>
                                          <p:spTgt spid="38"/>
                                        </p:tgtEl>
                                      </p:cBhvr>
                                      <p:by x="95000" y="95000"/>
                                    </p:animScale>
                                  </p:childTnLst>
                                </p:cTn>
                              </p:par>
                            </p:childTnLst>
                          </p:cTn>
                        </p:par>
                        <p:par>
                          <p:cTn id="14" fill="hold">
                            <p:stCondLst>
                              <p:cond delay="1500"/>
                            </p:stCondLst>
                            <p:childTnLst>
                              <p:par>
                                <p:cTn id="15" presetID="6" presetClass="emph" presetSubtype="0" fill="hold" nodeType="afterEffect">
                                  <p:stCondLst>
                                    <p:cond delay="0"/>
                                  </p:stCondLst>
                                  <p:childTnLst>
                                    <p:animScale>
                                      <p:cBhvr>
                                        <p:cTn id="16" dur="100" fill="hold"/>
                                        <p:tgtEl>
                                          <p:spTgt spid="38"/>
                                        </p:tgtEl>
                                      </p:cBhvr>
                                      <p:by x="105000" y="105000"/>
                                    </p:animScale>
                                  </p:childTnLst>
                                </p:cTn>
                              </p:par>
                            </p:childTnLst>
                          </p:cTn>
                        </p:par>
                        <p:par>
                          <p:cTn id="17" fill="hold">
                            <p:stCondLst>
                              <p:cond delay="2000"/>
                            </p:stCondLst>
                            <p:childTnLst>
                              <p:par>
                                <p:cTn id="18" presetID="6" presetClass="emph" presetSubtype="0" fill="hold" nodeType="afterEffect">
                                  <p:stCondLst>
                                    <p:cond delay="0"/>
                                  </p:stCondLst>
                                  <p:childTnLst>
                                    <p:animScale>
                                      <p:cBhvr>
                                        <p:cTn id="19" dur="100" fill="hold"/>
                                        <p:tgtEl>
                                          <p:spTgt spid="38"/>
                                        </p:tgtEl>
                                      </p:cBhvr>
                                      <p:by x="95000" y="95000"/>
                                    </p:animScale>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200"/>
                                        <p:tgtEl>
                                          <p:spTgt spid="35"/>
                                        </p:tgtEl>
                                      </p:cBhvr>
                                    </p:animEffect>
                                  </p:childTnLst>
                                </p:cTn>
                              </p:par>
                            </p:childTnLst>
                          </p:cTn>
                        </p:par>
                        <p:par>
                          <p:cTn id="24" fill="hold">
                            <p:stCondLst>
                              <p:cond delay="3000"/>
                            </p:stCondLst>
                            <p:childTnLst>
                              <p:par>
                                <p:cTn id="25" presetID="2" presetClass="entr" presetSubtype="8" fill="hold" grpId="0" nodeType="afterEffect">
                                  <p:stCondLst>
                                    <p:cond delay="0"/>
                                  </p:stCondLst>
                                  <p:childTnLst>
                                    <p:set>
                                      <p:cBhvr>
                                        <p:cTn id="26" dur="1" fill="hold">
                                          <p:stCondLst>
                                            <p:cond delay="0"/>
                                          </p:stCondLst>
                                        </p:cTn>
                                        <p:tgtEl>
                                          <p:spTgt spid="34"/>
                                        </p:tgtEl>
                                        <p:attrNameLst>
                                          <p:attrName>style.visibility</p:attrName>
                                        </p:attrNameLst>
                                      </p:cBhvr>
                                      <p:to>
                                        <p:strVal val="visible"/>
                                      </p:to>
                                    </p:set>
                                    <p:anim calcmode="lin" valueType="num">
                                      <p:cBhvr additive="base">
                                        <p:cTn id="27" dur="300" fill="hold"/>
                                        <p:tgtEl>
                                          <p:spTgt spid="34"/>
                                        </p:tgtEl>
                                        <p:attrNameLst>
                                          <p:attrName>ppt_x</p:attrName>
                                        </p:attrNameLst>
                                      </p:cBhvr>
                                      <p:tavLst>
                                        <p:tav tm="0">
                                          <p:val>
                                            <p:strVal val="0-#ppt_w/2"/>
                                          </p:val>
                                        </p:tav>
                                        <p:tav tm="100000">
                                          <p:val>
                                            <p:strVal val="#ppt_x"/>
                                          </p:val>
                                        </p:tav>
                                      </p:tavLst>
                                    </p:anim>
                                    <p:anim calcmode="lin" valueType="num">
                                      <p:cBhvr additive="base">
                                        <p:cTn id="28" dur="300" fill="hold"/>
                                        <p:tgtEl>
                                          <p:spTgt spid="34"/>
                                        </p:tgtEl>
                                        <p:attrNameLst>
                                          <p:attrName>ppt_y</p:attrName>
                                        </p:attrNameLst>
                                      </p:cBhvr>
                                      <p:tavLst>
                                        <p:tav tm="0">
                                          <p:val>
                                            <p:strVal val="#ppt_y"/>
                                          </p:val>
                                        </p:tav>
                                        <p:tav tm="100000">
                                          <p:val>
                                            <p:strVal val="#ppt_y"/>
                                          </p:val>
                                        </p:tav>
                                      </p:tavLst>
                                    </p:anim>
                                  </p:childTnLst>
                                </p:cTn>
                              </p:par>
                            </p:childTnLst>
                          </p:cTn>
                        </p:par>
                        <p:par>
                          <p:cTn id="29" fill="hold">
                            <p:stCondLst>
                              <p:cond delay="3500"/>
                            </p:stCondLst>
                            <p:childTnLst>
                              <p:par>
                                <p:cTn id="30" presetID="12" presetClass="entr" presetSubtype="4" fill="hold"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p:tgtEl>
                                          <p:spTgt spid="26"/>
                                        </p:tgtEl>
                                        <p:attrNameLst>
                                          <p:attrName>ppt_y</p:attrName>
                                        </p:attrNameLst>
                                      </p:cBhvr>
                                      <p:tavLst>
                                        <p:tav tm="0">
                                          <p:val>
                                            <p:strVal val="#ppt_y+#ppt_h*1.125000"/>
                                          </p:val>
                                        </p:tav>
                                        <p:tav tm="100000">
                                          <p:val>
                                            <p:strVal val="#ppt_y"/>
                                          </p:val>
                                        </p:tav>
                                      </p:tavLst>
                                    </p:anim>
                                    <p:animEffect transition="in" filter="wipe(up)">
                                      <p:cBhvr>
                                        <p:cTn id="33" dur="500"/>
                                        <p:tgtEl>
                                          <p:spTgt spid="26"/>
                                        </p:tgtEl>
                                      </p:cBhvr>
                                    </p:animEffect>
                                  </p:childTnLst>
                                </p:cTn>
                              </p:par>
                            </p:childTnLst>
                          </p:cTn>
                        </p:par>
                        <p:par>
                          <p:cTn id="34" fill="hold">
                            <p:stCondLst>
                              <p:cond delay="4000"/>
                            </p:stCondLst>
                            <p:childTnLst>
                              <p:par>
                                <p:cTn id="35" presetID="10" presetClass="entr" presetSubtype="0" fill="hold" grpId="0" nodeType="after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300"/>
                                        <p:tgtEl>
                                          <p:spTgt spid="65"/>
                                        </p:tgtEl>
                                      </p:cBhvr>
                                    </p:animEffect>
                                  </p:childTnLst>
                                </p:cTn>
                              </p:par>
                            </p:childTnLst>
                          </p:cTn>
                        </p:par>
                        <p:par>
                          <p:cTn id="38" fill="hold">
                            <p:stCondLst>
                              <p:cond delay="4500"/>
                            </p:stCondLst>
                            <p:childTnLst>
                              <p:par>
                                <p:cTn id="39" presetID="22" presetClass="entr" presetSubtype="1" fill="hold" nodeType="after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wipe(up)">
                                      <p:cBhvr>
                                        <p:cTn id="41" dur="300"/>
                                        <p:tgtEl>
                                          <p:spTgt spid="66"/>
                                        </p:tgtEl>
                                      </p:cBhvr>
                                    </p:animEffect>
                                  </p:childTnLst>
                                </p:cTn>
                              </p:par>
                            </p:childTnLst>
                          </p:cTn>
                        </p:par>
                        <p:par>
                          <p:cTn id="42" fill="hold">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fade">
                                      <p:cBhvr>
                                        <p:cTn id="45" dur="300"/>
                                        <p:tgtEl>
                                          <p:spTgt spid="67"/>
                                        </p:tgtEl>
                                      </p:cBhvr>
                                    </p:animEffect>
                                    <p:anim calcmode="lin" valueType="num">
                                      <p:cBhvr>
                                        <p:cTn id="46" dur="300" fill="hold"/>
                                        <p:tgtEl>
                                          <p:spTgt spid="67"/>
                                        </p:tgtEl>
                                        <p:attrNameLst>
                                          <p:attrName>ppt_x</p:attrName>
                                        </p:attrNameLst>
                                      </p:cBhvr>
                                      <p:tavLst>
                                        <p:tav tm="0">
                                          <p:val>
                                            <p:strVal val="#ppt_x"/>
                                          </p:val>
                                        </p:tav>
                                        <p:tav tm="100000">
                                          <p:val>
                                            <p:strVal val="#ppt_x"/>
                                          </p:val>
                                        </p:tav>
                                      </p:tavLst>
                                    </p:anim>
                                    <p:anim calcmode="lin" valueType="num">
                                      <p:cBhvr>
                                        <p:cTn id="47" dur="300" fill="hold"/>
                                        <p:tgtEl>
                                          <p:spTgt spid="67"/>
                                        </p:tgtEl>
                                        <p:attrNameLst>
                                          <p:attrName>ppt_y</p:attrName>
                                        </p:attrNameLst>
                                      </p:cBhvr>
                                      <p:tavLst>
                                        <p:tav tm="0">
                                          <p:val>
                                            <p:strVal val="#ppt_y+.1"/>
                                          </p:val>
                                        </p:tav>
                                        <p:tav tm="100000">
                                          <p:val>
                                            <p:strVal val="#ppt_y"/>
                                          </p:val>
                                        </p:tav>
                                      </p:tavLst>
                                    </p:anim>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fade">
                                      <p:cBhvr>
                                        <p:cTn id="51" dur="100"/>
                                        <p:tgtEl>
                                          <p:spTgt spid="86"/>
                                        </p:tgtEl>
                                      </p:cBhvr>
                                    </p:animEffect>
                                  </p:childTnLst>
                                </p:cTn>
                              </p:par>
                            </p:childTnLst>
                          </p:cTn>
                        </p:par>
                        <p:par>
                          <p:cTn id="52" fill="hold">
                            <p:stCondLst>
                              <p:cond delay="6000"/>
                            </p:stCondLst>
                            <p:childTnLst>
                              <p:par>
                                <p:cTn id="53" presetID="6" presetClass="emph" presetSubtype="0" fill="hold" nodeType="afterEffect">
                                  <p:stCondLst>
                                    <p:cond delay="0"/>
                                  </p:stCondLst>
                                  <p:childTnLst>
                                    <p:animScale>
                                      <p:cBhvr>
                                        <p:cTn id="54" dur="100" fill="hold"/>
                                        <p:tgtEl>
                                          <p:spTgt spid="86"/>
                                        </p:tgtEl>
                                      </p:cBhvr>
                                      <p:by x="105000" y="105000"/>
                                    </p:animScale>
                                  </p:childTnLst>
                                </p:cTn>
                              </p:par>
                            </p:childTnLst>
                          </p:cTn>
                        </p:par>
                        <p:par>
                          <p:cTn id="55" fill="hold">
                            <p:stCondLst>
                              <p:cond delay="6500"/>
                            </p:stCondLst>
                            <p:childTnLst>
                              <p:par>
                                <p:cTn id="56" presetID="6" presetClass="emph" presetSubtype="0" fill="hold" nodeType="afterEffect">
                                  <p:stCondLst>
                                    <p:cond delay="0"/>
                                  </p:stCondLst>
                                  <p:childTnLst>
                                    <p:animScale>
                                      <p:cBhvr>
                                        <p:cTn id="57" dur="100" fill="hold"/>
                                        <p:tgtEl>
                                          <p:spTgt spid="86"/>
                                        </p:tgtEl>
                                      </p:cBhvr>
                                      <p:by x="95000" y="95000"/>
                                    </p:animScale>
                                  </p:childTnLst>
                                </p:cTn>
                              </p:par>
                            </p:childTnLst>
                          </p:cTn>
                        </p:par>
                        <p:par>
                          <p:cTn id="58" fill="hold">
                            <p:stCondLst>
                              <p:cond delay="7000"/>
                            </p:stCondLst>
                            <p:childTnLst>
                              <p:par>
                                <p:cTn id="59" presetID="6" presetClass="emph" presetSubtype="0" fill="hold" nodeType="afterEffect">
                                  <p:stCondLst>
                                    <p:cond delay="0"/>
                                  </p:stCondLst>
                                  <p:childTnLst>
                                    <p:animScale>
                                      <p:cBhvr>
                                        <p:cTn id="60" dur="100" fill="hold"/>
                                        <p:tgtEl>
                                          <p:spTgt spid="86"/>
                                        </p:tgtEl>
                                      </p:cBhvr>
                                      <p:by x="105000" y="105000"/>
                                    </p:animScale>
                                  </p:childTnLst>
                                </p:cTn>
                              </p:par>
                            </p:childTnLst>
                          </p:cTn>
                        </p:par>
                        <p:par>
                          <p:cTn id="61" fill="hold">
                            <p:stCondLst>
                              <p:cond delay="7500"/>
                            </p:stCondLst>
                            <p:childTnLst>
                              <p:par>
                                <p:cTn id="62" presetID="6" presetClass="emph" presetSubtype="0" fill="hold" nodeType="afterEffect">
                                  <p:stCondLst>
                                    <p:cond delay="0"/>
                                  </p:stCondLst>
                                  <p:childTnLst>
                                    <p:animScale>
                                      <p:cBhvr>
                                        <p:cTn id="63" dur="100" fill="hold"/>
                                        <p:tgtEl>
                                          <p:spTgt spid="86"/>
                                        </p:tgtEl>
                                      </p:cBhvr>
                                      <p:by x="95000" y="95000"/>
                                    </p:animScale>
                                  </p:childTnLst>
                                </p:cTn>
                              </p:par>
                            </p:childTnLst>
                          </p:cTn>
                        </p:par>
                        <p:par>
                          <p:cTn id="64" fill="hold">
                            <p:stCondLst>
                              <p:cond delay="8000"/>
                            </p:stCondLst>
                            <p:childTnLst>
                              <p:par>
                                <p:cTn id="65" presetID="22" presetClass="entr" presetSubtype="8" fill="hold" nodeType="after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wipe(left)">
                                      <p:cBhvr>
                                        <p:cTn id="67" dur="200"/>
                                        <p:tgtEl>
                                          <p:spTgt spid="72"/>
                                        </p:tgtEl>
                                      </p:cBhvr>
                                    </p:animEffect>
                                  </p:childTnLst>
                                </p:cTn>
                              </p:par>
                            </p:childTnLst>
                          </p:cTn>
                        </p:par>
                        <p:par>
                          <p:cTn id="68" fill="hold">
                            <p:stCondLst>
                              <p:cond delay="8500"/>
                            </p:stCondLst>
                            <p:childTnLst>
                              <p:par>
                                <p:cTn id="69" presetID="2" presetClass="entr" presetSubtype="8" fill="hold" grpId="0" nodeType="afterEffect">
                                  <p:stCondLst>
                                    <p:cond delay="0"/>
                                  </p:stCondLst>
                                  <p:childTnLst>
                                    <p:set>
                                      <p:cBhvr>
                                        <p:cTn id="70" dur="1" fill="hold">
                                          <p:stCondLst>
                                            <p:cond delay="0"/>
                                          </p:stCondLst>
                                        </p:cTn>
                                        <p:tgtEl>
                                          <p:spTgt spid="68"/>
                                        </p:tgtEl>
                                        <p:attrNameLst>
                                          <p:attrName>style.visibility</p:attrName>
                                        </p:attrNameLst>
                                      </p:cBhvr>
                                      <p:to>
                                        <p:strVal val="visible"/>
                                      </p:to>
                                    </p:set>
                                    <p:anim calcmode="lin" valueType="num">
                                      <p:cBhvr additive="base">
                                        <p:cTn id="71" dur="300" fill="hold"/>
                                        <p:tgtEl>
                                          <p:spTgt spid="68"/>
                                        </p:tgtEl>
                                        <p:attrNameLst>
                                          <p:attrName>ppt_x</p:attrName>
                                        </p:attrNameLst>
                                      </p:cBhvr>
                                      <p:tavLst>
                                        <p:tav tm="0">
                                          <p:val>
                                            <p:strVal val="0-#ppt_w/2"/>
                                          </p:val>
                                        </p:tav>
                                        <p:tav tm="100000">
                                          <p:val>
                                            <p:strVal val="#ppt_x"/>
                                          </p:val>
                                        </p:tav>
                                      </p:tavLst>
                                    </p:anim>
                                    <p:anim calcmode="lin" valueType="num">
                                      <p:cBhvr additive="base">
                                        <p:cTn id="72" dur="300" fill="hold"/>
                                        <p:tgtEl>
                                          <p:spTgt spid="68"/>
                                        </p:tgtEl>
                                        <p:attrNameLst>
                                          <p:attrName>ppt_y</p:attrName>
                                        </p:attrNameLst>
                                      </p:cBhvr>
                                      <p:tavLst>
                                        <p:tav tm="0">
                                          <p:val>
                                            <p:strVal val="#ppt_y"/>
                                          </p:val>
                                        </p:tav>
                                        <p:tav tm="100000">
                                          <p:val>
                                            <p:strVal val="#ppt_y"/>
                                          </p:val>
                                        </p:tav>
                                      </p:tavLst>
                                    </p:anim>
                                  </p:childTnLst>
                                </p:cTn>
                              </p:par>
                            </p:childTnLst>
                          </p:cTn>
                        </p:par>
                        <p:par>
                          <p:cTn id="73" fill="hold">
                            <p:stCondLst>
                              <p:cond delay="9000"/>
                            </p:stCondLst>
                            <p:childTnLst>
                              <p:par>
                                <p:cTn id="74" presetID="12" presetClass="entr" presetSubtype="4"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 calcmode="lin" valueType="num">
                                      <p:cBhvr additive="base">
                                        <p:cTn id="76" dur="500"/>
                                        <p:tgtEl>
                                          <p:spTgt spid="27"/>
                                        </p:tgtEl>
                                        <p:attrNameLst>
                                          <p:attrName>ppt_y</p:attrName>
                                        </p:attrNameLst>
                                      </p:cBhvr>
                                      <p:tavLst>
                                        <p:tav tm="0">
                                          <p:val>
                                            <p:strVal val="#ppt_y+#ppt_h*1.125000"/>
                                          </p:val>
                                        </p:tav>
                                        <p:tav tm="100000">
                                          <p:val>
                                            <p:strVal val="#ppt_y"/>
                                          </p:val>
                                        </p:tav>
                                      </p:tavLst>
                                    </p:anim>
                                    <p:animEffect transition="in" filter="wipe(up)">
                                      <p:cBhvr>
                                        <p:cTn id="77" dur="500"/>
                                        <p:tgtEl>
                                          <p:spTgt spid="27"/>
                                        </p:tgtEl>
                                      </p:cBhvr>
                                    </p:animEffect>
                                  </p:childTnLst>
                                </p:cTn>
                              </p:par>
                            </p:childTnLst>
                          </p:cTn>
                        </p:par>
                        <p:par>
                          <p:cTn id="78" fill="hold">
                            <p:stCondLst>
                              <p:cond delay="9500"/>
                            </p:stCondLst>
                            <p:childTnLst>
                              <p:par>
                                <p:cTn id="79" presetID="10" presetClass="entr" presetSubtype="0" fill="hold" grpId="0" nodeType="afterEffect">
                                  <p:stCondLst>
                                    <p:cond delay="0"/>
                                  </p:stCondLst>
                                  <p:childTnLst>
                                    <p:set>
                                      <p:cBhvr>
                                        <p:cTn id="80" dur="1" fill="hold">
                                          <p:stCondLst>
                                            <p:cond delay="0"/>
                                          </p:stCondLst>
                                        </p:cTn>
                                        <p:tgtEl>
                                          <p:spTgt spid="69"/>
                                        </p:tgtEl>
                                        <p:attrNameLst>
                                          <p:attrName>style.visibility</p:attrName>
                                        </p:attrNameLst>
                                      </p:cBhvr>
                                      <p:to>
                                        <p:strVal val="visible"/>
                                      </p:to>
                                    </p:set>
                                    <p:animEffect transition="in" filter="fade">
                                      <p:cBhvr>
                                        <p:cTn id="81" dur="300"/>
                                        <p:tgtEl>
                                          <p:spTgt spid="69"/>
                                        </p:tgtEl>
                                      </p:cBhvr>
                                    </p:animEffect>
                                  </p:childTnLst>
                                </p:cTn>
                              </p:par>
                            </p:childTnLst>
                          </p:cTn>
                        </p:par>
                        <p:par>
                          <p:cTn id="82" fill="hold">
                            <p:stCondLst>
                              <p:cond delay="10000"/>
                            </p:stCondLst>
                            <p:childTnLst>
                              <p:par>
                                <p:cTn id="83" presetID="22" presetClass="entr" presetSubtype="1" fill="hold" nodeType="after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wipe(up)">
                                      <p:cBhvr>
                                        <p:cTn id="85" dur="300"/>
                                        <p:tgtEl>
                                          <p:spTgt spid="70"/>
                                        </p:tgtEl>
                                      </p:cBhvr>
                                    </p:animEffect>
                                  </p:childTnLst>
                                </p:cTn>
                              </p:par>
                            </p:childTnLst>
                          </p:cTn>
                        </p:par>
                        <p:par>
                          <p:cTn id="86" fill="hold">
                            <p:stCondLst>
                              <p:cond delay="10500"/>
                            </p:stCondLst>
                            <p:childTnLst>
                              <p:par>
                                <p:cTn id="87" presetID="42" presetClass="entr" presetSubtype="0" fill="hold" grpId="0" nodeType="after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fade">
                                      <p:cBhvr>
                                        <p:cTn id="89" dur="300"/>
                                        <p:tgtEl>
                                          <p:spTgt spid="71"/>
                                        </p:tgtEl>
                                      </p:cBhvr>
                                    </p:animEffect>
                                    <p:anim calcmode="lin" valueType="num">
                                      <p:cBhvr>
                                        <p:cTn id="90" dur="300" fill="hold"/>
                                        <p:tgtEl>
                                          <p:spTgt spid="71"/>
                                        </p:tgtEl>
                                        <p:attrNameLst>
                                          <p:attrName>ppt_x</p:attrName>
                                        </p:attrNameLst>
                                      </p:cBhvr>
                                      <p:tavLst>
                                        <p:tav tm="0">
                                          <p:val>
                                            <p:strVal val="#ppt_x"/>
                                          </p:val>
                                        </p:tav>
                                        <p:tav tm="100000">
                                          <p:val>
                                            <p:strVal val="#ppt_x"/>
                                          </p:val>
                                        </p:tav>
                                      </p:tavLst>
                                    </p:anim>
                                    <p:anim calcmode="lin" valueType="num">
                                      <p:cBhvr>
                                        <p:cTn id="91" dur="3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65" grpId="0"/>
      <p:bldP spid="67" grpId="0"/>
      <p:bldP spid="68" grpId="0" bldLvl="0" animBg="1"/>
      <p:bldP spid="69" grpId="0"/>
      <p:bldP spid="7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03</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three</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产品优势</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74700" y="1934816"/>
            <a:ext cx="3915700" cy="1567351"/>
            <a:chOff x="774700" y="1934818"/>
            <a:chExt cx="3915700" cy="1567351"/>
          </a:xfrm>
        </p:grpSpPr>
        <p:cxnSp>
          <p:nvCxnSpPr>
            <p:cNvPr id="7" name="直接连接符 6"/>
            <p:cNvCxnSpPr/>
            <p:nvPr/>
          </p:nvCxnSpPr>
          <p:spPr>
            <a:xfrm>
              <a:off x="774700" y="226677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866573" y="1934818"/>
              <a:ext cx="2649549" cy="413661"/>
            </a:xfrm>
            <a:prstGeom prst="rect">
              <a:avLst/>
            </a:prstGeom>
          </p:spPr>
          <p:txBody>
            <a:bodyPr wrap="none" lIns="72000" tIns="0" rIns="72000" bIns="0">
              <a:normAutofit/>
            </a:bodyPr>
            <a:lstStyle/>
            <a:p>
              <a:pPr defTabSz="685165">
                <a:defRPr/>
              </a:pPr>
              <a:r>
                <a:rPr lang="zh-CN" altLang="en-US" b="1" dirty="0">
                  <a:solidFill>
                    <a:schemeClr val="dk1"/>
                  </a:solidFill>
                  <a:cs typeface="+mn-ea"/>
                  <a:sym typeface="+mn-lt"/>
                </a:rPr>
                <a:t>竞争对手</a:t>
              </a:r>
            </a:p>
          </p:txBody>
        </p:sp>
        <p:sp>
          <p:nvSpPr>
            <p:cNvPr id="31" name="矩形 30"/>
            <p:cNvSpPr/>
            <p:nvPr/>
          </p:nvSpPr>
          <p:spPr>
            <a:xfrm>
              <a:off x="853235" y="2377584"/>
              <a:ext cx="2662888" cy="1124585"/>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4" name="组合 63"/>
          <p:cNvGrpSpPr/>
          <p:nvPr/>
        </p:nvGrpSpPr>
        <p:grpSpPr>
          <a:xfrm>
            <a:off x="774700" y="4270971"/>
            <a:ext cx="3915700" cy="1523705"/>
            <a:chOff x="774700" y="4270968"/>
            <a:chExt cx="3915700" cy="1523705"/>
          </a:xfrm>
        </p:grpSpPr>
        <p:cxnSp>
          <p:nvCxnSpPr>
            <p:cNvPr id="4" name="直接连接符 3"/>
            <p:cNvCxnSpPr/>
            <p:nvPr/>
          </p:nvCxnSpPr>
          <p:spPr>
            <a:xfrm>
              <a:off x="774700" y="458838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矩形 21"/>
            <p:cNvSpPr/>
            <p:nvPr/>
          </p:nvSpPr>
          <p:spPr>
            <a:xfrm>
              <a:off x="866573" y="4270968"/>
              <a:ext cx="2649549" cy="413661"/>
            </a:xfrm>
            <a:prstGeom prst="rect">
              <a:avLst/>
            </a:prstGeom>
          </p:spPr>
          <p:txBody>
            <a:bodyPr wrap="none" lIns="72000" tIns="0" rIns="72000" bIns="0">
              <a:normAutofit/>
            </a:bodyPr>
            <a:lstStyle/>
            <a:p>
              <a:pPr defTabSz="685165">
                <a:defRPr/>
              </a:pPr>
              <a:r>
                <a:rPr lang="zh-CN" altLang="en-US" b="1" dirty="0">
                  <a:solidFill>
                    <a:schemeClr val="dk1"/>
                  </a:solidFill>
                  <a:cs typeface="+mn-ea"/>
                  <a:sym typeface="+mn-lt"/>
                </a:rPr>
                <a:t>竞争对手</a:t>
              </a:r>
            </a:p>
          </p:txBody>
        </p:sp>
        <p:sp>
          <p:nvSpPr>
            <p:cNvPr id="32" name="矩形 31"/>
            <p:cNvSpPr/>
            <p:nvPr/>
          </p:nvSpPr>
          <p:spPr>
            <a:xfrm>
              <a:off x="853235" y="4670088"/>
              <a:ext cx="2662888" cy="1124585"/>
            </a:xfrm>
            <a:prstGeom prst="rect">
              <a:avLst/>
            </a:prstGeom>
          </p:spPr>
          <p:txBody>
            <a:bodyPr wrap="square">
              <a:spAutoFit/>
            </a:bodyPr>
            <a:lstStyle/>
            <a:p>
              <a:pPr algn="just"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2" name="组合 61"/>
          <p:cNvGrpSpPr/>
          <p:nvPr/>
        </p:nvGrpSpPr>
        <p:grpSpPr>
          <a:xfrm>
            <a:off x="7501600" y="1945088"/>
            <a:ext cx="3915700" cy="1557082"/>
            <a:chOff x="7501600" y="1945088"/>
            <a:chExt cx="3915700" cy="1557082"/>
          </a:xfrm>
        </p:grpSpPr>
        <p:cxnSp>
          <p:nvCxnSpPr>
            <p:cNvPr id="6" name="直接连接符 5"/>
            <p:cNvCxnSpPr/>
            <p:nvPr/>
          </p:nvCxnSpPr>
          <p:spPr>
            <a:xfrm>
              <a:off x="7501600" y="226677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8437578" y="1945088"/>
              <a:ext cx="2922584" cy="413661"/>
            </a:xfrm>
            <a:prstGeom prst="rect">
              <a:avLst/>
            </a:prstGeom>
          </p:spPr>
          <p:txBody>
            <a:bodyPr wrap="none" lIns="72000" tIns="0" rIns="72000" bIns="0">
              <a:normAutofit/>
            </a:bodyPr>
            <a:lstStyle/>
            <a:p>
              <a:pPr algn="r" defTabSz="685165">
                <a:defRPr/>
              </a:pPr>
              <a:r>
                <a:rPr lang="zh-CN" altLang="en-US" b="1" dirty="0">
                  <a:solidFill>
                    <a:schemeClr val="dk1"/>
                  </a:solidFill>
                  <a:cs typeface="+mn-ea"/>
                  <a:sym typeface="+mn-lt"/>
                </a:rPr>
                <a:t>竞争对手</a:t>
              </a:r>
            </a:p>
          </p:txBody>
        </p:sp>
        <p:sp>
          <p:nvSpPr>
            <p:cNvPr id="33" name="矩形 32"/>
            <p:cNvSpPr/>
            <p:nvPr/>
          </p:nvSpPr>
          <p:spPr>
            <a:xfrm>
              <a:off x="8706512" y="2377585"/>
              <a:ext cx="2662888" cy="1124585"/>
            </a:xfrm>
            <a:prstGeom prst="rect">
              <a:avLst/>
            </a:prstGeom>
          </p:spPr>
          <p:txBody>
            <a:bodyPr wrap="square">
              <a:spAutoFit/>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63" name="组合 62"/>
          <p:cNvGrpSpPr/>
          <p:nvPr/>
        </p:nvGrpSpPr>
        <p:grpSpPr>
          <a:xfrm>
            <a:off x="7501600" y="4268688"/>
            <a:ext cx="3915700" cy="1525983"/>
            <a:chOff x="7501600" y="4268689"/>
            <a:chExt cx="3915700" cy="1525983"/>
          </a:xfrm>
        </p:grpSpPr>
        <p:cxnSp>
          <p:nvCxnSpPr>
            <p:cNvPr id="5" name="直接连接符 4"/>
            <p:cNvCxnSpPr/>
            <p:nvPr/>
          </p:nvCxnSpPr>
          <p:spPr>
            <a:xfrm>
              <a:off x="7501600" y="4588386"/>
              <a:ext cx="3915700" cy="0"/>
            </a:xfrm>
            <a:prstGeom prst="line">
              <a:avLst/>
            </a:prstGeom>
            <a:ln w="19050">
              <a:gradFill>
                <a:gsLst>
                  <a:gs pos="0">
                    <a:srgbClr val="4C7CDA">
                      <a:alpha val="53000"/>
                    </a:srgbClr>
                  </a:gs>
                  <a:gs pos="100000">
                    <a:srgbClr val="4C7CDA"/>
                  </a:gs>
                </a:gsLst>
                <a:lin ang="5400000" scaled="1"/>
              </a:gra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437578" y="4268689"/>
              <a:ext cx="2922584" cy="413661"/>
            </a:xfrm>
            <a:prstGeom prst="rect">
              <a:avLst/>
            </a:prstGeom>
          </p:spPr>
          <p:txBody>
            <a:bodyPr wrap="none" lIns="72000" tIns="0" rIns="72000" bIns="0">
              <a:normAutofit/>
            </a:bodyPr>
            <a:lstStyle/>
            <a:p>
              <a:pPr algn="r" defTabSz="685165">
                <a:defRPr/>
              </a:pPr>
              <a:r>
                <a:rPr lang="zh-CN" altLang="en-US" b="1" dirty="0">
                  <a:solidFill>
                    <a:schemeClr val="dk1"/>
                  </a:solidFill>
                  <a:cs typeface="+mn-ea"/>
                  <a:sym typeface="+mn-lt"/>
                </a:rPr>
                <a:t>竞争对手</a:t>
              </a:r>
            </a:p>
          </p:txBody>
        </p:sp>
        <p:sp>
          <p:nvSpPr>
            <p:cNvPr id="34" name="矩形 33"/>
            <p:cNvSpPr/>
            <p:nvPr/>
          </p:nvSpPr>
          <p:spPr>
            <a:xfrm>
              <a:off x="8706512" y="4670087"/>
              <a:ext cx="2662888" cy="1124585"/>
            </a:xfrm>
            <a:prstGeom prst="rect">
              <a:avLst/>
            </a:prstGeom>
          </p:spPr>
          <p:txBody>
            <a:bodyPr wrap="square">
              <a:spAutoFit/>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grpSp>
      <p:grpSp>
        <p:nvGrpSpPr>
          <p:cNvPr id="53" name="组合 52"/>
          <p:cNvGrpSpPr/>
          <p:nvPr/>
        </p:nvGrpSpPr>
        <p:grpSpPr>
          <a:xfrm>
            <a:off x="4161804" y="1701828"/>
            <a:ext cx="3878665" cy="3929811"/>
            <a:chOff x="3933825" y="1270000"/>
            <a:chExt cx="4333876" cy="4391026"/>
          </a:xfrm>
        </p:grpSpPr>
        <p:sp>
          <p:nvSpPr>
            <p:cNvPr id="54" name="任意多边形: 形状 53"/>
            <p:cNvSpPr/>
            <p:nvPr/>
          </p:nvSpPr>
          <p:spPr>
            <a:xfrm flipV="1">
              <a:off x="3933825" y="3465513"/>
              <a:ext cx="2400300" cy="2195513"/>
            </a:xfrm>
            <a:custGeom>
              <a:avLst/>
              <a:gdLst>
                <a:gd name="connsiteX0" fmla="*/ 529431 w 2400300"/>
                <a:gd name="connsiteY0" fmla="*/ 2195513 h 2195513"/>
                <a:gd name="connsiteX1" fmla="*/ 628087 w 2400300"/>
                <a:gd name="connsiteY1" fmla="*/ 2135577 h 2195513"/>
                <a:gd name="connsiteX2" fmla="*/ 1200150 w 2400300"/>
                <a:gd name="connsiteY2" fmla="*/ 1990725 h 2195513"/>
                <a:gd name="connsiteX3" fmla="*/ 2400300 w 2400300"/>
                <a:gd name="connsiteY3" fmla="*/ 1990725 h 2195513"/>
                <a:gd name="connsiteX4" fmla="*/ 2400300 w 2400300"/>
                <a:gd name="connsiteY4" fmla="*/ 1200150 h 2195513"/>
                <a:gd name="connsiteX5" fmla="*/ 1200150 w 2400300"/>
                <a:gd name="connsiteY5" fmla="*/ 0 h 2195513"/>
                <a:gd name="connsiteX6" fmla="*/ 0 w 2400300"/>
                <a:gd name="connsiteY6" fmla="*/ 0 h 2195513"/>
                <a:gd name="connsiteX7" fmla="*/ 0 w 2400300"/>
                <a:gd name="connsiteY7" fmla="*/ 1200150 h 2195513"/>
                <a:gd name="connsiteX8" fmla="*/ 529135 w 2400300"/>
                <a:gd name="connsiteY8" fmla="*/ 2195333 h 2195513"/>
                <a:gd name="connsiteX9" fmla="*/ 529431 w 2400300"/>
                <a:gd name="connsiteY9" fmla="*/ 2195513 h 219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0300" h="2195513">
                  <a:moveTo>
                    <a:pt x="529431" y="2195513"/>
                  </a:moveTo>
                  <a:lnTo>
                    <a:pt x="628087" y="2135577"/>
                  </a:lnTo>
                  <a:cubicBezTo>
                    <a:pt x="798140" y="2043198"/>
                    <a:pt x="993017" y="1990725"/>
                    <a:pt x="1200150" y="1990725"/>
                  </a:cubicBezTo>
                  <a:lnTo>
                    <a:pt x="2400300" y="1990725"/>
                  </a:lnTo>
                  <a:lnTo>
                    <a:pt x="2400300" y="1200150"/>
                  </a:lnTo>
                  <a:cubicBezTo>
                    <a:pt x="2400300" y="537325"/>
                    <a:pt x="1862975" y="0"/>
                    <a:pt x="1200150" y="0"/>
                  </a:cubicBezTo>
                  <a:lnTo>
                    <a:pt x="0" y="0"/>
                  </a:lnTo>
                  <a:lnTo>
                    <a:pt x="0" y="1200150"/>
                  </a:lnTo>
                  <a:cubicBezTo>
                    <a:pt x="0" y="1614415"/>
                    <a:pt x="209893" y="1979658"/>
                    <a:pt x="529135" y="2195333"/>
                  </a:cubicBezTo>
                  <a:lnTo>
                    <a:pt x="529431" y="2195513"/>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5" name="任意多边形: 形状 54"/>
            <p:cNvSpPr/>
            <p:nvPr/>
          </p:nvSpPr>
          <p:spPr>
            <a:xfrm flipV="1">
              <a:off x="5867400" y="1270000"/>
              <a:ext cx="2400300" cy="2195513"/>
            </a:xfrm>
            <a:custGeom>
              <a:avLst/>
              <a:gdLst>
                <a:gd name="connsiteX0" fmla="*/ 1200150 w 2400300"/>
                <a:gd name="connsiteY0" fmla="*/ 2195513 h 2195513"/>
                <a:gd name="connsiteX1" fmla="*/ 2400300 w 2400300"/>
                <a:gd name="connsiteY1" fmla="*/ 2195513 h 2195513"/>
                <a:gd name="connsiteX2" fmla="*/ 2400300 w 2400300"/>
                <a:gd name="connsiteY2" fmla="*/ 995363 h 2195513"/>
                <a:gd name="connsiteX3" fmla="*/ 1871165 w 2400300"/>
                <a:gd name="connsiteY3" fmla="*/ 180 h 2195513"/>
                <a:gd name="connsiteX4" fmla="*/ 1870869 w 2400300"/>
                <a:gd name="connsiteY4" fmla="*/ 0 h 2195513"/>
                <a:gd name="connsiteX5" fmla="*/ 1772213 w 2400300"/>
                <a:gd name="connsiteY5" fmla="*/ 59935 h 2195513"/>
                <a:gd name="connsiteX6" fmla="*/ 1200150 w 2400300"/>
                <a:gd name="connsiteY6" fmla="*/ 204787 h 2195513"/>
                <a:gd name="connsiteX7" fmla="*/ 0 w 2400300"/>
                <a:gd name="connsiteY7" fmla="*/ 204787 h 2195513"/>
                <a:gd name="connsiteX8" fmla="*/ 0 w 2400300"/>
                <a:gd name="connsiteY8" fmla="*/ 995363 h 2195513"/>
                <a:gd name="connsiteX9" fmla="*/ 1200150 w 2400300"/>
                <a:gd name="connsiteY9" fmla="*/ 2195513 h 2195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00300" h="2195513">
                  <a:moveTo>
                    <a:pt x="1200150" y="2195513"/>
                  </a:moveTo>
                  <a:lnTo>
                    <a:pt x="2400300" y="2195513"/>
                  </a:lnTo>
                  <a:lnTo>
                    <a:pt x="2400300" y="995363"/>
                  </a:lnTo>
                  <a:cubicBezTo>
                    <a:pt x="2400300" y="581098"/>
                    <a:pt x="2190408" y="215855"/>
                    <a:pt x="1871165" y="180"/>
                  </a:cubicBezTo>
                  <a:lnTo>
                    <a:pt x="1870869" y="0"/>
                  </a:lnTo>
                  <a:lnTo>
                    <a:pt x="1772213" y="59935"/>
                  </a:lnTo>
                  <a:cubicBezTo>
                    <a:pt x="1602160" y="152314"/>
                    <a:pt x="1407283" y="204787"/>
                    <a:pt x="1200150" y="204787"/>
                  </a:cubicBezTo>
                  <a:lnTo>
                    <a:pt x="0" y="204787"/>
                  </a:lnTo>
                  <a:lnTo>
                    <a:pt x="0" y="995363"/>
                  </a:lnTo>
                  <a:cubicBezTo>
                    <a:pt x="0" y="1658188"/>
                    <a:pt x="537325" y="2195513"/>
                    <a:pt x="1200150" y="2195513"/>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6" name="任意多边形: 形状 55"/>
            <p:cNvSpPr/>
            <p:nvPr/>
          </p:nvSpPr>
          <p:spPr>
            <a:xfrm>
              <a:off x="3933825" y="1270000"/>
              <a:ext cx="2166938" cy="2400300"/>
            </a:xfrm>
            <a:custGeom>
              <a:avLst/>
              <a:gdLst>
                <a:gd name="connsiteX0" fmla="*/ 0 w 2166938"/>
                <a:gd name="connsiteY0" fmla="*/ 0 h 2400300"/>
                <a:gd name="connsiteX1" fmla="*/ 1200150 w 2166938"/>
                <a:gd name="connsiteY1" fmla="*/ 0 h 2400300"/>
                <a:gd name="connsiteX2" fmla="*/ 2126244 w 2166938"/>
                <a:gd name="connsiteY2" fmla="*/ 436743 h 2400300"/>
                <a:gd name="connsiteX3" fmla="*/ 2166938 w 2166938"/>
                <a:gd name="connsiteY3" fmla="*/ 491162 h 2400300"/>
                <a:gd name="connsiteX4" fmla="*/ 2138542 w 2166938"/>
                <a:gd name="connsiteY4" fmla="*/ 529135 h 2400300"/>
                <a:gd name="connsiteX5" fmla="*/ 1933575 w 2166938"/>
                <a:gd name="connsiteY5" fmla="*/ 1200150 h 2400300"/>
                <a:gd name="connsiteX6" fmla="*/ 1933575 w 2166938"/>
                <a:gd name="connsiteY6" fmla="*/ 2400300 h 2400300"/>
                <a:gd name="connsiteX7" fmla="*/ 1200150 w 2166938"/>
                <a:gd name="connsiteY7" fmla="*/ 2400300 h 2400300"/>
                <a:gd name="connsiteX8" fmla="*/ 0 w 2166938"/>
                <a:gd name="connsiteY8" fmla="*/ 1200150 h 2400300"/>
                <a:gd name="connsiteX9" fmla="*/ 0 w 2166938"/>
                <a:gd name="connsiteY9" fmla="*/ 0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6938" h="2400300">
                  <a:moveTo>
                    <a:pt x="0" y="0"/>
                  </a:moveTo>
                  <a:lnTo>
                    <a:pt x="1200150" y="0"/>
                  </a:lnTo>
                  <a:cubicBezTo>
                    <a:pt x="1572989" y="0"/>
                    <a:pt x="1906119" y="170013"/>
                    <a:pt x="2126244" y="436743"/>
                  </a:cubicBezTo>
                  <a:lnTo>
                    <a:pt x="2166938" y="491162"/>
                  </a:lnTo>
                  <a:lnTo>
                    <a:pt x="2138542" y="529135"/>
                  </a:lnTo>
                  <a:cubicBezTo>
                    <a:pt x="2009137" y="720680"/>
                    <a:pt x="1933575" y="951591"/>
                    <a:pt x="1933575" y="1200150"/>
                  </a:cubicBezTo>
                  <a:lnTo>
                    <a:pt x="1933575" y="2400300"/>
                  </a:lnTo>
                  <a:lnTo>
                    <a:pt x="1200150" y="2400300"/>
                  </a:lnTo>
                  <a:cubicBezTo>
                    <a:pt x="537325" y="2400300"/>
                    <a:pt x="0" y="1862975"/>
                    <a:pt x="0" y="1200150"/>
                  </a:cubicBezTo>
                  <a:lnTo>
                    <a:pt x="0" y="0"/>
                  </a:lnTo>
                  <a:close/>
                </a:path>
              </a:pathLst>
            </a:custGeom>
            <a:solidFill>
              <a:schemeClr val="bg1"/>
            </a:solidFill>
            <a:ln w="76200">
              <a:noFill/>
            </a:ln>
            <a:effectLst>
              <a:outerShdw blurRad="279400" dist="139700" dir="13500000" algn="br"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a:solidFill>
                  <a:prstClr val="white"/>
                </a:solidFill>
                <a:cs typeface="+mn-ea"/>
                <a:sym typeface="+mn-lt"/>
              </a:endParaRPr>
            </a:p>
          </p:txBody>
        </p:sp>
        <p:sp>
          <p:nvSpPr>
            <p:cNvPr id="57" name="任意多边形: 形状 56"/>
            <p:cNvSpPr/>
            <p:nvPr/>
          </p:nvSpPr>
          <p:spPr>
            <a:xfrm flipV="1">
              <a:off x="6100764" y="3260725"/>
              <a:ext cx="2166937" cy="2400300"/>
            </a:xfrm>
            <a:custGeom>
              <a:avLst/>
              <a:gdLst>
                <a:gd name="connsiteX0" fmla="*/ 233362 w 2166937"/>
                <a:gd name="connsiteY0" fmla="*/ 2400300 h 2400300"/>
                <a:gd name="connsiteX1" fmla="*/ 966787 w 2166937"/>
                <a:gd name="connsiteY1" fmla="*/ 2400300 h 2400300"/>
                <a:gd name="connsiteX2" fmla="*/ 2166937 w 2166937"/>
                <a:gd name="connsiteY2" fmla="*/ 1200150 h 2400300"/>
                <a:gd name="connsiteX3" fmla="*/ 2166937 w 2166937"/>
                <a:gd name="connsiteY3" fmla="*/ 0 h 2400300"/>
                <a:gd name="connsiteX4" fmla="*/ 966787 w 2166937"/>
                <a:gd name="connsiteY4" fmla="*/ 0 h 2400300"/>
                <a:gd name="connsiteX5" fmla="*/ 40693 w 2166937"/>
                <a:gd name="connsiteY5" fmla="*/ 436743 h 2400300"/>
                <a:gd name="connsiteX6" fmla="*/ 0 w 2166937"/>
                <a:gd name="connsiteY6" fmla="*/ 491162 h 2400300"/>
                <a:gd name="connsiteX7" fmla="*/ 28395 w 2166937"/>
                <a:gd name="connsiteY7" fmla="*/ 529135 h 2400300"/>
                <a:gd name="connsiteX8" fmla="*/ 233362 w 2166937"/>
                <a:gd name="connsiteY8" fmla="*/ 1200150 h 2400300"/>
                <a:gd name="connsiteX9" fmla="*/ 233362 w 2166937"/>
                <a:gd name="connsiteY9" fmla="*/ 1600994 h 2400300"/>
                <a:gd name="connsiteX10" fmla="*/ 233362 w 2166937"/>
                <a:gd name="connsiteY10" fmla="*/ 1990725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6937" h="2400300">
                  <a:moveTo>
                    <a:pt x="233362" y="2400300"/>
                  </a:moveTo>
                  <a:lnTo>
                    <a:pt x="966787" y="2400300"/>
                  </a:lnTo>
                  <a:cubicBezTo>
                    <a:pt x="1629612" y="2400300"/>
                    <a:pt x="2166937" y="1862975"/>
                    <a:pt x="2166937" y="1200150"/>
                  </a:cubicBezTo>
                  <a:lnTo>
                    <a:pt x="2166937" y="0"/>
                  </a:lnTo>
                  <a:lnTo>
                    <a:pt x="966787" y="0"/>
                  </a:lnTo>
                  <a:cubicBezTo>
                    <a:pt x="593948" y="0"/>
                    <a:pt x="260818" y="170013"/>
                    <a:pt x="40693" y="436743"/>
                  </a:cubicBezTo>
                  <a:lnTo>
                    <a:pt x="0" y="491162"/>
                  </a:lnTo>
                  <a:lnTo>
                    <a:pt x="28395" y="529135"/>
                  </a:lnTo>
                  <a:cubicBezTo>
                    <a:pt x="157801" y="720680"/>
                    <a:pt x="233362" y="951591"/>
                    <a:pt x="233362" y="1200150"/>
                  </a:cubicBezTo>
                  <a:lnTo>
                    <a:pt x="233362" y="1600994"/>
                  </a:lnTo>
                  <a:lnTo>
                    <a:pt x="233362" y="1990725"/>
                  </a:lnTo>
                  <a:close/>
                </a:path>
              </a:pathLst>
            </a:custGeom>
            <a:solidFill>
              <a:schemeClr val="bg1"/>
            </a:solidFill>
            <a:ln w="76200">
              <a:noFill/>
            </a:ln>
            <a:effectLst>
              <a:outerShdw blurRad="2794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685800"/>
              <a:endParaRPr dirty="0">
                <a:solidFill>
                  <a:prstClr val="white"/>
                </a:solidFill>
                <a:cs typeface="+mn-ea"/>
                <a:sym typeface="+mn-lt"/>
              </a:endParaRPr>
            </a:p>
          </p:txBody>
        </p:sp>
        <p:sp>
          <p:nvSpPr>
            <p:cNvPr id="58" name="任意多边形: 形状 57"/>
            <p:cNvSpPr>
              <a:spLocks noChangeAspect="1"/>
            </p:cNvSpPr>
            <p:nvPr/>
          </p:nvSpPr>
          <p:spPr bwMode="auto">
            <a:xfrm>
              <a:off x="6857538" y="2124523"/>
              <a:ext cx="653386" cy="633133"/>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59" name="任意多边形: 形状 58"/>
            <p:cNvSpPr/>
            <p:nvPr/>
          </p:nvSpPr>
          <p:spPr bwMode="auto">
            <a:xfrm>
              <a:off x="4772503" y="2175821"/>
              <a:ext cx="500815" cy="561762"/>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rgbClr val="4C7CDA"/>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60" name="任意多边形: 形状 59"/>
            <p:cNvSpPr/>
            <p:nvPr/>
          </p:nvSpPr>
          <p:spPr bwMode="auto">
            <a:xfrm>
              <a:off x="4718991" y="4339994"/>
              <a:ext cx="665940" cy="562767"/>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sp>
          <p:nvSpPr>
            <p:cNvPr id="61" name="任意多边形: 形状 60"/>
            <p:cNvSpPr/>
            <p:nvPr/>
          </p:nvSpPr>
          <p:spPr bwMode="auto">
            <a:xfrm>
              <a:off x="6868733" y="4284157"/>
              <a:ext cx="624648" cy="573431"/>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rgbClr val="4C7CDA"/>
            </a:solidFill>
            <a:ln>
              <a:noFill/>
            </a:ln>
          </p:spPr>
          <p:txBody>
            <a:bodyPr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685800"/>
              <a:endParaRPr>
                <a:solidFill>
                  <a:prstClr val="black"/>
                </a:solidFill>
                <a:cs typeface="+mn-ea"/>
                <a:sym typeface="+mn-lt"/>
              </a:endParaRPr>
            </a:p>
          </p:txBody>
        </p:sp>
      </p:grpSp>
      <p:grpSp>
        <p:nvGrpSpPr>
          <p:cNvPr id="3" name="组合 2"/>
          <p:cNvGrpSpPr/>
          <p:nvPr/>
        </p:nvGrpSpPr>
        <p:grpSpPr>
          <a:xfrm>
            <a:off x="324485" y="164465"/>
            <a:ext cx="2987040" cy="675640"/>
            <a:chOff x="511" y="375"/>
            <a:chExt cx="4704" cy="1064"/>
          </a:xfrm>
        </p:grpSpPr>
        <p:grpSp>
          <p:nvGrpSpPr>
            <p:cNvPr id="8" name="组合 7"/>
            <p:cNvGrpSpPr/>
            <p:nvPr/>
          </p:nvGrpSpPr>
          <p:grpSpPr>
            <a:xfrm>
              <a:off x="511" y="375"/>
              <a:ext cx="1536" cy="1064"/>
              <a:chOff x="2514" y="555"/>
              <a:chExt cx="1779" cy="1232"/>
            </a:xfrm>
          </p:grpSpPr>
          <p:sp>
            <p:nvSpPr>
              <p:cNvPr id="9" name="圆角矩形 8"/>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10" name="圆角矩形 9"/>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1" name="文本框 10"/>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1000" fill="hold"/>
                                        <p:tgtEl>
                                          <p:spTgt spid="53"/>
                                        </p:tgtEl>
                                        <p:attrNameLst>
                                          <p:attrName>ppt_w</p:attrName>
                                        </p:attrNameLst>
                                      </p:cBhvr>
                                      <p:tavLst>
                                        <p:tav tm="0">
                                          <p:val>
                                            <p:fltVal val="0"/>
                                          </p:val>
                                        </p:tav>
                                        <p:tav tm="100000">
                                          <p:val>
                                            <p:strVal val="#ppt_w"/>
                                          </p:val>
                                        </p:tav>
                                      </p:tavLst>
                                    </p:anim>
                                    <p:anim calcmode="lin" valueType="num">
                                      <p:cBhvr>
                                        <p:cTn id="8" dur="1000" fill="hold"/>
                                        <p:tgtEl>
                                          <p:spTgt spid="53"/>
                                        </p:tgtEl>
                                        <p:attrNameLst>
                                          <p:attrName>ppt_h</p:attrName>
                                        </p:attrNameLst>
                                      </p:cBhvr>
                                      <p:tavLst>
                                        <p:tav tm="0">
                                          <p:val>
                                            <p:fltVal val="0"/>
                                          </p:val>
                                        </p:tav>
                                        <p:tav tm="100000">
                                          <p:val>
                                            <p:strVal val="#ppt_h"/>
                                          </p:val>
                                        </p:tav>
                                      </p:tavLst>
                                    </p:anim>
                                    <p:anim calcmode="lin" valueType="num">
                                      <p:cBhvr>
                                        <p:cTn id="9" dur="1000" fill="hold"/>
                                        <p:tgtEl>
                                          <p:spTgt spid="53"/>
                                        </p:tgtEl>
                                        <p:attrNameLst>
                                          <p:attrName>style.rotation</p:attrName>
                                        </p:attrNameLst>
                                      </p:cBhvr>
                                      <p:tavLst>
                                        <p:tav tm="0">
                                          <p:val>
                                            <p:fltVal val="90"/>
                                          </p:val>
                                        </p:tav>
                                        <p:tav tm="100000">
                                          <p:val>
                                            <p:fltVal val="0"/>
                                          </p:val>
                                        </p:tav>
                                      </p:tavLst>
                                    </p:anim>
                                    <p:animEffect transition="in" filter="fade">
                                      <p:cBhvr>
                                        <p:cTn id="10" dur="1000"/>
                                        <p:tgtEl>
                                          <p:spTgt spid="53"/>
                                        </p:tgtEl>
                                      </p:cBhvr>
                                    </p:animEffect>
                                  </p:childTnLst>
                                </p:cTn>
                              </p:par>
                            </p:childTnLst>
                          </p:cTn>
                        </p:par>
                        <p:par>
                          <p:cTn id="11" fill="hold">
                            <p:stCondLst>
                              <p:cond delay="1000"/>
                            </p:stCondLst>
                            <p:childTnLst>
                              <p:par>
                                <p:cTn id="12" presetID="12" presetClass="entr" presetSubtype="2"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p:tgtEl>
                                          <p:spTgt spid="2"/>
                                        </p:tgtEl>
                                        <p:attrNameLst>
                                          <p:attrName>ppt_x</p:attrName>
                                        </p:attrNameLst>
                                      </p:cBhvr>
                                      <p:tavLst>
                                        <p:tav tm="0">
                                          <p:val>
                                            <p:strVal val="#ppt_x+#ppt_w*1.125000"/>
                                          </p:val>
                                        </p:tav>
                                        <p:tav tm="100000">
                                          <p:val>
                                            <p:strVal val="#ppt_x"/>
                                          </p:val>
                                        </p:tav>
                                      </p:tavLst>
                                    </p:anim>
                                    <p:animEffect transition="in" filter="wipe(left)">
                                      <p:cBhvr>
                                        <p:cTn id="15" dur="500"/>
                                        <p:tgtEl>
                                          <p:spTgt spid="2"/>
                                        </p:tgtEl>
                                      </p:cBhvr>
                                    </p:animEffect>
                                  </p:childTnLst>
                                </p:cTn>
                              </p:par>
                              <p:par>
                                <p:cTn id="16" presetID="12" presetClass="entr" presetSubtype="8" fill="hold" nodeType="withEffect">
                                  <p:stCondLst>
                                    <p:cond delay="250"/>
                                  </p:stCondLst>
                                  <p:childTnLst>
                                    <p:set>
                                      <p:cBhvr>
                                        <p:cTn id="17" dur="1" fill="hold">
                                          <p:stCondLst>
                                            <p:cond delay="0"/>
                                          </p:stCondLst>
                                        </p:cTn>
                                        <p:tgtEl>
                                          <p:spTgt spid="62"/>
                                        </p:tgtEl>
                                        <p:attrNameLst>
                                          <p:attrName>style.visibility</p:attrName>
                                        </p:attrNameLst>
                                      </p:cBhvr>
                                      <p:to>
                                        <p:strVal val="visible"/>
                                      </p:to>
                                    </p:set>
                                    <p:anim calcmode="lin" valueType="num">
                                      <p:cBhvr additive="base">
                                        <p:cTn id="18" dur="500"/>
                                        <p:tgtEl>
                                          <p:spTgt spid="62"/>
                                        </p:tgtEl>
                                        <p:attrNameLst>
                                          <p:attrName>ppt_x</p:attrName>
                                        </p:attrNameLst>
                                      </p:cBhvr>
                                      <p:tavLst>
                                        <p:tav tm="0">
                                          <p:val>
                                            <p:strVal val="#ppt_x-#ppt_w*1.125000"/>
                                          </p:val>
                                        </p:tav>
                                        <p:tav tm="100000">
                                          <p:val>
                                            <p:strVal val="#ppt_x"/>
                                          </p:val>
                                        </p:tav>
                                      </p:tavLst>
                                    </p:anim>
                                    <p:animEffect transition="in" filter="wipe(right)">
                                      <p:cBhvr>
                                        <p:cTn id="19" dur="500"/>
                                        <p:tgtEl>
                                          <p:spTgt spid="62"/>
                                        </p:tgtEl>
                                      </p:cBhvr>
                                    </p:animEffect>
                                  </p:childTnLst>
                                </p:cTn>
                              </p:par>
                              <p:par>
                                <p:cTn id="20" presetID="12" presetClass="entr" presetSubtype="2" fill="hold" nodeType="withEffect">
                                  <p:stCondLst>
                                    <p:cond delay="500"/>
                                  </p:stCondLst>
                                  <p:childTnLst>
                                    <p:set>
                                      <p:cBhvr>
                                        <p:cTn id="21" dur="1" fill="hold">
                                          <p:stCondLst>
                                            <p:cond delay="0"/>
                                          </p:stCondLst>
                                        </p:cTn>
                                        <p:tgtEl>
                                          <p:spTgt spid="64"/>
                                        </p:tgtEl>
                                        <p:attrNameLst>
                                          <p:attrName>style.visibility</p:attrName>
                                        </p:attrNameLst>
                                      </p:cBhvr>
                                      <p:to>
                                        <p:strVal val="visible"/>
                                      </p:to>
                                    </p:set>
                                    <p:anim calcmode="lin" valueType="num">
                                      <p:cBhvr additive="base">
                                        <p:cTn id="22" dur="500"/>
                                        <p:tgtEl>
                                          <p:spTgt spid="64"/>
                                        </p:tgtEl>
                                        <p:attrNameLst>
                                          <p:attrName>ppt_x</p:attrName>
                                        </p:attrNameLst>
                                      </p:cBhvr>
                                      <p:tavLst>
                                        <p:tav tm="0">
                                          <p:val>
                                            <p:strVal val="#ppt_x+#ppt_w*1.125000"/>
                                          </p:val>
                                        </p:tav>
                                        <p:tav tm="100000">
                                          <p:val>
                                            <p:strVal val="#ppt_x"/>
                                          </p:val>
                                        </p:tav>
                                      </p:tavLst>
                                    </p:anim>
                                    <p:animEffect transition="in" filter="wipe(left)">
                                      <p:cBhvr>
                                        <p:cTn id="23" dur="500"/>
                                        <p:tgtEl>
                                          <p:spTgt spid="64"/>
                                        </p:tgtEl>
                                      </p:cBhvr>
                                    </p:animEffect>
                                  </p:childTnLst>
                                </p:cTn>
                              </p:par>
                              <p:par>
                                <p:cTn id="24" presetID="12" presetClass="entr" presetSubtype="8" fill="hold" nodeType="withEffect">
                                  <p:stCondLst>
                                    <p:cond delay="750"/>
                                  </p:stCondLst>
                                  <p:childTnLst>
                                    <p:set>
                                      <p:cBhvr>
                                        <p:cTn id="25" dur="1" fill="hold">
                                          <p:stCondLst>
                                            <p:cond delay="0"/>
                                          </p:stCondLst>
                                        </p:cTn>
                                        <p:tgtEl>
                                          <p:spTgt spid="63"/>
                                        </p:tgtEl>
                                        <p:attrNameLst>
                                          <p:attrName>style.visibility</p:attrName>
                                        </p:attrNameLst>
                                      </p:cBhvr>
                                      <p:to>
                                        <p:strVal val="visible"/>
                                      </p:to>
                                    </p:set>
                                    <p:anim calcmode="lin" valueType="num">
                                      <p:cBhvr additive="base">
                                        <p:cTn id="26" dur="500"/>
                                        <p:tgtEl>
                                          <p:spTgt spid="63"/>
                                        </p:tgtEl>
                                        <p:attrNameLst>
                                          <p:attrName>ppt_x</p:attrName>
                                        </p:attrNameLst>
                                      </p:cBhvr>
                                      <p:tavLst>
                                        <p:tav tm="0">
                                          <p:val>
                                            <p:strVal val="#ppt_x-#ppt_w*1.125000"/>
                                          </p:val>
                                        </p:tav>
                                        <p:tav tm="100000">
                                          <p:val>
                                            <p:strVal val="#ppt_x"/>
                                          </p:val>
                                        </p:tav>
                                      </p:tavLst>
                                    </p:anim>
                                    <p:animEffect transition="in" filter="wipe(right)">
                                      <p:cBhvr>
                                        <p:cTn id="2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1059767" y="1836057"/>
            <a:ext cx="10072472" cy="3779612"/>
            <a:chOff x="2091329" y="1718275"/>
            <a:chExt cx="8009345" cy="3005442"/>
          </a:xfrm>
        </p:grpSpPr>
        <p:sp>
          <p:nvSpPr>
            <p:cNvPr id="4" name="Freeform: Shape 46"/>
            <p:cNvSpPr/>
            <p:nvPr/>
          </p:nvSpPr>
          <p:spPr>
            <a:xfrm>
              <a:off x="2343952" y="2808809"/>
              <a:ext cx="2058364"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6" name="Freeform: Shape 44"/>
            <p:cNvSpPr/>
            <p:nvPr/>
          </p:nvSpPr>
          <p:spPr>
            <a:xfrm>
              <a:off x="4158504" y="2808809"/>
              <a:ext cx="2058365"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8" name="Freeform: Shape 42"/>
            <p:cNvSpPr/>
            <p:nvPr/>
          </p:nvSpPr>
          <p:spPr>
            <a:xfrm>
              <a:off x="5973057" y="2808809"/>
              <a:ext cx="2058365"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10" name="Freeform: Shape 40"/>
            <p:cNvSpPr/>
            <p:nvPr/>
          </p:nvSpPr>
          <p:spPr>
            <a:xfrm>
              <a:off x="7787610" y="2808809"/>
              <a:ext cx="2058364" cy="824375"/>
            </a:xfrm>
            <a:custGeom>
              <a:avLst/>
              <a:gdLst/>
              <a:ahLst/>
              <a:cxnLst>
                <a:cxn ang="0">
                  <a:pos x="wd2" y="hd2"/>
                </a:cxn>
                <a:cxn ang="5400000">
                  <a:pos x="wd2" y="hd2"/>
                </a:cxn>
                <a:cxn ang="10800000">
                  <a:pos x="wd2" y="hd2"/>
                </a:cxn>
                <a:cxn ang="16200000">
                  <a:pos x="wd2" y="hd2"/>
                </a:cxn>
              </a:cxnLst>
              <a:rect l="0" t="0" r="r" b="b"/>
              <a:pathLst>
                <a:path w="21600" h="21600" extrusionOk="0">
                  <a:moveTo>
                    <a:pt x="3194" y="0"/>
                  </a:moveTo>
                  <a:lnTo>
                    <a:pt x="21600" y="0"/>
                  </a:lnTo>
                  <a:lnTo>
                    <a:pt x="18406" y="21600"/>
                  </a:lnTo>
                  <a:lnTo>
                    <a:pt x="0" y="21600"/>
                  </a:lnTo>
                  <a:lnTo>
                    <a:pt x="3194"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p:spPr>
          <p:txBody>
            <a:bodyPr anchor="ctr"/>
            <a:lstStyle/>
            <a:p>
              <a:pPr algn="ctr" defTabSz="685800"/>
              <a:endParaRPr>
                <a:solidFill>
                  <a:prstClr val="black"/>
                </a:solidFill>
                <a:cs typeface="+mn-ea"/>
                <a:sym typeface="+mn-lt"/>
              </a:endParaRPr>
            </a:p>
          </p:txBody>
        </p:sp>
        <p:sp>
          <p:nvSpPr>
            <p:cNvPr id="12" name="Oval 34"/>
            <p:cNvSpPr/>
            <p:nvPr/>
          </p:nvSpPr>
          <p:spPr>
            <a:xfrm>
              <a:off x="2091329" y="2306871"/>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3" name="Oval 35"/>
            <p:cNvSpPr/>
            <p:nvPr/>
          </p:nvSpPr>
          <p:spPr>
            <a:xfrm>
              <a:off x="2194040" y="2409581"/>
              <a:ext cx="821684" cy="821686"/>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4" name="Oval 32"/>
            <p:cNvSpPr/>
            <p:nvPr/>
          </p:nvSpPr>
          <p:spPr>
            <a:xfrm>
              <a:off x="4525568" y="3118284"/>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5" name="Oval 33"/>
            <p:cNvSpPr/>
            <p:nvPr/>
          </p:nvSpPr>
          <p:spPr>
            <a:xfrm>
              <a:off x="4628279" y="3220995"/>
              <a:ext cx="821684"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6" name="Oval 30"/>
            <p:cNvSpPr/>
            <p:nvPr/>
          </p:nvSpPr>
          <p:spPr>
            <a:xfrm>
              <a:off x="6600321" y="2306871"/>
              <a:ext cx="1027105"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7" name="Oval 31"/>
            <p:cNvSpPr/>
            <p:nvPr/>
          </p:nvSpPr>
          <p:spPr>
            <a:xfrm>
              <a:off x="6703032" y="2409582"/>
              <a:ext cx="821684"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18" name="Oval 28"/>
            <p:cNvSpPr/>
            <p:nvPr/>
          </p:nvSpPr>
          <p:spPr>
            <a:xfrm>
              <a:off x="9073568" y="3118284"/>
              <a:ext cx="1027106" cy="1027106"/>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2700" cap="flat">
              <a:noFill/>
              <a:miter lim="400000"/>
            </a:ln>
            <a:effectLst>
              <a:outerShdw blurRad="304800" dist="139700" dir="2700000" algn="tl" rotWithShape="0">
                <a:srgbClr val="4C7CDA">
                  <a:alpha val="40000"/>
                </a:srgbClr>
              </a:outerShdw>
            </a:effectLst>
          </p:spPr>
          <p:txBody>
            <a:bodyPr anchor="ctr"/>
            <a:lstStyle/>
            <a:p>
              <a:pPr algn="ctr" defTabSz="685800"/>
              <a:endParaRPr>
                <a:solidFill>
                  <a:prstClr val="black"/>
                </a:solidFill>
                <a:cs typeface="+mn-ea"/>
                <a:sym typeface="+mn-lt"/>
              </a:endParaRPr>
            </a:p>
          </p:txBody>
        </p:sp>
        <p:sp>
          <p:nvSpPr>
            <p:cNvPr id="19" name="Oval 29"/>
            <p:cNvSpPr/>
            <p:nvPr/>
          </p:nvSpPr>
          <p:spPr>
            <a:xfrm>
              <a:off x="9176279" y="3220995"/>
              <a:ext cx="821685" cy="821685"/>
            </a:xfrm>
            <a:prstGeom prst="ellipse">
              <a:avLst/>
            </a:prstGeom>
            <a:solidFill>
              <a:srgbClr val="FFFFFF"/>
            </a:solidFill>
            <a:ln w="12700" cap="flat">
              <a:noFill/>
              <a:miter lim="400000"/>
            </a:ln>
            <a:effectLst/>
          </p:spPr>
          <p:txBody>
            <a:bodyPr wrap="none" lIns="0" tIns="0" rIns="0" bIns="0" anchor="ctr">
              <a:normAutofit/>
            </a:bodyPr>
            <a:lstStyle/>
            <a:p>
              <a:pPr algn="ctr" defTabSz="685800"/>
              <a:r>
                <a:rPr lang="zh-CN" altLang="en-US" sz="2400" dirty="0">
                  <a:solidFill>
                    <a:schemeClr val="dk1"/>
                  </a:solidFill>
                  <a:cs typeface="+mn-ea"/>
                  <a:sym typeface="+mn-lt"/>
                </a:rPr>
                <a:t>文本</a:t>
              </a:r>
            </a:p>
          </p:txBody>
        </p:sp>
        <p:sp>
          <p:nvSpPr>
            <p:cNvPr id="20" name="Freeform: Shape 18"/>
            <p:cNvSpPr/>
            <p:nvPr/>
          </p:nvSpPr>
          <p:spPr>
            <a:xfrm>
              <a:off x="2610017" y="1718275"/>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1" name="Freeform: Shape 19"/>
            <p:cNvSpPr/>
            <p:nvPr/>
          </p:nvSpPr>
          <p:spPr>
            <a:xfrm>
              <a:off x="4372978" y="4196747"/>
              <a:ext cx="671280" cy="52697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2" name="Freeform: Shape 20"/>
            <p:cNvSpPr/>
            <p:nvPr/>
          </p:nvSpPr>
          <p:spPr>
            <a:xfrm>
              <a:off x="7113874" y="1718275"/>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sp>
          <p:nvSpPr>
            <p:cNvPr id="23" name="Freeform: Shape 21"/>
            <p:cNvSpPr/>
            <p:nvPr/>
          </p:nvSpPr>
          <p:spPr>
            <a:xfrm>
              <a:off x="8920978" y="4196747"/>
              <a:ext cx="671279" cy="52697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path>
              </a:pathLst>
            </a:custGeom>
            <a:noFill/>
            <a:ln w="63500" cap="flat">
              <a:gradFill>
                <a:gsLst>
                  <a:gs pos="0">
                    <a:srgbClr val="4C7CDA">
                      <a:alpha val="53000"/>
                    </a:srgbClr>
                  </a:gs>
                  <a:gs pos="100000">
                    <a:srgbClr val="4C7CDA"/>
                  </a:gs>
                </a:gsLst>
                <a:lin ang="5400000" scaled="1"/>
              </a:gradFill>
              <a:prstDash val="solid"/>
              <a:miter lim="400000"/>
            </a:ln>
            <a:effectLst/>
          </p:spPr>
          <p:txBody>
            <a:bodyPr anchor="ctr"/>
            <a:lstStyle/>
            <a:p>
              <a:pPr algn="ctr" defTabSz="685800"/>
              <a:endParaRPr>
                <a:solidFill>
                  <a:prstClr val="black"/>
                </a:solidFill>
                <a:cs typeface="+mn-ea"/>
                <a:sym typeface="+mn-lt"/>
              </a:endParaRPr>
            </a:p>
          </p:txBody>
        </p:sp>
      </p:grpSp>
      <p:grpSp>
        <p:nvGrpSpPr>
          <p:cNvPr id="33" name="组合 32"/>
          <p:cNvGrpSpPr/>
          <p:nvPr/>
        </p:nvGrpSpPr>
        <p:grpSpPr>
          <a:xfrm>
            <a:off x="1265541" y="4342681"/>
            <a:ext cx="3368151" cy="1218764"/>
            <a:chOff x="6798184" y="1678126"/>
            <a:chExt cx="3368150" cy="1218764"/>
          </a:xfrm>
        </p:grpSpPr>
        <p:sp>
          <p:nvSpPr>
            <p:cNvPr id="34" name="矩形 33"/>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35" name="矩形 34"/>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b="1" dirty="0">
                  <a:solidFill>
                    <a:schemeClr val="dk1"/>
                  </a:solidFill>
                  <a:cs typeface="+mn-ea"/>
                  <a:sym typeface="+mn-lt"/>
                </a:rPr>
                <a:t>标题文字添加</a:t>
              </a:r>
            </a:p>
          </p:txBody>
        </p:sp>
      </p:grpSp>
      <p:grpSp>
        <p:nvGrpSpPr>
          <p:cNvPr id="50" name="组合 49"/>
          <p:cNvGrpSpPr/>
          <p:nvPr/>
        </p:nvGrpSpPr>
        <p:grpSpPr>
          <a:xfrm>
            <a:off x="6936584" y="4342681"/>
            <a:ext cx="3368151" cy="1218764"/>
            <a:chOff x="6798184" y="1678126"/>
            <a:chExt cx="3368150" cy="1218764"/>
          </a:xfrm>
        </p:grpSpPr>
        <p:sp>
          <p:nvSpPr>
            <p:cNvPr id="51" name="矩形 50"/>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2" name="矩形 51"/>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defTabSz="685800">
                <a:lnSpc>
                  <a:spcPct val="120000"/>
                </a:lnSpc>
              </a:pPr>
              <a:r>
                <a:rPr lang="zh-CN" altLang="en-US" b="1" dirty="0">
                  <a:solidFill>
                    <a:schemeClr val="dk1"/>
                  </a:solidFill>
                  <a:cs typeface="+mn-ea"/>
                  <a:sym typeface="+mn-lt"/>
                </a:rPr>
                <a:t>标题文字添加</a:t>
              </a:r>
            </a:p>
          </p:txBody>
        </p:sp>
      </p:grpSp>
      <p:grpSp>
        <p:nvGrpSpPr>
          <p:cNvPr id="53" name="组合 52"/>
          <p:cNvGrpSpPr/>
          <p:nvPr/>
        </p:nvGrpSpPr>
        <p:grpSpPr>
          <a:xfrm>
            <a:off x="1945477" y="1830448"/>
            <a:ext cx="3368151" cy="1218764"/>
            <a:chOff x="6798184" y="1678126"/>
            <a:chExt cx="3368150" cy="1218764"/>
          </a:xfrm>
        </p:grpSpPr>
        <p:sp>
          <p:nvSpPr>
            <p:cNvPr id="54" name="矩形 53"/>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5" name="矩形 54"/>
            <p:cNvSpPr/>
            <p:nvPr/>
          </p:nvSpPr>
          <p:spPr>
            <a:xfrm>
              <a:off x="7924360" y="1678126"/>
              <a:ext cx="2241974" cy="396134"/>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b="1" dirty="0">
                  <a:solidFill>
                    <a:schemeClr val="dk1"/>
                  </a:solidFill>
                  <a:cs typeface="+mn-ea"/>
                  <a:sym typeface="+mn-lt"/>
                </a:rPr>
                <a:t>标题文字添加</a:t>
              </a:r>
            </a:p>
          </p:txBody>
        </p:sp>
      </p:grpSp>
      <p:grpSp>
        <p:nvGrpSpPr>
          <p:cNvPr id="56" name="组合 55"/>
          <p:cNvGrpSpPr/>
          <p:nvPr/>
        </p:nvGrpSpPr>
        <p:grpSpPr>
          <a:xfrm>
            <a:off x="7634921" y="1830448"/>
            <a:ext cx="3368151" cy="1218764"/>
            <a:chOff x="6798184" y="1678126"/>
            <a:chExt cx="3368150" cy="1218764"/>
          </a:xfrm>
        </p:grpSpPr>
        <p:sp>
          <p:nvSpPr>
            <p:cNvPr id="57" name="矩形 56"/>
            <p:cNvSpPr/>
            <p:nvPr/>
          </p:nvSpPr>
          <p:spPr>
            <a:xfrm>
              <a:off x="6798184" y="2030750"/>
              <a:ext cx="3368150" cy="866140"/>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sz="1400" dirty="0">
                  <a:solidFill>
                    <a:schemeClr val="dk1"/>
                  </a:solidFill>
                  <a:cs typeface="+mn-ea"/>
                  <a:sym typeface="+mn-lt"/>
                </a:rPr>
                <a:t>用户可以在投影仪或者计算机上进行演示也可以将演示文稿打印出来制作成胶片以便应用到更广泛的领域中</a:t>
              </a:r>
            </a:p>
          </p:txBody>
        </p:sp>
        <p:sp>
          <p:nvSpPr>
            <p:cNvPr id="58" name="矩形 57"/>
            <p:cNvSpPr/>
            <p:nvPr/>
          </p:nvSpPr>
          <p:spPr>
            <a:xfrm>
              <a:off x="7924360" y="1678126"/>
              <a:ext cx="2241974" cy="396134"/>
            </a:xfrm>
            <a:prstGeom prst="rect">
              <a:avLst/>
            </a:prstGeom>
          </p:spPr>
          <p:txBody>
            <a:bodyPr wrap="square">
              <a:spAutoFit/>
              <a:scene3d>
                <a:camera prst="orthographicFront"/>
                <a:lightRig rig="threePt" dir="t"/>
              </a:scene3d>
              <a:sp3d contourW="12700"/>
            </a:bodyPr>
            <a:lstStyle/>
            <a:p>
              <a:pPr algn="r" defTabSz="685800">
                <a:lnSpc>
                  <a:spcPct val="120000"/>
                </a:lnSpc>
              </a:pPr>
              <a:r>
                <a:rPr lang="zh-CN" altLang="en-US" b="1" dirty="0">
                  <a:solidFill>
                    <a:schemeClr val="dk1"/>
                  </a:solidFill>
                  <a:cs typeface="+mn-ea"/>
                  <a:sym typeface="+mn-lt"/>
                </a:rPr>
                <a:t>标题文字添加</a:t>
              </a:r>
            </a:p>
          </p:txBody>
        </p:sp>
      </p:grpSp>
      <p:grpSp>
        <p:nvGrpSpPr>
          <p:cNvPr id="3" name="组合 2"/>
          <p:cNvGrpSpPr/>
          <p:nvPr/>
        </p:nvGrpSpPr>
        <p:grpSpPr>
          <a:xfrm>
            <a:off x="324485" y="164465"/>
            <a:ext cx="2987040" cy="675640"/>
            <a:chOff x="511" y="375"/>
            <a:chExt cx="4704" cy="1064"/>
          </a:xfrm>
        </p:grpSpPr>
        <p:grpSp>
          <p:nvGrpSpPr>
            <p:cNvPr id="2" name="组合 1"/>
            <p:cNvGrpSpPr/>
            <p:nvPr/>
          </p:nvGrpSpPr>
          <p:grpSpPr>
            <a:xfrm>
              <a:off x="511" y="375"/>
              <a:ext cx="1536" cy="1064"/>
              <a:chOff x="2514" y="555"/>
              <a:chExt cx="1779" cy="1232"/>
            </a:xfrm>
          </p:grpSpPr>
          <p:sp>
            <p:nvSpPr>
              <p:cNvPr id="9" name="圆角矩形 8"/>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5" name="圆角矩形 4"/>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1" name="文本框 10"/>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181679" y="1356064"/>
            <a:ext cx="5828643" cy="3292136"/>
          </a:xfrm>
          <a:prstGeom prst="rect">
            <a:avLst/>
          </a:prstGeom>
          <a:effectLst>
            <a:reflection stA="14000" endPos="12000" dist="63500" dir="5400000" sy="-100000" algn="bl" rotWithShape="0"/>
          </a:effectLst>
        </p:spPr>
      </p:pic>
      <p:sp>
        <p:nvSpPr>
          <p:cNvPr id="4" name="矩形 3"/>
          <p:cNvSpPr/>
          <p:nvPr/>
        </p:nvSpPr>
        <p:spPr>
          <a:xfrm>
            <a:off x="3923332" y="1575551"/>
            <a:ext cx="4345315" cy="2821432"/>
          </a:xfrm>
          <a:prstGeom prst="rect">
            <a:avLst/>
          </a:prstGeom>
          <a:blipFill rotWithShape="1">
            <a:blip r:embed="rId3" cstate="screen">
              <a:extLst>
                <a:ext uri="{28A0092B-C50C-407E-A947-70E740481C1C}">
                  <a14:useLocalDpi xmlns:a14="http://schemas.microsoft.com/office/drawing/2010/main"/>
                </a:ext>
              </a:extLst>
            </a:blip>
            <a:srcRect/>
            <a:stretch>
              <a:fillRect/>
            </a:stretch>
          </a:blipFill>
          <a:ln>
            <a:noFill/>
          </a:ln>
        </p:spPr>
        <p:style>
          <a:lnRef idx="2">
            <a:scrgbClr r="0" g="0" b="0"/>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zh-CN" altLang="en-US">
              <a:cs typeface="+mn-ea"/>
              <a:sym typeface="+mn-lt"/>
            </a:endParaRPr>
          </a:p>
        </p:txBody>
      </p:sp>
      <p:sp>
        <p:nvSpPr>
          <p:cNvPr id="22539" name="TextBox 31"/>
          <p:cNvSpPr txBox="1">
            <a:spLocks noChangeArrowheads="1"/>
          </p:cNvSpPr>
          <p:nvPr/>
        </p:nvSpPr>
        <p:spPr bwMode="auto">
          <a:xfrm>
            <a:off x="1777842" y="33162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2000">
                <a:solidFill>
                  <a:schemeClr val="dk1"/>
                </a:solidFill>
                <a:cs typeface="+mn-ea"/>
                <a:sym typeface="+mn-lt"/>
              </a:rPr>
              <a:t>编辑标题</a:t>
            </a:r>
          </a:p>
        </p:txBody>
      </p:sp>
      <p:sp>
        <p:nvSpPr>
          <p:cNvPr id="22540" name="TextBox 32"/>
          <p:cNvSpPr txBox="1">
            <a:spLocks noChangeArrowheads="1"/>
          </p:cNvSpPr>
          <p:nvPr/>
        </p:nvSpPr>
        <p:spPr bwMode="auto">
          <a:xfrm>
            <a:off x="9215280" y="33162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2000">
                <a:solidFill>
                  <a:schemeClr val="dk1"/>
                </a:solidFill>
                <a:cs typeface="+mn-ea"/>
                <a:sym typeface="+mn-lt"/>
              </a:rPr>
              <a:t>编辑标题</a:t>
            </a:r>
          </a:p>
        </p:txBody>
      </p:sp>
      <p:sp>
        <p:nvSpPr>
          <p:cNvPr id="22545" name="Freeform 127"/>
          <p:cNvSpPr>
            <a:spLocks noEditPoints="1"/>
          </p:cNvSpPr>
          <p:nvPr/>
        </p:nvSpPr>
        <p:spPr bwMode="auto">
          <a:xfrm>
            <a:off x="2063750" y="2665413"/>
            <a:ext cx="625475" cy="641350"/>
          </a:xfrm>
          <a:custGeom>
            <a:avLst/>
            <a:gdLst>
              <a:gd name="T0" fmla="*/ 2147483647 w 129"/>
              <a:gd name="T1" fmla="*/ 2147483647 h 132"/>
              <a:gd name="T2" fmla="*/ 2147483647 w 129"/>
              <a:gd name="T3" fmla="*/ 2147483647 h 132"/>
              <a:gd name="T4" fmla="*/ 2147483647 w 129"/>
              <a:gd name="T5" fmla="*/ 2147483647 h 132"/>
              <a:gd name="T6" fmla="*/ 2147483647 w 129"/>
              <a:gd name="T7" fmla="*/ 2147483647 h 132"/>
              <a:gd name="T8" fmla="*/ 2147483647 w 129"/>
              <a:gd name="T9" fmla="*/ 2147483647 h 132"/>
              <a:gd name="T10" fmla="*/ 2147483647 w 129"/>
              <a:gd name="T11" fmla="*/ 2147483647 h 132"/>
              <a:gd name="T12" fmla="*/ 2147483647 w 129"/>
              <a:gd name="T13" fmla="*/ 2147483647 h 132"/>
              <a:gd name="T14" fmla="*/ 2147483647 w 129"/>
              <a:gd name="T15" fmla="*/ 2147483647 h 132"/>
              <a:gd name="T16" fmla="*/ 2147483647 w 129"/>
              <a:gd name="T17" fmla="*/ 2147483647 h 132"/>
              <a:gd name="T18" fmla="*/ 2147483647 w 129"/>
              <a:gd name="T19" fmla="*/ 2147483647 h 132"/>
              <a:gd name="T20" fmla="*/ 2147483647 w 129"/>
              <a:gd name="T21" fmla="*/ 2147483647 h 132"/>
              <a:gd name="T22" fmla="*/ 2147483647 w 129"/>
              <a:gd name="T23" fmla="*/ 2147483647 h 132"/>
              <a:gd name="T24" fmla="*/ 2147483647 w 129"/>
              <a:gd name="T25" fmla="*/ 2147483647 h 132"/>
              <a:gd name="T26" fmla="*/ 2147483647 w 129"/>
              <a:gd name="T27" fmla="*/ 2147483647 h 132"/>
              <a:gd name="T28" fmla="*/ 2147483647 w 129"/>
              <a:gd name="T29" fmla="*/ 2147483647 h 132"/>
              <a:gd name="T30" fmla="*/ 2147483647 w 129"/>
              <a:gd name="T31" fmla="*/ 2147483647 h 132"/>
              <a:gd name="T32" fmla="*/ 2147483647 w 129"/>
              <a:gd name="T33" fmla="*/ 2147483647 h 132"/>
              <a:gd name="T34" fmla="*/ 2147483647 w 129"/>
              <a:gd name="T35" fmla="*/ 2147483647 h 132"/>
              <a:gd name="T36" fmla="*/ 2147483647 w 129"/>
              <a:gd name="T37" fmla="*/ 2147483647 h 132"/>
              <a:gd name="T38" fmla="*/ 2147483647 w 129"/>
              <a:gd name="T39" fmla="*/ 2147483647 h 132"/>
              <a:gd name="T40" fmla="*/ 2147483647 w 129"/>
              <a:gd name="T41" fmla="*/ 2147483647 h 132"/>
              <a:gd name="T42" fmla="*/ 2147483647 w 129"/>
              <a:gd name="T43" fmla="*/ 2147483647 h 132"/>
              <a:gd name="T44" fmla="*/ 2147483647 w 129"/>
              <a:gd name="T45" fmla="*/ 2147483647 h 132"/>
              <a:gd name="T46" fmla="*/ 2147483647 w 129"/>
              <a:gd name="T47" fmla="*/ 2147483647 h 132"/>
              <a:gd name="T48" fmla="*/ 2147483647 w 129"/>
              <a:gd name="T49" fmla="*/ 2147483647 h 132"/>
              <a:gd name="T50" fmla="*/ 2147483647 w 129"/>
              <a:gd name="T51" fmla="*/ 2147483647 h 132"/>
              <a:gd name="T52" fmla="*/ 2147483647 w 129"/>
              <a:gd name="T53" fmla="*/ 2147483647 h 132"/>
              <a:gd name="T54" fmla="*/ 2147483647 w 129"/>
              <a:gd name="T55" fmla="*/ 2147483647 h 132"/>
              <a:gd name="T56" fmla="*/ 2147483647 w 129"/>
              <a:gd name="T57" fmla="*/ 2147483647 h 132"/>
              <a:gd name="T58" fmla="*/ 2147483647 w 129"/>
              <a:gd name="T59" fmla="*/ 2147483647 h 132"/>
              <a:gd name="T60" fmla="*/ 2147483647 w 129"/>
              <a:gd name="T61" fmla="*/ 2147483647 h 132"/>
              <a:gd name="T62" fmla="*/ 2147483647 w 129"/>
              <a:gd name="T63" fmla="*/ 2147483647 h 132"/>
              <a:gd name="T64" fmla="*/ 2147483647 w 129"/>
              <a:gd name="T65" fmla="*/ 2147483647 h 132"/>
              <a:gd name="T66" fmla="*/ 2147483647 w 129"/>
              <a:gd name="T67" fmla="*/ 2147483647 h 132"/>
              <a:gd name="T68" fmla="*/ 2147483647 w 129"/>
              <a:gd name="T69" fmla="*/ 2147483647 h 132"/>
              <a:gd name="T70" fmla="*/ 2147483647 w 129"/>
              <a:gd name="T71" fmla="*/ 2147483647 h 132"/>
              <a:gd name="T72" fmla="*/ 2147483647 w 129"/>
              <a:gd name="T73" fmla="*/ 2147483647 h 132"/>
              <a:gd name="T74" fmla="*/ 2147483647 w 129"/>
              <a:gd name="T75" fmla="*/ 2147483647 h 132"/>
              <a:gd name="T76" fmla="*/ 2147483647 w 129"/>
              <a:gd name="T77" fmla="*/ 2147483647 h 132"/>
              <a:gd name="T78" fmla="*/ 2147483647 w 129"/>
              <a:gd name="T79" fmla="*/ 2147483647 h 132"/>
              <a:gd name="T80" fmla="*/ 2147483647 w 129"/>
              <a:gd name="T81" fmla="*/ 2147483647 h 132"/>
              <a:gd name="T82" fmla="*/ 2147483647 w 129"/>
              <a:gd name="T83" fmla="*/ 2147483647 h 132"/>
              <a:gd name="T84" fmla="*/ 2147483647 w 129"/>
              <a:gd name="T85" fmla="*/ 2147483647 h 132"/>
              <a:gd name="T86" fmla="*/ 2147483647 w 129"/>
              <a:gd name="T87" fmla="*/ 2147483647 h 132"/>
              <a:gd name="T88" fmla="*/ 2147483647 w 129"/>
              <a:gd name="T89" fmla="*/ 2147483647 h 13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9" h="132">
                <a:moveTo>
                  <a:pt x="107" y="50"/>
                </a:moveTo>
                <a:cubicBezTo>
                  <a:pt x="90" y="39"/>
                  <a:pt x="90" y="39"/>
                  <a:pt x="90" y="39"/>
                </a:cubicBezTo>
                <a:cubicBezTo>
                  <a:pt x="88" y="37"/>
                  <a:pt x="87" y="35"/>
                  <a:pt x="87" y="32"/>
                </a:cubicBezTo>
                <a:cubicBezTo>
                  <a:pt x="87" y="32"/>
                  <a:pt x="87" y="32"/>
                  <a:pt x="87" y="31"/>
                </a:cubicBezTo>
                <a:cubicBezTo>
                  <a:pt x="24" y="31"/>
                  <a:pt x="24" y="31"/>
                  <a:pt x="24" y="31"/>
                </a:cubicBezTo>
                <a:cubicBezTo>
                  <a:pt x="18" y="31"/>
                  <a:pt x="12" y="37"/>
                  <a:pt x="11" y="43"/>
                </a:cubicBezTo>
                <a:cubicBezTo>
                  <a:pt x="1" y="121"/>
                  <a:pt x="1" y="121"/>
                  <a:pt x="1" y="121"/>
                </a:cubicBezTo>
                <a:cubicBezTo>
                  <a:pt x="0" y="127"/>
                  <a:pt x="5" y="132"/>
                  <a:pt x="11" y="132"/>
                </a:cubicBezTo>
                <a:cubicBezTo>
                  <a:pt x="106" y="132"/>
                  <a:pt x="106" y="132"/>
                  <a:pt x="106" y="132"/>
                </a:cubicBezTo>
                <a:cubicBezTo>
                  <a:pt x="113" y="132"/>
                  <a:pt x="117" y="127"/>
                  <a:pt x="116" y="121"/>
                </a:cubicBezTo>
                <a:lnTo>
                  <a:pt x="107" y="50"/>
                </a:lnTo>
                <a:close/>
                <a:moveTo>
                  <a:pt x="81" y="39"/>
                </a:moveTo>
                <a:cubicBezTo>
                  <a:pt x="83" y="39"/>
                  <a:pt x="84" y="40"/>
                  <a:pt x="84" y="42"/>
                </a:cubicBezTo>
                <a:cubicBezTo>
                  <a:pt x="84" y="44"/>
                  <a:pt x="83" y="45"/>
                  <a:pt x="81" y="45"/>
                </a:cubicBezTo>
                <a:cubicBezTo>
                  <a:pt x="79" y="45"/>
                  <a:pt x="78" y="44"/>
                  <a:pt x="78" y="42"/>
                </a:cubicBezTo>
                <a:cubicBezTo>
                  <a:pt x="78" y="40"/>
                  <a:pt x="79" y="39"/>
                  <a:pt x="81" y="39"/>
                </a:cubicBezTo>
                <a:close/>
                <a:moveTo>
                  <a:pt x="38" y="39"/>
                </a:moveTo>
                <a:cubicBezTo>
                  <a:pt x="40" y="39"/>
                  <a:pt x="41" y="40"/>
                  <a:pt x="41" y="42"/>
                </a:cubicBezTo>
                <a:cubicBezTo>
                  <a:pt x="41" y="44"/>
                  <a:pt x="40" y="45"/>
                  <a:pt x="38" y="45"/>
                </a:cubicBezTo>
                <a:cubicBezTo>
                  <a:pt x="36" y="45"/>
                  <a:pt x="35" y="44"/>
                  <a:pt x="35" y="42"/>
                </a:cubicBezTo>
                <a:cubicBezTo>
                  <a:pt x="35" y="40"/>
                  <a:pt x="36" y="39"/>
                  <a:pt x="38" y="39"/>
                </a:cubicBezTo>
                <a:close/>
                <a:moveTo>
                  <a:pt x="84" y="81"/>
                </a:moveTo>
                <a:cubicBezTo>
                  <a:pt x="74" y="90"/>
                  <a:pt x="74" y="90"/>
                  <a:pt x="74" y="90"/>
                </a:cubicBezTo>
                <a:cubicBezTo>
                  <a:pt x="74" y="90"/>
                  <a:pt x="73" y="91"/>
                  <a:pt x="73" y="92"/>
                </a:cubicBezTo>
                <a:cubicBezTo>
                  <a:pt x="73" y="92"/>
                  <a:pt x="73" y="92"/>
                  <a:pt x="73" y="92"/>
                </a:cubicBezTo>
                <a:cubicBezTo>
                  <a:pt x="76" y="105"/>
                  <a:pt x="76" y="105"/>
                  <a:pt x="76" y="105"/>
                </a:cubicBezTo>
                <a:cubicBezTo>
                  <a:pt x="76" y="105"/>
                  <a:pt x="76" y="106"/>
                  <a:pt x="76" y="106"/>
                </a:cubicBezTo>
                <a:cubicBezTo>
                  <a:pt x="76" y="106"/>
                  <a:pt x="76" y="107"/>
                  <a:pt x="75" y="108"/>
                </a:cubicBezTo>
                <a:cubicBezTo>
                  <a:pt x="75" y="108"/>
                  <a:pt x="74" y="109"/>
                  <a:pt x="73" y="109"/>
                </a:cubicBezTo>
                <a:cubicBezTo>
                  <a:pt x="73" y="109"/>
                  <a:pt x="72" y="108"/>
                  <a:pt x="72" y="108"/>
                </a:cubicBezTo>
                <a:cubicBezTo>
                  <a:pt x="60" y="102"/>
                  <a:pt x="60" y="102"/>
                  <a:pt x="60" y="102"/>
                </a:cubicBezTo>
                <a:cubicBezTo>
                  <a:pt x="60" y="102"/>
                  <a:pt x="59" y="102"/>
                  <a:pt x="59" y="102"/>
                </a:cubicBezTo>
                <a:cubicBezTo>
                  <a:pt x="58" y="102"/>
                  <a:pt x="58" y="102"/>
                  <a:pt x="58" y="102"/>
                </a:cubicBezTo>
                <a:cubicBezTo>
                  <a:pt x="46" y="108"/>
                  <a:pt x="46" y="108"/>
                  <a:pt x="46" y="108"/>
                </a:cubicBezTo>
                <a:cubicBezTo>
                  <a:pt x="45" y="108"/>
                  <a:pt x="45" y="109"/>
                  <a:pt x="44" y="109"/>
                </a:cubicBezTo>
                <a:cubicBezTo>
                  <a:pt x="44" y="109"/>
                  <a:pt x="44" y="109"/>
                  <a:pt x="44" y="109"/>
                </a:cubicBezTo>
                <a:cubicBezTo>
                  <a:pt x="43" y="109"/>
                  <a:pt x="43" y="108"/>
                  <a:pt x="42" y="108"/>
                </a:cubicBezTo>
                <a:cubicBezTo>
                  <a:pt x="42" y="107"/>
                  <a:pt x="41" y="106"/>
                  <a:pt x="41" y="106"/>
                </a:cubicBezTo>
                <a:cubicBezTo>
                  <a:pt x="41" y="106"/>
                  <a:pt x="41" y="105"/>
                  <a:pt x="41" y="105"/>
                </a:cubicBezTo>
                <a:cubicBezTo>
                  <a:pt x="44" y="92"/>
                  <a:pt x="44" y="92"/>
                  <a:pt x="44" y="92"/>
                </a:cubicBezTo>
                <a:cubicBezTo>
                  <a:pt x="44" y="92"/>
                  <a:pt x="44" y="92"/>
                  <a:pt x="44" y="92"/>
                </a:cubicBezTo>
                <a:cubicBezTo>
                  <a:pt x="44" y="91"/>
                  <a:pt x="44" y="90"/>
                  <a:pt x="43" y="90"/>
                </a:cubicBezTo>
                <a:cubicBezTo>
                  <a:pt x="34" y="81"/>
                  <a:pt x="34" y="81"/>
                  <a:pt x="34" y="81"/>
                </a:cubicBezTo>
                <a:cubicBezTo>
                  <a:pt x="33" y="80"/>
                  <a:pt x="32" y="79"/>
                  <a:pt x="32" y="78"/>
                </a:cubicBezTo>
                <a:cubicBezTo>
                  <a:pt x="32" y="77"/>
                  <a:pt x="33" y="77"/>
                  <a:pt x="33" y="76"/>
                </a:cubicBezTo>
                <a:cubicBezTo>
                  <a:pt x="34" y="76"/>
                  <a:pt x="35" y="76"/>
                  <a:pt x="35" y="75"/>
                </a:cubicBezTo>
                <a:cubicBezTo>
                  <a:pt x="49" y="74"/>
                  <a:pt x="49" y="74"/>
                  <a:pt x="49" y="74"/>
                </a:cubicBezTo>
                <a:cubicBezTo>
                  <a:pt x="49" y="74"/>
                  <a:pt x="49" y="74"/>
                  <a:pt x="49" y="73"/>
                </a:cubicBezTo>
                <a:cubicBezTo>
                  <a:pt x="50" y="73"/>
                  <a:pt x="50" y="73"/>
                  <a:pt x="50" y="73"/>
                </a:cubicBezTo>
                <a:cubicBezTo>
                  <a:pt x="56" y="60"/>
                  <a:pt x="56" y="60"/>
                  <a:pt x="56" y="60"/>
                </a:cubicBezTo>
                <a:cubicBezTo>
                  <a:pt x="56" y="60"/>
                  <a:pt x="56" y="60"/>
                  <a:pt x="57" y="59"/>
                </a:cubicBezTo>
                <a:cubicBezTo>
                  <a:pt x="57" y="59"/>
                  <a:pt x="58" y="58"/>
                  <a:pt x="59" y="58"/>
                </a:cubicBezTo>
                <a:cubicBezTo>
                  <a:pt x="59" y="58"/>
                  <a:pt x="60" y="59"/>
                  <a:pt x="60" y="59"/>
                </a:cubicBezTo>
                <a:cubicBezTo>
                  <a:pt x="61" y="60"/>
                  <a:pt x="61" y="60"/>
                  <a:pt x="61" y="60"/>
                </a:cubicBezTo>
                <a:cubicBezTo>
                  <a:pt x="67" y="73"/>
                  <a:pt x="67" y="73"/>
                  <a:pt x="67" y="73"/>
                </a:cubicBezTo>
                <a:cubicBezTo>
                  <a:pt x="67" y="73"/>
                  <a:pt x="68" y="73"/>
                  <a:pt x="68" y="73"/>
                </a:cubicBezTo>
                <a:cubicBezTo>
                  <a:pt x="68" y="74"/>
                  <a:pt x="69" y="74"/>
                  <a:pt x="69" y="74"/>
                </a:cubicBezTo>
                <a:cubicBezTo>
                  <a:pt x="82" y="75"/>
                  <a:pt x="82" y="75"/>
                  <a:pt x="82" y="75"/>
                </a:cubicBezTo>
                <a:cubicBezTo>
                  <a:pt x="83" y="76"/>
                  <a:pt x="83" y="76"/>
                  <a:pt x="84" y="76"/>
                </a:cubicBezTo>
                <a:cubicBezTo>
                  <a:pt x="84" y="77"/>
                  <a:pt x="85" y="77"/>
                  <a:pt x="85" y="78"/>
                </a:cubicBezTo>
                <a:cubicBezTo>
                  <a:pt x="85" y="79"/>
                  <a:pt x="84" y="80"/>
                  <a:pt x="84" y="81"/>
                </a:cubicBezTo>
                <a:close/>
                <a:moveTo>
                  <a:pt x="126" y="35"/>
                </a:moveTo>
                <a:cubicBezTo>
                  <a:pt x="102" y="20"/>
                  <a:pt x="102" y="20"/>
                  <a:pt x="102" y="20"/>
                </a:cubicBezTo>
                <a:cubicBezTo>
                  <a:pt x="100" y="19"/>
                  <a:pt x="96" y="19"/>
                  <a:pt x="94" y="22"/>
                </a:cubicBezTo>
                <a:cubicBezTo>
                  <a:pt x="93" y="24"/>
                  <a:pt x="93" y="24"/>
                  <a:pt x="93" y="24"/>
                </a:cubicBezTo>
                <a:cubicBezTo>
                  <a:pt x="91" y="23"/>
                  <a:pt x="88" y="22"/>
                  <a:pt x="87" y="22"/>
                </a:cubicBezTo>
                <a:cubicBezTo>
                  <a:pt x="85" y="22"/>
                  <a:pt x="83" y="22"/>
                  <a:pt x="82" y="23"/>
                </a:cubicBezTo>
                <a:cubicBezTo>
                  <a:pt x="81" y="17"/>
                  <a:pt x="79" y="12"/>
                  <a:pt x="76" y="8"/>
                </a:cubicBezTo>
                <a:cubicBezTo>
                  <a:pt x="72" y="3"/>
                  <a:pt x="65" y="0"/>
                  <a:pt x="59" y="0"/>
                </a:cubicBezTo>
                <a:cubicBezTo>
                  <a:pt x="52" y="0"/>
                  <a:pt x="46" y="3"/>
                  <a:pt x="41" y="8"/>
                </a:cubicBezTo>
                <a:cubicBezTo>
                  <a:pt x="37" y="14"/>
                  <a:pt x="35" y="21"/>
                  <a:pt x="35" y="28"/>
                </a:cubicBezTo>
                <a:cubicBezTo>
                  <a:pt x="39" y="28"/>
                  <a:pt x="39" y="28"/>
                  <a:pt x="39" y="28"/>
                </a:cubicBezTo>
                <a:cubicBezTo>
                  <a:pt x="39" y="22"/>
                  <a:pt x="41" y="16"/>
                  <a:pt x="45" y="11"/>
                </a:cubicBezTo>
                <a:cubicBezTo>
                  <a:pt x="49" y="7"/>
                  <a:pt x="53" y="5"/>
                  <a:pt x="59" y="5"/>
                </a:cubicBezTo>
                <a:cubicBezTo>
                  <a:pt x="64" y="5"/>
                  <a:pt x="69" y="7"/>
                  <a:pt x="72" y="11"/>
                </a:cubicBezTo>
                <a:cubicBezTo>
                  <a:pt x="76" y="16"/>
                  <a:pt x="78" y="22"/>
                  <a:pt x="78" y="28"/>
                </a:cubicBezTo>
                <a:cubicBezTo>
                  <a:pt x="83" y="28"/>
                  <a:pt x="83" y="28"/>
                  <a:pt x="83" y="28"/>
                </a:cubicBezTo>
                <a:cubicBezTo>
                  <a:pt x="83" y="27"/>
                  <a:pt x="83" y="26"/>
                  <a:pt x="83" y="25"/>
                </a:cubicBezTo>
                <a:cubicBezTo>
                  <a:pt x="84" y="25"/>
                  <a:pt x="85" y="24"/>
                  <a:pt x="87" y="24"/>
                </a:cubicBezTo>
                <a:cubicBezTo>
                  <a:pt x="88" y="24"/>
                  <a:pt x="90" y="25"/>
                  <a:pt x="92" y="26"/>
                </a:cubicBezTo>
                <a:cubicBezTo>
                  <a:pt x="90" y="29"/>
                  <a:pt x="90" y="29"/>
                  <a:pt x="90" y="29"/>
                </a:cubicBezTo>
                <a:cubicBezTo>
                  <a:pt x="88" y="32"/>
                  <a:pt x="89" y="35"/>
                  <a:pt x="92" y="37"/>
                </a:cubicBezTo>
                <a:cubicBezTo>
                  <a:pt x="115" y="52"/>
                  <a:pt x="115" y="52"/>
                  <a:pt x="115" y="52"/>
                </a:cubicBezTo>
                <a:cubicBezTo>
                  <a:pt x="118" y="54"/>
                  <a:pt x="121" y="53"/>
                  <a:pt x="123" y="50"/>
                </a:cubicBezTo>
                <a:cubicBezTo>
                  <a:pt x="127" y="43"/>
                  <a:pt x="127" y="43"/>
                  <a:pt x="127" y="43"/>
                </a:cubicBezTo>
                <a:cubicBezTo>
                  <a:pt x="129" y="40"/>
                  <a:pt x="128" y="37"/>
                  <a:pt x="126" y="35"/>
                </a:cubicBezTo>
                <a:close/>
                <a:moveTo>
                  <a:pt x="97" y="26"/>
                </a:moveTo>
                <a:cubicBezTo>
                  <a:pt x="98" y="26"/>
                  <a:pt x="99" y="27"/>
                  <a:pt x="99" y="28"/>
                </a:cubicBezTo>
                <a:cubicBezTo>
                  <a:pt x="99" y="30"/>
                  <a:pt x="98" y="30"/>
                  <a:pt x="97" y="30"/>
                </a:cubicBezTo>
                <a:cubicBezTo>
                  <a:pt x="96" y="30"/>
                  <a:pt x="95" y="30"/>
                  <a:pt x="95" y="28"/>
                </a:cubicBezTo>
                <a:cubicBezTo>
                  <a:pt x="95" y="27"/>
                  <a:pt x="96" y="26"/>
                  <a:pt x="97" y="26"/>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sp>
        <p:nvSpPr>
          <p:cNvPr id="22546" name="Freeform 96"/>
          <p:cNvSpPr>
            <a:spLocks noEditPoints="1"/>
          </p:cNvSpPr>
          <p:nvPr/>
        </p:nvSpPr>
        <p:spPr bwMode="auto">
          <a:xfrm>
            <a:off x="9569450" y="2689225"/>
            <a:ext cx="495300" cy="593725"/>
          </a:xfrm>
          <a:custGeom>
            <a:avLst/>
            <a:gdLst>
              <a:gd name="T0" fmla="*/ 2147483647 w 118"/>
              <a:gd name="T1" fmla="*/ 2147483647 h 141"/>
              <a:gd name="T2" fmla="*/ 2147483647 w 118"/>
              <a:gd name="T3" fmla="*/ 2147483647 h 141"/>
              <a:gd name="T4" fmla="*/ 2147483647 w 118"/>
              <a:gd name="T5" fmla="*/ 2147483647 h 141"/>
              <a:gd name="T6" fmla="*/ 2147483647 w 118"/>
              <a:gd name="T7" fmla="*/ 2147483647 h 141"/>
              <a:gd name="T8" fmla="*/ 2147483647 w 118"/>
              <a:gd name="T9" fmla="*/ 2147483647 h 141"/>
              <a:gd name="T10" fmla="*/ 2147483647 w 118"/>
              <a:gd name="T11" fmla="*/ 2147483647 h 141"/>
              <a:gd name="T12" fmla="*/ 2147483647 w 118"/>
              <a:gd name="T13" fmla="*/ 2147483647 h 141"/>
              <a:gd name="T14" fmla="*/ 2147483647 w 118"/>
              <a:gd name="T15" fmla="*/ 2147483647 h 141"/>
              <a:gd name="T16" fmla="*/ 0 w 118"/>
              <a:gd name="T17" fmla="*/ 2147483647 h 141"/>
              <a:gd name="T18" fmla="*/ 2147483647 w 118"/>
              <a:gd name="T19" fmla="*/ 2147483647 h 141"/>
              <a:gd name="T20" fmla="*/ 2147483647 w 118"/>
              <a:gd name="T21" fmla="*/ 2147483647 h 141"/>
              <a:gd name="T22" fmla="*/ 2147483647 w 118"/>
              <a:gd name="T23" fmla="*/ 2147483647 h 141"/>
              <a:gd name="T24" fmla="*/ 2147483647 w 118"/>
              <a:gd name="T25" fmla="*/ 2147483647 h 141"/>
              <a:gd name="T26" fmla="*/ 2147483647 w 118"/>
              <a:gd name="T27" fmla="*/ 2147483647 h 141"/>
              <a:gd name="T28" fmla="*/ 2147483647 w 118"/>
              <a:gd name="T29" fmla="*/ 2147483647 h 141"/>
              <a:gd name="T30" fmla="*/ 2147483647 w 118"/>
              <a:gd name="T31" fmla="*/ 2147483647 h 141"/>
              <a:gd name="T32" fmla="*/ 2147483647 w 118"/>
              <a:gd name="T33" fmla="*/ 2147483647 h 141"/>
              <a:gd name="T34" fmla="*/ 2147483647 w 118"/>
              <a:gd name="T35" fmla="*/ 2147483647 h 141"/>
              <a:gd name="T36" fmla="*/ 2147483647 w 118"/>
              <a:gd name="T37" fmla="*/ 2147483647 h 141"/>
              <a:gd name="T38" fmla="*/ 2147483647 w 118"/>
              <a:gd name="T39" fmla="*/ 2147483647 h 141"/>
              <a:gd name="T40" fmla="*/ 2147483647 w 118"/>
              <a:gd name="T41" fmla="*/ 2147483647 h 141"/>
              <a:gd name="T42" fmla="*/ 2147483647 w 118"/>
              <a:gd name="T43" fmla="*/ 2147483647 h 141"/>
              <a:gd name="T44" fmla="*/ 2147483647 w 118"/>
              <a:gd name="T45" fmla="*/ 2147483647 h 141"/>
              <a:gd name="T46" fmla="*/ 2147483647 w 118"/>
              <a:gd name="T47" fmla="*/ 2147483647 h 141"/>
              <a:gd name="T48" fmla="*/ 2147483647 w 118"/>
              <a:gd name="T49" fmla="*/ 2147483647 h 141"/>
              <a:gd name="T50" fmla="*/ 2147483647 w 118"/>
              <a:gd name="T51" fmla="*/ 2147483647 h 141"/>
              <a:gd name="T52" fmla="*/ 2147483647 w 118"/>
              <a:gd name="T53" fmla="*/ 2147483647 h 141"/>
              <a:gd name="T54" fmla="*/ 2147483647 w 118"/>
              <a:gd name="T55" fmla="*/ 2147483647 h 141"/>
              <a:gd name="T56" fmla="*/ 2147483647 w 118"/>
              <a:gd name="T57" fmla="*/ 2147483647 h 141"/>
              <a:gd name="T58" fmla="*/ 2147483647 w 118"/>
              <a:gd name="T59" fmla="*/ 2147483647 h 141"/>
              <a:gd name="T60" fmla="*/ 2147483647 w 118"/>
              <a:gd name="T61" fmla="*/ 2147483647 h 141"/>
              <a:gd name="T62" fmla="*/ 2147483647 w 118"/>
              <a:gd name="T63" fmla="*/ 2147483647 h 141"/>
              <a:gd name="T64" fmla="*/ 2147483647 w 118"/>
              <a:gd name="T65" fmla="*/ 2147483647 h 141"/>
              <a:gd name="T66" fmla="*/ 2147483647 w 118"/>
              <a:gd name="T67" fmla="*/ 2147483647 h 141"/>
              <a:gd name="T68" fmla="*/ 2147483647 w 118"/>
              <a:gd name="T69" fmla="*/ 2147483647 h 141"/>
              <a:gd name="T70" fmla="*/ 2147483647 w 118"/>
              <a:gd name="T71" fmla="*/ 2147483647 h 141"/>
              <a:gd name="T72" fmla="*/ 2147483647 w 118"/>
              <a:gd name="T73" fmla="*/ 2147483647 h 141"/>
              <a:gd name="T74" fmla="*/ 2147483647 w 118"/>
              <a:gd name="T75" fmla="*/ 2147483647 h 141"/>
              <a:gd name="T76" fmla="*/ 2147483647 w 118"/>
              <a:gd name="T77" fmla="*/ 2147483647 h 141"/>
              <a:gd name="T78" fmla="*/ 2147483647 w 118"/>
              <a:gd name="T79" fmla="*/ 2147483647 h 141"/>
              <a:gd name="T80" fmla="*/ 2147483647 w 118"/>
              <a:gd name="T81" fmla="*/ 2147483647 h 141"/>
              <a:gd name="T82" fmla="*/ 2147483647 w 118"/>
              <a:gd name="T83" fmla="*/ 2147483647 h 141"/>
              <a:gd name="T84" fmla="*/ 2147483647 w 118"/>
              <a:gd name="T85" fmla="*/ 2147483647 h 141"/>
              <a:gd name="T86" fmla="*/ 2147483647 w 118"/>
              <a:gd name="T87" fmla="*/ 2147483647 h 141"/>
              <a:gd name="T88" fmla="*/ 2147483647 w 118"/>
              <a:gd name="T89" fmla="*/ 2147483647 h 141"/>
              <a:gd name="T90" fmla="*/ 2147483647 w 118"/>
              <a:gd name="T91" fmla="*/ 2147483647 h 141"/>
              <a:gd name="T92" fmla="*/ 2147483647 w 118"/>
              <a:gd name="T93" fmla="*/ 2147483647 h 141"/>
              <a:gd name="T94" fmla="*/ 2147483647 w 118"/>
              <a:gd name="T95" fmla="*/ 2147483647 h 141"/>
              <a:gd name="T96" fmla="*/ 2147483647 w 118"/>
              <a:gd name="T97" fmla="*/ 2147483647 h 141"/>
              <a:gd name="T98" fmla="*/ 2147483647 w 118"/>
              <a:gd name="T99" fmla="*/ 2147483647 h 141"/>
              <a:gd name="T100" fmla="*/ 2147483647 w 118"/>
              <a:gd name="T101" fmla="*/ 2147483647 h 141"/>
              <a:gd name="T102" fmla="*/ 2147483647 w 118"/>
              <a:gd name="T103" fmla="*/ 2147483647 h 141"/>
              <a:gd name="T104" fmla="*/ 2147483647 w 118"/>
              <a:gd name="T105" fmla="*/ 2147483647 h 141"/>
              <a:gd name="T106" fmla="*/ 2147483647 w 118"/>
              <a:gd name="T107" fmla="*/ 2147483647 h 1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118" h="141">
                <a:moveTo>
                  <a:pt x="11" y="93"/>
                </a:moveTo>
                <a:cubicBezTo>
                  <a:pt x="13" y="93"/>
                  <a:pt x="13" y="93"/>
                  <a:pt x="13" y="93"/>
                </a:cubicBezTo>
                <a:cubicBezTo>
                  <a:pt x="13" y="100"/>
                  <a:pt x="13" y="100"/>
                  <a:pt x="13" y="100"/>
                </a:cubicBezTo>
                <a:cubicBezTo>
                  <a:pt x="11" y="100"/>
                  <a:pt x="11" y="100"/>
                  <a:pt x="11" y="100"/>
                </a:cubicBezTo>
                <a:lnTo>
                  <a:pt x="11" y="93"/>
                </a:lnTo>
                <a:close/>
                <a:moveTo>
                  <a:pt x="11" y="90"/>
                </a:moveTo>
                <a:cubicBezTo>
                  <a:pt x="13" y="90"/>
                  <a:pt x="13" y="90"/>
                  <a:pt x="13" y="90"/>
                </a:cubicBezTo>
                <a:cubicBezTo>
                  <a:pt x="13" y="82"/>
                  <a:pt x="13" y="82"/>
                  <a:pt x="13" y="82"/>
                </a:cubicBezTo>
                <a:cubicBezTo>
                  <a:pt x="11" y="82"/>
                  <a:pt x="11" y="82"/>
                  <a:pt x="11" y="82"/>
                </a:cubicBezTo>
                <a:lnTo>
                  <a:pt x="11" y="90"/>
                </a:lnTo>
                <a:close/>
                <a:moveTo>
                  <a:pt x="11" y="121"/>
                </a:moveTo>
                <a:cubicBezTo>
                  <a:pt x="13" y="121"/>
                  <a:pt x="13" y="121"/>
                  <a:pt x="13" y="121"/>
                </a:cubicBezTo>
                <a:cubicBezTo>
                  <a:pt x="13" y="113"/>
                  <a:pt x="13" y="113"/>
                  <a:pt x="13" y="113"/>
                </a:cubicBezTo>
                <a:cubicBezTo>
                  <a:pt x="11" y="113"/>
                  <a:pt x="11" y="113"/>
                  <a:pt x="11" y="113"/>
                </a:cubicBezTo>
                <a:lnTo>
                  <a:pt x="11" y="121"/>
                </a:lnTo>
                <a:close/>
                <a:moveTo>
                  <a:pt x="13" y="65"/>
                </a:moveTo>
                <a:cubicBezTo>
                  <a:pt x="13" y="64"/>
                  <a:pt x="14" y="63"/>
                  <a:pt x="14" y="63"/>
                </a:cubicBezTo>
                <a:cubicBezTo>
                  <a:pt x="13" y="61"/>
                  <a:pt x="13" y="61"/>
                  <a:pt x="13" y="61"/>
                </a:cubicBezTo>
                <a:cubicBezTo>
                  <a:pt x="12" y="62"/>
                  <a:pt x="11" y="64"/>
                  <a:pt x="11" y="65"/>
                </a:cubicBezTo>
                <a:cubicBezTo>
                  <a:pt x="11" y="69"/>
                  <a:pt x="11" y="69"/>
                  <a:pt x="11" y="69"/>
                </a:cubicBezTo>
                <a:cubicBezTo>
                  <a:pt x="13" y="69"/>
                  <a:pt x="13" y="69"/>
                  <a:pt x="13" y="69"/>
                </a:cubicBezTo>
                <a:lnTo>
                  <a:pt x="13" y="65"/>
                </a:lnTo>
                <a:close/>
                <a:moveTo>
                  <a:pt x="11" y="124"/>
                </a:moveTo>
                <a:cubicBezTo>
                  <a:pt x="11" y="127"/>
                  <a:pt x="14" y="129"/>
                  <a:pt x="16" y="130"/>
                </a:cubicBezTo>
                <a:cubicBezTo>
                  <a:pt x="17" y="128"/>
                  <a:pt x="17" y="128"/>
                  <a:pt x="17" y="128"/>
                </a:cubicBezTo>
                <a:cubicBezTo>
                  <a:pt x="15" y="127"/>
                  <a:pt x="13" y="126"/>
                  <a:pt x="13" y="124"/>
                </a:cubicBezTo>
                <a:cubicBezTo>
                  <a:pt x="13" y="124"/>
                  <a:pt x="13" y="124"/>
                  <a:pt x="13" y="124"/>
                </a:cubicBezTo>
                <a:cubicBezTo>
                  <a:pt x="11" y="124"/>
                  <a:pt x="11" y="124"/>
                  <a:pt x="11" y="124"/>
                </a:cubicBezTo>
                <a:close/>
                <a:moveTo>
                  <a:pt x="11" y="110"/>
                </a:moveTo>
                <a:cubicBezTo>
                  <a:pt x="13" y="110"/>
                  <a:pt x="13" y="110"/>
                  <a:pt x="13" y="110"/>
                </a:cubicBezTo>
                <a:cubicBezTo>
                  <a:pt x="13" y="103"/>
                  <a:pt x="13" y="103"/>
                  <a:pt x="13" y="103"/>
                </a:cubicBezTo>
                <a:cubicBezTo>
                  <a:pt x="11" y="103"/>
                  <a:pt x="11" y="103"/>
                  <a:pt x="11" y="103"/>
                </a:cubicBezTo>
                <a:lnTo>
                  <a:pt x="11" y="110"/>
                </a:lnTo>
                <a:close/>
                <a:moveTo>
                  <a:pt x="103" y="116"/>
                </a:moveTo>
                <a:cubicBezTo>
                  <a:pt x="101" y="116"/>
                  <a:pt x="101" y="116"/>
                  <a:pt x="101" y="116"/>
                </a:cubicBezTo>
                <a:cubicBezTo>
                  <a:pt x="101" y="112"/>
                  <a:pt x="101" y="112"/>
                  <a:pt x="101" y="112"/>
                </a:cubicBezTo>
                <a:cubicBezTo>
                  <a:pt x="83" y="112"/>
                  <a:pt x="83" y="112"/>
                  <a:pt x="83" y="112"/>
                </a:cubicBezTo>
                <a:cubicBezTo>
                  <a:pt x="73" y="112"/>
                  <a:pt x="65" y="104"/>
                  <a:pt x="65" y="94"/>
                </a:cubicBezTo>
                <a:cubicBezTo>
                  <a:pt x="65" y="84"/>
                  <a:pt x="73" y="76"/>
                  <a:pt x="83" y="76"/>
                </a:cubicBezTo>
                <a:cubicBezTo>
                  <a:pt x="107" y="76"/>
                  <a:pt x="107" y="76"/>
                  <a:pt x="107" y="76"/>
                </a:cubicBezTo>
                <a:cubicBezTo>
                  <a:pt x="107" y="62"/>
                  <a:pt x="107" y="62"/>
                  <a:pt x="107" y="62"/>
                </a:cubicBezTo>
                <a:cubicBezTo>
                  <a:pt x="107" y="58"/>
                  <a:pt x="104" y="55"/>
                  <a:pt x="101" y="55"/>
                </a:cubicBezTo>
                <a:cubicBezTo>
                  <a:pt x="14" y="55"/>
                  <a:pt x="14" y="55"/>
                  <a:pt x="14" y="55"/>
                </a:cubicBezTo>
                <a:cubicBezTo>
                  <a:pt x="10" y="55"/>
                  <a:pt x="7" y="58"/>
                  <a:pt x="7" y="62"/>
                </a:cubicBezTo>
                <a:cubicBezTo>
                  <a:pt x="7" y="127"/>
                  <a:pt x="7" y="127"/>
                  <a:pt x="7" y="127"/>
                </a:cubicBezTo>
                <a:cubicBezTo>
                  <a:pt x="7" y="131"/>
                  <a:pt x="10" y="134"/>
                  <a:pt x="14" y="134"/>
                </a:cubicBezTo>
                <a:cubicBezTo>
                  <a:pt x="101" y="134"/>
                  <a:pt x="101" y="134"/>
                  <a:pt x="101" y="134"/>
                </a:cubicBezTo>
                <a:cubicBezTo>
                  <a:pt x="104" y="134"/>
                  <a:pt x="107" y="131"/>
                  <a:pt x="107" y="127"/>
                </a:cubicBezTo>
                <a:cubicBezTo>
                  <a:pt x="107" y="113"/>
                  <a:pt x="107" y="113"/>
                  <a:pt x="107" y="113"/>
                </a:cubicBezTo>
                <a:cubicBezTo>
                  <a:pt x="114" y="113"/>
                  <a:pt x="114" y="113"/>
                  <a:pt x="114" y="113"/>
                </a:cubicBezTo>
                <a:cubicBezTo>
                  <a:pt x="114" y="127"/>
                  <a:pt x="114" y="127"/>
                  <a:pt x="114" y="127"/>
                </a:cubicBezTo>
                <a:cubicBezTo>
                  <a:pt x="114" y="135"/>
                  <a:pt x="108" y="141"/>
                  <a:pt x="101" y="141"/>
                </a:cubicBezTo>
                <a:cubicBezTo>
                  <a:pt x="14" y="141"/>
                  <a:pt x="14" y="141"/>
                  <a:pt x="14" y="141"/>
                </a:cubicBezTo>
                <a:cubicBezTo>
                  <a:pt x="6" y="141"/>
                  <a:pt x="0" y="135"/>
                  <a:pt x="0" y="127"/>
                </a:cubicBezTo>
                <a:cubicBezTo>
                  <a:pt x="0" y="62"/>
                  <a:pt x="0" y="62"/>
                  <a:pt x="0" y="62"/>
                </a:cubicBezTo>
                <a:cubicBezTo>
                  <a:pt x="0" y="54"/>
                  <a:pt x="6" y="48"/>
                  <a:pt x="14" y="48"/>
                </a:cubicBezTo>
                <a:cubicBezTo>
                  <a:pt x="19" y="48"/>
                  <a:pt x="19" y="48"/>
                  <a:pt x="19" y="48"/>
                </a:cubicBezTo>
                <a:cubicBezTo>
                  <a:pt x="22" y="45"/>
                  <a:pt x="22" y="45"/>
                  <a:pt x="22" y="45"/>
                </a:cubicBezTo>
                <a:cubicBezTo>
                  <a:pt x="64" y="3"/>
                  <a:pt x="64" y="3"/>
                  <a:pt x="64" y="3"/>
                </a:cubicBezTo>
                <a:cubicBezTo>
                  <a:pt x="66" y="0"/>
                  <a:pt x="70" y="0"/>
                  <a:pt x="73" y="3"/>
                </a:cubicBezTo>
                <a:cubicBezTo>
                  <a:pt x="101" y="32"/>
                  <a:pt x="101" y="32"/>
                  <a:pt x="101" y="32"/>
                </a:cubicBezTo>
                <a:cubicBezTo>
                  <a:pt x="104" y="34"/>
                  <a:pt x="104" y="38"/>
                  <a:pt x="101" y="41"/>
                </a:cubicBezTo>
                <a:cubicBezTo>
                  <a:pt x="96" y="46"/>
                  <a:pt x="96" y="46"/>
                  <a:pt x="96" y="46"/>
                </a:cubicBezTo>
                <a:cubicBezTo>
                  <a:pt x="94" y="48"/>
                  <a:pt x="94" y="48"/>
                  <a:pt x="94" y="48"/>
                </a:cubicBezTo>
                <a:cubicBezTo>
                  <a:pt x="101" y="48"/>
                  <a:pt x="101" y="48"/>
                  <a:pt x="101" y="48"/>
                </a:cubicBezTo>
                <a:cubicBezTo>
                  <a:pt x="108" y="48"/>
                  <a:pt x="114" y="54"/>
                  <a:pt x="114" y="62"/>
                </a:cubicBezTo>
                <a:cubicBezTo>
                  <a:pt x="114" y="76"/>
                  <a:pt x="114" y="76"/>
                  <a:pt x="114" y="76"/>
                </a:cubicBezTo>
                <a:cubicBezTo>
                  <a:pt x="118" y="76"/>
                  <a:pt x="118" y="76"/>
                  <a:pt x="118" y="76"/>
                </a:cubicBezTo>
                <a:cubicBezTo>
                  <a:pt x="118" y="112"/>
                  <a:pt x="118" y="112"/>
                  <a:pt x="118" y="112"/>
                </a:cubicBezTo>
                <a:cubicBezTo>
                  <a:pt x="103" y="112"/>
                  <a:pt x="103" y="112"/>
                  <a:pt x="103" y="112"/>
                </a:cubicBezTo>
                <a:lnTo>
                  <a:pt x="103" y="116"/>
                </a:lnTo>
                <a:close/>
                <a:moveTo>
                  <a:pt x="69" y="48"/>
                </a:moveTo>
                <a:cubicBezTo>
                  <a:pt x="69" y="47"/>
                  <a:pt x="69" y="46"/>
                  <a:pt x="69" y="45"/>
                </a:cubicBezTo>
                <a:cubicBezTo>
                  <a:pt x="69" y="42"/>
                  <a:pt x="68" y="40"/>
                  <a:pt x="66" y="38"/>
                </a:cubicBezTo>
                <a:cubicBezTo>
                  <a:pt x="60" y="32"/>
                  <a:pt x="50" y="33"/>
                  <a:pt x="44" y="39"/>
                </a:cubicBezTo>
                <a:cubicBezTo>
                  <a:pt x="42" y="41"/>
                  <a:pt x="41" y="43"/>
                  <a:pt x="40" y="45"/>
                </a:cubicBezTo>
                <a:cubicBezTo>
                  <a:pt x="40" y="46"/>
                  <a:pt x="39" y="47"/>
                  <a:pt x="39" y="48"/>
                </a:cubicBezTo>
                <a:cubicBezTo>
                  <a:pt x="47" y="48"/>
                  <a:pt x="47" y="48"/>
                  <a:pt x="47" y="48"/>
                </a:cubicBezTo>
                <a:cubicBezTo>
                  <a:pt x="47" y="47"/>
                  <a:pt x="47" y="46"/>
                  <a:pt x="48" y="45"/>
                </a:cubicBezTo>
                <a:cubicBezTo>
                  <a:pt x="48" y="45"/>
                  <a:pt x="48" y="44"/>
                  <a:pt x="48" y="44"/>
                </a:cubicBezTo>
                <a:cubicBezTo>
                  <a:pt x="46" y="42"/>
                  <a:pt x="46" y="42"/>
                  <a:pt x="46" y="42"/>
                </a:cubicBezTo>
                <a:cubicBezTo>
                  <a:pt x="48" y="41"/>
                  <a:pt x="48" y="41"/>
                  <a:pt x="48" y="41"/>
                </a:cubicBezTo>
                <a:cubicBezTo>
                  <a:pt x="50" y="42"/>
                  <a:pt x="50" y="42"/>
                  <a:pt x="50" y="42"/>
                </a:cubicBezTo>
                <a:cubicBezTo>
                  <a:pt x="51" y="41"/>
                  <a:pt x="52" y="41"/>
                  <a:pt x="53" y="40"/>
                </a:cubicBezTo>
                <a:cubicBezTo>
                  <a:pt x="54" y="43"/>
                  <a:pt x="54" y="43"/>
                  <a:pt x="54" y="43"/>
                </a:cubicBezTo>
                <a:cubicBezTo>
                  <a:pt x="54" y="43"/>
                  <a:pt x="52" y="43"/>
                  <a:pt x="51" y="45"/>
                </a:cubicBezTo>
                <a:cubicBezTo>
                  <a:pt x="51" y="45"/>
                  <a:pt x="51" y="45"/>
                  <a:pt x="51" y="45"/>
                </a:cubicBezTo>
                <a:cubicBezTo>
                  <a:pt x="50" y="46"/>
                  <a:pt x="50" y="47"/>
                  <a:pt x="50" y="47"/>
                </a:cubicBezTo>
                <a:cubicBezTo>
                  <a:pt x="51" y="48"/>
                  <a:pt x="52" y="48"/>
                  <a:pt x="54" y="47"/>
                </a:cubicBezTo>
                <a:cubicBezTo>
                  <a:pt x="57" y="45"/>
                  <a:pt x="59" y="45"/>
                  <a:pt x="60" y="47"/>
                </a:cubicBezTo>
                <a:cubicBezTo>
                  <a:pt x="61" y="47"/>
                  <a:pt x="61" y="48"/>
                  <a:pt x="61" y="48"/>
                </a:cubicBezTo>
                <a:lnTo>
                  <a:pt x="69" y="48"/>
                </a:lnTo>
                <a:close/>
                <a:moveTo>
                  <a:pt x="79" y="30"/>
                </a:moveTo>
                <a:cubicBezTo>
                  <a:pt x="79" y="30"/>
                  <a:pt x="79" y="29"/>
                  <a:pt x="79" y="28"/>
                </a:cubicBezTo>
                <a:cubicBezTo>
                  <a:pt x="78" y="28"/>
                  <a:pt x="78" y="28"/>
                  <a:pt x="78" y="28"/>
                </a:cubicBezTo>
                <a:cubicBezTo>
                  <a:pt x="78" y="28"/>
                  <a:pt x="78" y="28"/>
                  <a:pt x="78" y="28"/>
                </a:cubicBezTo>
                <a:cubicBezTo>
                  <a:pt x="78" y="28"/>
                  <a:pt x="78" y="28"/>
                  <a:pt x="78" y="28"/>
                </a:cubicBezTo>
                <a:cubicBezTo>
                  <a:pt x="78" y="27"/>
                  <a:pt x="78" y="27"/>
                  <a:pt x="78" y="27"/>
                </a:cubicBezTo>
                <a:cubicBezTo>
                  <a:pt x="78" y="27"/>
                  <a:pt x="78" y="27"/>
                  <a:pt x="78" y="27"/>
                </a:cubicBezTo>
                <a:cubicBezTo>
                  <a:pt x="78" y="27"/>
                  <a:pt x="78" y="27"/>
                  <a:pt x="78" y="27"/>
                </a:cubicBezTo>
                <a:cubicBezTo>
                  <a:pt x="77" y="27"/>
                  <a:pt x="77" y="26"/>
                  <a:pt x="77" y="26"/>
                </a:cubicBezTo>
                <a:cubicBezTo>
                  <a:pt x="77" y="26"/>
                  <a:pt x="76" y="25"/>
                  <a:pt x="75" y="25"/>
                </a:cubicBezTo>
                <a:cubicBezTo>
                  <a:pt x="75" y="25"/>
                  <a:pt x="75" y="25"/>
                  <a:pt x="75" y="25"/>
                </a:cubicBezTo>
                <a:cubicBezTo>
                  <a:pt x="75" y="25"/>
                  <a:pt x="75" y="25"/>
                  <a:pt x="75" y="25"/>
                </a:cubicBezTo>
                <a:cubicBezTo>
                  <a:pt x="75" y="25"/>
                  <a:pt x="75" y="25"/>
                  <a:pt x="74" y="25"/>
                </a:cubicBezTo>
                <a:cubicBezTo>
                  <a:pt x="74" y="25"/>
                  <a:pt x="74" y="25"/>
                  <a:pt x="74" y="25"/>
                </a:cubicBezTo>
                <a:cubicBezTo>
                  <a:pt x="74" y="25"/>
                  <a:pt x="74" y="25"/>
                  <a:pt x="74" y="25"/>
                </a:cubicBezTo>
                <a:cubicBezTo>
                  <a:pt x="74" y="25"/>
                  <a:pt x="74" y="25"/>
                  <a:pt x="74" y="25"/>
                </a:cubicBezTo>
                <a:cubicBezTo>
                  <a:pt x="73" y="24"/>
                  <a:pt x="73" y="24"/>
                  <a:pt x="73" y="25"/>
                </a:cubicBezTo>
                <a:cubicBezTo>
                  <a:pt x="73" y="25"/>
                  <a:pt x="73" y="25"/>
                  <a:pt x="73" y="25"/>
                </a:cubicBezTo>
                <a:cubicBezTo>
                  <a:pt x="73" y="25"/>
                  <a:pt x="72" y="25"/>
                  <a:pt x="72" y="25"/>
                </a:cubicBezTo>
                <a:cubicBezTo>
                  <a:pt x="72" y="25"/>
                  <a:pt x="72" y="25"/>
                  <a:pt x="72" y="25"/>
                </a:cubicBezTo>
                <a:cubicBezTo>
                  <a:pt x="72" y="25"/>
                  <a:pt x="72" y="25"/>
                  <a:pt x="71" y="25"/>
                </a:cubicBezTo>
                <a:cubicBezTo>
                  <a:pt x="71" y="25"/>
                  <a:pt x="71" y="25"/>
                  <a:pt x="71" y="25"/>
                </a:cubicBezTo>
                <a:cubicBezTo>
                  <a:pt x="71" y="25"/>
                  <a:pt x="71" y="25"/>
                  <a:pt x="71" y="25"/>
                </a:cubicBezTo>
                <a:cubicBezTo>
                  <a:pt x="71" y="25"/>
                  <a:pt x="71" y="25"/>
                  <a:pt x="71" y="25"/>
                </a:cubicBezTo>
                <a:cubicBezTo>
                  <a:pt x="70" y="25"/>
                  <a:pt x="70" y="25"/>
                  <a:pt x="70" y="26"/>
                </a:cubicBezTo>
                <a:cubicBezTo>
                  <a:pt x="70" y="26"/>
                  <a:pt x="70" y="26"/>
                  <a:pt x="70" y="26"/>
                </a:cubicBezTo>
                <a:cubicBezTo>
                  <a:pt x="70" y="26"/>
                  <a:pt x="69" y="26"/>
                  <a:pt x="69" y="26"/>
                </a:cubicBezTo>
                <a:cubicBezTo>
                  <a:pt x="69" y="26"/>
                  <a:pt x="69" y="27"/>
                  <a:pt x="69" y="27"/>
                </a:cubicBezTo>
                <a:cubicBezTo>
                  <a:pt x="69" y="27"/>
                  <a:pt x="69" y="27"/>
                  <a:pt x="69" y="27"/>
                </a:cubicBezTo>
                <a:cubicBezTo>
                  <a:pt x="68" y="27"/>
                  <a:pt x="68" y="27"/>
                  <a:pt x="68" y="28"/>
                </a:cubicBezTo>
                <a:cubicBezTo>
                  <a:pt x="68" y="28"/>
                  <a:pt x="68" y="28"/>
                  <a:pt x="68" y="28"/>
                </a:cubicBezTo>
                <a:cubicBezTo>
                  <a:pt x="68" y="28"/>
                  <a:pt x="68" y="28"/>
                  <a:pt x="68" y="29"/>
                </a:cubicBezTo>
                <a:cubicBezTo>
                  <a:pt x="68" y="29"/>
                  <a:pt x="68" y="29"/>
                  <a:pt x="68" y="29"/>
                </a:cubicBezTo>
                <a:cubicBezTo>
                  <a:pt x="68" y="29"/>
                  <a:pt x="68" y="29"/>
                  <a:pt x="68" y="30"/>
                </a:cubicBezTo>
                <a:cubicBezTo>
                  <a:pt x="68" y="30"/>
                  <a:pt x="68" y="30"/>
                  <a:pt x="68" y="30"/>
                </a:cubicBezTo>
                <a:cubicBezTo>
                  <a:pt x="68" y="30"/>
                  <a:pt x="68" y="30"/>
                  <a:pt x="68" y="31"/>
                </a:cubicBezTo>
                <a:cubicBezTo>
                  <a:pt x="68" y="31"/>
                  <a:pt x="68" y="31"/>
                  <a:pt x="68" y="31"/>
                </a:cubicBezTo>
                <a:cubicBezTo>
                  <a:pt x="68" y="31"/>
                  <a:pt x="68" y="31"/>
                  <a:pt x="68" y="32"/>
                </a:cubicBezTo>
                <a:cubicBezTo>
                  <a:pt x="68" y="32"/>
                  <a:pt x="68" y="32"/>
                  <a:pt x="68" y="32"/>
                </a:cubicBezTo>
                <a:cubicBezTo>
                  <a:pt x="68" y="32"/>
                  <a:pt x="68" y="32"/>
                  <a:pt x="68" y="32"/>
                </a:cubicBezTo>
                <a:cubicBezTo>
                  <a:pt x="68" y="32"/>
                  <a:pt x="68" y="33"/>
                  <a:pt x="68" y="33"/>
                </a:cubicBezTo>
                <a:cubicBezTo>
                  <a:pt x="68" y="33"/>
                  <a:pt x="69" y="33"/>
                  <a:pt x="69" y="33"/>
                </a:cubicBezTo>
                <a:cubicBezTo>
                  <a:pt x="69" y="33"/>
                  <a:pt x="69" y="33"/>
                  <a:pt x="69" y="33"/>
                </a:cubicBezTo>
                <a:cubicBezTo>
                  <a:pt x="69" y="33"/>
                  <a:pt x="69" y="33"/>
                  <a:pt x="69" y="33"/>
                </a:cubicBezTo>
                <a:cubicBezTo>
                  <a:pt x="69" y="34"/>
                  <a:pt x="69" y="34"/>
                  <a:pt x="69" y="34"/>
                </a:cubicBezTo>
                <a:cubicBezTo>
                  <a:pt x="69" y="34"/>
                  <a:pt x="69" y="34"/>
                  <a:pt x="69" y="34"/>
                </a:cubicBezTo>
                <a:cubicBezTo>
                  <a:pt x="69" y="34"/>
                  <a:pt x="70" y="34"/>
                  <a:pt x="70" y="34"/>
                </a:cubicBezTo>
                <a:cubicBezTo>
                  <a:pt x="70" y="34"/>
                  <a:pt x="70" y="34"/>
                  <a:pt x="70" y="34"/>
                </a:cubicBezTo>
                <a:cubicBezTo>
                  <a:pt x="70" y="34"/>
                  <a:pt x="70" y="35"/>
                  <a:pt x="70" y="35"/>
                </a:cubicBezTo>
                <a:cubicBezTo>
                  <a:pt x="70" y="35"/>
                  <a:pt x="70" y="35"/>
                  <a:pt x="70" y="35"/>
                </a:cubicBezTo>
                <a:cubicBezTo>
                  <a:pt x="70" y="35"/>
                  <a:pt x="71" y="35"/>
                  <a:pt x="71" y="35"/>
                </a:cubicBezTo>
                <a:cubicBezTo>
                  <a:pt x="71" y="35"/>
                  <a:pt x="71" y="35"/>
                  <a:pt x="71" y="35"/>
                </a:cubicBezTo>
                <a:cubicBezTo>
                  <a:pt x="71" y="35"/>
                  <a:pt x="71" y="35"/>
                  <a:pt x="71" y="35"/>
                </a:cubicBezTo>
                <a:cubicBezTo>
                  <a:pt x="71" y="35"/>
                  <a:pt x="71" y="35"/>
                  <a:pt x="71" y="35"/>
                </a:cubicBezTo>
                <a:cubicBezTo>
                  <a:pt x="71" y="35"/>
                  <a:pt x="71" y="35"/>
                  <a:pt x="72" y="35"/>
                </a:cubicBezTo>
                <a:cubicBezTo>
                  <a:pt x="72" y="35"/>
                  <a:pt x="72" y="35"/>
                  <a:pt x="72" y="35"/>
                </a:cubicBezTo>
                <a:cubicBezTo>
                  <a:pt x="72" y="35"/>
                  <a:pt x="72" y="35"/>
                  <a:pt x="72" y="35"/>
                </a:cubicBezTo>
                <a:cubicBezTo>
                  <a:pt x="72" y="35"/>
                  <a:pt x="72" y="35"/>
                  <a:pt x="72" y="35"/>
                </a:cubicBezTo>
                <a:cubicBezTo>
                  <a:pt x="72" y="35"/>
                  <a:pt x="73" y="35"/>
                  <a:pt x="73" y="35"/>
                </a:cubicBezTo>
                <a:cubicBezTo>
                  <a:pt x="73" y="35"/>
                  <a:pt x="73" y="35"/>
                  <a:pt x="73" y="35"/>
                </a:cubicBezTo>
                <a:cubicBezTo>
                  <a:pt x="73" y="35"/>
                  <a:pt x="73" y="36"/>
                  <a:pt x="73" y="36"/>
                </a:cubicBezTo>
                <a:cubicBezTo>
                  <a:pt x="73" y="36"/>
                  <a:pt x="73" y="36"/>
                  <a:pt x="73" y="35"/>
                </a:cubicBezTo>
                <a:cubicBezTo>
                  <a:pt x="73" y="36"/>
                  <a:pt x="73" y="36"/>
                  <a:pt x="73" y="35"/>
                </a:cubicBezTo>
                <a:cubicBezTo>
                  <a:pt x="73" y="35"/>
                  <a:pt x="74" y="35"/>
                  <a:pt x="74" y="35"/>
                </a:cubicBezTo>
                <a:cubicBezTo>
                  <a:pt x="74" y="35"/>
                  <a:pt x="74" y="35"/>
                  <a:pt x="74" y="35"/>
                </a:cubicBezTo>
                <a:cubicBezTo>
                  <a:pt x="74" y="35"/>
                  <a:pt x="74" y="35"/>
                  <a:pt x="74" y="35"/>
                </a:cubicBezTo>
                <a:cubicBezTo>
                  <a:pt x="74" y="35"/>
                  <a:pt x="74" y="35"/>
                  <a:pt x="74" y="35"/>
                </a:cubicBezTo>
                <a:cubicBezTo>
                  <a:pt x="75" y="35"/>
                  <a:pt x="75" y="35"/>
                  <a:pt x="75" y="35"/>
                </a:cubicBezTo>
                <a:cubicBezTo>
                  <a:pt x="75" y="35"/>
                  <a:pt x="75" y="35"/>
                  <a:pt x="75" y="35"/>
                </a:cubicBezTo>
                <a:cubicBezTo>
                  <a:pt x="75" y="35"/>
                  <a:pt x="75" y="35"/>
                  <a:pt x="75" y="35"/>
                </a:cubicBezTo>
                <a:cubicBezTo>
                  <a:pt x="75" y="35"/>
                  <a:pt x="75" y="35"/>
                  <a:pt x="75" y="35"/>
                </a:cubicBezTo>
                <a:cubicBezTo>
                  <a:pt x="76" y="35"/>
                  <a:pt x="76" y="35"/>
                  <a:pt x="76" y="35"/>
                </a:cubicBezTo>
                <a:cubicBezTo>
                  <a:pt x="76" y="35"/>
                  <a:pt x="76" y="35"/>
                  <a:pt x="76" y="35"/>
                </a:cubicBezTo>
                <a:cubicBezTo>
                  <a:pt x="76" y="35"/>
                  <a:pt x="76" y="35"/>
                  <a:pt x="76" y="35"/>
                </a:cubicBezTo>
                <a:cubicBezTo>
                  <a:pt x="76" y="35"/>
                  <a:pt x="76" y="35"/>
                  <a:pt x="76" y="34"/>
                </a:cubicBezTo>
                <a:cubicBezTo>
                  <a:pt x="76" y="34"/>
                  <a:pt x="77" y="34"/>
                  <a:pt x="77" y="34"/>
                </a:cubicBezTo>
                <a:cubicBezTo>
                  <a:pt x="77" y="34"/>
                  <a:pt x="77" y="34"/>
                  <a:pt x="77" y="34"/>
                </a:cubicBezTo>
                <a:cubicBezTo>
                  <a:pt x="77" y="34"/>
                  <a:pt x="77" y="34"/>
                  <a:pt x="77" y="34"/>
                </a:cubicBezTo>
                <a:cubicBezTo>
                  <a:pt x="77" y="34"/>
                  <a:pt x="77" y="34"/>
                  <a:pt x="77" y="34"/>
                </a:cubicBezTo>
                <a:cubicBezTo>
                  <a:pt x="77" y="34"/>
                  <a:pt x="78" y="33"/>
                  <a:pt x="78" y="33"/>
                </a:cubicBezTo>
                <a:cubicBezTo>
                  <a:pt x="78" y="33"/>
                  <a:pt x="78" y="33"/>
                  <a:pt x="78" y="33"/>
                </a:cubicBezTo>
                <a:cubicBezTo>
                  <a:pt x="78" y="33"/>
                  <a:pt x="78" y="33"/>
                  <a:pt x="78" y="32"/>
                </a:cubicBezTo>
                <a:cubicBezTo>
                  <a:pt x="78" y="32"/>
                  <a:pt x="78" y="32"/>
                  <a:pt x="78" y="32"/>
                </a:cubicBezTo>
                <a:cubicBezTo>
                  <a:pt x="78" y="32"/>
                  <a:pt x="78" y="32"/>
                  <a:pt x="79" y="31"/>
                </a:cubicBezTo>
                <a:cubicBezTo>
                  <a:pt x="79" y="31"/>
                  <a:pt x="79" y="31"/>
                  <a:pt x="79" y="31"/>
                </a:cubicBezTo>
                <a:cubicBezTo>
                  <a:pt x="79" y="31"/>
                  <a:pt x="79" y="31"/>
                  <a:pt x="79" y="30"/>
                </a:cubicBezTo>
                <a:cubicBezTo>
                  <a:pt x="79" y="30"/>
                  <a:pt x="79" y="30"/>
                  <a:pt x="79" y="30"/>
                </a:cubicBezTo>
                <a:close/>
                <a:moveTo>
                  <a:pt x="93" y="45"/>
                </a:moveTo>
                <a:cubicBezTo>
                  <a:pt x="99" y="39"/>
                  <a:pt x="99" y="39"/>
                  <a:pt x="99" y="39"/>
                </a:cubicBezTo>
                <a:cubicBezTo>
                  <a:pt x="99" y="39"/>
                  <a:pt x="99" y="39"/>
                  <a:pt x="99" y="39"/>
                </a:cubicBezTo>
                <a:cubicBezTo>
                  <a:pt x="100" y="38"/>
                  <a:pt x="100" y="35"/>
                  <a:pt x="99" y="34"/>
                </a:cubicBezTo>
                <a:cubicBezTo>
                  <a:pt x="71" y="6"/>
                  <a:pt x="71" y="6"/>
                  <a:pt x="71" y="6"/>
                </a:cubicBezTo>
                <a:cubicBezTo>
                  <a:pt x="69" y="4"/>
                  <a:pt x="67" y="4"/>
                  <a:pt x="65" y="6"/>
                </a:cubicBezTo>
                <a:cubicBezTo>
                  <a:pt x="64" y="6"/>
                  <a:pt x="64" y="6"/>
                  <a:pt x="64" y="6"/>
                </a:cubicBezTo>
                <a:cubicBezTo>
                  <a:pt x="26" y="45"/>
                  <a:pt x="26" y="45"/>
                  <a:pt x="26" y="45"/>
                </a:cubicBezTo>
                <a:cubicBezTo>
                  <a:pt x="23" y="48"/>
                  <a:pt x="23" y="48"/>
                  <a:pt x="23" y="48"/>
                </a:cubicBezTo>
                <a:cubicBezTo>
                  <a:pt x="27" y="48"/>
                  <a:pt x="27" y="48"/>
                  <a:pt x="27" y="48"/>
                </a:cubicBezTo>
                <a:cubicBezTo>
                  <a:pt x="30" y="45"/>
                  <a:pt x="30" y="45"/>
                  <a:pt x="30" y="45"/>
                </a:cubicBezTo>
                <a:cubicBezTo>
                  <a:pt x="63" y="12"/>
                  <a:pt x="63" y="12"/>
                  <a:pt x="63" y="12"/>
                </a:cubicBezTo>
                <a:cubicBezTo>
                  <a:pt x="63" y="12"/>
                  <a:pt x="63" y="12"/>
                  <a:pt x="63" y="12"/>
                </a:cubicBezTo>
                <a:cubicBezTo>
                  <a:pt x="63" y="12"/>
                  <a:pt x="64" y="12"/>
                  <a:pt x="64" y="12"/>
                </a:cubicBezTo>
                <a:cubicBezTo>
                  <a:pt x="64" y="12"/>
                  <a:pt x="64" y="13"/>
                  <a:pt x="64" y="13"/>
                </a:cubicBezTo>
                <a:cubicBezTo>
                  <a:pt x="66" y="14"/>
                  <a:pt x="69" y="14"/>
                  <a:pt x="71" y="12"/>
                </a:cubicBezTo>
                <a:cubicBezTo>
                  <a:pt x="71" y="12"/>
                  <a:pt x="71" y="12"/>
                  <a:pt x="71" y="12"/>
                </a:cubicBezTo>
                <a:cubicBezTo>
                  <a:pt x="71" y="11"/>
                  <a:pt x="72" y="11"/>
                  <a:pt x="72" y="11"/>
                </a:cubicBezTo>
                <a:cubicBezTo>
                  <a:pt x="72" y="11"/>
                  <a:pt x="72" y="11"/>
                  <a:pt x="72" y="11"/>
                </a:cubicBezTo>
                <a:cubicBezTo>
                  <a:pt x="93" y="32"/>
                  <a:pt x="93" y="32"/>
                  <a:pt x="93" y="32"/>
                </a:cubicBezTo>
                <a:cubicBezTo>
                  <a:pt x="93" y="32"/>
                  <a:pt x="93" y="32"/>
                  <a:pt x="93" y="32"/>
                </a:cubicBezTo>
                <a:cubicBezTo>
                  <a:pt x="93" y="33"/>
                  <a:pt x="93" y="33"/>
                  <a:pt x="93" y="33"/>
                </a:cubicBezTo>
                <a:cubicBezTo>
                  <a:pt x="92" y="33"/>
                  <a:pt x="92" y="33"/>
                  <a:pt x="92" y="34"/>
                </a:cubicBezTo>
                <a:cubicBezTo>
                  <a:pt x="90" y="35"/>
                  <a:pt x="90" y="38"/>
                  <a:pt x="91" y="40"/>
                </a:cubicBezTo>
                <a:cubicBezTo>
                  <a:pt x="92" y="40"/>
                  <a:pt x="92" y="40"/>
                  <a:pt x="92" y="41"/>
                </a:cubicBezTo>
                <a:cubicBezTo>
                  <a:pt x="92" y="41"/>
                  <a:pt x="93" y="41"/>
                  <a:pt x="93" y="41"/>
                </a:cubicBezTo>
                <a:cubicBezTo>
                  <a:pt x="93" y="41"/>
                  <a:pt x="93" y="41"/>
                  <a:pt x="92" y="41"/>
                </a:cubicBezTo>
                <a:cubicBezTo>
                  <a:pt x="89" y="45"/>
                  <a:pt x="89" y="45"/>
                  <a:pt x="89" y="45"/>
                </a:cubicBezTo>
                <a:cubicBezTo>
                  <a:pt x="86" y="48"/>
                  <a:pt x="86" y="48"/>
                  <a:pt x="86" y="48"/>
                </a:cubicBezTo>
                <a:cubicBezTo>
                  <a:pt x="90" y="48"/>
                  <a:pt x="90" y="48"/>
                  <a:pt x="90" y="48"/>
                </a:cubicBezTo>
                <a:lnTo>
                  <a:pt x="93" y="45"/>
                </a:lnTo>
                <a:close/>
                <a:moveTo>
                  <a:pt x="111" y="105"/>
                </a:moveTo>
                <a:cubicBezTo>
                  <a:pt x="111" y="84"/>
                  <a:pt x="111" y="84"/>
                  <a:pt x="111" y="84"/>
                </a:cubicBezTo>
                <a:cubicBezTo>
                  <a:pt x="83" y="84"/>
                  <a:pt x="83" y="84"/>
                  <a:pt x="83" y="84"/>
                </a:cubicBezTo>
                <a:cubicBezTo>
                  <a:pt x="77" y="84"/>
                  <a:pt x="72" y="88"/>
                  <a:pt x="72" y="94"/>
                </a:cubicBezTo>
                <a:cubicBezTo>
                  <a:pt x="72" y="100"/>
                  <a:pt x="77" y="105"/>
                  <a:pt x="83" y="105"/>
                </a:cubicBezTo>
                <a:lnTo>
                  <a:pt x="111" y="105"/>
                </a:lnTo>
                <a:close/>
                <a:moveTo>
                  <a:pt x="92" y="128"/>
                </a:moveTo>
                <a:cubicBezTo>
                  <a:pt x="92" y="130"/>
                  <a:pt x="92" y="130"/>
                  <a:pt x="92" y="130"/>
                </a:cubicBezTo>
                <a:cubicBezTo>
                  <a:pt x="97" y="130"/>
                  <a:pt x="97" y="130"/>
                  <a:pt x="97" y="130"/>
                </a:cubicBezTo>
                <a:cubicBezTo>
                  <a:pt x="98" y="130"/>
                  <a:pt x="99" y="130"/>
                  <a:pt x="99" y="129"/>
                </a:cubicBezTo>
                <a:cubicBezTo>
                  <a:pt x="99" y="128"/>
                  <a:pt x="99" y="128"/>
                  <a:pt x="99" y="128"/>
                </a:cubicBezTo>
                <a:cubicBezTo>
                  <a:pt x="98" y="128"/>
                  <a:pt x="97" y="128"/>
                  <a:pt x="97" y="128"/>
                </a:cubicBezTo>
                <a:lnTo>
                  <a:pt x="92" y="128"/>
                </a:lnTo>
                <a:close/>
                <a:moveTo>
                  <a:pt x="78" y="130"/>
                </a:moveTo>
                <a:cubicBezTo>
                  <a:pt x="78" y="128"/>
                  <a:pt x="78" y="128"/>
                  <a:pt x="78" y="128"/>
                </a:cubicBezTo>
                <a:cubicBezTo>
                  <a:pt x="71" y="128"/>
                  <a:pt x="71" y="128"/>
                  <a:pt x="71" y="128"/>
                </a:cubicBezTo>
                <a:cubicBezTo>
                  <a:pt x="71" y="130"/>
                  <a:pt x="71" y="130"/>
                  <a:pt x="71" y="130"/>
                </a:cubicBezTo>
                <a:lnTo>
                  <a:pt x="78" y="130"/>
                </a:lnTo>
                <a:close/>
                <a:moveTo>
                  <a:pt x="82" y="130"/>
                </a:moveTo>
                <a:cubicBezTo>
                  <a:pt x="89" y="130"/>
                  <a:pt x="89" y="130"/>
                  <a:pt x="89" y="130"/>
                </a:cubicBezTo>
                <a:cubicBezTo>
                  <a:pt x="89" y="128"/>
                  <a:pt x="89" y="128"/>
                  <a:pt x="89" y="128"/>
                </a:cubicBezTo>
                <a:cubicBezTo>
                  <a:pt x="82" y="128"/>
                  <a:pt x="82" y="128"/>
                  <a:pt x="82" y="128"/>
                </a:cubicBezTo>
                <a:lnTo>
                  <a:pt x="82" y="130"/>
                </a:lnTo>
                <a:close/>
                <a:moveTo>
                  <a:pt x="11" y="79"/>
                </a:moveTo>
                <a:cubicBezTo>
                  <a:pt x="13" y="79"/>
                  <a:pt x="13" y="79"/>
                  <a:pt x="13" y="79"/>
                </a:cubicBezTo>
                <a:cubicBezTo>
                  <a:pt x="13" y="72"/>
                  <a:pt x="13" y="72"/>
                  <a:pt x="13" y="72"/>
                </a:cubicBezTo>
                <a:cubicBezTo>
                  <a:pt x="11" y="72"/>
                  <a:pt x="11" y="72"/>
                  <a:pt x="11" y="72"/>
                </a:cubicBezTo>
                <a:lnTo>
                  <a:pt x="11" y="79"/>
                </a:lnTo>
                <a:close/>
                <a:moveTo>
                  <a:pt x="101" y="124"/>
                </a:moveTo>
                <a:cubicBezTo>
                  <a:pt x="101" y="125"/>
                  <a:pt x="101" y="125"/>
                  <a:pt x="100" y="126"/>
                </a:cubicBezTo>
                <a:cubicBezTo>
                  <a:pt x="102" y="127"/>
                  <a:pt x="102" y="127"/>
                  <a:pt x="102" y="127"/>
                </a:cubicBezTo>
                <a:cubicBezTo>
                  <a:pt x="103" y="126"/>
                  <a:pt x="103" y="125"/>
                  <a:pt x="103" y="124"/>
                </a:cubicBezTo>
                <a:cubicBezTo>
                  <a:pt x="103" y="119"/>
                  <a:pt x="103" y="119"/>
                  <a:pt x="103" y="119"/>
                </a:cubicBezTo>
                <a:cubicBezTo>
                  <a:pt x="101" y="119"/>
                  <a:pt x="101" y="119"/>
                  <a:pt x="101" y="119"/>
                </a:cubicBezTo>
                <a:lnTo>
                  <a:pt x="101" y="124"/>
                </a:lnTo>
                <a:close/>
                <a:moveTo>
                  <a:pt x="64" y="59"/>
                </a:moveTo>
                <a:cubicBezTo>
                  <a:pt x="57" y="59"/>
                  <a:pt x="57" y="59"/>
                  <a:pt x="57" y="59"/>
                </a:cubicBezTo>
                <a:cubicBezTo>
                  <a:pt x="57" y="61"/>
                  <a:pt x="57" y="61"/>
                  <a:pt x="57" y="61"/>
                </a:cubicBezTo>
                <a:cubicBezTo>
                  <a:pt x="64" y="61"/>
                  <a:pt x="64" y="61"/>
                  <a:pt x="64" y="61"/>
                </a:cubicBezTo>
                <a:lnTo>
                  <a:pt x="64" y="59"/>
                </a:lnTo>
                <a:close/>
                <a:moveTo>
                  <a:pt x="85" y="59"/>
                </a:moveTo>
                <a:cubicBezTo>
                  <a:pt x="78" y="59"/>
                  <a:pt x="78" y="59"/>
                  <a:pt x="78" y="59"/>
                </a:cubicBezTo>
                <a:cubicBezTo>
                  <a:pt x="78" y="61"/>
                  <a:pt x="78" y="61"/>
                  <a:pt x="78" y="61"/>
                </a:cubicBezTo>
                <a:cubicBezTo>
                  <a:pt x="85" y="61"/>
                  <a:pt x="85" y="61"/>
                  <a:pt x="85" y="61"/>
                </a:cubicBezTo>
                <a:lnTo>
                  <a:pt x="85" y="59"/>
                </a:lnTo>
                <a:close/>
                <a:moveTo>
                  <a:pt x="68" y="128"/>
                </a:moveTo>
                <a:cubicBezTo>
                  <a:pt x="61" y="128"/>
                  <a:pt x="61" y="128"/>
                  <a:pt x="61" y="128"/>
                </a:cubicBezTo>
                <a:cubicBezTo>
                  <a:pt x="61" y="130"/>
                  <a:pt x="61" y="130"/>
                  <a:pt x="61" y="130"/>
                </a:cubicBezTo>
                <a:cubicBezTo>
                  <a:pt x="68" y="130"/>
                  <a:pt x="68" y="130"/>
                  <a:pt x="68" y="130"/>
                </a:cubicBezTo>
                <a:lnTo>
                  <a:pt x="68" y="128"/>
                </a:lnTo>
                <a:close/>
                <a:moveTo>
                  <a:pt x="75" y="59"/>
                </a:moveTo>
                <a:cubicBezTo>
                  <a:pt x="67" y="59"/>
                  <a:pt x="67" y="59"/>
                  <a:pt x="67" y="59"/>
                </a:cubicBezTo>
                <a:cubicBezTo>
                  <a:pt x="67" y="61"/>
                  <a:pt x="67" y="61"/>
                  <a:pt x="67" y="61"/>
                </a:cubicBezTo>
                <a:cubicBezTo>
                  <a:pt x="75" y="61"/>
                  <a:pt x="75" y="61"/>
                  <a:pt x="75" y="61"/>
                </a:cubicBezTo>
                <a:lnTo>
                  <a:pt x="75" y="59"/>
                </a:lnTo>
                <a:close/>
                <a:moveTo>
                  <a:pt x="101" y="76"/>
                </a:moveTo>
                <a:cubicBezTo>
                  <a:pt x="103" y="76"/>
                  <a:pt x="103" y="76"/>
                  <a:pt x="103" y="76"/>
                </a:cubicBezTo>
                <a:cubicBezTo>
                  <a:pt x="103" y="69"/>
                  <a:pt x="103" y="69"/>
                  <a:pt x="103" y="69"/>
                </a:cubicBezTo>
                <a:cubicBezTo>
                  <a:pt x="101" y="69"/>
                  <a:pt x="101" y="69"/>
                  <a:pt x="101" y="69"/>
                </a:cubicBezTo>
                <a:lnTo>
                  <a:pt x="101" y="76"/>
                </a:lnTo>
                <a:close/>
                <a:moveTo>
                  <a:pt x="88" y="59"/>
                </a:moveTo>
                <a:cubicBezTo>
                  <a:pt x="88" y="61"/>
                  <a:pt x="88" y="61"/>
                  <a:pt x="88" y="61"/>
                </a:cubicBezTo>
                <a:cubicBezTo>
                  <a:pt x="95" y="61"/>
                  <a:pt x="95" y="61"/>
                  <a:pt x="95" y="61"/>
                </a:cubicBezTo>
                <a:cubicBezTo>
                  <a:pt x="95" y="59"/>
                  <a:pt x="95" y="59"/>
                  <a:pt x="95" y="59"/>
                </a:cubicBezTo>
                <a:lnTo>
                  <a:pt x="88" y="59"/>
                </a:lnTo>
                <a:close/>
                <a:moveTo>
                  <a:pt x="103" y="65"/>
                </a:moveTo>
                <a:cubicBezTo>
                  <a:pt x="103" y="62"/>
                  <a:pt x="101" y="60"/>
                  <a:pt x="98" y="59"/>
                </a:cubicBezTo>
                <a:cubicBezTo>
                  <a:pt x="98" y="61"/>
                  <a:pt x="98" y="61"/>
                  <a:pt x="98" y="61"/>
                </a:cubicBezTo>
                <a:cubicBezTo>
                  <a:pt x="100" y="62"/>
                  <a:pt x="101" y="63"/>
                  <a:pt x="101" y="65"/>
                </a:cubicBezTo>
                <a:cubicBezTo>
                  <a:pt x="101" y="65"/>
                  <a:pt x="101" y="65"/>
                  <a:pt x="101" y="65"/>
                </a:cubicBezTo>
                <a:cubicBezTo>
                  <a:pt x="103" y="65"/>
                  <a:pt x="103" y="65"/>
                  <a:pt x="103" y="65"/>
                </a:cubicBezTo>
                <a:close/>
                <a:moveTo>
                  <a:pt x="23" y="61"/>
                </a:moveTo>
                <a:cubicBezTo>
                  <a:pt x="23" y="59"/>
                  <a:pt x="23" y="59"/>
                  <a:pt x="23" y="59"/>
                </a:cubicBezTo>
                <a:cubicBezTo>
                  <a:pt x="18" y="59"/>
                  <a:pt x="18" y="59"/>
                  <a:pt x="18" y="59"/>
                </a:cubicBezTo>
                <a:cubicBezTo>
                  <a:pt x="17" y="59"/>
                  <a:pt x="16" y="59"/>
                  <a:pt x="15" y="59"/>
                </a:cubicBezTo>
                <a:cubicBezTo>
                  <a:pt x="16" y="61"/>
                  <a:pt x="16" y="61"/>
                  <a:pt x="16" y="61"/>
                </a:cubicBezTo>
                <a:cubicBezTo>
                  <a:pt x="17" y="61"/>
                  <a:pt x="17" y="61"/>
                  <a:pt x="18" y="61"/>
                </a:cubicBezTo>
                <a:lnTo>
                  <a:pt x="23" y="61"/>
                </a:lnTo>
                <a:close/>
                <a:moveTo>
                  <a:pt x="33" y="59"/>
                </a:moveTo>
                <a:cubicBezTo>
                  <a:pt x="26" y="59"/>
                  <a:pt x="26" y="59"/>
                  <a:pt x="26" y="59"/>
                </a:cubicBezTo>
                <a:cubicBezTo>
                  <a:pt x="26" y="61"/>
                  <a:pt x="26" y="61"/>
                  <a:pt x="26" y="61"/>
                </a:cubicBezTo>
                <a:cubicBezTo>
                  <a:pt x="33" y="61"/>
                  <a:pt x="33" y="61"/>
                  <a:pt x="33" y="61"/>
                </a:cubicBezTo>
                <a:lnTo>
                  <a:pt x="33" y="59"/>
                </a:lnTo>
                <a:close/>
                <a:moveTo>
                  <a:pt x="27" y="128"/>
                </a:moveTo>
                <a:cubicBezTo>
                  <a:pt x="20" y="128"/>
                  <a:pt x="20" y="128"/>
                  <a:pt x="20" y="128"/>
                </a:cubicBezTo>
                <a:cubicBezTo>
                  <a:pt x="20" y="130"/>
                  <a:pt x="20" y="130"/>
                  <a:pt x="20" y="130"/>
                </a:cubicBezTo>
                <a:cubicBezTo>
                  <a:pt x="27" y="130"/>
                  <a:pt x="27" y="130"/>
                  <a:pt x="27" y="130"/>
                </a:cubicBezTo>
                <a:lnTo>
                  <a:pt x="27" y="128"/>
                </a:lnTo>
                <a:close/>
                <a:moveTo>
                  <a:pt x="37" y="128"/>
                </a:moveTo>
                <a:cubicBezTo>
                  <a:pt x="30" y="128"/>
                  <a:pt x="30" y="128"/>
                  <a:pt x="30" y="128"/>
                </a:cubicBezTo>
                <a:cubicBezTo>
                  <a:pt x="30" y="130"/>
                  <a:pt x="30" y="130"/>
                  <a:pt x="30" y="130"/>
                </a:cubicBezTo>
                <a:cubicBezTo>
                  <a:pt x="37" y="130"/>
                  <a:pt x="37" y="130"/>
                  <a:pt x="37" y="130"/>
                </a:cubicBezTo>
                <a:lnTo>
                  <a:pt x="37" y="128"/>
                </a:lnTo>
                <a:close/>
                <a:moveTo>
                  <a:pt x="44" y="59"/>
                </a:moveTo>
                <a:cubicBezTo>
                  <a:pt x="36" y="59"/>
                  <a:pt x="36" y="59"/>
                  <a:pt x="36" y="59"/>
                </a:cubicBezTo>
                <a:cubicBezTo>
                  <a:pt x="36" y="61"/>
                  <a:pt x="36" y="61"/>
                  <a:pt x="36" y="61"/>
                </a:cubicBezTo>
                <a:cubicBezTo>
                  <a:pt x="44" y="61"/>
                  <a:pt x="44" y="61"/>
                  <a:pt x="44" y="61"/>
                </a:cubicBezTo>
                <a:lnTo>
                  <a:pt x="44" y="59"/>
                </a:lnTo>
                <a:close/>
                <a:moveTo>
                  <a:pt x="54" y="59"/>
                </a:moveTo>
                <a:cubicBezTo>
                  <a:pt x="47" y="59"/>
                  <a:pt x="47" y="59"/>
                  <a:pt x="47" y="59"/>
                </a:cubicBezTo>
                <a:cubicBezTo>
                  <a:pt x="47" y="61"/>
                  <a:pt x="47" y="61"/>
                  <a:pt x="47" y="61"/>
                </a:cubicBezTo>
                <a:cubicBezTo>
                  <a:pt x="54" y="61"/>
                  <a:pt x="54" y="61"/>
                  <a:pt x="54" y="61"/>
                </a:cubicBezTo>
                <a:lnTo>
                  <a:pt x="54" y="59"/>
                </a:lnTo>
                <a:close/>
                <a:moveTo>
                  <a:pt x="47" y="128"/>
                </a:moveTo>
                <a:cubicBezTo>
                  <a:pt x="40" y="128"/>
                  <a:pt x="40" y="128"/>
                  <a:pt x="40" y="128"/>
                </a:cubicBezTo>
                <a:cubicBezTo>
                  <a:pt x="40" y="130"/>
                  <a:pt x="40" y="130"/>
                  <a:pt x="40" y="130"/>
                </a:cubicBezTo>
                <a:cubicBezTo>
                  <a:pt x="47" y="130"/>
                  <a:pt x="47" y="130"/>
                  <a:pt x="47" y="130"/>
                </a:cubicBezTo>
                <a:lnTo>
                  <a:pt x="47" y="128"/>
                </a:lnTo>
                <a:close/>
                <a:moveTo>
                  <a:pt x="58" y="128"/>
                </a:moveTo>
                <a:cubicBezTo>
                  <a:pt x="51" y="128"/>
                  <a:pt x="51" y="128"/>
                  <a:pt x="51" y="128"/>
                </a:cubicBezTo>
                <a:cubicBezTo>
                  <a:pt x="51" y="130"/>
                  <a:pt x="51" y="130"/>
                  <a:pt x="51" y="130"/>
                </a:cubicBezTo>
                <a:cubicBezTo>
                  <a:pt x="58" y="130"/>
                  <a:pt x="58" y="130"/>
                  <a:pt x="58" y="130"/>
                </a:cubicBezTo>
                <a:lnTo>
                  <a:pt x="58" y="128"/>
                </a:lnTo>
                <a:close/>
                <a:moveTo>
                  <a:pt x="84" y="88"/>
                </a:moveTo>
                <a:cubicBezTo>
                  <a:pt x="81" y="88"/>
                  <a:pt x="78" y="91"/>
                  <a:pt x="78" y="94"/>
                </a:cubicBezTo>
                <a:cubicBezTo>
                  <a:pt x="78" y="98"/>
                  <a:pt x="81" y="100"/>
                  <a:pt x="84" y="100"/>
                </a:cubicBezTo>
                <a:cubicBezTo>
                  <a:pt x="88" y="100"/>
                  <a:pt x="91" y="98"/>
                  <a:pt x="91" y="94"/>
                </a:cubicBezTo>
                <a:cubicBezTo>
                  <a:pt x="91" y="91"/>
                  <a:pt x="88" y="88"/>
                  <a:pt x="84" y="88"/>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nvGrpSpPr>
          <p:cNvPr id="5" name="组合 4"/>
          <p:cNvGrpSpPr/>
          <p:nvPr/>
        </p:nvGrpSpPr>
        <p:grpSpPr>
          <a:xfrm>
            <a:off x="1152525" y="4800600"/>
            <a:ext cx="2343150" cy="1338263"/>
            <a:chOff x="1152525" y="4800600"/>
            <a:chExt cx="2343150" cy="1338263"/>
          </a:xfrm>
          <a:effectLst>
            <a:outerShdw blurRad="279400" dist="139700" dir="2700000" algn="tl" rotWithShape="0">
              <a:srgbClr val="4C7CDA">
                <a:alpha val="40000"/>
              </a:srgbClr>
            </a:outerShdw>
          </a:effectLst>
        </p:grpSpPr>
        <p:sp>
          <p:nvSpPr>
            <p:cNvPr id="6" name="Rectangle 24"/>
            <p:cNvSpPr/>
            <p:nvPr/>
          </p:nvSpPr>
          <p:spPr>
            <a:xfrm>
              <a:off x="11525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cs typeface="+mn-ea"/>
                <a:sym typeface="+mn-lt"/>
              </a:endParaRPr>
            </a:p>
          </p:txBody>
        </p:sp>
        <p:sp>
          <p:nvSpPr>
            <p:cNvPr id="22544" name="TextBox 40"/>
            <p:cNvSpPr txBox="1">
              <a:spLocks noChangeArrowheads="1"/>
            </p:cNvSpPr>
            <p:nvPr/>
          </p:nvSpPr>
          <p:spPr bwMode="auto">
            <a:xfrm>
              <a:off x="1834993"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7" name="Freeform 20"/>
            <p:cNvSpPr>
              <a:spLocks noEditPoints="1"/>
            </p:cNvSpPr>
            <p:nvPr/>
          </p:nvSpPr>
          <p:spPr bwMode="auto">
            <a:xfrm>
              <a:off x="2093913"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0 h 333"/>
                <a:gd name="T10" fmla="*/ 2147483647 w 364"/>
                <a:gd name="T11" fmla="*/ 2147483647 h 333"/>
                <a:gd name="T12" fmla="*/ 2147483647 w 364"/>
                <a:gd name="T13" fmla="*/ 2147483647 h 333"/>
                <a:gd name="T14" fmla="*/ 0 w 364"/>
                <a:gd name="T15" fmla="*/ 2147483647 h 333"/>
                <a:gd name="T16" fmla="*/ 2147483647 w 364"/>
                <a:gd name="T17" fmla="*/ 2147483647 h 333"/>
                <a:gd name="T18" fmla="*/ 2147483647 w 364"/>
                <a:gd name="T19" fmla="*/ 2147483647 h 333"/>
                <a:gd name="T20" fmla="*/ 2147483647 w 364"/>
                <a:gd name="T21" fmla="*/ 2147483647 h 333"/>
                <a:gd name="T22" fmla="*/ 2147483647 w 364"/>
                <a:gd name="T23" fmla="*/ 2147483647 h 333"/>
                <a:gd name="T24" fmla="*/ 2147483647 w 364"/>
                <a:gd name="T25" fmla="*/ 2147483647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64" h="333">
                  <a:moveTo>
                    <a:pt x="359" y="119"/>
                  </a:moveTo>
                  <a:cubicBezTo>
                    <a:pt x="355" y="114"/>
                    <a:pt x="349" y="111"/>
                    <a:pt x="343" y="111"/>
                  </a:cubicBezTo>
                  <a:cubicBezTo>
                    <a:pt x="323" y="111"/>
                    <a:pt x="323" y="111"/>
                    <a:pt x="323" y="111"/>
                  </a:cubicBezTo>
                  <a:cubicBezTo>
                    <a:pt x="323" y="100"/>
                    <a:pt x="314" y="91"/>
                    <a:pt x="303" y="91"/>
                  </a:cubicBezTo>
                  <a:cubicBezTo>
                    <a:pt x="283" y="91"/>
                    <a:pt x="283" y="91"/>
                    <a:pt x="283" y="91"/>
                  </a:cubicBezTo>
                  <a:cubicBezTo>
                    <a:pt x="283" y="71"/>
                    <a:pt x="283" y="71"/>
                    <a:pt x="283" y="71"/>
                  </a:cubicBezTo>
                  <a:cubicBezTo>
                    <a:pt x="283" y="60"/>
                    <a:pt x="274" y="51"/>
                    <a:pt x="263" y="51"/>
                  </a:cubicBezTo>
                  <a:cubicBezTo>
                    <a:pt x="252" y="51"/>
                    <a:pt x="252" y="51"/>
                    <a:pt x="252" y="51"/>
                  </a:cubicBezTo>
                  <a:cubicBezTo>
                    <a:pt x="252" y="10"/>
                    <a:pt x="252" y="10"/>
                    <a:pt x="252" y="10"/>
                  </a:cubicBezTo>
                  <a:cubicBezTo>
                    <a:pt x="252" y="5"/>
                    <a:pt x="248" y="0"/>
                    <a:pt x="242" y="0"/>
                  </a:cubicBezTo>
                  <a:cubicBezTo>
                    <a:pt x="41" y="0"/>
                    <a:pt x="41" y="0"/>
                    <a:pt x="41" y="0"/>
                  </a:cubicBezTo>
                  <a:cubicBezTo>
                    <a:pt x="35" y="0"/>
                    <a:pt x="30" y="5"/>
                    <a:pt x="30" y="10"/>
                  </a:cubicBezTo>
                  <a:cubicBezTo>
                    <a:pt x="30" y="51"/>
                    <a:pt x="30" y="51"/>
                    <a:pt x="30" y="51"/>
                  </a:cubicBezTo>
                  <a:cubicBezTo>
                    <a:pt x="20" y="51"/>
                    <a:pt x="20" y="51"/>
                    <a:pt x="20" y="51"/>
                  </a:cubicBezTo>
                  <a:cubicBezTo>
                    <a:pt x="9" y="51"/>
                    <a:pt x="0" y="60"/>
                    <a:pt x="0" y="71"/>
                  </a:cubicBezTo>
                  <a:cubicBezTo>
                    <a:pt x="0" y="313"/>
                    <a:pt x="0" y="313"/>
                    <a:pt x="0" y="313"/>
                  </a:cubicBezTo>
                  <a:cubicBezTo>
                    <a:pt x="0" y="324"/>
                    <a:pt x="9" y="333"/>
                    <a:pt x="20" y="333"/>
                  </a:cubicBezTo>
                  <a:cubicBezTo>
                    <a:pt x="61" y="333"/>
                    <a:pt x="61" y="333"/>
                    <a:pt x="61" y="333"/>
                  </a:cubicBezTo>
                  <a:cubicBezTo>
                    <a:pt x="156" y="333"/>
                    <a:pt x="156" y="333"/>
                    <a:pt x="156" y="333"/>
                  </a:cubicBezTo>
                  <a:cubicBezTo>
                    <a:pt x="156" y="247"/>
                    <a:pt x="156" y="247"/>
                    <a:pt x="156" y="247"/>
                  </a:cubicBezTo>
                  <a:cubicBezTo>
                    <a:pt x="131" y="247"/>
                    <a:pt x="131" y="247"/>
                    <a:pt x="131" y="247"/>
                  </a:cubicBezTo>
                  <a:cubicBezTo>
                    <a:pt x="127" y="247"/>
                    <a:pt x="123" y="245"/>
                    <a:pt x="121" y="241"/>
                  </a:cubicBezTo>
                  <a:cubicBezTo>
                    <a:pt x="120" y="237"/>
                    <a:pt x="121" y="233"/>
                    <a:pt x="124" y="230"/>
                  </a:cubicBezTo>
                  <a:cubicBezTo>
                    <a:pt x="194" y="159"/>
                    <a:pt x="194" y="159"/>
                    <a:pt x="194" y="159"/>
                  </a:cubicBezTo>
                  <a:cubicBezTo>
                    <a:pt x="198" y="155"/>
                    <a:pt x="205" y="155"/>
                    <a:pt x="208" y="159"/>
                  </a:cubicBezTo>
                  <a:cubicBezTo>
                    <a:pt x="279" y="230"/>
                    <a:pt x="279" y="230"/>
                    <a:pt x="279" y="230"/>
                  </a:cubicBezTo>
                  <a:cubicBezTo>
                    <a:pt x="282" y="233"/>
                    <a:pt x="283" y="237"/>
                    <a:pt x="281" y="241"/>
                  </a:cubicBezTo>
                  <a:cubicBezTo>
                    <a:pt x="280" y="245"/>
                    <a:pt x="276" y="247"/>
                    <a:pt x="272" y="247"/>
                  </a:cubicBezTo>
                  <a:cubicBezTo>
                    <a:pt x="247" y="247"/>
                    <a:pt x="247" y="247"/>
                    <a:pt x="247" y="247"/>
                  </a:cubicBezTo>
                  <a:cubicBezTo>
                    <a:pt x="247" y="333"/>
                    <a:pt x="247" y="333"/>
                    <a:pt x="247" y="333"/>
                  </a:cubicBezTo>
                  <a:cubicBezTo>
                    <a:pt x="263" y="333"/>
                    <a:pt x="263" y="333"/>
                    <a:pt x="263" y="333"/>
                  </a:cubicBezTo>
                  <a:cubicBezTo>
                    <a:pt x="303" y="333"/>
                    <a:pt x="303" y="333"/>
                    <a:pt x="303" y="333"/>
                  </a:cubicBezTo>
                  <a:cubicBezTo>
                    <a:pt x="312" y="333"/>
                    <a:pt x="321" y="327"/>
                    <a:pt x="323" y="318"/>
                  </a:cubicBezTo>
                  <a:cubicBezTo>
                    <a:pt x="363" y="136"/>
                    <a:pt x="363" y="136"/>
                    <a:pt x="363" y="136"/>
                  </a:cubicBezTo>
                  <a:cubicBezTo>
                    <a:pt x="364" y="130"/>
                    <a:pt x="363" y="124"/>
                    <a:pt x="359" y="119"/>
                  </a:cubicBezTo>
                  <a:close/>
                  <a:moveTo>
                    <a:pt x="30" y="313"/>
                  </a:moveTo>
                  <a:cubicBezTo>
                    <a:pt x="20" y="313"/>
                    <a:pt x="20" y="313"/>
                    <a:pt x="20" y="313"/>
                  </a:cubicBezTo>
                  <a:cubicBezTo>
                    <a:pt x="20" y="71"/>
                    <a:pt x="20" y="71"/>
                    <a:pt x="20" y="71"/>
                  </a:cubicBezTo>
                  <a:cubicBezTo>
                    <a:pt x="30" y="71"/>
                    <a:pt x="30" y="71"/>
                    <a:pt x="30" y="71"/>
                  </a:cubicBezTo>
                  <a:lnTo>
                    <a:pt x="30" y="313"/>
                  </a:lnTo>
                  <a:close/>
                  <a:moveTo>
                    <a:pt x="242" y="91"/>
                  </a:moveTo>
                  <a:cubicBezTo>
                    <a:pt x="231" y="91"/>
                    <a:pt x="222" y="100"/>
                    <a:pt x="222" y="111"/>
                  </a:cubicBezTo>
                  <a:cubicBezTo>
                    <a:pt x="101" y="111"/>
                    <a:pt x="101" y="111"/>
                    <a:pt x="101" y="111"/>
                  </a:cubicBezTo>
                  <a:cubicBezTo>
                    <a:pt x="92" y="111"/>
                    <a:pt x="83" y="118"/>
                    <a:pt x="81" y="127"/>
                  </a:cubicBezTo>
                  <a:cubicBezTo>
                    <a:pt x="81" y="127"/>
                    <a:pt x="41" y="312"/>
                    <a:pt x="41" y="313"/>
                  </a:cubicBezTo>
                  <a:cubicBezTo>
                    <a:pt x="41" y="313"/>
                    <a:pt x="41" y="313"/>
                    <a:pt x="41" y="313"/>
                  </a:cubicBezTo>
                  <a:cubicBezTo>
                    <a:pt x="41" y="10"/>
                    <a:pt x="41" y="10"/>
                    <a:pt x="41" y="10"/>
                  </a:cubicBezTo>
                  <a:cubicBezTo>
                    <a:pt x="242" y="10"/>
                    <a:pt x="242" y="10"/>
                    <a:pt x="242" y="10"/>
                  </a:cubicBezTo>
                  <a:lnTo>
                    <a:pt x="242" y="91"/>
                  </a:lnTo>
                  <a:close/>
                  <a:moveTo>
                    <a:pt x="263" y="91"/>
                  </a:moveTo>
                  <a:cubicBezTo>
                    <a:pt x="252" y="91"/>
                    <a:pt x="252" y="91"/>
                    <a:pt x="252" y="91"/>
                  </a:cubicBezTo>
                  <a:cubicBezTo>
                    <a:pt x="252" y="71"/>
                    <a:pt x="252" y="71"/>
                    <a:pt x="252" y="71"/>
                  </a:cubicBezTo>
                  <a:cubicBezTo>
                    <a:pt x="263" y="71"/>
                    <a:pt x="263" y="71"/>
                    <a:pt x="263" y="71"/>
                  </a:cubicBezTo>
                  <a:lnTo>
                    <a:pt x="263" y="91"/>
                  </a:lnTo>
                  <a:close/>
                  <a:moveTo>
                    <a:pt x="70" y="86"/>
                  </a:moveTo>
                  <a:cubicBezTo>
                    <a:pt x="70" y="81"/>
                    <a:pt x="75" y="76"/>
                    <a:pt x="80" y="76"/>
                  </a:cubicBezTo>
                  <a:cubicBezTo>
                    <a:pt x="201" y="76"/>
                    <a:pt x="201" y="76"/>
                    <a:pt x="201" y="76"/>
                  </a:cubicBezTo>
                  <a:cubicBezTo>
                    <a:pt x="206" y="76"/>
                    <a:pt x="211" y="81"/>
                    <a:pt x="211" y="86"/>
                  </a:cubicBezTo>
                  <a:cubicBezTo>
                    <a:pt x="211" y="92"/>
                    <a:pt x="206" y="96"/>
                    <a:pt x="201" y="96"/>
                  </a:cubicBezTo>
                  <a:cubicBezTo>
                    <a:pt x="80" y="96"/>
                    <a:pt x="80" y="96"/>
                    <a:pt x="80" y="96"/>
                  </a:cubicBezTo>
                  <a:cubicBezTo>
                    <a:pt x="75" y="96"/>
                    <a:pt x="70" y="92"/>
                    <a:pt x="70" y="86"/>
                  </a:cubicBezTo>
                  <a:close/>
                  <a:moveTo>
                    <a:pt x="70" y="45"/>
                  </a:moveTo>
                  <a:cubicBezTo>
                    <a:pt x="70" y="40"/>
                    <a:pt x="75" y="35"/>
                    <a:pt x="80" y="35"/>
                  </a:cubicBezTo>
                  <a:cubicBezTo>
                    <a:pt x="201" y="35"/>
                    <a:pt x="201" y="35"/>
                    <a:pt x="201" y="35"/>
                  </a:cubicBezTo>
                  <a:cubicBezTo>
                    <a:pt x="206" y="35"/>
                    <a:pt x="211" y="40"/>
                    <a:pt x="211" y="45"/>
                  </a:cubicBezTo>
                  <a:cubicBezTo>
                    <a:pt x="211" y="51"/>
                    <a:pt x="206" y="55"/>
                    <a:pt x="201" y="55"/>
                  </a:cubicBezTo>
                  <a:cubicBezTo>
                    <a:pt x="80" y="55"/>
                    <a:pt x="80" y="55"/>
                    <a:pt x="80" y="55"/>
                  </a:cubicBezTo>
                  <a:cubicBezTo>
                    <a:pt x="75" y="55"/>
                    <a:pt x="70" y="51"/>
                    <a:pt x="70" y="4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7" name="组合 6"/>
          <p:cNvGrpSpPr/>
          <p:nvPr/>
        </p:nvGrpSpPr>
        <p:grpSpPr>
          <a:xfrm>
            <a:off x="3667125" y="4800600"/>
            <a:ext cx="2343150" cy="1338263"/>
            <a:chOff x="3667125" y="4800600"/>
            <a:chExt cx="2343150" cy="1338263"/>
          </a:xfrm>
          <a:effectLst>
            <a:outerShdw blurRad="279400" dist="139700" dir="2700000" algn="tl" rotWithShape="0">
              <a:srgbClr val="4C7CDA">
                <a:alpha val="40000"/>
              </a:srgbClr>
            </a:outerShdw>
          </a:effectLst>
        </p:grpSpPr>
        <p:sp>
          <p:nvSpPr>
            <p:cNvPr id="8" name="Rectangle 27"/>
            <p:cNvSpPr/>
            <p:nvPr/>
          </p:nvSpPr>
          <p:spPr>
            <a:xfrm>
              <a:off x="36671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cs typeface="+mn-ea"/>
                <a:sym typeface="+mn-lt"/>
              </a:endParaRPr>
            </a:p>
          </p:txBody>
        </p:sp>
        <p:sp>
          <p:nvSpPr>
            <p:cNvPr id="22543" name="TextBox 35"/>
            <p:cNvSpPr txBox="1">
              <a:spLocks noChangeArrowheads="1"/>
            </p:cNvSpPr>
            <p:nvPr/>
          </p:nvSpPr>
          <p:spPr bwMode="auto">
            <a:xfrm>
              <a:off x="4346417"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8" name="Freeform 21"/>
            <p:cNvSpPr>
              <a:spLocks noEditPoints="1"/>
            </p:cNvSpPr>
            <p:nvPr/>
          </p:nvSpPr>
          <p:spPr bwMode="auto">
            <a:xfrm>
              <a:off x="4645025" y="5072063"/>
              <a:ext cx="500063" cy="455612"/>
            </a:xfrm>
            <a:custGeom>
              <a:avLst/>
              <a:gdLst>
                <a:gd name="T0" fmla="*/ 2147483647 w 365"/>
                <a:gd name="T1" fmla="*/ 2147483647 h 333"/>
                <a:gd name="T2" fmla="*/ 2147483647 w 365"/>
                <a:gd name="T3" fmla="*/ 2147483647 h 333"/>
                <a:gd name="T4" fmla="*/ 2147483647 w 365"/>
                <a:gd name="T5" fmla="*/ 2147483647 h 333"/>
                <a:gd name="T6" fmla="*/ 2147483647 w 365"/>
                <a:gd name="T7" fmla="*/ 2147483647 h 333"/>
                <a:gd name="T8" fmla="*/ 2147483647 w 365"/>
                <a:gd name="T9" fmla="*/ 0 h 333"/>
                <a:gd name="T10" fmla="*/ 2147483647 w 365"/>
                <a:gd name="T11" fmla="*/ 2147483647 h 333"/>
                <a:gd name="T12" fmla="*/ 2147483647 w 365"/>
                <a:gd name="T13" fmla="*/ 2147483647 h 333"/>
                <a:gd name="T14" fmla="*/ 0 w 365"/>
                <a:gd name="T15" fmla="*/ 2147483647 h 333"/>
                <a:gd name="T16" fmla="*/ 2147483647 w 365"/>
                <a:gd name="T17" fmla="*/ 2147483647 h 333"/>
                <a:gd name="T18" fmla="*/ 2147483647 w 365"/>
                <a:gd name="T19" fmla="*/ 2147483647 h 333"/>
                <a:gd name="T20" fmla="*/ 2147483647 w 365"/>
                <a:gd name="T21" fmla="*/ 2147483647 h 333"/>
                <a:gd name="T22" fmla="*/ 2147483647 w 365"/>
                <a:gd name="T23" fmla="*/ 2147483647 h 333"/>
                <a:gd name="T24" fmla="*/ 2147483647 w 365"/>
                <a:gd name="T25" fmla="*/ 2147483647 h 333"/>
                <a:gd name="T26" fmla="*/ 2147483647 w 365"/>
                <a:gd name="T27" fmla="*/ 2147483647 h 333"/>
                <a:gd name="T28" fmla="*/ 2147483647 w 365"/>
                <a:gd name="T29" fmla="*/ 2147483647 h 333"/>
                <a:gd name="T30" fmla="*/ 2147483647 w 365"/>
                <a:gd name="T31" fmla="*/ 2147483647 h 333"/>
                <a:gd name="T32" fmla="*/ 2147483647 w 365"/>
                <a:gd name="T33" fmla="*/ 2147483647 h 333"/>
                <a:gd name="T34" fmla="*/ 2147483647 w 365"/>
                <a:gd name="T35" fmla="*/ 2147483647 h 333"/>
                <a:gd name="T36" fmla="*/ 2147483647 w 365"/>
                <a:gd name="T37" fmla="*/ 2147483647 h 333"/>
                <a:gd name="T38" fmla="*/ 2147483647 w 365"/>
                <a:gd name="T39" fmla="*/ 2147483647 h 333"/>
                <a:gd name="T40" fmla="*/ 2147483647 w 365"/>
                <a:gd name="T41" fmla="*/ 2147483647 h 333"/>
                <a:gd name="T42" fmla="*/ 2147483647 w 365"/>
                <a:gd name="T43" fmla="*/ 2147483647 h 333"/>
                <a:gd name="T44" fmla="*/ 2147483647 w 365"/>
                <a:gd name="T45" fmla="*/ 2147483647 h 333"/>
                <a:gd name="T46" fmla="*/ 2147483647 w 365"/>
                <a:gd name="T47" fmla="*/ 2147483647 h 333"/>
                <a:gd name="T48" fmla="*/ 2147483647 w 365"/>
                <a:gd name="T49" fmla="*/ 2147483647 h 333"/>
                <a:gd name="T50" fmla="*/ 2147483647 w 365"/>
                <a:gd name="T51" fmla="*/ 2147483647 h 333"/>
                <a:gd name="T52" fmla="*/ 2147483647 w 365"/>
                <a:gd name="T53" fmla="*/ 2147483647 h 333"/>
                <a:gd name="T54" fmla="*/ 2147483647 w 365"/>
                <a:gd name="T55" fmla="*/ 2147483647 h 333"/>
                <a:gd name="T56" fmla="*/ 2147483647 w 365"/>
                <a:gd name="T57" fmla="*/ 2147483647 h 333"/>
                <a:gd name="T58" fmla="*/ 2147483647 w 365"/>
                <a:gd name="T59" fmla="*/ 2147483647 h 333"/>
                <a:gd name="T60" fmla="*/ 2147483647 w 365"/>
                <a:gd name="T61" fmla="*/ 2147483647 h 333"/>
                <a:gd name="T62" fmla="*/ 2147483647 w 365"/>
                <a:gd name="T63" fmla="*/ 2147483647 h 333"/>
                <a:gd name="T64" fmla="*/ 2147483647 w 365"/>
                <a:gd name="T65" fmla="*/ 2147483647 h 333"/>
                <a:gd name="T66" fmla="*/ 2147483647 w 365"/>
                <a:gd name="T67" fmla="*/ 2147483647 h 3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65" h="333">
                  <a:moveTo>
                    <a:pt x="359" y="119"/>
                  </a:moveTo>
                  <a:cubicBezTo>
                    <a:pt x="355" y="114"/>
                    <a:pt x="350" y="111"/>
                    <a:pt x="343" y="111"/>
                  </a:cubicBezTo>
                  <a:cubicBezTo>
                    <a:pt x="323" y="111"/>
                    <a:pt x="323" y="111"/>
                    <a:pt x="323" y="111"/>
                  </a:cubicBezTo>
                  <a:cubicBezTo>
                    <a:pt x="323" y="100"/>
                    <a:pt x="314" y="91"/>
                    <a:pt x="303" y="91"/>
                  </a:cubicBezTo>
                  <a:cubicBezTo>
                    <a:pt x="283" y="91"/>
                    <a:pt x="283" y="91"/>
                    <a:pt x="283" y="91"/>
                  </a:cubicBezTo>
                  <a:cubicBezTo>
                    <a:pt x="283" y="71"/>
                    <a:pt x="283" y="71"/>
                    <a:pt x="283" y="71"/>
                  </a:cubicBezTo>
                  <a:cubicBezTo>
                    <a:pt x="283" y="60"/>
                    <a:pt x="274" y="51"/>
                    <a:pt x="263" y="51"/>
                  </a:cubicBezTo>
                  <a:cubicBezTo>
                    <a:pt x="253" y="51"/>
                    <a:pt x="253" y="51"/>
                    <a:pt x="253" y="51"/>
                  </a:cubicBezTo>
                  <a:cubicBezTo>
                    <a:pt x="253" y="10"/>
                    <a:pt x="253" y="10"/>
                    <a:pt x="253" y="10"/>
                  </a:cubicBezTo>
                  <a:cubicBezTo>
                    <a:pt x="253" y="5"/>
                    <a:pt x="248" y="0"/>
                    <a:pt x="243" y="0"/>
                  </a:cubicBezTo>
                  <a:cubicBezTo>
                    <a:pt x="41" y="0"/>
                    <a:pt x="41" y="0"/>
                    <a:pt x="41" y="0"/>
                  </a:cubicBezTo>
                  <a:cubicBezTo>
                    <a:pt x="35" y="0"/>
                    <a:pt x="31" y="5"/>
                    <a:pt x="31" y="10"/>
                  </a:cubicBezTo>
                  <a:cubicBezTo>
                    <a:pt x="31" y="51"/>
                    <a:pt x="31" y="51"/>
                    <a:pt x="31" y="51"/>
                  </a:cubicBezTo>
                  <a:cubicBezTo>
                    <a:pt x="21" y="51"/>
                    <a:pt x="21" y="51"/>
                    <a:pt x="21" y="51"/>
                  </a:cubicBezTo>
                  <a:cubicBezTo>
                    <a:pt x="9" y="51"/>
                    <a:pt x="0" y="60"/>
                    <a:pt x="0" y="71"/>
                  </a:cubicBezTo>
                  <a:cubicBezTo>
                    <a:pt x="0" y="313"/>
                    <a:pt x="0" y="313"/>
                    <a:pt x="0" y="313"/>
                  </a:cubicBezTo>
                  <a:cubicBezTo>
                    <a:pt x="0" y="324"/>
                    <a:pt x="9" y="333"/>
                    <a:pt x="21" y="333"/>
                  </a:cubicBezTo>
                  <a:cubicBezTo>
                    <a:pt x="61" y="333"/>
                    <a:pt x="61" y="333"/>
                    <a:pt x="61" y="333"/>
                  </a:cubicBezTo>
                  <a:cubicBezTo>
                    <a:pt x="263" y="333"/>
                    <a:pt x="263" y="333"/>
                    <a:pt x="263" y="333"/>
                  </a:cubicBezTo>
                  <a:cubicBezTo>
                    <a:pt x="303" y="333"/>
                    <a:pt x="303" y="333"/>
                    <a:pt x="303" y="333"/>
                  </a:cubicBezTo>
                  <a:cubicBezTo>
                    <a:pt x="313" y="333"/>
                    <a:pt x="321" y="327"/>
                    <a:pt x="323" y="318"/>
                  </a:cubicBezTo>
                  <a:cubicBezTo>
                    <a:pt x="363" y="136"/>
                    <a:pt x="363" y="136"/>
                    <a:pt x="363" y="136"/>
                  </a:cubicBezTo>
                  <a:cubicBezTo>
                    <a:pt x="365" y="130"/>
                    <a:pt x="363" y="124"/>
                    <a:pt x="359" y="119"/>
                  </a:cubicBezTo>
                  <a:close/>
                  <a:moveTo>
                    <a:pt x="31" y="313"/>
                  </a:moveTo>
                  <a:cubicBezTo>
                    <a:pt x="21" y="313"/>
                    <a:pt x="21" y="313"/>
                    <a:pt x="21" y="313"/>
                  </a:cubicBezTo>
                  <a:cubicBezTo>
                    <a:pt x="21" y="71"/>
                    <a:pt x="21" y="71"/>
                    <a:pt x="21" y="71"/>
                  </a:cubicBezTo>
                  <a:cubicBezTo>
                    <a:pt x="31" y="71"/>
                    <a:pt x="31" y="71"/>
                    <a:pt x="31" y="71"/>
                  </a:cubicBezTo>
                  <a:lnTo>
                    <a:pt x="31" y="313"/>
                  </a:lnTo>
                  <a:close/>
                  <a:moveTo>
                    <a:pt x="254" y="215"/>
                  </a:moveTo>
                  <a:cubicBezTo>
                    <a:pt x="184" y="286"/>
                    <a:pt x="184" y="286"/>
                    <a:pt x="184" y="286"/>
                  </a:cubicBezTo>
                  <a:cubicBezTo>
                    <a:pt x="180" y="290"/>
                    <a:pt x="173" y="290"/>
                    <a:pt x="169" y="286"/>
                  </a:cubicBezTo>
                  <a:cubicBezTo>
                    <a:pt x="99" y="215"/>
                    <a:pt x="99" y="215"/>
                    <a:pt x="99" y="215"/>
                  </a:cubicBezTo>
                  <a:cubicBezTo>
                    <a:pt x="96" y="212"/>
                    <a:pt x="95" y="208"/>
                    <a:pt x="97" y="204"/>
                  </a:cubicBezTo>
                  <a:cubicBezTo>
                    <a:pt x="98" y="200"/>
                    <a:pt x="102" y="198"/>
                    <a:pt x="106" y="198"/>
                  </a:cubicBezTo>
                  <a:cubicBezTo>
                    <a:pt x="131" y="198"/>
                    <a:pt x="131" y="198"/>
                    <a:pt x="131" y="198"/>
                  </a:cubicBezTo>
                  <a:cubicBezTo>
                    <a:pt x="131" y="111"/>
                    <a:pt x="131" y="111"/>
                    <a:pt x="131" y="111"/>
                  </a:cubicBezTo>
                  <a:cubicBezTo>
                    <a:pt x="101" y="111"/>
                    <a:pt x="101" y="111"/>
                    <a:pt x="101" y="111"/>
                  </a:cubicBezTo>
                  <a:cubicBezTo>
                    <a:pt x="92" y="111"/>
                    <a:pt x="84" y="118"/>
                    <a:pt x="82" y="127"/>
                  </a:cubicBezTo>
                  <a:cubicBezTo>
                    <a:pt x="82" y="127"/>
                    <a:pt x="41" y="312"/>
                    <a:pt x="41" y="313"/>
                  </a:cubicBezTo>
                  <a:cubicBezTo>
                    <a:pt x="41" y="313"/>
                    <a:pt x="41" y="313"/>
                    <a:pt x="41" y="313"/>
                  </a:cubicBezTo>
                  <a:cubicBezTo>
                    <a:pt x="41" y="10"/>
                    <a:pt x="41" y="10"/>
                    <a:pt x="41" y="10"/>
                  </a:cubicBezTo>
                  <a:cubicBezTo>
                    <a:pt x="243" y="10"/>
                    <a:pt x="243" y="10"/>
                    <a:pt x="243" y="10"/>
                  </a:cubicBezTo>
                  <a:cubicBezTo>
                    <a:pt x="243" y="91"/>
                    <a:pt x="243" y="91"/>
                    <a:pt x="243" y="91"/>
                  </a:cubicBezTo>
                  <a:cubicBezTo>
                    <a:pt x="231" y="91"/>
                    <a:pt x="222" y="100"/>
                    <a:pt x="222" y="111"/>
                  </a:cubicBezTo>
                  <a:cubicBezTo>
                    <a:pt x="222" y="111"/>
                    <a:pt x="222" y="111"/>
                    <a:pt x="222" y="111"/>
                  </a:cubicBezTo>
                  <a:cubicBezTo>
                    <a:pt x="222" y="198"/>
                    <a:pt x="222" y="198"/>
                    <a:pt x="222" y="198"/>
                  </a:cubicBezTo>
                  <a:cubicBezTo>
                    <a:pt x="247" y="198"/>
                    <a:pt x="247" y="198"/>
                    <a:pt x="247" y="198"/>
                  </a:cubicBezTo>
                  <a:cubicBezTo>
                    <a:pt x="251" y="198"/>
                    <a:pt x="255" y="200"/>
                    <a:pt x="257" y="204"/>
                  </a:cubicBezTo>
                  <a:cubicBezTo>
                    <a:pt x="258" y="208"/>
                    <a:pt x="257" y="212"/>
                    <a:pt x="254" y="215"/>
                  </a:cubicBezTo>
                  <a:close/>
                  <a:moveTo>
                    <a:pt x="263" y="91"/>
                  </a:moveTo>
                  <a:cubicBezTo>
                    <a:pt x="253" y="91"/>
                    <a:pt x="253" y="91"/>
                    <a:pt x="253" y="91"/>
                  </a:cubicBezTo>
                  <a:cubicBezTo>
                    <a:pt x="253" y="71"/>
                    <a:pt x="253" y="71"/>
                    <a:pt x="253" y="71"/>
                  </a:cubicBezTo>
                  <a:cubicBezTo>
                    <a:pt x="263" y="71"/>
                    <a:pt x="263" y="71"/>
                    <a:pt x="263" y="71"/>
                  </a:cubicBezTo>
                  <a:lnTo>
                    <a:pt x="263" y="91"/>
                  </a:lnTo>
                  <a:close/>
                  <a:moveTo>
                    <a:pt x="70" y="45"/>
                  </a:moveTo>
                  <a:cubicBezTo>
                    <a:pt x="70" y="40"/>
                    <a:pt x="75" y="35"/>
                    <a:pt x="80" y="35"/>
                  </a:cubicBezTo>
                  <a:cubicBezTo>
                    <a:pt x="201" y="35"/>
                    <a:pt x="201" y="35"/>
                    <a:pt x="201" y="35"/>
                  </a:cubicBezTo>
                  <a:cubicBezTo>
                    <a:pt x="206" y="35"/>
                    <a:pt x="211" y="40"/>
                    <a:pt x="211" y="45"/>
                  </a:cubicBezTo>
                  <a:cubicBezTo>
                    <a:pt x="211" y="51"/>
                    <a:pt x="206" y="55"/>
                    <a:pt x="201" y="55"/>
                  </a:cubicBezTo>
                  <a:cubicBezTo>
                    <a:pt x="80" y="55"/>
                    <a:pt x="80" y="55"/>
                    <a:pt x="80" y="55"/>
                  </a:cubicBezTo>
                  <a:cubicBezTo>
                    <a:pt x="75" y="55"/>
                    <a:pt x="70" y="51"/>
                    <a:pt x="70" y="45"/>
                  </a:cubicBezTo>
                  <a:close/>
                  <a:moveTo>
                    <a:pt x="201" y="96"/>
                  </a:moveTo>
                  <a:cubicBezTo>
                    <a:pt x="80" y="96"/>
                    <a:pt x="80" y="96"/>
                    <a:pt x="80" y="96"/>
                  </a:cubicBezTo>
                  <a:cubicBezTo>
                    <a:pt x="75" y="96"/>
                    <a:pt x="70" y="92"/>
                    <a:pt x="70" y="86"/>
                  </a:cubicBezTo>
                  <a:cubicBezTo>
                    <a:pt x="70" y="81"/>
                    <a:pt x="75" y="76"/>
                    <a:pt x="80" y="76"/>
                  </a:cubicBezTo>
                  <a:cubicBezTo>
                    <a:pt x="201" y="76"/>
                    <a:pt x="201" y="76"/>
                    <a:pt x="201" y="76"/>
                  </a:cubicBezTo>
                  <a:cubicBezTo>
                    <a:pt x="206" y="76"/>
                    <a:pt x="211" y="81"/>
                    <a:pt x="211" y="86"/>
                  </a:cubicBezTo>
                  <a:cubicBezTo>
                    <a:pt x="211" y="92"/>
                    <a:pt x="206" y="96"/>
                    <a:pt x="201" y="9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sp>
        <p:nvSpPr>
          <p:cNvPr id="9" name="Right Triangle 23"/>
          <p:cNvSpPr/>
          <p:nvPr/>
        </p:nvSpPr>
        <p:spPr>
          <a:xfrm rot="10800000">
            <a:off x="6772275" y="1574800"/>
            <a:ext cx="1482725" cy="2487613"/>
          </a:xfrm>
          <a:prstGeom prst="rtTriangle">
            <a:avLst/>
          </a:prstGeom>
          <a:solidFill>
            <a:schemeClr val="bg1">
              <a:lumMod val="95000"/>
              <a:alpha val="2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fontAlgn="auto">
              <a:spcBef>
                <a:spcPts val="0"/>
              </a:spcBef>
              <a:spcAft>
                <a:spcPts val="0"/>
              </a:spcAft>
              <a:defRPr/>
            </a:pPr>
            <a:endParaRPr lang="en-US" sz="1800">
              <a:cs typeface="+mn-ea"/>
              <a:sym typeface="+mn-lt"/>
            </a:endParaRPr>
          </a:p>
        </p:txBody>
      </p:sp>
      <p:grpSp>
        <p:nvGrpSpPr>
          <p:cNvPr id="10" name="组合 9"/>
          <p:cNvGrpSpPr/>
          <p:nvPr/>
        </p:nvGrpSpPr>
        <p:grpSpPr>
          <a:xfrm>
            <a:off x="6181725" y="4800600"/>
            <a:ext cx="2343150" cy="1338263"/>
            <a:chOff x="6181725" y="4800600"/>
            <a:chExt cx="2343150" cy="1338263"/>
          </a:xfrm>
          <a:effectLst>
            <a:outerShdw blurRad="279400" dist="139700" dir="2700000" algn="tl" rotWithShape="0">
              <a:srgbClr val="4C7CDA">
                <a:alpha val="40000"/>
              </a:srgbClr>
            </a:outerShdw>
          </a:effectLst>
        </p:grpSpPr>
        <p:sp>
          <p:nvSpPr>
            <p:cNvPr id="11" name="Rectangle 28"/>
            <p:cNvSpPr/>
            <p:nvPr/>
          </p:nvSpPr>
          <p:spPr>
            <a:xfrm>
              <a:off x="61817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800">
                <a:cs typeface="+mn-ea"/>
                <a:sym typeface="+mn-lt"/>
              </a:endParaRPr>
            </a:p>
          </p:txBody>
        </p:sp>
        <p:sp>
          <p:nvSpPr>
            <p:cNvPr id="22542" name="TextBox 34"/>
            <p:cNvSpPr txBox="1">
              <a:spLocks noChangeArrowheads="1"/>
            </p:cNvSpPr>
            <p:nvPr/>
          </p:nvSpPr>
          <p:spPr bwMode="auto">
            <a:xfrm>
              <a:off x="6858636"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49" name="Freeform 24"/>
            <p:cNvSpPr>
              <a:spLocks noEditPoints="1"/>
            </p:cNvSpPr>
            <p:nvPr/>
          </p:nvSpPr>
          <p:spPr bwMode="auto">
            <a:xfrm>
              <a:off x="7085013"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2147483647 h 333"/>
                <a:gd name="T10" fmla="*/ 2147483647 w 364"/>
                <a:gd name="T11" fmla="*/ 2147483647 h 333"/>
                <a:gd name="T12" fmla="*/ 2147483647 w 364"/>
                <a:gd name="T13" fmla="*/ 2147483647 h 333"/>
                <a:gd name="T14" fmla="*/ 2147483647 w 364"/>
                <a:gd name="T15" fmla="*/ 2147483647 h 333"/>
                <a:gd name="T16" fmla="*/ 2147483647 w 364"/>
                <a:gd name="T17" fmla="*/ 2147483647 h 333"/>
                <a:gd name="T18" fmla="*/ 2147483647 w 364"/>
                <a:gd name="T19" fmla="*/ 2147483647 h 333"/>
                <a:gd name="T20" fmla="*/ 0 w 364"/>
                <a:gd name="T21" fmla="*/ 2147483647 h 333"/>
                <a:gd name="T22" fmla="*/ 2147483647 w 364"/>
                <a:gd name="T23" fmla="*/ 2147483647 h 333"/>
                <a:gd name="T24" fmla="*/ 2147483647 w 364"/>
                <a:gd name="T25" fmla="*/ 0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2147483647 w 364"/>
                <a:gd name="T69" fmla="*/ 2147483647 h 333"/>
                <a:gd name="T70" fmla="*/ 2147483647 w 364"/>
                <a:gd name="T71" fmla="*/ 2147483647 h 333"/>
                <a:gd name="T72" fmla="*/ 2147483647 w 364"/>
                <a:gd name="T73" fmla="*/ 2147483647 h 333"/>
                <a:gd name="T74" fmla="*/ 2147483647 w 364"/>
                <a:gd name="T75" fmla="*/ 2147483647 h 333"/>
                <a:gd name="T76" fmla="*/ 2147483647 w 364"/>
                <a:gd name="T77" fmla="*/ 2147483647 h 333"/>
                <a:gd name="T78" fmla="*/ 2147483647 w 364"/>
                <a:gd name="T79" fmla="*/ 2147483647 h 33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64" h="333">
                  <a:moveTo>
                    <a:pt x="210" y="45"/>
                  </a:moveTo>
                  <a:cubicBezTo>
                    <a:pt x="210" y="51"/>
                    <a:pt x="206" y="55"/>
                    <a:pt x="200" y="55"/>
                  </a:cubicBezTo>
                  <a:cubicBezTo>
                    <a:pt x="80" y="55"/>
                    <a:pt x="80" y="55"/>
                    <a:pt x="80" y="55"/>
                  </a:cubicBezTo>
                  <a:cubicBezTo>
                    <a:pt x="74" y="55"/>
                    <a:pt x="69" y="51"/>
                    <a:pt x="69" y="45"/>
                  </a:cubicBezTo>
                  <a:cubicBezTo>
                    <a:pt x="69" y="40"/>
                    <a:pt x="74" y="35"/>
                    <a:pt x="80" y="35"/>
                  </a:cubicBezTo>
                  <a:cubicBezTo>
                    <a:pt x="200" y="35"/>
                    <a:pt x="200" y="35"/>
                    <a:pt x="200" y="35"/>
                  </a:cubicBezTo>
                  <a:cubicBezTo>
                    <a:pt x="206" y="35"/>
                    <a:pt x="210" y="40"/>
                    <a:pt x="210" y="45"/>
                  </a:cubicBezTo>
                  <a:close/>
                  <a:moveTo>
                    <a:pt x="200" y="76"/>
                  </a:moveTo>
                  <a:cubicBezTo>
                    <a:pt x="80" y="76"/>
                    <a:pt x="80" y="76"/>
                    <a:pt x="80" y="76"/>
                  </a:cubicBezTo>
                  <a:cubicBezTo>
                    <a:pt x="74" y="76"/>
                    <a:pt x="69" y="81"/>
                    <a:pt x="69" y="86"/>
                  </a:cubicBezTo>
                  <a:cubicBezTo>
                    <a:pt x="69" y="92"/>
                    <a:pt x="74" y="96"/>
                    <a:pt x="80" y="96"/>
                  </a:cubicBezTo>
                  <a:cubicBezTo>
                    <a:pt x="200" y="96"/>
                    <a:pt x="200" y="96"/>
                    <a:pt x="200" y="96"/>
                  </a:cubicBezTo>
                  <a:cubicBezTo>
                    <a:pt x="206" y="96"/>
                    <a:pt x="210" y="92"/>
                    <a:pt x="210" y="86"/>
                  </a:cubicBezTo>
                  <a:cubicBezTo>
                    <a:pt x="210" y="81"/>
                    <a:pt x="206" y="76"/>
                    <a:pt x="200" y="76"/>
                  </a:cubicBezTo>
                  <a:close/>
                  <a:moveTo>
                    <a:pt x="362" y="136"/>
                  </a:moveTo>
                  <a:cubicBezTo>
                    <a:pt x="322" y="318"/>
                    <a:pt x="322" y="318"/>
                    <a:pt x="322" y="318"/>
                  </a:cubicBezTo>
                  <a:cubicBezTo>
                    <a:pt x="320" y="327"/>
                    <a:pt x="312" y="333"/>
                    <a:pt x="302" y="333"/>
                  </a:cubicBezTo>
                  <a:cubicBezTo>
                    <a:pt x="262" y="333"/>
                    <a:pt x="262" y="333"/>
                    <a:pt x="262" y="333"/>
                  </a:cubicBezTo>
                  <a:cubicBezTo>
                    <a:pt x="60" y="333"/>
                    <a:pt x="60" y="333"/>
                    <a:pt x="60" y="333"/>
                  </a:cubicBezTo>
                  <a:cubicBezTo>
                    <a:pt x="20" y="333"/>
                    <a:pt x="20" y="333"/>
                    <a:pt x="20" y="333"/>
                  </a:cubicBezTo>
                  <a:cubicBezTo>
                    <a:pt x="9" y="333"/>
                    <a:pt x="0" y="324"/>
                    <a:pt x="0" y="313"/>
                  </a:cubicBezTo>
                  <a:cubicBezTo>
                    <a:pt x="0" y="71"/>
                    <a:pt x="0" y="71"/>
                    <a:pt x="0" y="71"/>
                  </a:cubicBezTo>
                  <a:cubicBezTo>
                    <a:pt x="0" y="60"/>
                    <a:pt x="9" y="51"/>
                    <a:pt x="20" y="51"/>
                  </a:cubicBezTo>
                  <a:cubicBezTo>
                    <a:pt x="30" y="51"/>
                    <a:pt x="30" y="51"/>
                    <a:pt x="30" y="51"/>
                  </a:cubicBezTo>
                  <a:cubicBezTo>
                    <a:pt x="30" y="10"/>
                    <a:pt x="30" y="10"/>
                    <a:pt x="30" y="10"/>
                  </a:cubicBezTo>
                  <a:cubicBezTo>
                    <a:pt x="30" y="5"/>
                    <a:pt x="34" y="0"/>
                    <a:pt x="40" y="0"/>
                  </a:cubicBezTo>
                  <a:cubicBezTo>
                    <a:pt x="242" y="0"/>
                    <a:pt x="242" y="0"/>
                    <a:pt x="242" y="0"/>
                  </a:cubicBezTo>
                  <a:cubicBezTo>
                    <a:pt x="247" y="0"/>
                    <a:pt x="252" y="5"/>
                    <a:pt x="252" y="10"/>
                  </a:cubicBezTo>
                  <a:cubicBezTo>
                    <a:pt x="252" y="51"/>
                    <a:pt x="252" y="51"/>
                    <a:pt x="252" y="51"/>
                  </a:cubicBezTo>
                  <a:cubicBezTo>
                    <a:pt x="262" y="51"/>
                    <a:pt x="262" y="51"/>
                    <a:pt x="262" y="51"/>
                  </a:cubicBezTo>
                  <a:cubicBezTo>
                    <a:pt x="273" y="51"/>
                    <a:pt x="282" y="60"/>
                    <a:pt x="282" y="71"/>
                  </a:cubicBezTo>
                  <a:cubicBezTo>
                    <a:pt x="282" y="91"/>
                    <a:pt x="282" y="91"/>
                    <a:pt x="282" y="91"/>
                  </a:cubicBezTo>
                  <a:cubicBezTo>
                    <a:pt x="302" y="91"/>
                    <a:pt x="302" y="91"/>
                    <a:pt x="302" y="91"/>
                  </a:cubicBezTo>
                  <a:cubicBezTo>
                    <a:pt x="313" y="91"/>
                    <a:pt x="322" y="100"/>
                    <a:pt x="322" y="111"/>
                  </a:cubicBezTo>
                  <a:cubicBezTo>
                    <a:pt x="343" y="111"/>
                    <a:pt x="343" y="111"/>
                    <a:pt x="343" y="111"/>
                  </a:cubicBezTo>
                  <a:cubicBezTo>
                    <a:pt x="349" y="111"/>
                    <a:pt x="355" y="114"/>
                    <a:pt x="358" y="119"/>
                  </a:cubicBezTo>
                  <a:cubicBezTo>
                    <a:pt x="362" y="124"/>
                    <a:pt x="364" y="130"/>
                    <a:pt x="362" y="136"/>
                  </a:cubicBezTo>
                  <a:close/>
                  <a:moveTo>
                    <a:pt x="30" y="71"/>
                  </a:moveTo>
                  <a:cubicBezTo>
                    <a:pt x="20" y="71"/>
                    <a:pt x="20" y="71"/>
                    <a:pt x="20" y="71"/>
                  </a:cubicBezTo>
                  <a:cubicBezTo>
                    <a:pt x="20" y="313"/>
                    <a:pt x="20" y="313"/>
                    <a:pt x="20" y="313"/>
                  </a:cubicBezTo>
                  <a:cubicBezTo>
                    <a:pt x="30" y="313"/>
                    <a:pt x="30" y="313"/>
                    <a:pt x="30" y="313"/>
                  </a:cubicBezTo>
                  <a:lnTo>
                    <a:pt x="30" y="71"/>
                  </a:lnTo>
                  <a:close/>
                  <a:moveTo>
                    <a:pt x="252" y="91"/>
                  </a:moveTo>
                  <a:cubicBezTo>
                    <a:pt x="262" y="91"/>
                    <a:pt x="262" y="91"/>
                    <a:pt x="262" y="91"/>
                  </a:cubicBezTo>
                  <a:cubicBezTo>
                    <a:pt x="262" y="71"/>
                    <a:pt x="262" y="71"/>
                    <a:pt x="262" y="71"/>
                  </a:cubicBezTo>
                  <a:cubicBezTo>
                    <a:pt x="252" y="71"/>
                    <a:pt x="252" y="71"/>
                    <a:pt x="252" y="71"/>
                  </a:cubicBezTo>
                  <a:lnTo>
                    <a:pt x="252" y="91"/>
                  </a:lnTo>
                  <a:close/>
                  <a:moveTo>
                    <a:pt x="100" y="111"/>
                  </a:moveTo>
                  <a:cubicBezTo>
                    <a:pt x="222" y="111"/>
                    <a:pt x="222" y="111"/>
                    <a:pt x="222" y="111"/>
                  </a:cubicBezTo>
                  <a:cubicBezTo>
                    <a:pt x="222" y="100"/>
                    <a:pt x="231" y="91"/>
                    <a:pt x="242" y="91"/>
                  </a:cubicBezTo>
                  <a:cubicBezTo>
                    <a:pt x="242" y="10"/>
                    <a:pt x="242" y="10"/>
                    <a:pt x="242" y="10"/>
                  </a:cubicBezTo>
                  <a:cubicBezTo>
                    <a:pt x="40" y="10"/>
                    <a:pt x="40" y="10"/>
                    <a:pt x="40" y="10"/>
                  </a:cubicBezTo>
                  <a:cubicBezTo>
                    <a:pt x="40" y="313"/>
                    <a:pt x="40" y="313"/>
                    <a:pt x="40" y="313"/>
                  </a:cubicBezTo>
                  <a:cubicBezTo>
                    <a:pt x="40" y="313"/>
                    <a:pt x="40" y="313"/>
                    <a:pt x="40" y="313"/>
                  </a:cubicBezTo>
                  <a:cubicBezTo>
                    <a:pt x="40" y="312"/>
                    <a:pt x="81" y="127"/>
                    <a:pt x="81" y="127"/>
                  </a:cubicBezTo>
                  <a:cubicBezTo>
                    <a:pt x="83" y="118"/>
                    <a:pt x="91" y="111"/>
                    <a:pt x="100" y="111"/>
                  </a:cubicBezTo>
                  <a:close/>
                  <a:moveTo>
                    <a:pt x="278" y="279"/>
                  </a:moveTo>
                  <a:cubicBezTo>
                    <a:pt x="246" y="253"/>
                    <a:pt x="246" y="253"/>
                    <a:pt x="246" y="253"/>
                  </a:cubicBezTo>
                  <a:cubicBezTo>
                    <a:pt x="243" y="250"/>
                    <a:pt x="240" y="250"/>
                    <a:pt x="236" y="250"/>
                  </a:cubicBezTo>
                  <a:cubicBezTo>
                    <a:pt x="233" y="247"/>
                    <a:pt x="233" y="247"/>
                    <a:pt x="233" y="247"/>
                  </a:cubicBezTo>
                  <a:cubicBezTo>
                    <a:pt x="240" y="236"/>
                    <a:pt x="244" y="222"/>
                    <a:pt x="242" y="208"/>
                  </a:cubicBezTo>
                  <a:cubicBezTo>
                    <a:pt x="241" y="192"/>
                    <a:pt x="233" y="177"/>
                    <a:pt x="220" y="167"/>
                  </a:cubicBezTo>
                  <a:cubicBezTo>
                    <a:pt x="210" y="158"/>
                    <a:pt x="196" y="153"/>
                    <a:pt x="182" y="153"/>
                  </a:cubicBezTo>
                  <a:cubicBezTo>
                    <a:pt x="164" y="153"/>
                    <a:pt x="147" y="161"/>
                    <a:pt x="135" y="175"/>
                  </a:cubicBezTo>
                  <a:cubicBezTo>
                    <a:pt x="114" y="201"/>
                    <a:pt x="118" y="240"/>
                    <a:pt x="144" y="261"/>
                  </a:cubicBezTo>
                  <a:cubicBezTo>
                    <a:pt x="154" y="269"/>
                    <a:pt x="168" y="274"/>
                    <a:pt x="182" y="274"/>
                  </a:cubicBezTo>
                  <a:cubicBezTo>
                    <a:pt x="197" y="274"/>
                    <a:pt x="211" y="269"/>
                    <a:pt x="222" y="259"/>
                  </a:cubicBezTo>
                  <a:cubicBezTo>
                    <a:pt x="226" y="263"/>
                    <a:pt x="226" y="263"/>
                    <a:pt x="226" y="263"/>
                  </a:cubicBezTo>
                  <a:cubicBezTo>
                    <a:pt x="226" y="266"/>
                    <a:pt x="228" y="269"/>
                    <a:pt x="230" y="271"/>
                  </a:cubicBezTo>
                  <a:cubicBezTo>
                    <a:pt x="262" y="297"/>
                    <a:pt x="262" y="297"/>
                    <a:pt x="262" y="297"/>
                  </a:cubicBezTo>
                  <a:cubicBezTo>
                    <a:pt x="265" y="299"/>
                    <a:pt x="267" y="300"/>
                    <a:pt x="270" y="300"/>
                  </a:cubicBezTo>
                  <a:cubicBezTo>
                    <a:pt x="273" y="300"/>
                    <a:pt x="277" y="299"/>
                    <a:pt x="279" y="296"/>
                  </a:cubicBezTo>
                  <a:cubicBezTo>
                    <a:pt x="284" y="291"/>
                    <a:pt x="283" y="283"/>
                    <a:pt x="278" y="279"/>
                  </a:cubicBezTo>
                  <a:close/>
                  <a:moveTo>
                    <a:pt x="208" y="183"/>
                  </a:moveTo>
                  <a:cubicBezTo>
                    <a:pt x="200" y="176"/>
                    <a:pt x="191" y="173"/>
                    <a:pt x="182" y="173"/>
                  </a:cubicBezTo>
                  <a:cubicBezTo>
                    <a:pt x="170" y="173"/>
                    <a:pt x="159" y="178"/>
                    <a:pt x="151" y="188"/>
                  </a:cubicBezTo>
                  <a:cubicBezTo>
                    <a:pt x="137" y="206"/>
                    <a:pt x="139" y="231"/>
                    <a:pt x="156" y="245"/>
                  </a:cubicBezTo>
                  <a:cubicBezTo>
                    <a:pt x="164" y="251"/>
                    <a:pt x="173" y="254"/>
                    <a:pt x="182" y="254"/>
                  </a:cubicBezTo>
                  <a:cubicBezTo>
                    <a:pt x="194" y="254"/>
                    <a:pt x="205" y="249"/>
                    <a:pt x="213" y="239"/>
                  </a:cubicBezTo>
                  <a:cubicBezTo>
                    <a:pt x="227" y="222"/>
                    <a:pt x="225" y="197"/>
                    <a:pt x="208" y="183"/>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12" name="组合 11"/>
          <p:cNvGrpSpPr/>
          <p:nvPr/>
        </p:nvGrpSpPr>
        <p:grpSpPr>
          <a:xfrm>
            <a:off x="8696325" y="4800600"/>
            <a:ext cx="2343150" cy="1338263"/>
            <a:chOff x="8696325" y="4800600"/>
            <a:chExt cx="2343150" cy="1338263"/>
          </a:xfrm>
          <a:effectLst>
            <a:outerShdw blurRad="279400" dist="139700" dir="2700000" algn="tl" rotWithShape="0">
              <a:srgbClr val="4C7CDA">
                <a:alpha val="40000"/>
              </a:srgbClr>
            </a:outerShdw>
          </a:effectLst>
        </p:grpSpPr>
        <p:sp>
          <p:nvSpPr>
            <p:cNvPr id="13" name="Rectangle 29"/>
            <p:cNvSpPr/>
            <p:nvPr/>
          </p:nvSpPr>
          <p:spPr>
            <a:xfrm>
              <a:off x="8696325" y="4800600"/>
              <a:ext cx="2343150" cy="1338263"/>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cs typeface="+mn-ea"/>
                <a:sym typeface="+mn-lt"/>
              </a:endParaRPr>
            </a:p>
          </p:txBody>
        </p:sp>
        <p:sp>
          <p:nvSpPr>
            <p:cNvPr id="22541" name="TextBox 33"/>
            <p:cNvSpPr txBox="1">
              <a:spLocks noChangeArrowheads="1"/>
            </p:cNvSpPr>
            <p:nvPr/>
          </p:nvSpPr>
          <p:spPr bwMode="auto">
            <a:xfrm>
              <a:off x="9370061" y="5624513"/>
              <a:ext cx="9956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defRPr>
              </a:lvl1pPr>
              <a:lvl2pPr marL="742950" indent="-285750">
                <a:defRPr>
                  <a:solidFill>
                    <a:schemeClr val="tx1"/>
                  </a:solidFill>
                </a:defRPr>
              </a:lvl2pPr>
              <a:lvl3pPr marL="1143000" indent="-228600">
                <a:defRPr>
                  <a:solidFill>
                    <a:schemeClr val="tx1"/>
                  </a:solidFill>
                </a:defRPr>
              </a:lvl3pPr>
              <a:lvl4pPr marL="1600200" indent="-228600">
                <a:defRPr>
                  <a:solidFill>
                    <a:schemeClr val="tx1"/>
                  </a:solidFill>
                </a:defRPr>
              </a:lvl4pPr>
              <a:lvl5pPr marL="2057400" indent="-228600">
                <a:defRPr>
                  <a:solidFill>
                    <a:schemeClr val="tx1"/>
                  </a:solidFill>
                </a:defRPr>
              </a:lvl5pPr>
              <a:lvl6pPr marL="2514600" indent="-228600" eaLnBrk="0" fontAlgn="base" hangingPunct="0">
                <a:spcBef>
                  <a:spcPct val="0"/>
                </a:spcBef>
                <a:spcAft>
                  <a:spcPct val="0"/>
                </a:spcAft>
                <a:defRPr>
                  <a:solidFill>
                    <a:schemeClr val="tx1"/>
                  </a:solidFill>
                </a:defRPr>
              </a:lvl6pPr>
              <a:lvl7pPr marL="2971800" indent="-228600" eaLnBrk="0" fontAlgn="base" hangingPunct="0">
                <a:spcBef>
                  <a:spcPct val="0"/>
                </a:spcBef>
                <a:spcAft>
                  <a:spcPct val="0"/>
                </a:spcAft>
                <a:defRPr>
                  <a:solidFill>
                    <a:schemeClr val="tx1"/>
                  </a:solidFill>
                </a:defRPr>
              </a:lvl7pPr>
              <a:lvl8pPr marL="3429000" indent="-228600" eaLnBrk="0" fontAlgn="base" hangingPunct="0">
                <a:spcBef>
                  <a:spcPct val="0"/>
                </a:spcBef>
                <a:spcAft>
                  <a:spcPct val="0"/>
                </a:spcAft>
                <a:defRPr>
                  <a:solidFill>
                    <a:schemeClr val="tx1"/>
                  </a:solidFill>
                </a:defRPr>
              </a:lvl8pPr>
              <a:lvl9pPr marL="3886200" indent="-228600" eaLnBrk="0" fontAlgn="base" hangingPunct="0">
                <a:spcBef>
                  <a:spcPct val="0"/>
                </a:spcBef>
                <a:spcAft>
                  <a:spcPct val="0"/>
                </a:spcAft>
                <a:defRPr>
                  <a:solidFill>
                    <a:schemeClr val="tx1"/>
                  </a:solidFill>
                </a:defRPr>
              </a:lvl9pPr>
            </a:lstStyle>
            <a:p>
              <a:pPr algn="ctr" eaLnBrk="1" hangingPunct="1"/>
              <a:r>
                <a:rPr lang="zh-CN" altLang="en-US" sz="1600" dirty="0">
                  <a:solidFill>
                    <a:schemeClr val="bg1"/>
                  </a:solidFill>
                  <a:cs typeface="+mn-ea"/>
                  <a:sym typeface="+mn-lt"/>
                </a:rPr>
                <a:t>编辑文本</a:t>
              </a:r>
            </a:p>
          </p:txBody>
        </p:sp>
        <p:sp>
          <p:nvSpPr>
            <p:cNvPr id="22550" name="Freeform 11"/>
            <p:cNvSpPr>
              <a:spLocks noEditPoints="1"/>
            </p:cNvSpPr>
            <p:nvPr/>
          </p:nvSpPr>
          <p:spPr bwMode="auto">
            <a:xfrm>
              <a:off x="9547225" y="5072063"/>
              <a:ext cx="498475" cy="455612"/>
            </a:xfrm>
            <a:custGeom>
              <a:avLst/>
              <a:gdLst>
                <a:gd name="T0" fmla="*/ 2147483647 w 364"/>
                <a:gd name="T1" fmla="*/ 2147483647 h 333"/>
                <a:gd name="T2" fmla="*/ 2147483647 w 364"/>
                <a:gd name="T3" fmla="*/ 2147483647 h 333"/>
                <a:gd name="T4" fmla="*/ 2147483647 w 364"/>
                <a:gd name="T5" fmla="*/ 2147483647 h 333"/>
                <a:gd name="T6" fmla="*/ 2147483647 w 364"/>
                <a:gd name="T7" fmla="*/ 2147483647 h 333"/>
                <a:gd name="T8" fmla="*/ 2147483647 w 364"/>
                <a:gd name="T9" fmla="*/ 2147483647 h 333"/>
                <a:gd name="T10" fmla="*/ 2147483647 w 364"/>
                <a:gd name="T11" fmla="*/ 2147483647 h 333"/>
                <a:gd name="T12" fmla="*/ 2147483647 w 364"/>
                <a:gd name="T13" fmla="*/ 2147483647 h 333"/>
                <a:gd name="T14" fmla="*/ 2147483647 w 364"/>
                <a:gd name="T15" fmla="*/ 2147483647 h 333"/>
                <a:gd name="T16" fmla="*/ 2147483647 w 364"/>
                <a:gd name="T17" fmla="*/ 2147483647 h 333"/>
                <a:gd name="T18" fmla="*/ 0 w 364"/>
                <a:gd name="T19" fmla="*/ 2147483647 h 333"/>
                <a:gd name="T20" fmla="*/ 2147483647 w 364"/>
                <a:gd name="T21" fmla="*/ 2147483647 h 333"/>
                <a:gd name="T22" fmla="*/ 2147483647 w 364"/>
                <a:gd name="T23" fmla="*/ 0 h 333"/>
                <a:gd name="T24" fmla="*/ 2147483647 w 364"/>
                <a:gd name="T25" fmla="*/ 2147483647 h 333"/>
                <a:gd name="T26" fmla="*/ 2147483647 w 364"/>
                <a:gd name="T27" fmla="*/ 2147483647 h 333"/>
                <a:gd name="T28" fmla="*/ 2147483647 w 364"/>
                <a:gd name="T29" fmla="*/ 2147483647 h 333"/>
                <a:gd name="T30" fmla="*/ 2147483647 w 364"/>
                <a:gd name="T31" fmla="*/ 2147483647 h 333"/>
                <a:gd name="T32" fmla="*/ 2147483647 w 364"/>
                <a:gd name="T33" fmla="*/ 2147483647 h 333"/>
                <a:gd name="T34" fmla="*/ 2147483647 w 364"/>
                <a:gd name="T35" fmla="*/ 2147483647 h 333"/>
                <a:gd name="T36" fmla="*/ 2147483647 w 364"/>
                <a:gd name="T37" fmla="*/ 2147483647 h 333"/>
                <a:gd name="T38" fmla="*/ 2147483647 w 364"/>
                <a:gd name="T39" fmla="*/ 2147483647 h 333"/>
                <a:gd name="T40" fmla="*/ 2147483647 w 364"/>
                <a:gd name="T41" fmla="*/ 2147483647 h 333"/>
                <a:gd name="T42" fmla="*/ 2147483647 w 364"/>
                <a:gd name="T43" fmla="*/ 2147483647 h 333"/>
                <a:gd name="T44" fmla="*/ 2147483647 w 364"/>
                <a:gd name="T45" fmla="*/ 2147483647 h 333"/>
                <a:gd name="T46" fmla="*/ 2147483647 w 364"/>
                <a:gd name="T47" fmla="*/ 2147483647 h 333"/>
                <a:gd name="T48" fmla="*/ 2147483647 w 364"/>
                <a:gd name="T49" fmla="*/ 2147483647 h 333"/>
                <a:gd name="T50" fmla="*/ 2147483647 w 364"/>
                <a:gd name="T51" fmla="*/ 2147483647 h 333"/>
                <a:gd name="T52" fmla="*/ 2147483647 w 364"/>
                <a:gd name="T53" fmla="*/ 2147483647 h 333"/>
                <a:gd name="T54" fmla="*/ 2147483647 w 364"/>
                <a:gd name="T55" fmla="*/ 2147483647 h 333"/>
                <a:gd name="T56" fmla="*/ 2147483647 w 364"/>
                <a:gd name="T57" fmla="*/ 2147483647 h 333"/>
                <a:gd name="T58" fmla="*/ 2147483647 w 364"/>
                <a:gd name="T59" fmla="*/ 2147483647 h 333"/>
                <a:gd name="T60" fmla="*/ 2147483647 w 364"/>
                <a:gd name="T61" fmla="*/ 2147483647 h 333"/>
                <a:gd name="T62" fmla="*/ 2147483647 w 364"/>
                <a:gd name="T63" fmla="*/ 2147483647 h 333"/>
                <a:gd name="T64" fmla="*/ 2147483647 w 364"/>
                <a:gd name="T65" fmla="*/ 2147483647 h 333"/>
                <a:gd name="T66" fmla="*/ 2147483647 w 364"/>
                <a:gd name="T67" fmla="*/ 2147483647 h 333"/>
                <a:gd name="T68" fmla="*/ 2147483647 w 364"/>
                <a:gd name="T69" fmla="*/ 2147483647 h 333"/>
                <a:gd name="T70" fmla="*/ 2147483647 w 364"/>
                <a:gd name="T71" fmla="*/ 2147483647 h 333"/>
                <a:gd name="T72" fmla="*/ 2147483647 w 364"/>
                <a:gd name="T73" fmla="*/ 2147483647 h 333"/>
                <a:gd name="T74" fmla="*/ 2147483647 w 364"/>
                <a:gd name="T75" fmla="*/ 2147483647 h 333"/>
                <a:gd name="T76" fmla="*/ 2147483647 w 364"/>
                <a:gd name="T77" fmla="*/ 2147483647 h 333"/>
                <a:gd name="T78" fmla="*/ 2147483647 w 364"/>
                <a:gd name="T79" fmla="*/ 2147483647 h 333"/>
                <a:gd name="T80" fmla="*/ 2147483647 w 364"/>
                <a:gd name="T81" fmla="*/ 2147483647 h 333"/>
                <a:gd name="T82" fmla="*/ 2147483647 w 364"/>
                <a:gd name="T83" fmla="*/ 2147483647 h 333"/>
                <a:gd name="T84" fmla="*/ 2147483647 w 364"/>
                <a:gd name="T85" fmla="*/ 2147483647 h 333"/>
                <a:gd name="T86" fmla="*/ 2147483647 w 364"/>
                <a:gd name="T87" fmla="*/ 2147483647 h 3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33">
                  <a:moveTo>
                    <a:pt x="210" y="86"/>
                  </a:moveTo>
                  <a:cubicBezTo>
                    <a:pt x="210" y="92"/>
                    <a:pt x="206" y="96"/>
                    <a:pt x="200" y="96"/>
                  </a:cubicBezTo>
                  <a:cubicBezTo>
                    <a:pt x="80" y="96"/>
                    <a:pt x="80" y="96"/>
                    <a:pt x="80" y="96"/>
                  </a:cubicBezTo>
                  <a:cubicBezTo>
                    <a:pt x="74" y="96"/>
                    <a:pt x="70" y="92"/>
                    <a:pt x="70" y="86"/>
                  </a:cubicBezTo>
                  <a:cubicBezTo>
                    <a:pt x="70" y="81"/>
                    <a:pt x="74" y="76"/>
                    <a:pt x="80" y="76"/>
                  </a:cubicBezTo>
                  <a:cubicBezTo>
                    <a:pt x="200" y="76"/>
                    <a:pt x="200" y="76"/>
                    <a:pt x="200" y="76"/>
                  </a:cubicBezTo>
                  <a:cubicBezTo>
                    <a:pt x="206" y="76"/>
                    <a:pt x="210" y="81"/>
                    <a:pt x="210" y="86"/>
                  </a:cubicBezTo>
                  <a:close/>
                  <a:moveTo>
                    <a:pt x="171" y="184"/>
                  </a:moveTo>
                  <a:cubicBezTo>
                    <a:pt x="232" y="184"/>
                    <a:pt x="232" y="184"/>
                    <a:pt x="232" y="184"/>
                  </a:cubicBezTo>
                  <a:cubicBezTo>
                    <a:pt x="232" y="163"/>
                    <a:pt x="232" y="163"/>
                    <a:pt x="232" y="163"/>
                  </a:cubicBezTo>
                  <a:cubicBezTo>
                    <a:pt x="171" y="163"/>
                    <a:pt x="171" y="163"/>
                    <a:pt x="171" y="163"/>
                  </a:cubicBezTo>
                  <a:lnTo>
                    <a:pt x="171" y="184"/>
                  </a:lnTo>
                  <a:close/>
                  <a:moveTo>
                    <a:pt x="363" y="136"/>
                  </a:moveTo>
                  <a:cubicBezTo>
                    <a:pt x="322" y="318"/>
                    <a:pt x="322" y="318"/>
                    <a:pt x="322" y="318"/>
                  </a:cubicBezTo>
                  <a:cubicBezTo>
                    <a:pt x="320" y="327"/>
                    <a:pt x="312" y="333"/>
                    <a:pt x="302" y="333"/>
                  </a:cubicBezTo>
                  <a:cubicBezTo>
                    <a:pt x="262" y="333"/>
                    <a:pt x="262" y="333"/>
                    <a:pt x="262" y="333"/>
                  </a:cubicBezTo>
                  <a:cubicBezTo>
                    <a:pt x="60" y="333"/>
                    <a:pt x="60" y="333"/>
                    <a:pt x="60" y="333"/>
                  </a:cubicBezTo>
                  <a:cubicBezTo>
                    <a:pt x="20" y="333"/>
                    <a:pt x="20" y="333"/>
                    <a:pt x="20" y="333"/>
                  </a:cubicBezTo>
                  <a:cubicBezTo>
                    <a:pt x="9" y="333"/>
                    <a:pt x="0" y="324"/>
                    <a:pt x="0" y="313"/>
                  </a:cubicBezTo>
                  <a:cubicBezTo>
                    <a:pt x="0" y="71"/>
                    <a:pt x="0" y="71"/>
                    <a:pt x="0" y="71"/>
                  </a:cubicBezTo>
                  <a:cubicBezTo>
                    <a:pt x="0" y="60"/>
                    <a:pt x="9" y="51"/>
                    <a:pt x="20" y="51"/>
                  </a:cubicBezTo>
                  <a:cubicBezTo>
                    <a:pt x="30" y="51"/>
                    <a:pt x="30" y="51"/>
                    <a:pt x="30" y="51"/>
                  </a:cubicBezTo>
                  <a:cubicBezTo>
                    <a:pt x="30" y="10"/>
                    <a:pt x="30" y="10"/>
                    <a:pt x="30" y="10"/>
                  </a:cubicBezTo>
                  <a:cubicBezTo>
                    <a:pt x="30" y="5"/>
                    <a:pt x="34" y="0"/>
                    <a:pt x="40" y="0"/>
                  </a:cubicBezTo>
                  <a:cubicBezTo>
                    <a:pt x="242" y="0"/>
                    <a:pt x="242" y="0"/>
                    <a:pt x="242" y="0"/>
                  </a:cubicBezTo>
                  <a:cubicBezTo>
                    <a:pt x="247" y="0"/>
                    <a:pt x="252" y="5"/>
                    <a:pt x="252" y="10"/>
                  </a:cubicBezTo>
                  <a:cubicBezTo>
                    <a:pt x="252" y="51"/>
                    <a:pt x="252" y="51"/>
                    <a:pt x="252" y="51"/>
                  </a:cubicBezTo>
                  <a:cubicBezTo>
                    <a:pt x="262" y="51"/>
                    <a:pt x="262" y="51"/>
                    <a:pt x="262" y="51"/>
                  </a:cubicBezTo>
                  <a:cubicBezTo>
                    <a:pt x="273" y="51"/>
                    <a:pt x="282" y="60"/>
                    <a:pt x="282" y="71"/>
                  </a:cubicBezTo>
                  <a:cubicBezTo>
                    <a:pt x="282" y="91"/>
                    <a:pt x="282" y="91"/>
                    <a:pt x="282" y="91"/>
                  </a:cubicBezTo>
                  <a:cubicBezTo>
                    <a:pt x="302" y="91"/>
                    <a:pt x="302" y="91"/>
                    <a:pt x="302" y="91"/>
                  </a:cubicBezTo>
                  <a:cubicBezTo>
                    <a:pt x="314" y="91"/>
                    <a:pt x="323" y="100"/>
                    <a:pt x="323" y="111"/>
                  </a:cubicBezTo>
                  <a:cubicBezTo>
                    <a:pt x="343" y="111"/>
                    <a:pt x="343" y="111"/>
                    <a:pt x="343" y="111"/>
                  </a:cubicBezTo>
                  <a:cubicBezTo>
                    <a:pt x="349" y="111"/>
                    <a:pt x="355" y="114"/>
                    <a:pt x="359" y="119"/>
                  </a:cubicBezTo>
                  <a:cubicBezTo>
                    <a:pt x="362" y="124"/>
                    <a:pt x="364" y="130"/>
                    <a:pt x="363" y="136"/>
                  </a:cubicBezTo>
                  <a:close/>
                  <a:moveTo>
                    <a:pt x="30" y="71"/>
                  </a:moveTo>
                  <a:cubicBezTo>
                    <a:pt x="20" y="71"/>
                    <a:pt x="20" y="71"/>
                    <a:pt x="20" y="71"/>
                  </a:cubicBezTo>
                  <a:cubicBezTo>
                    <a:pt x="20" y="313"/>
                    <a:pt x="20" y="313"/>
                    <a:pt x="20" y="313"/>
                  </a:cubicBezTo>
                  <a:cubicBezTo>
                    <a:pt x="30" y="313"/>
                    <a:pt x="30" y="313"/>
                    <a:pt x="30" y="313"/>
                  </a:cubicBezTo>
                  <a:lnTo>
                    <a:pt x="30" y="71"/>
                  </a:lnTo>
                  <a:close/>
                  <a:moveTo>
                    <a:pt x="252" y="91"/>
                  </a:moveTo>
                  <a:cubicBezTo>
                    <a:pt x="262" y="91"/>
                    <a:pt x="262" y="91"/>
                    <a:pt x="262" y="91"/>
                  </a:cubicBezTo>
                  <a:cubicBezTo>
                    <a:pt x="262" y="71"/>
                    <a:pt x="262" y="71"/>
                    <a:pt x="262" y="71"/>
                  </a:cubicBezTo>
                  <a:cubicBezTo>
                    <a:pt x="252" y="71"/>
                    <a:pt x="252" y="71"/>
                    <a:pt x="252" y="71"/>
                  </a:cubicBezTo>
                  <a:lnTo>
                    <a:pt x="252" y="91"/>
                  </a:lnTo>
                  <a:close/>
                  <a:moveTo>
                    <a:pt x="101" y="111"/>
                  </a:moveTo>
                  <a:cubicBezTo>
                    <a:pt x="222" y="111"/>
                    <a:pt x="222" y="111"/>
                    <a:pt x="222" y="111"/>
                  </a:cubicBezTo>
                  <a:cubicBezTo>
                    <a:pt x="222" y="100"/>
                    <a:pt x="231" y="91"/>
                    <a:pt x="242" y="91"/>
                  </a:cubicBezTo>
                  <a:cubicBezTo>
                    <a:pt x="242" y="10"/>
                    <a:pt x="242" y="10"/>
                    <a:pt x="242" y="10"/>
                  </a:cubicBezTo>
                  <a:cubicBezTo>
                    <a:pt x="40" y="10"/>
                    <a:pt x="40" y="10"/>
                    <a:pt x="40" y="10"/>
                  </a:cubicBezTo>
                  <a:cubicBezTo>
                    <a:pt x="40" y="313"/>
                    <a:pt x="40" y="313"/>
                    <a:pt x="40" y="313"/>
                  </a:cubicBezTo>
                  <a:cubicBezTo>
                    <a:pt x="40" y="313"/>
                    <a:pt x="40" y="313"/>
                    <a:pt x="40" y="313"/>
                  </a:cubicBezTo>
                  <a:cubicBezTo>
                    <a:pt x="40" y="312"/>
                    <a:pt x="81" y="127"/>
                    <a:pt x="81" y="127"/>
                  </a:cubicBezTo>
                  <a:cubicBezTo>
                    <a:pt x="83" y="118"/>
                    <a:pt x="91" y="111"/>
                    <a:pt x="101" y="111"/>
                  </a:cubicBezTo>
                  <a:close/>
                  <a:moveTo>
                    <a:pt x="282" y="204"/>
                  </a:moveTo>
                  <a:cubicBezTo>
                    <a:pt x="282" y="193"/>
                    <a:pt x="273" y="184"/>
                    <a:pt x="262" y="184"/>
                  </a:cubicBezTo>
                  <a:cubicBezTo>
                    <a:pt x="252" y="184"/>
                    <a:pt x="252" y="184"/>
                    <a:pt x="252" y="184"/>
                  </a:cubicBezTo>
                  <a:cubicBezTo>
                    <a:pt x="252" y="163"/>
                    <a:pt x="252" y="163"/>
                    <a:pt x="252" y="163"/>
                  </a:cubicBezTo>
                  <a:cubicBezTo>
                    <a:pt x="252" y="152"/>
                    <a:pt x="243" y="143"/>
                    <a:pt x="232" y="143"/>
                  </a:cubicBezTo>
                  <a:cubicBezTo>
                    <a:pt x="171" y="143"/>
                    <a:pt x="171" y="143"/>
                    <a:pt x="171" y="143"/>
                  </a:cubicBezTo>
                  <a:cubicBezTo>
                    <a:pt x="160" y="143"/>
                    <a:pt x="151" y="152"/>
                    <a:pt x="151" y="163"/>
                  </a:cubicBezTo>
                  <a:cubicBezTo>
                    <a:pt x="151" y="184"/>
                    <a:pt x="151" y="184"/>
                    <a:pt x="151" y="184"/>
                  </a:cubicBezTo>
                  <a:cubicBezTo>
                    <a:pt x="141" y="184"/>
                    <a:pt x="141" y="184"/>
                    <a:pt x="141" y="184"/>
                  </a:cubicBezTo>
                  <a:cubicBezTo>
                    <a:pt x="130" y="184"/>
                    <a:pt x="121" y="193"/>
                    <a:pt x="121" y="204"/>
                  </a:cubicBezTo>
                  <a:cubicBezTo>
                    <a:pt x="121" y="284"/>
                    <a:pt x="121" y="284"/>
                    <a:pt x="121" y="284"/>
                  </a:cubicBezTo>
                  <a:cubicBezTo>
                    <a:pt x="121" y="296"/>
                    <a:pt x="130" y="305"/>
                    <a:pt x="141" y="305"/>
                  </a:cubicBezTo>
                  <a:cubicBezTo>
                    <a:pt x="262" y="305"/>
                    <a:pt x="262" y="305"/>
                    <a:pt x="262" y="305"/>
                  </a:cubicBezTo>
                  <a:cubicBezTo>
                    <a:pt x="273" y="305"/>
                    <a:pt x="282" y="296"/>
                    <a:pt x="282" y="284"/>
                  </a:cubicBezTo>
                  <a:lnTo>
                    <a:pt x="282" y="204"/>
                  </a:lnTo>
                  <a:close/>
                  <a:moveTo>
                    <a:pt x="200" y="35"/>
                  </a:moveTo>
                  <a:cubicBezTo>
                    <a:pt x="80" y="35"/>
                    <a:pt x="80" y="35"/>
                    <a:pt x="80" y="35"/>
                  </a:cubicBezTo>
                  <a:cubicBezTo>
                    <a:pt x="74" y="35"/>
                    <a:pt x="70" y="40"/>
                    <a:pt x="70" y="45"/>
                  </a:cubicBezTo>
                  <a:cubicBezTo>
                    <a:pt x="70" y="51"/>
                    <a:pt x="74" y="55"/>
                    <a:pt x="80" y="55"/>
                  </a:cubicBezTo>
                  <a:cubicBezTo>
                    <a:pt x="200" y="55"/>
                    <a:pt x="200" y="55"/>
                    <a:pt x="200" y="55"/>
                  </a:cubicBezTo>
                  <a:cubicBezTo>
                    <a:pt x="206" y="55"/>
                    <a:pt x="210" y="51"/>
                    <a:pt x="210" y="45"/>
                  </a:cubicBezTo>
                  <a:cubicBezTo>
                    <a:pt x="210" y="40"/>
                    <a:pt x="206" y="35"/>
                    <a:pt x="200" y="35"/>
                  </a:cubicBezTo>
                  <a:close/>
                  <a:moveTo>
                    <a:pt x="202" y="207"/>
                  </a:moveTo>
                  <a:cubicBezTo>
                    <a:pt x="191" y="207"/>
                    <a:pt x="181" y="216"/>
                    <a:pt x="181" y="227"/>
                  </a:cubicBezTo>
                  <a:cubicBezTo>
                    <a:pt x="181" y="233"/>
                    <a:pt x="184" y="238"/>
                    <a:pt x="188" y="242"/>
                  </a:cubicBezTo>
                  <a:cubicBezTo>
                    <a:pt x="182" y="277"/>
                    <a:pt x="182" y="277"/>
                    <a:pt x="182" y="277"/>
                  </a:cubicBezTo>
                  <a:cubicBezTo>
                    <a:pt x="182" y="278"/>
                    <a:pt x="182" y="279"/>
                    <a:pt x="182" y="280"/>
                  </a:cubicBezTo>
                  <a:cubicBezTo>
                    <a:pt x="183" y="281"/>
                    <a:pt x="184" y="281"/>
                    <a:pt x="185" y="281"/>
                  </a:cubicBezTo>
                  <a:cubicBezTo>
                    <a:pt x="218" y="281"/>
                    <a:pt x="218" y="281"/>
                    <a:pt x="218" y="281"/>
                  </a:cubicBezTo>
                  <a:cubicBezTo>
                    <a:pt x="219" y="281"/>
                    <a:pt x="220" y="281"/>
                    <a:pt x="221" y="280"/>
                  </a:cubicBezTo>
                  <a:cubicBezTo>
                    <a:pt x="221" y="279"/>
                    <a:pt x="222" y="278"/>
                    <a:pt x="222" y="277"/>
                  </a:cubicBezTo>
                  <a:cubicBezTo>
                    <a:pt x="215" y="242"/>
                    <a:pt x="215" y="242"/>
                    <a:pt x="215" y="242"/>
                  </a:cubicBezTo>
                  <a:cubicBezTo>
                    <a:pt x="220" y="238"/>
                    <a:pt x="222" y="233"/>
                    <a:pt x="222" y="227"/>
                  </a:cubicBezTo>
                  <a:cubicBezTo>
                    <a:pt x="222" y="216"/>
                    <a:pt x="213" y="207"/>
                    <a:pt x="202" y="207"/>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cs typeface="+mn-ea"/>
                <a:sym typeface="+mn-lt"/>
              </a:endParaRPr>
            </a:p>
          </p:txBody>
        </p:sp>
      </p:grpSp>
      <p:grpSp>
        <p:nvGrpSpPr>
          <p:cNvPr id="2" name="组合 1"/>
          <p:cNvGrpSpPr/>
          <p:nvPr/>
        </p:nvGrpSpPr>
        <p:grpSpPr>
          <a:xfrm>
            <a:off x="324485" y="164465"/>
            <a:ext cx="2987040" cy="675640"/>
            <a:chOff x="511" y="375"/>
            <a:chExt cx="4704" cy="1064"/>
          </a:xfrm>
        </p:grpSpPr>
        <p:grpSp>
          <p:nvGrpSpPr>
            <p:cNvPr id="14" name="组合 13"/>
            <p:cNvGrpSpPr/>
            <p:nvPr/>
          </p:nvGrpSpPr>
          <p:grpSpPr>
            <a:xfrm>
              <a:off x="511" y="375"/>
              <a:ext cx="1536" cy="1064"/>
              <a:chOff x="2514" y="555"/>
              <a:chExt cx="1779" cy="1232"/>
            </a:xfrm>
          </p:grpSpPr>
          <p:sp>
            <p:nvSpPr>
              <p:cNvPr id="15" name="圆角矩形 1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16" name="圆角矩形 1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03</a:t>
                </a:r>
              </a:p>
            </p:txBody>
          </p:sp>
        </p:grpSp>
        <p:sp>
          <p:nvSpPr>
            <p:cNvPr id="17" name="文本框 1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产品优势</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39"/>
                                        </p:tgtEl>
                                        <p:attrNameLst>
                                          <p:attrName>style.visibility</p:attrName>
                                        </p:attrNameLst>
                                      </p:cBhvr>
                                      <p:to>
                                        <p:strVal val="visible"/>
                                      </p:to>
                                    </p:set>
                                    <p:animEffect transition="in" filter="fade">
                                      <p:cBhvr>
                                        <p:cTn id="10" dur="500"/>
                                        <p:tgtEl>
                                          <p:spTgt spid="225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40"/>
                                        </p:tgtEl>
                                        <p:attrNameLst>
                                          <p:attrName>style.visibility</p:attrName>
                                        </p:attrNameLst>
                                      </p:cBhvr>
                                      <p:to>
                                        <p:strVal val="visible"/>
                                      </p:to>
                                    </p:set>
                                    <p:animEffect transition="in" filter="fade">
                                      <p:cBhvr>
                                        <p:cTn id="13" dur="500"/>
                                        <p:tgtEl>
                                          <p:spTgt spid="225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545"/>
                                        </p:tgtEl>
                                        <p:attrNameLst>
                                          <p:attrName>style.visibility</p:attrName>
                                        </p:attrNameLst>
                                      </p:cBhvr>
                                      <p:to>
                                        <p:strVal val="visible"/>
                                      </p:to>
                                    </p:set>
                                    <p:animEffect transition="in" filter="fade">
                                      <p:cBhvr>
                                        <p:cTn id="16" dur="500"/>
                                        <p:tgtEl>
                                          <p:spTgt spid="225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546"/>
                                        </p:tgtEl>
                                        <p:attrNameLst>
                                          <p:attrName>style.visibility</p:attrName>
                                        </p:attrNameLst>
                                      </p:cBhvr>
                                      <p:to>
                                        <p:strVal val="visible"/>
                                      </p:to>
                                    </p:set>
                                    <p:animEffect transition="in" filter="fade">
                                      <p:cBhvr>
                                        <p:cTn id="19" dur="500"/>
                                        <p:tgtEl>
                                          <p:spTgt spid="22546"/>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par>
                          <p:cTn id="23" fill="hold">
                            <p:stCondLst>
                              <p:cond delay="500"/>
                            </p:stCondLst>
                            <p:childTnLst>
                              <p:par>
                                <p:cTn id="24" presetID="12" presetClass="entr" presetSubtype="1"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p:tgtEl>
                                          <p:spTgt spid="5"/>
                                        </p:tgtEl>
                                        <p:attrNameLst>
                                          <p:attrName>ppt_y</p:attrName>
                                        </p:attrNameLst>
                                      </p:cBhvr>
                                      <p:tavLst>
                                        <p:tav tm="0">
                                          <p:val>
                                            <p:strVal val="#ppt_y-#ppt_h*1.125000"/>
                                          </p:val>
                                        </p:tav>
                                        <p:tav tm="100000">
                                          <p:val>
                                            <p:strVal val="#ppt_y"/>
                                          </p:val>
                                        </p:tav>
                                      </p:tavLst>
                                    </p:anim>
                                    <p:animEffect transition="in" filter="wipe(down)">
                                      <p:cBhvr>
                                        <p:cTn id="27" dur="500"/>
                                        <p:tgtEl>
                                          <p:spTgt spid="5"/>
                                        </p:tgtEl>
                                      </p:cBhvr>
                                    </p:animEffect>
                                  </p:childTnLst>
                                </p:cTn>
                              </p:par>
                              <p:par>
                                <p:cTn id="28" presetID="12" presetClass="entr" presetSubtype="1"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p:tgtEl>
                                          <p:spTgt spid="7"/>
                                        </p:tgtEl>
                                        <p:attrNameLst>
                                          <p:attrName>ppt_y</p:attrName>
                                        </p:attrNameLst>
                                      </p:cBhvr>
                                      <p:tavLst>
                                        <p:tav tm="0">
                                          <p:val>
                                            <p:strVal val="#ppt_y-#ppt_h*1.125000"/>
                                          </p:val>
                                        </p:tav>
                                        <p:tav tm="100000">
                                          <p:val>
                                            <p:strVal val="#ppt_y"/>
                                          </p:val>
                                        </p:tav>
                                      </p:tavLst>
                                    </p:anim>
                                    <p:animEffect transition="in" filter="wipe(down)">
                                      <p:cBhvr>
                                        <p:cTn id="31" dur="500"/>
                                        <p:tgtEl>
                                          <p:spTgt spid="7"/>
                                        </p:tgtEl>
                                      </p:cBhvr>
                                    </p:animEffect>
                                  </p:childTnLst>
                                </p:cTn>
                              </p:par>
                              <p:par>
                                <p:cTn id="32" presetID="12" presetClass="entr" presetSubtype="1"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p:tgtEl>
                                          <p:spTgt spid="10"/>
                                        </p:tgtEl>
                                        <p:attrNameLst>
                                          <p:attrName>ppt_y</p:attrName>
                                        </p:attrNameLst>
                                      </p:cBhvr>
                                      <p:tavLst>
                                        <p:tav tm="0">
                                          <p:val>
                                            <p:strVal val="#ppt_y-#ppt_h*1.125000"/>
                                          </p:val>
                                        </p:tav>
                                        <p:tav tm="100000">
                                          <p:val>
                                            <p:strVal val="#ppt_y"/>
                                          </p:val>
                                        </p:tav>
                                      </p:tavLst>
                                    </p:anim>
                                    <p:animEffect transition="in" filter="wipe(down)">
                                      <p:cBhvr>
                                        <p:cTn id="35" dur="500"/>
                                        <p:tgtEl>
                                          <p:spTgt spid="10"/>
                                        </p:tgtEl>
                                      </p:cBhvr>
                                    </p:animEffect>
                                  </p:childTnLst>
                                </p:cTn>
                              </p:par>
                              <p:par>
                                <p:cTn id="36" presetID="12" presetClass="entr" presetSubtype="1"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p:tgtEl>
                                          <p:spTgt spid="12"/>
                                        </p:tgtEl>
                                        <p:attrNameLst>
                                          <p:attrName>ppt_y</p:attrName>
                                        </p:attrNameLst>
                                      </p:cBhvr>
                                      <p:tavLst>
                                        <p:tav tm="0">
                                          <p:val>
                                            <p:strVal val="#ppt_y-#ppt_h*1.125000"/>
                                          </p:val>
                                        </p:tav>
                                        <p:tav tm="100000">
                                          <p:val>
                                            <p:strVal val="#ppt_y"/>
                                          </p:val>
                                        </p:tav>
                                      </p:tavLst>
                                    </p:anim>
                                    <p:animEffect transition="in" filter="wipe(down)">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9" grpId="0"/>
      <p:bldP spid="22540" grpId="0"/>
      <p:bldP spid="22545" grpId="0" bldLvl="0" animBg="1"/>
      <p:bldP spid="2254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838200" y="2194560"/>
            <a:ext cx="10495915" cy="370586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9333230" y="1197610"/>
            <a:ext cx="1592580" cy="1635125"/>
          </a:xfrm>
          <a:prstGeom prst="round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6000" b="1">
                <a:cs typeface="+mn-ea"/>
                <a:sym typeface="+mn-lt"/>
              </a:rPr>
              <a:t>04</a:t>
            </a:r>
          </a:p>
        </p:txBody>
      </p:sp>
      <p:sp>
        <p:nvSpPr>
          <p:cNvPr id="3" name="矩形 2"/>
          <p:cNvSpPr/>
          <p:nvPr/>
        </p:nvSpPr>
        <p:spPr>
          <a:xfrm>
            <a:off x="609600" y="1967230"/>
            <a:ext cx="436880" cy="449580"/>
          </a:xfrm>
          <a:prstGeom prst="rect">
            <a:avLst/>
          </a:prstGeom>
          <a:noFill/>
          <a:ln w="127000">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a:off x="1125855" y="2498725"/>
            <a:ext cx="133350" cy="133350"/>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a:off x="1946275" y="2687320"/>
            <a:ext cx="2298065" cy="518160"/>
          </a:xfrm>
          <a:prstGeom prst="rect">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66700" dist="139700" dir="2700000" algn="tl" rotWithShape="0">
              <a:srgbClr val="4C7CDA">
                <a:alpha val="6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3200">
                <a:cs typeface="+mn-ea"/>
                <a:sym typeface="+mn-lt"/>
              </a:rPr>
              <a:t>Part four</a:t>
            </a:r>
          </a:p>
        </p:txBody>
      </p:sp>
      <p:sp>
        <p:nvSpPr>
          <p:cNvPr id="7" name="文本框 6"/>
          <p:cNvSpPr txBox="1"/>
          <p:nvPr/>
        </p:nvSpPr>
        <p:spPr>
          <a:xfrm>
            <a:off x="1946275" y="4556760"/>
            <a:ext cx="7442200" cy="726609"/>
          </a:xfrm>
          <a:prstGeom prst="rect">
            <a:avLst/>
          </a:prstGeom>
          <a:noFill/>
        </p:spPr>
        <p:txBody>
          <a:bodyPr wrap="square" rtlCol="0" anchor="t">
            <a:spAutoFit/>
          </a:bodyPr>
          <a:lstStyle/>
          <a:p>
            <a:pPr algn="l">
              <a:lnSpc>
                <a:spcPct val="120000"/>
              </a:lnSpc>
            </a:pPr>
            <a:r>
              <a:rPr lang="zh-CN" altLang="en-US">
                <a:solidFill>
                  <a:schemeClr val="tx1">
                    <a:lumMod val="95000"/>
                    <a:lumOff val="5000"/>
                  </a:schemeClr>
                </a:solidFill>
                <a:cs typeface="+mn-ea"/>
                <a:sym typeface="+mn-lt"/>
              </a:rPr>
              <a:t>The template is well-designed, all materials of the template can be freely edited, replaced and moved.</a:t>
            </a:r>
          </a:p>
        </p:txBody>
      </p:sp>
      <p:sp>
        <p:nvSpPr>
          <p:cNvPr id="9" name="文本框 8"/>
          <p:cNvSpPr txBox="1"/>
          <p:nvPr/>
        </p:nvSpPr>
        <p:spPr>
          <a:xfrm>
            <a:off x="1946275" y="3420110"/>
            <a:ext cx="3366135" cy="922020"/>
          </a:xfrm>
          <a:prstGeom prst="rect">
            <a:avLst/>
          </a:prstGeom>
          <a:noFill/>
        </p:spPr>
        <p:txBody>
          <a:bodyPr wrap="square" rtlCol="0">
            <a:spAutoFit/>
          </a:bodyPr>
          <a:lstStyle/>
          <a:p>
            <a:pPr algn="l"/>
            <a:r>
              <a:rPr lang="zh-CN" altLang="en-US" sz="5400" b="1">
                <a:solidFill>
                  <a:srgbClr val="4C7CDA"/>
                </a:solidFill>
                <a:cs typeface="+mn-ea"/>
                <a:sym typeface="+mn-lt"/>
              </a:rPr>
              <a:t>前景展望</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1500"/>
                            </p:stCondLst>
                            <p:childTnLst>
                              <p:par>
                                <p:cTn id="18" presetID="2" presetClass="entr" presetSubtype="4"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par>
                          <p:cTn id="22" fill="hold">
                            <p:stCondLst>
                              <p:cond delay="2000"/>
                            </p:stCondLst>
                            <p:childTnLst>
                              <p:par>
                                <p:cTn id="23" presetID="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p:tgtEl>
                                          <p:spTgt spid="9"/>
                                        </p:tgtEl>
                                        <p:attrNameLst>
                                          <p:attrName>ppt_y</p:attrName>
                                        </p:attrNameLst>
                                      </p:cBhvr>
                                      <p:tavLst>
                                        <p:tav tm="0">
                                          <p:val>
                                            <p:strVal val="#ppt_y+#ppt_h*1.125000"/>
                                          </p:val>
                                        </p:tav>
                                        <p:tav tm="100000">
                                          <p:val>
                                            <p:strVal val="#ppt_y"/>
                                          </p:val>
                                        </p:tav>
                                      </p:tavLst>
                                    </p:anim>
                                    <p:animEffect transition="in" filter="wipe(up)">
                                      <p:cBhvr>
                                        <p:cTn id="31" dur="500"/>
                                        <p:tgtEl>
                                          <p:spTgt spid="9"/>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 grpId="0" bldLvl="0" animBg="1"/>
      <p:bldP spid="3" grpId="0" bldLvl="0" animBg="1"/>
      <p:bldP spid="5" grpId="0" bldLvl="0" animBg="1"/>
      <p:bldP spid="6" grpId="0" bldLvl="0" animBg="1"/>
      <p:bldP spid="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93c70662-8706-4c60-a351-89925c14348d"/>
          <p:cNvGrpSpPr>
            <a:grpSpLocks noChangeAspect="1"/>
          </p:cNvGrpSpPr>
          <p:nvPr/>
        </p:nvGrpSpPr>
        <p:grpSpPr>
          <a:xfrm>
            <a:off x="1193300" y="1809384"/>
            <a:ext cx="9805401" cy="3856636"/>
            <a:chOff x="1193300" y="1960884"/>
            <a:chExt cx="9805401" cy="3856636"/>
          </a:xfrm>
        </p:grpSpPr>
        <p:sp>
          <p:nvSpPr>
            <p:cNvPr id="4" name="Freeform: Shape 1"/>
            <p:cNvSpPr/>
            <p:nvPr/>
          </p:nvSpPr>
          <p:spPr>
            <a:xfrm>
              <a:off x="2156112" y="1960884"/>
              <a:ext cx="3378692" cy="19269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4"/>
                    <a:pt x="5515" y="0"/>
                    <a:pt x="12314" y="0"/>
                  </a:cubicBezTo>
                  <a:cubicBezTo>
                    <a:pt x="16025" y="0"/>
                    <a:pt x="19354" y="2885"/>
                    <a:pt x="21600" y="742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5" name="Freeform: Shape 2"/>
            <p:cNvSpPr/>
            <p:nvPr/>
          </p:nvSpPr>
          <p:spPr>
            <a:xfrm>
              <a:off x="5440507" y="2534593"/>
              <a:ext cx="197889" cy="204518"/>
            </a:xfrm>
            <a:custGeom>
              <a:avLst/>
              <a:gdLst/>
              <a:ahLst/>
              <a:cxnLst>
                <a:cxn ang="0">
                  <a:pos x="wd2" y="hd2"/>
                </a:cxn>
                <a:cxn ang="5400000">
                  <a:pos x="wd2" y="hd2"/>
                </a:cxn>
                <a:cxn ang="10800000">
                  <a:pos x="wd2" y="hd2"/>
                </a:cxn>
                <a:cxn ang="16200000">
                  <a:pos x="wd2" y="hd2"/>
                </a:cxn>
              </a:cxnLst>
              <a:rect l="0" t="0" r="r" b="b"/>
              <a:pathLst>
                <a:path w="21600" h="21600" extrusionOk="0">
                  <a:moveTo>
                    <a:pt x="17396" y="0"/>
                  </a:moveTo>
                  <a:lnTo>
                    <a:pt x="0" y="14306"/>
                  </a:lnTo>
                  <a:lnTo>
                    <a:pt x="21600" y="21600"/>
                  </a:lnTo>
                  <a:lnTo>
                    <a:pt x="17396"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6" name="Freeform: Shape 3"/>
            <p:cNvSpPr/>
            <p:nvPr/>
          </p:nvSpPr>
          <p:spPr>
            <a:xfrm>
              <a:off x="2626722" y="3774741"/>
              <a:ext cx="2467721" cy="1543419"/>
            </a:xfrm>
            <a:custGeom>
              <a:avLst/>
              <a:gdLst/>
              <a:ahLst/>
              <a:cxnLst>
                <a:cxn ang="0">
                  <a:pos x="wd2" y="hd2"/>
                </a:cxn>
                <a:cxn ang="5400000">
                  <a:pos x="wd2" y="hd2"/>
                </a:cxn>
                <a:cxn ang="10800000">
                  <a:pos x="wd2" y="hd2"/>
                </a:cxn>
                <a:cxn ang="16200000">
                  <a:pos x="wd2" y="hd2"/>
                </a:cxn>
              </a:cxnLst>
              <a:rect l="0" t="0" r="r" b="b"/>
              <a:pathLst>
                <a:path w="21407" h="19790" extrusionOk="0">
                  <a:moveTo>
                    <a:pt x="21407" y="14360"/>
                  </a:moveTo>
                  <a:cubicBezTo>
                    <a:pt x="16510" y="21600"/>
                    <a:pt x="8567" y="21600"/>
                    <a:pt x="3670" y="14360"/>
                  </a:cubicBezTo>
                  <a:cubicBezTo>
                    <a:pt x="1004" y="10418"/>
                    <a:pt x="-193" y="5149"/>
                    <a:pt x="25" y="0"/>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7" name="Freeform: Shape 4"/>
            <p:cNvSpPr/>
            <p:nvPr/>
          </p:nvSpPr>
          <p:spPr>
            <a:xfrm>
              <a:off x="4990862" y="4797993"/>
              <a:ext cx="204506" cy="197953"/>
            </a:xfrm>
            <a:custGeom>
              <a:avLst/>
              <a:gdLst/>
              <a:ahLst/>
              <a:cxnLst>
                <a:cxn ang="0">
                  <a:pos x="wd2" y="hd2"/>
                </a:cxn>
                <a:cxn ang="5400000">
                  <a:pos x="wd2" y="hd2"/>
                </a:cxn>
                <a:cxn ang="10800000">
                  <a:pos x="wd2" y="hd2"/>
                </a:cxn>
                <a:cxn ang="16200000">
                  <a:pos x="wd2" y="hd2"/>
                </a:cxn>
              </a:cxnLst>
              <a:rect l="0" t="0" r="r" b="b"/>
              <a:pathLst>
                <a:path w="21600" h="21600" extrusionOk="0">
                  <a:moveTo>
                    <a:pt x="0" y="4494"/>
                  </a:moveTo>
                  <a:lnTo>
                    <a:pt x="14306" y="21600"/>
                  </a:lnTo>
                  <a:lnTo>
                    <a:pt x="21600" y="0"/>
                  </a:lnTo>
                  <a:lnTo>
                    <a:pt x="0" y="4494"/>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8" name="Freeform: Shape 6"/>
            <p:cNvSpPr/>
            <p:nvPr/>
          </p:nvSpPr>
          <p:spPr>
            <a:xfrm>
              <a:off x="3049208" y="2429184"/>
              <a:ext cx="2469998" cy="1473484"/>
            </a:xfrm>
            <a:custGeom>
              <a:avLst/>
              <a:gdLst/>
              <a:ahLst/>
              <a:cxnLst>
                <a:cxn ang="0">
                  <a:pos x="wd2" y="hd2"/>
                </a:cxn>
                <a:cxn ang="5400000">
                  <a:pos x="wd2" y="hd2"/>
                </a:cxn>
                <a:cxn ang="10800000">
                  <a:pos x="wd2" y="hd2"/>
                </a:cxn>
                <a:cxn ang="16200000">
                  <a:pos x="wd2" y="hd2"/>
                </a:cxn>
              </a:cxnLst>
              <a:rect l="0" t="0" r="r" b="b"/>
              <a:pathLst>
                <a:path w="21547" h="19713" extrusionOk="0">
                  <a:moveTo>
                    <a:pt x="0" y="5663"/>
                  </a:moveTo>
                  <a:cubicBezTo>
                    <a:pt x="4928" y="-1887"/>
                    <a:pt x="12922" y="-1887"/>
                    <a:pt x="17849" y="5663"/>
                  </a:cubicBezTo>
                  <a:cubicBezTo>
                    <a:pt x="20368" y="9521"/>
                    <a:pt x="21600" y="14638"/>
                    <a:pt x="21545" y="1971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9" name="Freeform: Shape 7"/>
            <p:cNvSpPr/>
            <p:nvPr/>
          </p:nvSpPr>
          <p:spPr>
            <a:xfrm>
              <a:off x="2973493" y="2741924"/>
              <a:ext cx="200584" cy="200494"/>
            </a:xfrm>
            <a:custGeom>
              <a:avLst/>
              <a:gdLst/>
              <a:ahLst/>
              <a:cxnLst>
                <a:cxn ang="0">
                  <a:pos x="wd2" y="hd2"/>
                </a:cxn>
                <a:cxn ang="5400000">
                  <a:pos x="wd2" y="hd2"/>
                </a:cxn>
                <a:cxn ang="10800000">
                  <a:pos x="wd2" y="hd2"/>
                </a:cxn>
                <a:cxn ang="16200000">
                  <a:pos x="wd2" y="hd2"/>
                </a:cxn>
              </a:cxnLst>
              <a:rect l="0" t="0" r="r" b="b"/>
              <a:pathLst>
                <a:path w="21600" h="21600" extrusionOk="0">
                  <a:moveTo>
                    <a:pt x="21600" y="15878"/>
                  </a:moveTo>
                  <a:lnTo>
                    <a:pt x="5722" y="0"/>
                  </a:lnTo>
                  <a:lnTo>
                    <a:pt x="0" y="21600"/>
                  </a:lnTo>
                  <a:lnTo>
                    <a:pt x="21600" y="15878"/>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0" name="Freeform: Shape 8"/>
            <p:cNvSpPr/>
            <p:nvPr/>
          </p:nvSpPr>
          <p:spPr>
            <a:xfrm>
              <a:off x="2692295" y="3887855"/>
              <a:ext cx="3319106" cy="19296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41"/>
                    <a:pt x="15986" y="21600"/>
                    <a:pt x="9044" y="21600"/>
                  </a:cubicBezTo>
                  <a:cubicBezTo>
                    <a:pt x="5492" y="21600"/>
                    <a:pt x="2266" y="19036"/>
                    <a:pt x="0" y="14927"/>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1" name="Freeform: Shape 9"/>
            <p:cNvSpPr/>
            <p:nvPr/>
          </p:nvSpPr>
          <p:spPr>
            <a:xfrm>
              <a:off x="2632805" y="5168100"/>
              <a:ext cx="201883" cy="200537"/>
            </a:xfrm>
            <a:custGeom>
              <a:avLst/>
              <a:gdLst/>
              <a:ahLst/>
              <a:cxnLst>
                <a:cxn ang="0">
                  <a:pos x="wd2" y="hd2"/>
                </a:cxn>
                <a:cxn ang="5400000">
                  <a:pos x="wd2" y="hd2"/>
                </a:cxn>
                <a:cxn ang="10800000">
                  <a:pos x="wd2" y="hd2"/>
                </a:cxn>
                <a:cxn ang="16200000">
                  <a:pos x="wd2" y="hd2"/>
                </a:cxn>
              </a:cxnLst>
              <a:rect l="0" t="0" r="r" b="b"/>
              <a:pathLst>
                <a:path w="21600" h="21600" extrusionOk="0">
                  <a:moveTo>
                    <a:pt x="5826" y="21600"/>
                  </a:moveTo>
                  <a:lnTo>
                    <a:pt x="21600" y="5722"/>
                  </a:lnTo>
                  <a:lnTo>
                    <a:pt x="0" y="0"/>
                  </a:lnTo>
                  <a:lnTo>
                    <a:pt x="5826" y="2160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2" name="Freeform: Shape 12"/>
            <p:cNvSpPr/>
            <p:nvPr/>
          </p:nvSpPr>
          <p:spPr>
            <a:xfrm>
              <a:off x="6183292" y="1960884"/>
              <a:ext cx="3378691" cy="19269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0" y="9674"/>
                    <a:pt x="5515" y="0"/>
                    <a:pt x="12314" y="0"/>
                  </a:cubicBezTo>
                  <a:cubicBezTo>
                    <a:pt x="16025" y="0"/>
                    <a:pt x="19354" y="2885"/>
                    <a:pt x="21600" y="742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3" name="Freeform: Shape 13"/>
            <p:cNvSpPr/>
            <p:nvPr/>
          </p:nvSpPr>
          <p:spPr>
            <a:xfrm>
              <a:off x="9467688" y="2534593"/>
              <a:ext cx="197889" cy="204518"/>
            </a:xfrm>
            <a:custGeom>
              <a:avLst/>
              <a:gdLst/>
              <a:ahLst/>
              <a:cxnLst>
                <a:cxn ang="0">
                  <a:pos x="wd2" y="hd2"/>
                </a:cxn>
                <a:cxn ang="5400000">
                  <a:pos x="wd2" y="hd2"/>
                </a:cxn>
                <a:cxn ang="10800000">
                  <a:pos x="wd2" y="hd2"/>
                </a:cxn>
                <a:cxn ang="16200000">
                  <a:pos x="wd2" y="hd2"/>
                </a:cxn>
              </a:cxnLst>
              <a:rect l="0" t="0" r="r" b="b"/>
              <a:pathLst>
                <a:path w="21600" h="21600" extrusionOk="0">
                  <a:moveTo>
                    <a:pt x="17396" y="0"/>
                  </a:moveTo>
                  <a:lnTo>
                    <a:pt x="0" y="14306"/>
                  </a:lnTo>
                  <a:lnTo>
                    <a:pt x="21600" y="21600"/>
                  </a:lnTo>
                  <a:lnTo>
                    <a:pt x="17396" y="0"/>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4" name="Freeform: Shape 14"/>
            <p:cNvSpPr/>
            <p:nvPr/>
          </p:nvSpPr>
          <p:spPr>
            <a:xfrm>
              <a:off x="6653902" y="3774741"/>
              <a:ext cx="2467721" cy="1543419"/>
            </a:xfrm>
            <a:custGeom>
              <a:avLst/>
              <a:gdLst/>
              <a:ahLst/>
              <a:cxnLst>
                <a:cxn ang="0">
                  <a:pos x="wd2" y="hd2"/>
                </a:cxn>
                <a:cxn ang="5400000">
                  <a:pos x="wd2" y="hd2"/>
                </a:cxn>
                <a:cxn ang="10800000">
                  <a:pos x="wd2" y="hd2"/>
                </a:cxn>
                <a:cxn ang="16200000">
                  <a:pos x="wd2" y="hd2"/>
                </a:cxn>
              </a:cxnLst>
              <a:rect l="0" t="0" r="r" b="b"/>
              <a:pathLst>
                <a:path w="21407" h="19790" extrusionOk="0">
                  <a:moveTo>
                    <a:pt x="21407" y="14360"/>
                  </a:moveTo>
                  <a:cubicBezTo>
                    <a:pt x="16510" y="21600"/>
                    <a:pt x="8567" y="21600"/>
                    <a:pt x="3670" y="14360"/>
                  </a:cubicBezTo>
                  <a:cubicBezTo>
                    <a:pt x="1004" y="10418"/>
                    <a:pt x="-193" y="5149"/>
                    <a:pt x="25" y="0"/>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5" name="Freeform: Shape 15"/>
            <p:cNvSpPr/>
            <p:nvPr/>
          </p:nvSpPr>
          <p:spPr>
            <a:xfrm>
              <a:off x="9018042" y="4797992"/>
              <a:ext cx="204506" cy="197953"/>
            </a:xfrm>
            <a:custGeom>
              <a:avLst/>
              <a:gdLst/>
              <a:ahLst/>
              <a:cxnLst>
                <a:cxn ang="0">
                  <a:pos x="wd2" y="hd2"/>
                </a:cxn>
                <a:cxn ang="5400000">
                  <a:pos x="wd2" y="hd2"/>
                </a:cxn>
                <a:cxn ang="10800000">
                  <a:pos x="wd2" y="hd2"/>
                </a:cxn>
                <a:cxn ang="16200000">
                  <a:pos x="wd2" y="hd2"/>
                </a:cxn>
              </a:cxnLst>
              <a:rect l="0" t="0" r="r" b="b"/>
              <a:pathLst>
                <a:path w="21600" h="21600" extrusionOk="0">
                  <a:moveTo>
                    <a:pt x="0" y="4494"/>
                  </a:moveTo>
                  <a:lnTo>
                    <a:pt x="14306" y="21600"/>
                  </a:lnTo>
                  <a:lnTo>
                    <a:pt x="21600" y="0"/>
                  </a:lnTo>
                  <a:lnTo>
                    <a:pt x="0" y="4494"/>
                  </a:ln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w="9525" cap="flat">
              <a:noFill/>
              <a:prstDash val="solid"/>
              <a:round/>
            </a:ln>
            <a:effectLst/>
          </p:spPr>
          <p:txBody>
            <a:bodyPr anchor="ctr"/>
            <a:lstStyle/>
            <a:p>
              <a:pPr algn="ctr" defTabSz="685800"/>
              <a:endParaRPr>
                <a:solidFill>
                  <a:srgbClr val="171C3D"/>
                </a:solidFill>
                <a:cs typeface="+mn-ea"/>
                <a:sym typeface="+mn-lt"/>
              </a:endParaRPr>
            </a:p>
          </p:txBody>
        </p:sp>
        <p:sp>
          <p:nvSpPr>
            <p:cNvPr id="16" name="Freeform: Shape 16"/>
            <p:cNvSpPr/>
            <p:nvPr/>
          </p:nvSpPr>
          <p:spPr>
            <a:xfrm>
              <a:off x="7076389" y="2429184"/>
              <a:ext cx="2469998" cy="1473484"/>
            </a:xfrm>
            <a:custGeom>
              <a:avLst/>
              <a:gdLst/>
              <a:ahLst/>
              <a:cxnLst>
                <a:cxn ang="0">
                  <a:pos x="wd2" y="hd2"/>
                </a:cxn>
                <a:cxn ang="5400000">
                  <a:pos x="wd2" y="hd2"/>
                </a:cxn>
                <a:cxn ang="10800000">
                  <a:pos x="wd2" y="hd2"/>
                </a:cxn>
                <a:cxn ang="16200000">
                  <a:pos x="wd2" y="hd2"/>
                </a:cxn>
              </a:cxnLst>
              <a:rect l="0" t="0" r="r" b="b"/>
              <a:pathLst>
                <a:path w="21547" h="19713" extrusionOk="0">
                  <a:moveTo>
                    <a:pt x="0" y="5663"/>
                  </a:moveTo>
                  <a:cubicBezTo>
                    <a:pt x="4928" y="-1887"/>
                    <a:pt x="12922" y="-1887"/>
                    <a:pt x="17849" y="5663"/>
                  </a:cubicBezTo>
                  <a:cubicBezTo>
                    <a:pt x="20368" y="9521"/>
                    <a:pt x="21600" y="14638"/>
                    <a:pt x="21545" y="19713"/>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7" name="Freeform: Shape 17"/>
            <p:cNvSpPr/>
            <p:nvPr/>
          </p:nvSpPr>
          <p:spPr>
            <a:xfrm>
              <a:off x="6719476" y="3887855"/>
              <a:ext cx="3319106" cy="192966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21600" y="11941"/>
                    <a:pt x="15986" y="21600"/>
                    <a:pt x="9044" y="21600"/>
                  </a:cubicBezTo>
                  <a:cubicBezTo>
                    <a:pt x="5492" y="21600"/>
                    <a:pt x="2266" y="19036"/>
                    <a:pt x="0" y="14927"/>
                  </a:cubicBezTo>
                </a:path>
              </a:pathLst>
            </a:custGeom>
            <a:noFill/>
            <a:ln w="38100" cap="flat">
              <a:gradFill>
                <a:gsLst>
                  <a:gs pos="0">
                    <a:srgbClr val="4C7CDA">
                      <a:alpha val="53000"/>
                    </a:srgbClr>
                  </a:gs>
                  <a:gs pos="100000">
                    <a:srgbClr val="4C7CDA"/>
                  </a:gs>
                </a:gsLst>
                <a:lin ang="5400000" scaled="1"/>
              </a:gradFill>
              <a:prstDash val="solid"/>
              <a:miter lim="800000"/>
            </a:ln>
            <a:effectLst/>
          </p:spPr>
          <p:txBody>
            <a:bodyPr anchor="ctr"/>
            <a:lstStyle/>
            <a:p>
              <a:pPr algn="ctr" defTabSz="685800"/>
              <a:endParaRPr>
                <a:solidFill>
                  <a:srgbClr val="171C3D"/>
                </a:solidFill>
                <a:cs typeface="+mn-ea"/>
                <a:sym typeface="+mn-lt"/>
              </a:endParaRPr>
            </a:p>
          </p:txBody>
        </p:sp>
        <p:sp>
          <p:nvSpPr>
            <p:cNvPr id="18" name="Freeform: Shape 24"/>
            <p:cNvSpPr/>
            <p:nvPr/>
          </p:nvSpPr>
          <p:spPr>
            <a:xfrm>
              <a:off x="7515657" y="3405268"/>
              <a:ext cx="1015975" cy="10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wrap="none" lIns="22860" rIns="22860" anchor="ctr">
              <a:normAutofit/>
            </a:bodyPr>
            <a:lstStyle/>
            <a:p>
              <a:pPr algn="ctr" defTabSz="685800">
                <a:defRPr sz="2400">
                  <a:solidFill>
                    <a:srgbClr val="767982"/>
                  </a:solidFill>
                </a:defRPr>
              </a:pPr>
              <a:endParaRPr lang="zh-CN" altLang="en-US" sz="1600" dirty="0">
                <a:solidFill>
                  <a:srgbClr val="171C3D"/>
                </a:solidFill>
                <a:cs typeface="+mn-ea"/>
                <a:sym typeface="+mn-lt"/>
              </a:endParaRPr>
            </a:p>
          </p:txBody>
        </p:sp>
        <p:sp>
          <p:nvSpPr>
            <p:cNvPr id="19" name="Freeform: Shape 25"/>
            <p:cNvSpPr/>
            <p:nvPr/>
          </p:nvSpPr>
          <p:spPr>
            <a:xfrm>
              <a:off x="3571656" y="3405268"/>
              <a:ext cx="1015975" cy="101597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wrap="none" lIns="22860" rIns="22860" anchor="ctr">
              <a:normAutofit/>
            </a:bodyPr>
            <a:lstStyle/>
            <a:p>
              <a:pPr algn="ctr" defTabSz="685800">
                <a:defRPr sz="2400">
                  <a:solidFill>
                    <a:srgbClr val="767982"/>
                  </a:solidFill>
                </a:defRPr>
              </a:pPr>
              <a:endParaRPr lang="zh-CN" altLang="en-US" sz="1600" dirty="0">
                <a:solidFill>
                  <a:srgbClr val="171C3D"/>
                </a:solidFill>
                <a:cs typeface="+mn-ea"/>
                <a:sym typeface="+mn-lt"/>
              </a:endParaRPr>
            </a:p>
          </p:txBody>
        </p:sp>
        <p:grpSp>
          <p:nvGrpSpPr>
            <p:cNvPr id="20" name="Group 40"/>
            <p:cNvGrpSpPr/>
            <p:nvPr/>
          </p:nvGrpSpPr>
          <p:grpSpPr>
            <a:xfrm>
              <a:off x="1193300" y="2927736"/>
              <a:ext cx="1925625" cy="1922932"/>
              <a:chOff x="1193300" y="2927736"/>
              <a:chExt cx="1925625" cy="1922932"/>
            </a:xfrm>
          </p:grpSpPr>
          <p:sp>
            <p:nvSpPr>
              <p:cNvPr id="31" name="Freeform: Shape 5"/>
              <p:cNvSpPr/>
              <p:nvPr/>
            </p:nvSpPr>
            <p:spPr>
              <a:xfrm>
                <a:off x="1193300" y="2927736"/>
                <a:ext cx="1925625"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33" name="Freeform: Shape 29"/>
              <p:cNvSpPr>
                <a:spLocks noChangeAspect="1"/>
              </p:cNvSpPr>
              <p:nvPr/>
            </p:nvSpPr>
            <p:spPr bwMode="auto">
              <a:xfrm>
                <a:off x="1954724" y="3446051"/>
                <a:ext cx="402778" cy="468208"/>
              </a:xfrm>
              <a:custGeom>
                <a:avLst/>
                <a:gdLst>
                  <a:gd name="connsiteX0" fmla="*/ 144647 w 290884"/>
                  <a:gd name="connsiteY0" fmla="*/ 246063 h 338138"/>
                  <a:gd name="connsiteX1" fmla="*/ 110656 w 290884"/>
                  <a:gd name="connsiteY1" fmla="*/ 261816 h 338138"/>
                  <a:gd name="connsiteX2" fmla="*/ 144647 w 290884"/>
                  <a:gd name="connsiteY2" fmla="*/ 314326 h 338138"/>
                  <a:gd name="connsiteX3" fmla="*/ 177331 w 290884"/>
                  <a:gd name="connsiteY3" fmla="*/ 261816 h 338138"/>
                  <a:gd name="connsiteX4" fmla="*/ 144647 w 290884"/>
                  <a:gd name="connsiteY4" fmla="*/ 246063 h 338138"/>
                  <a:gd name="connsiteX5" fmla="*/ 186856 w 290884"/>
                  <a:gd name="connsiteY5" fmla="*/ 222250 h 338138"/>
                  <a:gd name="connsiteX6" fmla="*/ 181776 w 290884"/>
                  <a:gd name="connsiteY6" fmla="*/ 224790 h 338138"/>
                  <a:gd name="connsiteX7" fmla="*/ 167806 w 290884"/>
                  <a:gd name="connsiteY7" fmla="*/ 233680 h 338138"/>
                  <a:gd name="connsiteX8" fmla="*/ 183046 w 290884"/>
                  <a:gd name="connsiteY8" fmla="*/ 241300 h 338138"/>
                  <a:gd name="connsiteX9" fmla="*/ 186856 w 290884"/>
                  <a:gd name="connsiteY9" fmla="*/ 222250 h 338138"/>
                  <a:gd name="connsiteX10" fmla="*/ 102719 w 290884"/>
                  <a:gd name="connsiteY10" fmla="*/ 222250 h 338138"/>
                  <a:gd name="connsiteX11" fmla="*/ 105470 w 290884"/>
                  <a:gd name="connsiteY11" fmla="*/ 241300 h 338138"/>
                  <a:gd name="connsiteX12" fmla="*/ 123357 w 290884"/>
                  <a:gd name="connsiteY12" fmla="*/ 233680 h 338138"/>
                  <a:gd name="connsiteX13" fmla="*/ 106846 w 290884"/>
                  <a:gd name="connsiteY13" fmla="*/ 224790 h 338138"/>
                  <a:gd name="connsiteX14" fmla="*/ 102719 w 290884"/>
                  <a:gd name="connsiteY14" fmla="*/ 222250 h 338138"/>
                  <a:gd name="connsiteX15" fmla="*/ 233044 w 290884"/>
                  <a:gd name="connsiteY15" fmla="*/ 184150 h 338138"/>
                  <a:gd name="connsiteX16" fmla="*/ 209321 w 290884"/>
                  <a:gd name="connsiteY16" fmla="*/ 203710 h 338138"/>
                  <a:gd name="connsiteX17" fmla="*/ 202731 w 290884"/>
                  <a:gd name="connsiteY17" fmla="*/ 249351 h 338138"/>
                  <a:gd name="connsiteX18" fmla="*/ 246223 w 290884"/>
                  <a:gd name="connsiteY18" fmla="*/ 257175 h 338138"/>
                  <a:gd name="connsiteX19" fmla="*/ 265992 w 290884"/>
                  <a:gd name="connsiteY19" fmla="*/ 250655 h 338138"/>
                  <a:gd name="connsiteX20" fmla="*/ 233044 w 290884"/>
                  <a:gd name="connsiteY20" fmla="*/ 184150 h 338138"/>
                  <a:gd name="connsiteX21" fmla="*/ 56261 w 290884"/>
                  <a:gd name="connsiteY21" fmla="*/ 184150 h 338138"/>
                  <a:gd name="connsiteX22" fmla="*/ 21995 w 290884"/>
                  <a:gd name="connsiteY22" fmla="*/ 250655 h 338138"/>
                  <a:gd name="connsiteX23" fmla="*/ 43082 w 290884"/>
                  <a:gd name="connsiteY23" fmla="*/ 257175 h 338138"/>
                  <a:gd name="connsiteX24" fmla="*/ 85256 w 290884"/>
                  <a:gd name="connsiteY24" fmla="*/ 249351 h 338138"/>
                  <a:gd name="connsiteX25" fmla="*/ 78666 w 290884"/>
                  <a:gd name="connsiteY25" fmla="*/ 203710 h 338138"/>
                  <a:gd name="connsiteX26" fmla="*/ 56261 w 290884"/>
                  <a:gd name="connsiteY26" fmla="*/ 184150 h 338138"/>
                  <a:gd name="connsiteX27" fmla="*/ 210669 w 290884"/>
                  <a:gd name="connsiteY27" fmla="*/ 163513 h 338138"/>
                  <a:gd name="connsiteX28" fmla="*/ 210669 w 290884"/>
                  <a:gd name="connsiteY28" fmla="*/ 169070 h 338138"/>
                  <a:gd name="connsiteX29" fmla="*/ 210669 w 290884"/>
                  <a:gd name="connsiteY29" fmla="*/ 174626 h 338138"/>
                  <a:gd name="connsiteX30" fmla="*/ 217019 w 290884"/>
                  <a:gd name="connsiteY30" fmla="*/ 169070 h 338138"/>
                  <a:gd name="connsiteX31" fmla="*/ 210669 w 290884"/>
                  <a:gd name="connsiteY31" fmla="*/ 163513 h 338138"/>
                  <a:gd name="connsiteX32" fmla="*/ 77319 w 290884"/>
                  <a:gd name="connsiteY32" fmla="*/ 163513 h 338138"/>
                  <a:gd name="connsiteX33" fmla="*/ 70969 w 290884"/>
                  <a:gd name="connsiteY33" fmla="*/ 169070 h 338138"/>
                  <a:gd name="connsiteX34" fmla="*/ 77319 w 290884"/>
                  <a:gd name="connsiteY34" fmla="*/ 174626 h 338138"/>
                  <a:gd name="connsiteX35" fmla="*/ 77319 w 290884"/>
                  <a:gd name="connsiteY35" fmla="*/ 169070 h 338138"/>
                  <a:gd name="connsiteX36" fmla="*/ 77319 w 290884"/>
                  <a:gd name="connsiteY36" fmla="*/ 163513 h 338138"/>
                  <a:gd name="connsiteX37" fmla="*/ 144788 w 290884"/>
                  <a:gd name="connsiteY37" fmla="*/ 150813 h 338138"/>
                  <a:gd name="connsiteX38" fmla="*/ 163045 w 290884"/>
                  <a:gd name="connsiteY38" fmla="*/ 169070 h 338138"/>
                  <a:gd name="connsiteX39" fmla="*/ 144788 w 290884"/>
                  <a:gd name="connsiteY39" fmla="*/ 187327 h 338138"/>
                  <a:gd name="connsiteX40" fmla="*/ 126531 w 290884"/>
                  <a:gd name="connsiteY40" fmla="*/ 169070 h 338138"/>
                  <a:gd name="connsiteX41" fmla="*/ 144788 w 290884"/>
                  <a:gd name="connsiteY41" fmla="*/ 150813 h 338138"/>
                  <a:gd name="connsiteX42" fmla="*/ 145444 w 290884"/>
                  <a:gd name="connsiteY42" fmla="*/ 114300 h 338138"/>
                  <a:gd name="connsiteX43" fmla="*/ 119215 w 290884"/>
                  <a:gd name="connsiteY43" fmla="*/ 130293 h 338138"/>
                  <a:gd name="connsiteX44" fmla="*/ 100855 w 290884"/>
                  <a:gd name="connsiteY44" fmla="*/ 144952 h 338138"/>
                  <a:gd name="connsiteX45" fmla="*/ 99544 w 290884"/>
                  <a:gd name="connsiteY45" fmla="*/ 168941 h 338138"/>
                  <a:gd name="connsiteX46" fmla="*/ 100855 w 290884"/>
                  <a:gd name="connsiteY46" fmla="*/ 192930 h 338138"/>
                  <a:gd name="connsiteX47" fmla="*/ 119215 w 290884"/>
                  <a:gd name="connsiteY47" fmla="*/ 206257 h 338138"/>
                  <a:gd name="connsiteX48" fmla="*/ 145444 w 290884"/>
                  <a:gd name="connsiteY48" fmla="*/ 222250 h 338138"/>
                  <a:gd name="connsiteX49" fmla="*/ 170361 w 290884"/>
                  <a:gd name="connsiteY49" fmla="*/ 206257 h 338138"/>
                  <a:gd name="connsiteX50" fmla="*/ 190032 w 290884"/>
                  <a:gd name="connsiteY50" fmla="*/ 192930 h 338138"/>
                  <a:gd name="connsiteX51" fmla="*/ 190032 w 290884"/>
                  <a:gd name="connsiteY51" fmla="*/ 168941 h 338138"/>
                  <a:gd name="connsiteX52" fmla="*/ 190032 w 290884"/>
                  <a:gd name="connsiteY52" fmla="*/ 144952 h 338138"/>
                  <a:gd name="connsiteX53" fmla="*/ 170361 w 290884"/>
                  <a:gd name="connsiteY53" fmla="*/ 130293 h 338138"/>
                  <a:gd name="connsiteX54" fmla="*/ 145444 w 290884"/>
                  <a:gd name="connsiteY54" fmla="*/ 114300 h 338138"/>
                  <a:gd name="connsiteX55" fmla="*/ 183046 w 290884"/>
                  <a:gd name="connsiteY55" fmla="*/ 96838 h 338138"/>
                  <a:gd name="connsiteX56" fmla="*/ 167806 w 290884"/>
                  <a:gd name="connsiteY56" fmla="*/ 103188 h 338138"/>
                  <a:gd name="connsiteX57" fmla="*/ 181776 w 290884"/>
                  <a:gd name="connsiteY57" fmla="*/ 113348 h 338138"/>
                  <a:gd name="connsiteX58" fmla="*/ 186856 w 290884"/>
                  <a:gd name="connsiteY58" fmla="*/ 115888 h 338138"/>
                  <a:gd name="connsiteX59" fmla="*/ 183046 w 290884"/>
                  <a:gd name="connsiteY59" fmla="*/ 96838 h 338138"/>
                  <a:gd name="connsiteX60" fmla="*/ 105470 w 290884"/>
                  <a:gd name="connsiteY60" fmla="*/ 96838 h 338138"/>
                  <a:gd name="connsiteX61" fmla="*/ 102719 w 290884"/>
                  <a:gd name="connsiteY61" fmla="*/ 115888 h 338138"/>
                  <a:gd name="connsiteX62" fmla="*/ 106846 w 290884"/>
                  <a:gd name="connsiteY62" fmla="*/ 113348 h 338138"/>
                  <a:gd name="connsiteX63" fmla="*/ 123357 w 290884"/>
                  <a:gd name="connsiteY63" fmla="*/ 103188 h 338138"/>
                  <a:gd name="connsiteX64" fmla="*/ 105470 w 290884"/>
                  <a:gd name="connsiteY64" fmla="*/ 96838 h 338138"/>
                  <a:gd name="connsiteX65" fmla="*/ 246901 w 290884"/>
                  <a:gd name="connsiteY65" fmla="*/ 79375 h 338138"/>
                  <a:gd name="connsiteX66" fmla="*/ 202731 w 290884"/>
                  <a:gd name="connsiteY66" fmla="*/ 88503 h 338138"/>
                  <a:gd name="connsiteX67" fmla="*/ 209424 w 290884"/>
                  <a:gd name="connsiteY67" fmla="*/ 134144 h 338138"/>
                  <a:gd name="connsiteX68" fmla="*/ 233517 w 290884"/>
                  <a:gd name="connsiteY68" fmla="*/ 152400 h 338138"/>
                  <a:gd name="connsiteX69" fmla="*/ 250917 w 290884"/>
                  <a:gd name="connsiteY69" fmla="*/ 132840 h 338138"/>
                  <a:gd name="connsiteX70" fmla="*/ 266979 w 290884"/>
                  <a:gd name="connsiteY70" fmla="*/ 85895 h 338138"/>
                  <a:gd name="connsiteX71" fmla="*/ 246901 w 290884"/>
                  <a:gd name="connsiteY71" fmla="*/ 79375 h 338138"/>
                  <a:gd name="connsiteX72" fmla="*/ 43420 w 290884"/>
                  <a:gd name="connsiteY72" fmla="*/ 79375 h 338138"/>
                  <a:gd name="connsiteX73" fmla="*/ 22503 w 290884"/>
                  <a:gd name="connsiteY73" fmla="*/ 85895 h 338138"/>
                  <a:gd name="connsiteX74" fmla="*/ 38191 w 290884"/>
                  <a:gd name="connsiteY74" fmla="*/ 132840 h 338138"/>
                  <a:gd name="connsiteX75" fmla="*/ 56494 w 290884"/>
                  <a:gd name="connsiteY75" fmla="*/ 152400 h 338138"/>
                  <a:gd name="connsiteX76" fmla="*/ 78719 w 290884"/>
                  <a:gd name="connsiteY76" fmla="*/ 134144 h 338138"/>
                  <a:gd name="connsiteX77" fmla="*/ 85256 w 290884"/>
                  <a:gd name="connsiteY77" fmla="*/ 88503 h 338138"/>
                  <a:gd name="connsiteX78" fmla="*/ 43420 w 290884"/>
                  <a:gd name="connsiteY78" fmla="*/ 79375 h 338138"/>
                  <a:gd name="connsiteX79" fmla="*/ 144647 w 290884"/>
                  <a:gd name="connsiteY79" fmla="*/ 22225 h 338138"/>
                  <a:gd name="connsiteX80" fmla="*/ 110656 w 290884"/>
                  <a:gd name="connsiteY80" fmla="*/ 74942 h 338138"/>
                  <a:gd name="connsiteX81" fmla="*/ 144647 w 290884"/>
                  <a:gd name="connsiteY81" fmla="*/ 92075 h 338138"/>
                  <a:gd name="connsiteX82" fmla="*/ 177331 w 290884"/>
                  <a:gd name="connsiteY82" fmla="*/ 74942 h 338138"/>
                  <a:gd name="connsiteX83" fmla="*/ 144647 w 290884"/>
                  <a:gd name="connsiteY83" fmla="*/ 22225 h 338138"/>
                  <a:gd name="connsiteX84" fmla="*/ 145581 w 290884"/>
                  <a:gd name="connsiteY84" fmla="*/ 0 h 338138"/>
                  <a:gd name="connsiteX85" fmla="*/ 199637 w 290884"/>
                  <a:gd name="connsiteY85" fmla="*/ 67363 h 338138"/>
                  <a:gd name="connsiteX86" fmla="*/ 247101 w 290884"/>
                  <a:gd name="connsiteY86" fmla="*/ 58117 h 338138"/>
                  <a:gd name="connsiteX87" fmla="*/ 285335 w 290884"/>
                  <a:gd name="connsiteY87" fmla="*/ 73968 h 338138"/>
                  <a:gd name="connsiteX88" fmla="*/ 268195 w 290884"/>
                  <a:gd name="connsiteY88" fmla="*/ 145294 h 338138"/>
                  <a:gd name="connsiteX89" fmla="*/ 248419 w 290884"/>
                  <a:gd name="connsiteY89" fmla="*/ 169069 h 338138"/>
                  <a:gd name="connsiteX90" fmla="*/ 285335 w 290884"/>
                  <a:gd name="connsiteY90" fmla="*/ 264170 h 338138"/>
                  <a:gd name="connsiteX91" fmla="*/ 247101 w 290884"/>
                  <a:gd name="connsiteY91" fmla="*/ 280021 h 338138"/>
                  <a:gd name="connsiteX92" fmla="*/ 199637 w 290884"/>
                  <a:gd name="connsiteY92" fmla="*/ 270775 h 338138"/>
                  <a:gd name="connsiteX93" fmla="*/ 145581 w 290884"/>
                  <a:gd name="connsiteY93" fmla="*/ 338138 h 338138"/>
                  <a:gd name="connsiteX94" fmla="*/ 91525 w 290884"/>
                  <a:gd name="connsiteY94" fmla="*/ 270775 h 338138"/>
                  <a:gd name="connsiteX95" fmla="*/ 44061 w 290884"/>
                  <a:gd name="connsiteY95" fmla="*/ 280021 h 338138"/>
                  <a:gd name="connsiteX96" fmla="*/ 5827 w 290884"/>
                  <a:gd name="connsiteY96" fmla="*/ 264170 h 338138"/>
                  <a:gd name="connsiteX97" fmla="*/ 41425 w 290884"/>
                  <a:gd name="connsiteY97" fmla="*/ 169069 h 338138"/>
                  <a:gd name="connsiteX98" fmla="*/ 21648 w 290884"/>
                  <a:gd name="connsiteY98" fmla="*/ 145294 h 338138"/>
                  <a:gd name="connsiteX99" fmla="*/ 5827 w 290884"/>
                  <a:gd name="connsiteY99" fmla="*/ 73968 h 338138"/>
                  <a:gd name="connsiteX100" fmla="*/ 44061 w 290884"/>
                  <a:gd name="connsiteY100" fmla="*/ 58117 h 338138"/>
                  <a:gd name="connsiteX101" fmla="*/ 91525 w 290884"/>
                  <a:gd name="connsiteY101" fmla="*/ 67363 h 338138"/>
                  <a:gd name="connsiteX102" fmla="*/ 145581 w 290884"/>
                  <a:gd name="connsiteY10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90884" h="338138">
                    <a:moveTo>
                      <a:pt x="144647" y="246063"/>
                    </a:moveTo>
                    <a:cubicBezTo>
                      <a:pt x="132881" y="252627"/>
                      <a:pt x="121115" y="257878"/>
                      <a:pt x="110656" y="261816"/>
                    </a:cubicBezTo>
                    <a:cubicBezTo>
                      <a:pt x="119807" y="295948"/>
                      <a:pt x="132881" y="314326"/>
                      <a:pt x="144647" y="314326"/>
                    </a:cubicBezTo>
                    <a:cubicBezTo>
                      <a:pt x="155106" y="314326"/>
                      <a:pt x="168180" y="295948"/>
                      <a:pt x="177331" y="261816"/>
                    </a:cubicBezTo>
                    <a:cubicBezTo>
                      <a:pt x="166872" y="257878"/>
                      <a:pt x="155106" y="252627"/>
                      <a:pt x="144647" y="246063"/>
                    </a:cubicBezTo>
                    <a:close/>
                    <a:moveTo>
                      <a:pt x="186856" y="222250"/>
                    </a:moveTo>
                    <a:cubicBezTo>
                      <a:pt x="184316" y="222250"/>
                      <a:pt x="183046" y="223520"/>
                      <a:pt x="181776" y="224790"/>
                    </a:cubicBezTo>
                    <a:cubicBezTo>
                      <a:pt x="176696" y="228600"/>
                      <a:pt x="171616" y="231140"/>
                      <a:pt x="167806" y="233680"/>
                    </a:cubicBezTo>
                    <a:cubicBezTo>
                      <a:pt x="172886" y="237490"/>
                      <a:pt x="177966" y="238760"/>
                      <a:pt x="183046" y="241300"/>
                    </a:cubicBezTo>
                    <a:cubicBezTo>
                      <a:pt x="184316" y="234950"/>
                      <a:pt x="185586" y="228600"/>
                      <a:pt x="186856" y="222250"/>
                    </a:cubicBezTo>
                    <a:close/>
                    <a:moveTo>
                      <a:pt x="102719" y="222250"/>
                    </a:moveTo>
                    <a:cubicBezTo>
                      <a:pt x="102719" y="228600"/>
                      <a:pt x="104095" y="234950"/>
                      <a:pt x="105470" y="241300"/>
                    </a:cubicBezTo>
                    <a:cubicBezTo>
                      <a:pt x="110974" y="238760"/>
                      <a:pt x="117853" y="237490"/>
                      <a:pt x="123357" y="233680"/>
                    </a:cubicBezTo>
                    <a:cubicBezTo>
                      <a:pt x="117853" y="231140"/>
                      <a:pt x="112350" y="228600"/>
                      <a:pt x="106846" y="224790"/>
                    </a:cubicBezTo>
                    <a:cubicBezTo>
                      <a:pt x="105470" y="223520"/>
                      <a:pt x="104095" y="222250"/>
                      <a:pt x="102719" y="222250"/>
                    </a:cubicBezTo>
                    <a:close/>
                    <a:moveTo>
                      <a:pt x="233044" y="184150"/>
                    </a:moveTo>
                    <a:cubicBezTo>
                      <a:pt x="225136" y="190670"/>
                      <a:pt x="218546" y="197190"/>
                      <a:pt x="209321" y="203710"/>
                    </a:cubicBezTo>
                    <a:cubicBezTo>
                      <a:pt x="208003" y="219359"/>
                      <a:pt x="206685" y="235007"/>
                      <a:pt x="202731" y="249351"/>
                    </a:cubicBezTo>
                    <a:cubicBezTo>
                      <a:pt x="219864" y="254567"/>
                      <a:pt x="234361" y="257175"/>
                      <a:pt x="246223" y="257175"/>
                    </a:cubicBezTo>
                    <a:cubicBezTo>
                      <a:pt x="251494" y="257175"/>
                      <a:pt x="262038" y="257175"/>
                      <a:pt x="265992" y="250655"/>
                    </a:cubicBezTo>
                    <a:cubicBezTo>
                      <a:pt x="272581" y="241527"/>
                      <a:pt x="262038" y="215446"/>
                      <a:pt x="233044" y="184150"/>
                    </a:cubicBezTo>
                    <a:close/>
                    <a:moveTo>
                      <a:pt x="56261" y="184150"/>
                    </a:moveTo>
                    <a:cubicBezTo>
                      <a:pt x="25949" y="215446"/>
                      <a:pt x="15406" y="241527"/>
                      <a:pt x="21995" y="250655"/>
                    </a:cubicBezTo>
                    <a:cubicBezTo>
                      <a:pt x="25949" y="257175"/>
                      <a:pt x="36493" y="257175"/>
                      <a:pt x="43082" y="257175"/>
                    </a:cubicBezTo>
                    <a:cubicBezTo>
                      <a:pt x="54943" y="257175"/>
                      <a:pt x="69441" y="254567"/>
                      <a:pt x="85256" y="249351"/>
                    </a:cubicBezTo>
                    <a:cubicBezTo>
                      <a:pt x="82620" y="235007"/>
                      <a:pt x="79984" y="219359"/>
                      <a:pt x="78666" y="203710"/>
                    </a:cubicBezTo>
                    <a:cubicBezTo>
                      <a:pt x="70759" y="197190"/>
                      <a:pt x="62851" y="190670"/>
                      <a:pt x="56261" y="184150"/>
                    </a:cubicBezTo>
                    <a:close/>
                    <a:moveTo>
                      <a:pt x="210669" y="163513"/>
                    </a:moveTo>
                    <a:cubicBezTo>
                      <a:pt x="210669" y="164902"/>
                      <a:pt x="210669" y="166291"/>
                      <a:pt x="210669" y="169070"/>
                    </a:cubicBezTo>
                    <a:cubicBezTo>
                      <a:pt x="210669" y="170459"/>
                      <a:pt x="210669" y="173237"/>
                      <a:pt x="210669" y="174626"/>
                    </a:cubicBezTo>
                    <a:cubicBezTo>
                      <a:pt x="213209" y="173237"/>
                      <a:pt x="215749" y="170459"/>
                      <a:pt x="217019" y="169070"/>
                    </a:cubicBezTo>
                    <a:cubicBezTo>
                      <a:pt x="215749" y="166291"/>
                      <a:pt x="213209" y="164902"/>
                      <a:pt x="210669" y="163513"/>
                    </a:cubicBezTo>
                    <a:close/>
                    <a:moveTo>
                      <a:pt x="77319" y="163513"/>
                    </a:moveTo>
                    <a:cubicBezTo>
                      <a:pt x="74779" y="164902"/>
                      <a:pt x="73509" y="166291"/>
                      <a:pt x="70969" y="169070"/>
                    </a:cubicBezTo>
                    <a:cubicBezTo>
                      <a:pt x="73509" y="170459"/>
                      <a:pt x="74779" y="173237"/>
                      <a:pt x="77319" y="174626"/>
                    </a:cubicBezTo>
                    <a:cubicBezTo>
                      <a:pt x="77319" y="173237"/>
                      <a:pt x="77319" y="170459"/>
                      <a:pt x="77319" y="169070"/>
                    </a:cubicBezTo>
                    <a:cubicBezTo>
                      <a:pt x="77319" y="166291"/>
                      <a:pt x="77319" y="164902"/>
                      <a:pt x="77319" y="163513"/>
                    </a:cubicBezTo>
                    <a:close/>
                    <a:moveTo>
                      <a:pt x="144788" y="150813"/>
                    </a:moveTo>
                    <a:cubicBezTo>
                      <a:pt x="154871" y="150813"/>
                      <a:pt x="163045" y="158987"/>
                      <a:pt x="163045" y="169070"/>
                    </a:cubicBezTo>
                    <a:cubicBezTo>
                      <a:pt x="163045" y="179153"/>
                      <a:pt x="154871" y="187327"/>
                      <a:pt x="144788" y="187327"/>
                    </a:cubicBezTo>
                    <a:cubicBezTo>
                      <a:pt x="134705" y="187327"/>
                      <a:pt x="126531" y="179153"/>
                      <a:pt x="126531" y="169070"/>
                    </a:cubicBezTo>
                    <a:cubicBezTo>
                      <a:pt x="126531" y="158987"/>
                      <a:pt x="134705" y="150813"/>
                      <a:pt x="144788" y="150813"/>
                    </a:cubicBezTo>
                    <a:close/>
                    <a:moveTo>
                      <a:pt x="145444" y="114300"/>
                    </a:moveTo>
                    <a:cubicBezTo>
                      <a:pt x="136264" y="119631"/>
                      <a:pt x="128395" y="124962"/>
                      <a:pt x="119215" y="130293"/>
                    </a:cubicBezTo>
                    <a:cubicBezTo>
                      <a:pt x="112658" y="135623"/>
                      <a:pt x="106101" y="139622"/>
                      <a:pt x="100855" y="144952"/>
                    </a:cubicBezTo>
                    <a:cubicBezTo>
                      <a:pt x="100855" y="152949"/>
                      <a:pt x="99544" y="160945"/>
                      <a:pt x="99544" y="168941"/>
                    </a:cubicBezTo>
                    <a:cubicBezTo>
                      <a:pt x="99544" y="176938"/>
                      <a:pt x="100855" y="184934"/>
                      <a:pt x="100855" y="192930"/>
                    </a:cubicBezTo>
                    <a:cubicBezTo>
                      <a:pt x="107412" y="196928"/>
                      <a:pt x="112658" y="202259"/>
                      <a:pt x="119215" y="206257"/>
                    </a:cubicBezTo>
                    <a:cubicBezTo>
                      <a:pt x="128395" y="212921"/>
                      <a:pt x="136264" y="218252"/>
                      <a:pt x="145444" y="222250"/>
                    </a:cubicBezTo>
                    <a:cubicBezTo>
                      <a:pt x="153312" y="218252"/>
                      <a:pt x="162492" y="212921"/>
                      <a:pt x="170361" y="206257"/>
                    </a:cubicBezTo>
                    <a:cubicBezTo>
                      <a:pt x="176918" y="202259"/>
                      <a:pt x="183475" y="196928"/>
                      <a:pt x="190032" y="192930"/>
                    </a:cubicBezTo>
                    <a:cubicBezTo>
                      <a:pt x="190032" y="184934"/>
                      <a:pt x="190032" y="176938"/>
                      <a:pt x="190032" y="168941"/>
                    </a:cubicBezTo>
                    <a:cubicBezTo>
                      <a:pt x="190032" y="160945"/>
                      <a:pt x="190032" y="152949"/>
                      <a:pt x="190032" y="144952"/>
                    </a:cubicBezTo>
                    <a:cubicBezTo>
                      <a:pt x="183475" y="139622"/>
                      <a:pt x="176918" y="135623"/>
                      <a:pt x="170361" y="130293"/>
                    </a:cubicBezTo>
                    <a:cubicBezTo>
                      <a:pt x="162492" y="124962"/>
                      <a:pt x="153312" y="119631"/>
                      <a:pt x="145444" y="114300"/>
                    </a:cubicBezTo>
                    <a:close/>
                    <a:moveTo>
                      <a:pt x="183046" y="96838"/>
                    </a:moveTo>
                    <a:cubicBezTo>
                      <a:pt x="177966" y="98108"/>
                      <a:pt x="172886" y="100648"/>
                      <a:pt x="167806" y="103188"/>
                    </a:cubicBezTo>
                    <a:cubicBezTo>
                      <a:pt x="171616" y="106998"/>
                      <a:pt x="176696" y="109538"/>
                      <a:pt x="181776" y="113348"/>
                    </a:cubicBezTo>
                    <a:cubicBezTo>
                      <a:pt x="183046" y="114618"/>
                      <a:pt x="184316" y="115888"/>
                      <a:pt x="186856" y="115888"/>
                    </a:cubicBezTo>
                    <a:cubicBezTo>
                      <a:pt x="185586" y="109538"/>
                      <a:pt x="184316" y="103188"/>
                      <a:pt x="183046" y="96838"/>
                    </a:cubicBezTo>
                    <a:close/>
                    <a:moveTo>
                      <a:pt x="105470" y="96838"/>
                    </a:moveTo>
                    <a:cubicBezTo>
                      <a:pt x="104095" y="103188"/>
                      <a:pt x="102719" y="109538"/>
                      <a:pt x="102719" y="115888"/>
                    </a:cubicBezTo>
                    <a:cubicBezTo>
                      <a:pt x="104095" y="115888"/>
                      <a:pt x="105470" y="114618"/>
                      <a:pt x="106846" y="113348"/>
                    </a:cubicBezTo>
                    <a:cubicBezTo>
                      <a:pt x="112350" y="109538"/>
                      <a:pt x="117853" y="106998"/>
                      <a:pt x="123357" y="103188"/>
                    </a:cubicBezTo>
                    <a:cubicBezTo>
                      <a:pt x="117853" y="100648"/>
                      <a:pt x="110974" y="98108"/>
                      <a:pt x="105470" y="96838"/>
                    </a:cubicBezTo>
                    <a:close/>
                    <a:moveTo>
                      <a:pt x="246901" y="79375"/>
                    </a:moveTo>
                    <a:cubicBezTo>
                      <a:pt x="234855" y="79375"/>
                      <a:pt x="220132" y="83287"/>
                      <a:pt x="202731" y="88503"/>
                    </a:cubicBezTo>
                    <a:cubicBezTo>
                      <a:pt x="206747" y="102847"/>
                      <a:pt x="208085" y="118496"/>
                      <a:pt x="209424" y="134144"/>
                    </a:cubicBezTo>
                    <a:cubicBezTo>
                      <a:pt x="217455" y="139360"/>
                      <a:pt x="225486" y="145880"/>
                      <a:pt x="233517" y="152400"/>
                    </a:cubicBezTo>
                    <a:cubicBezTo>
                      <a:pt x="240209" y="145880"/>
                      <a:pt x="245563" y="139360"/>
                      <a:pt x="250917" y="132840"/>
                    </a:cubicBezTo>
                    <a:cubicBezTo>
                      <a:pt x="269656" y="108063"/>
                      <a:pt x="270994" y="92415"/>
                      <a:pt x="266979" y="85895"/>
                    </a:cubicBezTo>
                    <a:cubicBezTo>
                      <a:pt x="262963" y="80679"/>
                      <a:pt x="252255" y="79375"/>
                      <a:pt x="246901" y="79375"/>
                    </a:cubicBezTo>
                    <a:close/>
                    <a:moveTo>
                      <a:pt x="43420" y="79375"/>
                    </a:moveTo>
                    <a:cubicBezTo>
                      <a:pt x="36884" y="79375"/>
                      <a:pt x="26425" y="80679"/>
                      <a:pt x="22503" y="85895"/>
                    </a:cubicBezTo>
                    <a:cubicBezTo>
                      <a:pt x="18581" y="92415"/>
                      <a:pt x="21195" y="108063"/>
                      <a:pt x="38191" y="132840"/>
                    </a:cubicBezTo>
                    <a:cubicBezTo>
                      <a:pt x="43420" y="139360"/>
                      <a:pt x="49957" y="145880"/>
                      <a:pt x="56494" y="152400"/>
                    </a:cubicBezTo>
                    <a:cubicBezTo>
                      <a:pt x="63031" y="145880"/>
                      <a:pt x="70875" y="139360"/>
                      <a:pt x="78719" y="134144"/>
                    </a:cubicBezTo>
                    <a:cubicBezTo>
                      <a:pt x="80026" y="118496"/>
                      <a:pt x="82641" y="102847"/>
                      <a:pt x="85256" y="88503"/>
                    </a:cubicBezTo>
                    <a:cubicBezTo>
                      <a:pt x="69568" y="83287"/>
                      <a:pt x="55187" y="79375"/>
                      <a:pt x="43420" y="79375"/>
                    </a:cubicBezTo>
                    <a:close/>
                    <a:moveTo>
                      <a:pt x="144647" y="22225"/>
                    </a:moveTo>
                    <a:cubicBezTo>
                      <a:pt x="132881" y="22225"/>
                      <a:pt x="119807" y="41994"/>
                      <a:pt x="110656" y="74942"/>
                    </a:cubicBezTo>
                    <a:cubicBezTo>
                      <a:pt x="121115" y="80214"/>
                      <a:pt x="132881" y="85485"/>
                      <a:pt x="144647" y="92075"/>
                    </a:cubicBezTo>
                    <a:cubicBezTo>
                      <a:pt x="155106" y="85485"/>
                      <a:pt x="166872" y="80214"/>
                      <a:pt x="177331" y="74942"/>
                    </a:cubicBezTo>
                    <a:cubicBezTo>
                      <a:pt x="168180" y="41994"/>
                      <a:pt x="155106" y="22225"/>
                      <a:pt x="144647" y="22225"/>
                    </a:cubicBezTo>
                    <a:close/>
                    <a:moveTo>
                      <a:pt x="145581" y="0"/>
                    </a:moveTo>
                    <a:cubicBezTo>
                      <a:pt x="169313" y="0"/>
                      <a:pt x="187771" y="27738"/>
                      <a:pt x="199637" y="67363"/>
                    </a:cubicBezTo>
                    <a:cubicBezTo>
                      <a:pt x="216777" y="60759"/>
                      <a:pt x="232598" y="58117"/>
                      <a:pt x="247101" y="58117"/>
                    </a:cubicBezTo>
                    <a:cubicBezTo>
                      <a:pt x="269514" y="58117"/>
                      <a:pt x="280061" y="67363"/>
                      <a:pt x="285335" y="73968"/>
                    </a:cubicBezTo>
                    <a:cubicBezTo>
                      <a:pt x="293246" y="85855"/>
                      <a:pt x="295883" y="108310"/>
                      <a:pt x="268195" y="145294"/>
                    </a:cubicBezTo>
                    <a:cubicBezTo>
                      <a:pt x="262922" y="153219"/>
                      <a:pt x="256330" y="161144"/>
                      <a:pt x="248419" y="169069"/>
                    </a:cubicBezTo>
                    <a:cubicBezTo>
                      <a:pt x="281380" y="204732"/>
                      <a:pt x="301156" y="240395"/>
                      <a:pt x="285335" y="264170"/>
                    </a:cubicBezTo>
                    <a:cubicBezTo>
                      <a:pt x="280061" y="270775"/>
                      <a:pt x="269514" y="280021"/>
                      <a:pt x="247101" y="280021"/>
                    </a:cubicBezTo>
                    <a:cubicBezTo>
                      <a:pt x="232598" y="280021"/>
                      <a:pt x="216777" y="276058"/>
                      <a:pt x="199637" y="270775"/>
                    </a:cubicBezTo>
                    <a:cubicBezTo>
                      <a:pt x="187771" y="310400"/>
                      <a:pt x="169313" y="338138"/>
                      <a:pt x="145581" y="338138"/>
                    </a:cubicBezTo>
                    <a:cubicBezTo>
                      <a:pt x="120531" y="338138"/>
                      <a:pt x="102072" y="310400"/>
                      <a:pt x="91525" y="270775"/>
                    </a:cubicBezTo>
                    <a:cubicBezTo>
                      <a:pt x="73067" y="276058"/>
                      <a:pt x="57246" y="280021"/>
                      <a:pt x="44061" y="280021"/>
                    </a:cubicBezTo>
                    <a:cubicBezTo>
                      <a:pt x="21648" y="280021"/>
                      <a:pt x="9782" y="270775"/>
                      <a:pt x="5827" y="264170"/>
                    </a:cubicBezTo>
                    <a:cubicBezTo>
                      <a:pt x="-9994" y="240395"/>
                      <a:pt x="8464" y="204732"/>
                      <a:pt x="41425" y="169069"/>
                    </a:cubicBezTo>
                    <a:cubicBezTo>
                      <a:pt x="33514" y="161144"/>
                      <a:pt x="26922" y="153219"/>
                      <a:pt x="21648" y="145294"/>
                    </a:cubicBezTo>
                    <a:cubicBezTo>
                      <a:pt x="-6039" y="108310"/>
                      <a:pt x="-2084" y="85855"/>
                      <a:pt x="5827" y="73968"/>
                    </a:cubicBezTo>
                    <a:cubicBezTo>
                      <a:pt x="9782" y="67363"/>
                      <a:pt x="21648" y="58117"/>
                      <a:pt x="44061" y="58117"/>
                    </a:cubicBezTo>
                    <a:cubicBezTo>
                      <a:pt x="57246" y="58117"/>
                      <a:pt x="73067" y="60759"/>
                      <a:pt x="91525" y="67363"/>
                    </a:cubicBezTo>
                    <a:cubicBezTo>
                      <a:pt x="102072" y="27738"/>
                      <a:pt x="120531" y="0"/>
                      <a:pt x="145581" y="0"/>
                    </a:cubicBezTo>
                    <a:close/>
                  </a:path>
                </a:pathLst>
              </a:custGeom>
              <a:solidFill>
                <a:schemeClr val="bg1"/>
              </a:solidFill>
              <a:ln>
                <a:noFill/>
              </a:ln>
            </p:spPr>
            <p:txBody>
              <a:bodyPr anchor="ctr"/>
              <a:lstStyle/>
              <a:p>
                <a:pPr algn="ctr" defTabSz="685800"/>
                <a:endParaRPr>
                  <a:solidFill>
                    <a:srgbClr val="171C3D"/>
                  </a:solidFill>
                  <a:cs typeface="+mn-ea"/>
                  <a:sym typeface="+mn-lt"/>
                </a:endParaRPr>
              </a:p>
            </p:txBody>
          </p:sp>
        </p:grpSp>
        <p:grpSp>
          <p:nvGrpSpPr>
            <p:cNvPr id="21" name="Group 43"/>
            <p:cNvGrpSpPr/>
            <p:nvPr/>
          </p:nvGrpSpPr>
          <p:grpSpPr>
            <a:xfrm>
              <a:off x="5048588" y="2927736"/>
              <a:ext cx="1922932" cy="1922932"/>
              <a:chOff x="5048588" y="2927736"/>
              <a:chExt cx="1922932" cy="1922932"/>
            </a:xfrm>
          </p:grpSpPr>
          <p:sp>
            <p:nvSpPr>
              <p:cNvPr id="27" name="Freeform: Shape 21"/>
              <p:cNvSpPr/>
              <p:nvPr/>
            </p:nvSpPr>
            <p:spPr>
              <a:xfrm>
                <a:off x="5048588" y="2927736"/>
                <a:ext cx="1922932"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bg1"/>
              </a:soli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30" name="Freeform: Shape 38"/>
              <p:cNvSpPr>
                <a:spLocks noChangeAspect="1"/>
              </p:cNvSpPr>
              <p:nvPr/>
            </p:nvSpPr>
            <p:spPr bwMode="auto">
              <a:xfrm>
                <a:off x="5775951" y="3447150"/>
                <a:ext cx="468208" cy="466009"/>
              </a:xfrm>
              <a:custGeom>
                <a:avLst/>
                <a:gdLst>
                  <a:gd name="connsiteX0" fmla="*/ 169241 w 338138"/>
                  <a:gd name="connsiteY0" fmla="*/ 77787 h 336550"/>
                  <a:gd name="connsiteX1" fmla="*/ 179733 w 338138"/>
                  <a:gd name="connsiteY1" fmla="*/ 88315 h 336550"/>
                  <a:gd name="connsiteX2" fmla="*/ 179733 w 338138"/>
                  <a:gd name="connsiteY2" fmla="*/ 155429 h 336550"/>
                  <a:gd name="connsiteX3" fmla="*/ 181044 w 338138"/>
                  <a:gd name="connsiteY3" fmla="*/ 156745 h 336550"/>
                  <a:gd name="connsiteX4" fmla="*/ 208584 w 338138"/>
                  <a:gd name="connsiteY4" fmla="*/ 156745 h 336550"/>
                  <a:gd name="connsiteX5" fmla="*/ 219075 w 338138"/>
                  <a:gd name="connsiteY5" fmla="*/ 167272 h 336550"/>
                  <a:gd name="connsiteX6" fmla="*/ 208584 w 338138"/>
                  <a:gd name="connsiteY6" fmla="*/ 177800 h 336550"/>
                  <a:gd name="connsiteX7" fmla="*/ 181044 w 338138"/>
                  <a:gd name="connsiteY7" fmla="*/ 177800 h 336550"/>
                  <a:gd name="connsiteX8" fmla="*/ 158750 w 338138"/>
                  <a:gd name="connsiteY8" fmla="*/ 155429 h 336550"/>
                  <a:gd name="connsiteX9" fmla="*/ 158750 w 338138"/>
                  <a:gd name="connsiteY9" fmla="*/ 88315 h 336550"/>
                  <a:gd name="connsiteX10" fmla="*/ 169241 w 338138"/>
                  <a:gd name="connsiteY10" fmla="*/ 77787 h 336550"/>
                  <a:gd name="connsiteX11" fmla="*/ 158561 w 338138"/>
                  <a:gd name="connsiteY11" fmla="*/ 19050 h 336550"/>
                  <a:gd name="connsiteX12" fmla="*/ 20638 w 338138"/>
                  <a:gd name="connsiteY12" fmla="*/ 156973 h 336550"/>
                  <a:gd name="connsiteX13" fmla="*/ 50850 w 338138"/>
                  <a:gd name="connsiteY13" fmla="*/ 156973 h 336550"/>
                  <a:gd name="connsiteX14" fmla="*/ 60044 w 338138"/>
                  <a:gd name="connsiteY14" fmla="*/ 167482 h 336550"/>
                  <a:gd name="connsiteX15" fmla="*/ 50850 w 338138"/>
                  <a:gd name="connsiteY15" fmla="*/ 177990 h 336550"/>
                  <a:gd name="connsiteX16" fmla="*/ 20638 w 338138"/>
                  <a:gd name="connsiteY16" fmla="*/ 177990 h 336550"/>
                  <a:gd name="connsiteX17" fmla="*/ 158561 w 338138"/>
                  <a:gd name="connsiteY17" fmla="*/ 315913 h 336550"/>
                  <a:gd name="connsiteX18" fmla="*/ 158561 w 338138"/>
                  <a:gd name="connsiteY18" fmla="*/ 285701 h 336550"/>
                  <a:gd name="connsiteX19" fmla="*/ 169070 w 338138"/>
                  <a:gd name="connsiteY19" fmla="*/ 276506 h 336550"/>
                  <a:gd name="connsiteX20" fmla="*/ 179578 w 338138"/>
                  <a:gd name="connsiteY20" fmla="*/ 285701 h 336550"/>
                  <a:gd name="connsiteX21" fmla="*/ 179578 w 338138"/>
                  <a:gd name="connsiteY21" fmla="*/ 315913 h 336550"/>
                  <a:gd name="connsiteX22" fmla="*/ 317501 w 338138"/>
                  <a:gd name="connsiteY22" fmla="*/ 177990 h 336550"/>
                  <a:gd name="connsiteX23" fmla="*/ 287289 w 338138"/>
                  <a:gd name="connsiteY23" fmla="*/ 177990 h 336550"/>
                  <a:gd name="connsiteX24" fmla="*/ 278095 w 338138"/>
                  <a:gd name="connsiteY24" fmla="*/ 167482 h 336550"/>
                  <a:gd name="connsiteX25" fmla="*/ 287289 w 338138"/>
                  <a:gd name="connsiteY25" fmla="*/ 156973 h 336550"/>
                  <a:gd name="connsiteX26" fmla="*/ 317501 w 338138"/>
                  <a:gd name="connsiteY26" fmla="*/ 156973 h 336550"/>
                  <a:gd name="connsiteX27" fmla="*/ 179578 w 338138"/>
                  <a:gd name="connsiteY27" fmla="*/ 19050 h 336550"/>
                  <a:gd name="connsiteX28" fmla="*/ 179578 w 338138"/>
                  <a:gd name="connsiteY28" fmla="*/ 49262 h 336550"/>
                  <a:gd name="connsiteX29" fmla="*/ 169070 w 338138"/>
                  <a:gd name="connsiteY29" fmla="*/ 58457 h 336550"/>
                  <a:gd name="connsiteX30" fmla="*/ 158561 w 338138"/>
                  <a:gd name="connsiteY30" fmla="*/ 49262 h 336550"/>
                  <a:gd name="connsiteX31" fmla="*/ 158561 w 338138"/>
                  <a:gd name="connsiteY31" fmla="*/ 19050 h 336550"/>
                  <a:gd name="connsiteX32" fmla="*/ 169069 w 338138"/>
                  <a:gd name="connsiteY32" fmla="*/ 0 h 336550"/>
                  <a:gd name="connsiteX33" fmla="*/ 338138 w 338138"/>
                  <a:gd name="connsiteY33" fmla="*/ 168275 h 336550"/>
                  <a:gd name="connsiteX34" fmla="*/ 169069 w 338138"/>
                  <a:gd name="connsiteY34" fmla="*/ 336550 h 336550"/>
                  <a:gd name="connsiteX35" fmla="*/ 0 w 338138"/>
                  <a:gd name="connsiteY35" fmla="*/ 168275 h 336550"/>
                  <a:gd name="connsiteX36" fmla="*/ 169069 w 338138"/>
                  <a:gd name="connsiteY36"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38138" h="336550">
                    <a:moveTo>
                      <a:pt x="169241" y="77787"/>
                    </a:moveTo>
                    <a:cubicBezTo>
                      <a:pt x="175798" y="77787"/>
                      <a:pt x="179733" y="81735"/>
                      <a:pt x="179733" y="88315"/>
                    </a:cubicBezTo>
                    <a:cubicBezTo>
                      <a:pt x="179733" y="88315"/>
                      <a:pt x="179733" y="88315"/>
                      <a:pt x="179733" y="155429"/>
                    </a:cubicBezTo>
                    <a:cubicBezTo>
                      <a:pt x="179733" y="156745"/>
                      <a:pt x="181044" y="156745"/>
                      <a:pt x="181044" y="156745"/>
                    </a:cubicBezTo>
                    <a:cubicBezTo>
                      <a:pt x="181044" y="156745"/>
                      <a:pt x="181044" y="156745"/>
                      <a:pt x="208584" y="156745"/>
                    </a:cubicBezTo>
                    <a:cubicBezTo>
                      <a:pt x="215141" y="156745"/>
                      <a:pt x="219075" y="160693"/>
                      <a:pt x="219075" y="167272"/>
                    </a:cubicBezTo>
                    <a:cubicBezTo>
                      <a:pt x="219075" y="173852"/>
                      <a:pt x="215141" y="177800"/>
                      <a:pt x="208584" y="177800"/>
                    </a:cubicBezTo>
                    <a:cubicBezTo>
                      <a:pt x="208584" y="177800"/>
                      <a:pt x="208584" y="177800"/>
                      <a:pt x="181044" y="177800"/>
                    </a:cubicBezTo>
                    <a:cubicBezTo>
                      <a:pt x="169241" y="177800"/>
                      <a:pt x="158750" y="167272"/>
                      <a:pt x="158750" y="155429"/>
                    </a:cubicBezTo>
                    <a:cubicBezTo>
                      <a:pt x="158750" y="155429"/>
                      <a:pt x="158750" y="155429"/>
                      <a:pt x="158750" y="88315"/>
                    </a:cubicBezTo>
                    <a:cubicBezTo>
                      <a:pt x="158750" y="81735"/>
                      <a:pt x="162684" y="77787"/>
                      <a:pt x="169241" y="77787"/>
                    </a:cubicBezTo>
                    <a:close/>
                    <a:moveTo>
                      <a:pt x="158561" y="19050"/>
                    </a:moveTo>
                    <a:cubicBezTo>
                      <a:pt x="86316" y="24304"/>
                      <a:pt x="25892" y="84728"/>
                      <a:pt x="20638" y="156973"/>
                    </a:cubicBezTo>
                    <a:cubicBezTo>
                      <a:pt x="20638" y="156973"/>
                      <a:pt x="20638" y="156973"/>
                      <a:pt x="50850" y="156973"/>
                    </a:cubicBezTo>
                    <a:cubicBezTo>
                      <a:pt x="56104" y="156973"/>
                      <a:pt x="60044" y="160914"/>
                      <a:pt x="60044" y="167482"/>
                    </a:cubicBezTo>
                    <a:cubicBezTo>
                      <a:pt x="60044" y="174049"/>
                      <a:pt x="56104" y="177990"/>
                      <a:pt x="50850" y="177990"/>
                    </a:cubicBezTo>
                    <a:cubicBezTo>
                      <a:pt x="50850" y="177990"/>
                      <a:pt x="50850" y="177990"/>
                      <a:pt x="20638" y="177990"/>
                    </a:cubicBezTo>
                    <a:cubicBezTo>
                      <a:pt x="25892" y="250235"/>
                      <a:pt x="86316" y="310659"/>
                      <a:pt x="158561" y="315913"/>
                    </a:cubicBezTo>
                    <a:cubicBezTo>
                      <a:pt x="158561" y="315913"/>
                      <a:pt x="158561" y="315913"/>
                      <a:pt x="158561" y="285701"/>
                    </a:cubicBezTo>
                    <a:cubicBezTo>
                      <a:pt x="158561" y="280447"/>
                      <a:pt x="162502" y="276506"/>
                      <a:pt x="169070" y="276506"/>
                    </a:cubicBezTo>
                    <a:cubicBezTo>
                      <a:pt x="175637" y="276506"/>
                      <a:pt x="179578" y="280447"/>
                      <a:pt x="179578" y="285701"/>
                    </a:cubicBezTo>
                    <a:cubicBezTo>
                      <a:pt x="179578" y="285701"/>
                      <a:pt x="179578" y="285701"/>
                      <a:pt x="179578" y="315913"/>
                    </a:cubicBezTo>
                    <a:cubicBezTo>
                      <a:pt x="251823" y="310659"/>
                      <a:pt x="312247" y="250235"/>
                      <a:pt x="317501" y="177990"/>
                    </a:cubicBezTo>
                    <a:cubicBezTo>
                      <a:pt x="317501" y="177990"/>
                      <a:pt x="317501" y="177990"/>
                      <a:pt x="287289" y="177990"/>
                    </a:cubicBezTo>
                    <a:cubicBezTo>
                      <a:pt x="282035" y="177990"/>
                      <a:pt x="278095" y="174049"/>
                      <a:pt x="278095" y="167482"/>
                    </a:cubicBezTo>
                    <a:cubicBezTo>
                      <a:pt x="278095" y="160914"/>
                      <a:pt x="282035" y="156973"/>
                      <a:pt x="287289" y="156973"/>
                    </a:cubicBezTo>
                    <a:cubicBezTo>
                      <a:pt x="287289" y="156973"/>
                      <a:pt x="287289" y="156973"/>
                      <a:pt x="317501" y="156973"/>
                    </a:cubicBezTo>
                    <a:cubicBezTo>
                      <a:pt x="312247" y="84728"/>
                      <a:pt x="251823" y="24304"/>
                      <a:pt x="179578" y="19050"/>
                    </a:cubicBezTo>
                    <a:cubicBezTo>
                      <a:pt x="179578" y="19050"/>
                      <a:pt x="179578" y="19050"/>
                      <a:pt x="179578" y="49262"/>
                    </a:cubicBezTo>
                    <a:cubicBezTo>
                      <a:pt x="179578" y="54516"/>
                      <a:pt x="175637" y="58457"/>
                      <a:pt x="169070" y="58457"/>
                    </a:cubicBezTo>
                    <a:cubicBezTo>
                      <a:pt x="162502" y="58457"/>
                      <a:pt x="158561" y="54516"/>
                      <a:pt x="158561" y="49262"/>
                    </a:cubicBezTo>
                    <a:cubicBezTo>
                      <a:pt x="158561" y="49262"/>
                      <a:pt x="158561" y="49262"/>
                      <a:pt x="158561" y="19050"/>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gradFill>
                <a:gsLst>
                  <a:gs pos="56000">
                    <a:srgbClr val="4C7CDA">
                      <a:alpha val="83000"/>
                    </a:srgbClr>
                  </a:gs>
                  <a:gs pos="0">
                    <a:srgbClr val="3D5CB6"/>
                  </a:gs>
                  <a:gs pos="95000">
                    <a:srgbClr val="4C7CDA"/>
                  </a:gs>
                  <a:gs pos="0">
                    <a:srgbClr val="4C7CDA">
                      <a:alpha val="34000"/>
                    </a:srgbClr>
                  </a:gs>
                </a:gsLst>
                <a:lin ang="13500000" scaled="0"/>
              </a:gradFill>
              <a:ln>
                <a:noFill/>
              </a:ln>
            </p:spPr>
            <p:txBody>
              <a:bodyPr anchor="ctr"/>
              <a:lstStyle/>
              <a:p>
                <a:pPr algn="ctr" defTabSz="685800"/>
                <a:endParaRPr>
                  <a:solidFill>
                    <a:srgbClr val="171C3D"/>
                  </a:solidFill>
                  <a:cs typeface="+mn-ea"/>
                  <a:sym typeface="+mn-lt"/>
                </a:endParaRPr>
              </a:p>
            </p:txBody>
          </p:sp>
        </p:grpSp>
        <p:grpSp>
          <p:nvGrpSpPr>
            <p:cNvPr id="22" name="Group 44"/>
            <p:cNvGrpSpPr/>
            <p:nvPr/>
          </p:nvGrpSpPr>
          <p:grpSpPr>
            <a:xfrm>
              <a:off x="9075769" y="2927736"/>
              <a:ext cx="1922932" cy="1922932"/>
              <a:chOff x="9075769" y="2927736"/>
              <a:chExt cx="1922932" cy="1922932"/>
            </a:xfrm>
          </p:grpSpPr>
          <p:sp>
            <p:nvSpPr>
              <p:cNvPr id="23" name="Freeform: Shape 18"/>
              <p:cNvSpPr/>
              <p:nvPr/>
            </p:nvSpPr>
            <p:spPr>
              <a:xfrm>
                <a:off x="9075769" y="2927736"/>
                <a:ext cx="1922932" cy="192293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rotWithShape="1">
                <a:gsLst>
                  <a:gs pos="56000">
                    <a:srgbClr val="4C7CDA">
                      <a:alpha val="83000"/>
                    </a:srgbClr>
                  </a:gs>
                  <a:gs pos="0">
                    <a:srgbClr val="3D5CB6"/>
                  </a:gs>
                  <a:gs pos="95000">
                    <a:srgbClr val="4C7CDA"/>
                  </a:gs>
                  <a:gs pos="0">
                    <a:srgbClr val="4C7CDA">
                      <a:alpha val="34000"/>
                    </a:srgbClr>
                  </a:gs>
                </a:gsLst>
                <a:lin ang="13500000" scaled="0"/>
              </a:gradFill>
              <a:ln w="12700">
                <a:miter lim="400000"/>
              </a:ln>
              <a:effectLst>
                <a:outerShdw blurRad="279400" dist="139700" dir="2700000" algn="tl" rotWithShape="0">
                  <a:srgbClr val="4C7CDA">
                    <a:alpha val="40000"/>
                  </a:srgbClr>
                </a:outerShdw>
              </a:effectLst>
            </p:spPr>
            <p:txBody>
              <a:bodyPr anchor="ctr"/>
              <a:lstStyle/>
              <a:p>
                <a:pPr algn="ctr" defTabSz="685800"/>
                <a:endParaRPr>
                  <a:solidFill>
                    <a:srgbClr val="171C3D"/>
                  </a:solidFill>
                  <a:cs typeface="+mn-ea"/>
                  <a:sym typeface="+mn-lt"/>
                </a:endParaRPr>
              </a:p>
            </p:txBody>
          </p:sp>
          <p:sp>
            <p:nvSpPr>
              <p:cNvPr id="26" name="Freeform: Shape 39"/>
              <p:cNvSpPr>
                <a:spLocks noChangeAspect="1"/>
              </p:cNvSpPr>
              <p:nvPr/>
            </p:nvSpPr>
            <p:spPr bwMode="auto">
              <a:xfrm>
                <a:off x="9803132" y="3446737"/>
                <a:ext cx="468208" cy="466836"/>
              </a:xfrm>
              <a:custGeom>
                <a:avLst/>
                <a:gdLst>
                  <a:gd name="connsiteX0" fmla="*/ 101959 w 337539"/>
                  <a:gd name="connsiteY0" fmla="*/ 249238 h 336550"/>
                  <a:gd name="connsiteX1" fmla="*/ 78262 w 337539"/>
                  <a:gd name="connsiteY1" fmla="*/ 259629 h 336550"/>
                  <a:gd name="connsiteX2" fmla="*/ 74313 w 337539"/>
                  <a:gd name="connsiteY2" fmla="*/ 276514 h 336550"/>
                  <a:gd name="connsiteX3" fmla="*/ 111174 w 337539"/>
                  <a:gd name="connsiteY3" fmla="*/ 299894 h 336550"/>
                  <a:gd name="connsiteX4" fmla="*/ 128288 w 337539"/>
                  <a:gd name="connsiteY4" fmla="*/ 306388 h 336550"/>
                  <a:gd name="connsiteX5" fmla="*/ 101959 w 337539"/>
                  <a:gd name="connsiteY5" fmla="*/ 249238 h 336550"/>
                  <a:gd name="connsiteX6" fmla="*/ 126700 w 337539"/>
                  <a:gd name="connsiteY6" fmla="*/ 247650 h 336550"/>
                  <a:gd name="connsiteX7" fmla="*/ 163530 w 337539"/>
                  <a:gd name="connsiteY7" fmla="*/ 311436 h 336550"/>
                  <a:gd name="connsiteX8" fmla="*/ 264813 w 337539"/>
                  <a:gd name="connsiteY8" fmla="*/ 274987 h 336550"/>
                  <a:gd name="connsiteX9" fmla="*/ 251660 w 337539"/>
                  <a:gd name="connsiteY9" fmla="*/ 274987 h 336550"/>
                  <a:gd name="connsiteX10" fmla="*/ 179315 w 337539"/>
                  <a:gd name="connsiteY10" fmla="*/ 260668 h 336550"/>
                  <a:gd name="connsiteX11" fmla="*/ 126700 w 337539"/>
                  <a:gd name="connsiteY11" fmla="*/ 247650 h 336550"/>
                  <a:gd name="connsiteX12" fmla="*/ 29863 w 337539"/>
                  <a:gd name="connsiteY12" fmla="*/ 209550 h 336550"/>
                  <a:gd name="connsiteX13" fmla="*/ 52444 w 337539"/>
                  <a:gd name="connsiteY13" fmla="*/ 252413 h 336550"/>
                  <a:gd name="connsiteX14" fmla="*/ 59086 w 337539"/>
                  <a:gd name="connsiteY14" fmla="*/ 243321 h 336550"/>
                  <a:gd name="connsiteX15" fmla="*/ 94951 w 337539"/>
                  <a:gd name="connsiteY15" fmla="*/ 223838 h 336550"/>
                  <a:gd name="connsiteX16" fmla="*/ 93623 w 337539"/>
                  <a:gd name="connsiteY16" fmla="*/ 214746 h 336550"/>
                  <a:gd name="connsiteX17" fmla="*/ 29863 w 337539"/>
                  <a:gd name="connsiteY17" fmla="*/ 209550 h 336550"/>
                  <a:gd name="connsiteX18" fmla="*/ 312707 w 337539"/>
                  <a:gd name="connsiteY18" fmla="*/ 161925 h 336550"/>
                  <a:gd name="connsiteX19" fmla="*/ 245420 w 337539"/>
                  <a:gd name="connsiteY19" fmla="*/ 189789 h 336550"/>
                  <a:gd name="connsiteX20" fmla="*/ 118763 w 337539"/>
                  <a:gd name="connsiteY20" fmla="*/ 213673 h 336550"/>
                  <a:gd name="connsiteX21" fmla="*/ 120082 w 337539"/>
                  <a:gd name="connsiteY21" fmla="*/ 222961 h 336550"/>
                  <a:gd name="connsiteX22" fmla="*/ 121402 w 337539"/>
                  <a:gd name="connsiteY22" fmla="*/ 222961 h 336550"/>
                  <a:gd name="connsiteX23" fmla="*/ 188688 w 337539"/>
                  <a:gd name="connsiteY23" fmla="*/ 237556 h 336550"/>
                  <a:gd name="connsiteX24" fmla="*/ 253336 w 337539"/>
                  <a:gd name="connsiteY24" fmla="*/ 250825 h 336550"/>
                  <a:gd name="connsiteX25" fmla="*/ 290278 w 337539"/>
                  <a:gd name="connsiteY25" fmla="*/ 246845 h 336550"/>
                  <a:gd name="connsiteX26" fmla="*/ 300833 w 337539"/>
                  <a:gd name="connsiteY26" fmla="*/ 226942 h 336550"/>
                  <a:gd name="connsiteX27" fmla="*/ 312707 w 337539"/>
                  <a:gd name="connsiteY27" fmla="*/ 161925 h 336550"/>
                  <a:gd name="connsiteX28" fmla="*/ 41891 w 337539"/>
                  <a:gd name="connsiteY28" fmla="*/ 101600 h 336550"/>
                  <a:gd name="connsiteX29" fmla="*/ 36640 w 337539"/>
                  <a:gd name="connsiteY29" fmla="*/ 110888 h 336550"/>
                  <a:gd name="connsiteX30" fmla="*/ 26138 w 337539"/>
                  <a:gd name="connsiteY30" fmla="*/ 183866 h 336550"/>
                  <a:gd name="connsiteX31" fmla="*/ 90463 w 337539"/>
                  <a:gd name="connsiteY31" fmla="*/ 190500 h 336550"/>
                  <a:gd name="connsiteX32" fmla="*/ 91776 w 337539"/>
                  <a:gd name="connsiteY32" fmla="*/ 165290 h 336550"/>
                  <a:gd name="connsiteX33" fmla="*/ 44517 w 337539"/>
                  <a:gd name="connsiteY33" fmla="*/ 113542 h 336550"/>
                  <a:gd name="connsiteX34" fmla="*/ 41891 w 337539"/>
                  <a:gd name="connsiteY34" fmla="*/ 101600 h 336550"/>
                  <a:gd name="connsiteX35" fmla="*/ 258855 w 337539"/>
                  <a:gd name="connsiteY35" fmla="*/ 57150 h 336550"/>
                  <a:gd name="connsiteX36" fmla="*/ 204466 w 337539"/>
                  <a:gd name="connsiteY36" fmla="*/ 115243 h 336550"/>
                  <a:gd name="connsiteX37" fmla="*/ 123547 w 337539"/>
                  <a:gd name="connsiteY37" fmla="*/ 173336 h 336550"/>
                  <a:gd name="connsiteX38" fmla="*/ 115588 w 337539"/>
                  <a:gd name="connsiteY38" fmla="*/ 173336 h 336550"/>
                  <a:gd name="connsiteX39" fmla="*/ 115588 w 337539"/>
                  <a:gd name="connsiteY39" fmla="*/ 190500 h 336550"/>
                  <a:gd name="connsiteX40" fmla="*/ 309263 w 337539"/>
                  <a:gd name="connsiteY40" fmla="*/ 136368 h 336550"/>
                  <a:gd name="connsiteX41" fmla="*/ 258855 w 337539"/>
                  <a:gd name="connsiteY41" fmla="*/ 57150 h 336550"/>
                  <a:gd name="connsiteX42" fmla="*/ 136226 w 337539"/>
                  <a:gd name="connsiteY42" fmla="*/ 28575 h 336550"/>
                  <a:gd name="connsiteX43" fmla="*/ 69863 w 337539"/>
                  <a:gd name="connsiteY43" fmla="*/ 62888 h 336550"/>
                  <a:gd name="connsiteX44" fmla="*/ 95081 w 337539"/>
                  <a:gd name="connsiteY44" fmla="*/ 138113 h 336550"/>
                  <a:gd name="connsiteX45" fmla="*/ 136226 w 337539"/>
                  <a:gd name="connsiteY45" fmla="*/ 28575 h 336550"/>
                  <a:gd name="connsiteX46" fmla="*/ 167601 w 337539"/>
                  <a:gd name="connsiteY46" fmla="*/ 25400 h 336550"/>
                  <a:gd name="connsiteX47" fmla="*/ 118763 w 337539"/>
                  <a:gd name="connsiteY47" fmla="*/ 147638 h 336550"/>
                  <a:gd name="connsiteX48" fmla="*/ 124043 w 337539"/>
                  <a:gd name="connsiteY48" fmla="*/ 147638 h 336550"/>
                  <a:gd name="connsiteX49" fmla="*/ 184760 w 337539"/>
                  <a:gd name="connsiteY49" fmla="*/ 101634 h 336550"/>
                  <a:gd name="connsiteX50" fmla="*/ 236238 w 337539"/>
                  <a:gd name="connsiteY50" fmla="*/ 42487 h 336550"/>
                  <a:gd name="connsiteX51" fmla="*/ 226999 w 337539"/>
                  <a:gd name="connsiteY51" fmla="*/ 37229 h 336550"/>
                  <a:gd name="connsiteX52" fmla="*/ 168921 w 337539"/>
                  <a:gd name="connsiteY52" fmla="*/ 25400 h 336550"/>
                  <a:gd name="connsiteX53" fmla="*/ 167601 w 337539"/>
                  <a:gd name="connsiteY53" fmla="*/ 25400 h 336550"/>
                  <a:gd name="connsiteX54" fmla="*/ 168770 w 337539"/>
                  <a:gd name="connsiteY54" fmla="*/ 0 h 336550"/>
                  <a:gd name="connsiteX55" fmla="*/ 237249 w 337539"/>
                  <a:gd name="connsiteY55" fmla="*/ 14461 h 336550"/>
                  <a:gd name="connsiteX56" fmla="*/ 325481 w 337539"/>
                  <a:gd name="connsiteY56" fmla="*/ 107801 h 336550"/>
                  <a:gd name="connsiteX57" fmla="*/ 322848 w 337539"/>
                  <a:gd name="connsiteY57" fmla="*/ 236637 h 336550"/>
                  <a:gd name="connsiteX58" fmla="*/ 308362 w 337539"/>
                  <a:gd name="connsiteY58" fmla="*/ 261615 h 336550"/>
                  <a:gd name="connsiteX59" fmla="*/ 305728 w 337539"/>
                  <a:gd name="connsiteY59" fmla="*/ 266874 h 336550"/>
                  <a:gd name="connsiteX60" fmla="*/ 168770 w 337539"/>
                  <a:gd name="connsiteY60" fmla="*/ 336550 h 336550"/>
                  <a:gd name="connsiteX61" fmla="*/ 100290 w 337539"/>
                  <a:gd name="connsiteY61" fmla="*/ 322089 h 336550"/>
                  <a:gd name="connsiteX62" fmla="*/ 12058 w 337539"/>
                  <a:gd name="connsiteY62" fmla="*/ 228749 h 336550"/>
                  <a:gd name="connsiteX63" fmla="*/ 14691 w 337539"/>
                  <a:gd name="connsiteY63" fmla="*/ 99913 h 336550"/>
                  <a:gd name="connsiteX64" fmla="*/ 168770 w 337539"/>
                  <a:gd name="connsiteY6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7539" h="336550">
                    <a:moveTo>
                      <a:pt x="101959" y="249238"/>
                    </a:moveTo>
                    <a:cubicBezTo>
                      <a:pt x="94060" y="250537"/>
                      <a:pt x="84845" y="253135"/>
                      <a:pt x="78262" y="259629"/>
                    </a:cubicBezTo>
                    <a:cubicBezTo>
                      <a:pt x="75629" y="263526"/>
                      <a:pt x="74313" y="270020"/>
                      <a:pt x="74313" y="276514"/>
                    </a:cubicBezTo>
                    <a:cubicBezTo>
                      <a:pt x="86161" y="285606"/>
                      <a:pt x="98009" y="293399"/>
                      <a:pt x="111174" y="299894"/>
                    </a:cubicBezTo>
                    <a:cubicBezTo>
                      <a:pt x="116440" y="302492"/>
                      <a:pt x="123022" y="303790"/>
                      <a:pt x="128288" y="306388"/>
                    </a:cubicBezTo>
                    <a:cubicBezTo>
                      <a:pt x="116440" y="288204"/>
                      <a:pt x="107224" y="268721"/>
                      <a:pt x="101959" y="249238"/>
                    </a:cubicBezTo>
                    <a:close/>
                    <a:moveTo>
                      <a:pt x="126700" y="247650"/>
                    </a:moveTo>
                    <a:cubicBezTo>
                      <a:pt x="134592" y="269780"/>
                      <a:pt x="147746" y="291910"/>
                      <a:pt x="163530" y="311436"/>
                    </a:cubicBezTo>
                    <a:cubicBezTo>
                      <a:pt x="201676" y="312738"/>
                      <a:pt x="237191" y="299721"/>
                      <a:pt x="264813" y="274987"/>
                    </a:cubicBezTo>
                    <a:cubicBezTo>
                      <a:pt x="260867" y="274987"/>
                      <a:pt x="256921" y="274987"/>
                      <a:pt x="251660" y="274987"/>
                    </a:cubicBezTo>
                    <a:cubicBezTo>
                      <a:pt x="224037" y="274987"/>
                      <a:pt x="201676" y="267177"/>
                      <a:pt x="179315" y="260668"/>
                    </a:cubicBezTo>
                    <a:cubicBezTo>
                      <a:pt x="162215" y="254159"/>
                      <a:pt x="146431" y="248952"/>
                      <a:pt x="126700" y="247650"/>
                    </a:cubicBezTo>
                    <a:close/>
                    <a:moveTo>
                      <a:pt x="29863" y="209550"/>
                    </a:moveTo>
                    <a:cubicBezTo>
                      <a:pt x="35176" y="225137"/>
                      <a:pt x="43146" y="239424"/>
                      <a:pt x="52444" y="252413"/>
                    </a:cubicBezTo>
                    <a:cubicBezTo>
                      <a:pt x="53773" y="249815"/>
                      <a:pt x="56429" y="245919"/>
                      <a:pt x="59086" y="243321"/>
                    </a:cubicBezTo>
                    <a:cubicBezTo>
                      <a:pt x="68384" y="231631"/>
                      <a:pt x="84324" y="226436"/>
                      <a:pt x="94951" y="223838"/>
                    </a:cubicBezTo>
                    <a:cubicBezTo>
                      <a:pt x="94951" y="221240"/>
                      <a:pt x="93623" y="217343"/>
                      <a:pt x="93623" y="214746"/>
                    </a:cubicBezTo>
                    <a:cubicBezTo>
                      <a:pt x="72369" y="214746"/>
                      <a:pt x="51116" y="212148"/>
                      <a:pt x="29863" y="209550"/>
                    </a:cubicBezTo>
                    <a:close/>
                    <a:moveTo>
                      <a:pt x="312707" y="161925"/>
                    </a:moveTo>
                    <a:cubicBezTo>
                      <a:pt x="298194" y="168559"/>
                      <a:pt x="274446" y="179174"/>
                      <a:pt x="245420" y="189789"/>
                    </a:cubicBezTo>
                    <a:cubicBezTo>
                      <a:pt x="203201" y="204385"/>
                      <a:pt x="159663" y="212346"/>
                      <a:pt x="118763" y="213673"/>
                    </a:cubicBezTo>
                    <a:cubicBezTo>
                      <a:pt x="118763" y="217653"/>
                      <a:pt x="120082" y="220307"/>
                      <a:pt x="120082" y="222961"/>
                    </a:cubicBezTo>
                    <a:cubicBezTo>
                      <a:pt x="120082" y="222961"/>
                      <a:pt x="121402" y="222961"/>
                      <a:pt x="121402" y="222961"/>
                    </a:cubicBezTo>
                    <a:cubicBezTo>
                      <a:pt x="146469" y="222961"/>
                      <a:pt x="167579" y="229595"/>
                      <a:pt x="188688" y="237556"/>
                    </a:cubicBezTo>
                    <a:cubicBezTo>
                      <a:pt x="207159" y="244191"/>
                      <a:pt x="228269" y="250825"/>
                      <a:pt x="253336" y="250825"/>
                    </a:cubicBezTo>
                    <a:cubicBezTo>
                      <a:pt x="265210" y="250825"/>
                      <a:pt x="277084" y="249498"/>
                      <a:pt x="290278" y="246845"/>
                    </a:cubicBezTo>
                    <a:cubicBezTo>
                      <a:pt x="294236" y="240210"/>
                      <a:pt x="296875" y="233576"/>
                      <a:pt x="300833" y="226942"/>
                    </a:cubicBezTo>
                    <a:cubicBezTo>
                      <a:pt x="310068" y="207039"/>
                      <a:pt x="314026" y="184482"/>
                      <a:pt x="312707" y="161925"/>
                    </a:cubicBezTo>
                    <a:close/>
                    <a:moveTo>
                      <a:pt x="41891" y="101600"/>
                    </a:moveTo>
                    <a:cubicBezTo>
                      <a:pt x="39266" y="104254"/>
                      <a:pt x="37953" y="108234"/>
                      <a:pt x="36640" y="110888"/>
                    </a:cubicBezTo>
                    <a:cubicBezTo>
                      <a:pt x="27451" y="133445"/>
                      <a:pt x="23513" y="158655"/>
                      <a:pt x="26138" y="183866"/>
                    </a:cubicBezTo>
                    <a:cubicBezTo>
                      <a:pt x="47142" y="187846"/>
                      <a:pt x="68146" y="190500"/>
                      <a:pt x="90463" y="190500"/>
                    </a:cubicBezTo>
                    <a:cubicBezTo>
                      <a:pt x="90463" y="182539"/>
                      <a:pt x="90463" y="174578"/>
                      <a:pt x="91776" y="165290"/>
                    </a:cubicBezTo>
                    <a:cubicBezTo>
                      <a:pt x="78648" y="158655"/>
                      <a:pt x="55019" y="141406"/>
                      <a:pt x="44517" y="113542"/>
                    </a:cubicBezTo>
                    <a:cubicBezTo>
                      <a:pt x="43204" y="109561"/>
                      <a:pt x="41891" y="105580"/>
                      <a:pt x="41891" y="101600"/>
                    </a:cubicBezTo>
                    <a:close/>
                    <a:moveTo>
                      <a:pt x="258855" y="57150"/>
                    </a:moveTo>
                    <a:cubicBezTo>
                      <a:pt x="234977" y="72993"/>
                      <a:pt x="219058" y="95438"/>
                      <a:pt x="204466" y="115243"/>
                    </a:cubicBezTo>
                    <a:cubicBezTo>
                      <a:pt x="184568" y="144289"/>
                      <a:pt x="164670" y="173336"/>
                      <a:pt x="123547" y="173336"/>
                    </a:cubicBezTo>
                    <a:cubicBezTo>
                      <a:pt x="120894" y="173336"/>
                      <a:pt x="118241" y="173336"/>
                      <a:pt x="115588" y="173336"/>
                    </a:cubicBezTo>
                    <a:cubicBezTo>
                      <a:pt x="115588" y="178617"/>
                      <a:pt x="115588" y="183899"/>
                      <a:pt x="115588" y="190500"/>
                    </a:cubicBezTo>
                    <a:cubicBezTo>
                      <a:pt x="211099" y="185219"/>
                      <a:pt x="286712" y="148250"/>
                      <a:pt x="309263" y="136368"/>
                    </a:cubicBezTo>
                    <a:cubicBezTo>
                      <a:pt x="301304" y="104681"/>
                      <a:pt x="284059" y="76954"/>
                      <a:pt x="258855" y="57150"/>
                    </a:cubicBezTo>
                    <a:close/>
                    <a:moveTo>
                      <a:pt x="136226" y="28575"/>
                    </a:moveTo>
                    <a:cubicBezTo>
                      <a:pt x="111008" y="35174"/>
                      <a:pt x="88444" y="47051"/>
                      <a:pt x="69863" y="62888"/>
                    </a:cubicBezTo>
                    <a:cubicBezTo>
                      <a:pt x="55263" y="99841"/>
                      <a:pt x="76499" y="123596"/>
                      <a:pt x="95081" y="138113"/>
                    </a:cubicBezTo>
                    <a:cubicBezTo>
                      <a:pt x="103044" y="91922"/>
                      <a:pt x="121626" y="52330"/>
                      <a:pt x="136226" y="28575"/>
                    </a:cubicBezTo>
                    <a:close/>
                    <a:moveTo>
                      <a:pt x="167601" y="25400"/>
                    </a:moveTo>
                    <a:cubicBezTo>
                      <a:pt x="158361" y="39858"/>
                      <a:pt x="128003" y="87176"/>
                      <a:pt x="118763" y="147638"/>
                    </a:cubicBezTo>
                    <a:cubicBezTo>
                      <a:pt x="120083" y="147638"/>
                      <a:pt x="122723" y="147638"/>
                      <a:pt x="124043" y="147638"/>
                    </a:cubicBezTo>
                    <a:cubicBezTo>
                      <a:pt x="151762" y="147638"/>
                      <a:pt x="164961" y="127922"/>
                      <a:pt x="184760" y="101634"/>
                    </a:cubicBezTo>
                    <a:cubicBezTo>
                      <a:pt x="197960" y="81919"/>
                      <a:pt x="212479" y="59574"/>
                      <a:pt x="236238" y="42487"/>
                    </a:cubicBezTo>
                    <a:cubicBezTo>
                      <a:pt x="233598" y="41173"/>
                      <a:pt x="230958" y="38544"/>
                      <a:pt x="226999" y="37229"/>
                    </a:cubicBezTo>
                    <a:cubicBezTo>
                      <a:pt x="208519" y="29343"/>
                      <a:pt x="188720" y="25400"/>
                      <a:pt x="168921" y="25400"/>
                    </a:cubicBezTo>
                    <a:cubicBezTo>
                      <a:pt x="168921" y="25400"/>
                      <a:pt x="167601" y="25400"/>
                      <a:pt x="167601" y="25400"/>
                    </a:cubicBezTo>
                    <a:close/>
                    <a:moveTo>
                      <a:pt x="168770" y="0"/>
                    </a:moveTo>
                    <a:cubicBezTo>
                      <a:pt x="192474" y="0"/>
                      <a:pt x="216178" y="5258"/>
                      <a:pt x="237249" y="14461"/>
                    </a:cubicBezTo>
                    <a:cubicBezTo>
                      <a:pt x="278073" y="32866"/>
                      <a:pt x="309679" y="65732"/>
                      <a:pt x="325481" y="107801"/>
                    </a:cubicBezTo>
                    <a:cubicBezTo>
                      <a:pt x="342601" y="149870"/>
                      <a:pt x="341284" y="195883"/>
                      <a:pt x="322848" y="236637"/>
                    </a:cubicBezTo>
                    <a:cubicBezTo>
                      <a:pt x="318897" y="245839"/>
                      <a:pt x="313629" y="253727"/>
                      <a:pt x="308362" y="261615"/>
                    </a:cubicBezTo>
                    <a:cubicBezTo>
                      <a:pt x="308362" y="261615"/>
                      <a:pt x="308362" y="261615"/>
                      <a:pt x="305728" y="266874"/>
                    </a:cubicBezTo>
                    <a:cubicBezTo>
                      <a:pt x="274122" y="310257"/>
                      <a:pt x="222763" y="336550"/>
                      <a:pt x="168770" y="336550"/>
                    </a:cubicBezTo>
                    <a:cubicBezTo>
                      <a:pt x="145065" y="336550"/>
                      <a:pt x="121361" y="331292"/>
                      <a:pt x="100290" y="322089"/>
                    </a:cubicBezTo>
                    <a:cubicBezTo>
                      <a:pt x="59466" y="303684"/>
                      <a:pt x="27861" y="270818"/>
                      <a:pt x="12058" y="228749"/>
                    </a:cubicBezTo>
                    <a:cubicBezTo>
                      <a:pt x="-5062" y="186680"/>
                      <a:pt x="-3745" y="140667"/>
                      <a:pt x="14691" y="99913"/>
                    </a:cubicBezTo>
                    <a:cubicBezTo>
                      <a:pt x="42346" y="39439"/>
                      <a:pt x="102924" y="0"/>
                      <a:pt x="168770" y="0"/>
                    </a:cubicBezTo>
                    <a:close/>
                  </a:path>
                </a:pathLst>
              </a:custGeom>
              <a:solidFill>
                <a:schemeClr val="bg1"/>
              </a:solidFill>
              <a:ln>
                <a:noFill/>
              </a:ln>
            </p:spPr>
            <p:txBody>
              <a:bodyPr anchor="ctr"/>
              <a:lstStyle/>
              <a:p>
                <a:pPr algn="ctr" defTabSz="685800"/>
                <a:endParaRPr>
                  <a:solidFill>
                    <a:srgbClr val="171C3D"/>
                  </a:solidFill>
                  <a:cs typeface="+mn-ea"/>
                  <a:sym typeface="+mn-lt"/>
                </a:endParaRPr>
              </a:p>
            </p:txBody>
          </p:sp>
        </p:grpSp>
      </p:grpSp>
      <p:sp>
        <p:nvSpPr>
          <p:cNvPr id="37" name="矩形 36"/>
          <p:cNvSpPr/>
          <p:nvPr/>
        </p:nvSpPr>
        <p:spPr>
          <a:xfrm>
            <a:off x="1383308"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chemeClr val="bg1"/>
                </a:solidFill>
                <a:cs typeface="+mn-ea"/>
                <a:sym typeface="+mn-lt"/>
              </a:rPr>
              <a:t>编辑标题</a:t>
            </a:r>
          </a:p>
        </p:txBody>
      </p:sp>
      <p:sp>
        <p:nvSpPr>
          <p:cNvPr id="52" name="矩形 51"/>
          <p:cNvSpPr/>
          <p:nvPr/>
        </p:nvSpPr>
        <p:spPr>
          <a:xfrm>
            <a:off x="9255233"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chemeClr val="bg1"/>
                </a:solidFill>
                <a:cs typeface="+mn-ea"/>
                <a:sym typeface="+mn-lt"/>
              </a:rPr>
              <a:t>编辑标题</a:t>
            </a:r>
          </a:p>
        </p:txBody>
      </p:sp>
      <p:sp>
        <p:nvSpPr>
          <p:cNvPr id="53" name="矩形 52"/>
          <p:cNvSpPr/>
          <p:nvPr/>
        </p:nvSpPr>
        <p:spPr>
          <a:xfrm>
            <a:off x="5230132" y="3864435"/>
            <a:ext cx="1564004" cy="396583"/>
          </a:xfrm>
          <a:prstGeom prst="rect">
            <a:avLst/>
          </a:prstGeom>
        </p:spPr>
        <p:txBody>
          <a:bodyPr wrap="square">
            <a:spAutoFit/>
            <a:scene3d>
              <a:camera prst="orthographicFront"/>
              <a:lightRig rig="threePt" dir="t"/>
            </a:scene3d>
            <a:sp3d contourW="12700"/>
          </a:bodyPr>
          <a:lstStyle/>
          <a:p>
            <a:pPr algn="ctr" defTabSz="685800">
              <a:lnSpc>
                <a:spcPct val="120000"/>
              </a:lnSpc>
            </a:pPr>
            <a:r>
              <a:rPr lang="zh-CN" altLang="en-US" b="1" dirty="0">
                <a:solidFill>
                  <a:srgbClr val="171C3D"/>
                </a:solidFill>
                <a:cs typeface="+mn-ea"/>
                <a:sym typeface="+mn-lt"/>
              </a:rPr>
              <a:t>编辑标题</a:t>
            </a: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2" grpId="0"/>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2"/>
          <p:cNvSpPr>
            <a:spLocks noChangeArrowheads="1"/>
          </p:cNvSpPr>
          <p:nvPr/>
        </p:nvSpPr>
        <p:spPr bwMode="auto">
          <a:xfrm>
            <a:off x="6096000" y="1503364"/>
            <a:ext cx="4883151" cy="2333625"/>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a:ln>
            <a:noFill/>
          </a:ln>
          <a:extLst>
            <a:ext uri="{91240B29-F687-4F45-9708-019B960494DF}">
              <a14:hiddenLine xmlns:a14="http://schemas.microsoft.com/office/drawing/2010/main" w="28575">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60" name="Rectangle 3"/>
          <p:cNvSpPr>
            <a:spLocks noChangeArrowheads="1"/>
          </p:cNvSpPr>
          <p:nvPr/>
        </p:nvSpPr>
        <p:spPr bwMode="auto">
          <a:xfrm>
            <a:off x="1219200" y="1503363"/>
            <a:ext cx="4876800" cy="2336800"/>
          </a:xfrm>
          <a:prstGeom prst="rect">
            <a:avLst/>
          </a:prstGeom>
          <a:solidFill>
            <a:schemeClr val="bg1"/>
          </a:solidFill>
          <a:ln>
            <a:noFill/>
          </a:ln>
          <a:effectLst/>
        </p:spPr>
        <p:txBody>
          <a:bodyPr vert="horz" wrap="square" lIns="91440" tIns="45720" rIns="91440" bIns="45720" numCol="1" anchor="t" anchorCtr="0" compatLnSpc="1"/>
          <a:lstStyle/>
          <a:p>
            <a:endParaRPr lang="zh-CN" altLang="zh-CN" sz="2000">
              <a:solidFill>
                <a:schemeClr val="accent2"/>
              </a:solidFill>
              <a:cs typeface="+mn-ea"/>
              <a:sym typeface="+mn-lt"/>
            </a:endParaRPr>
          </a:p>
        </p:txBody>
      </p:sp>
      <p:sp>
        <p:nvSpPr>
          <p:cNvPr id="61" name="Oval 4"/>
          <p:cNvSpPr>
            <a:spLocks noChangeArrowheads="1"/>
          </p:cNvSpPr>
          <p:nvPr/>
        </p:nvSpPr>
        <p:spPr bwMode="auto">
          <a:xfrm>
            <a:off x="1679576" y="4016375"/>
            <a:ext cx="955675"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2" name="Oval 12"/>
          <p:cNvSpPr>
            <a:spLocks noChangeArrowheads="1"/>
          </p:cNvSpPr>
          <p:nvPr/>
        </p:nvSpPr>
        <p:spPr bwMode="auto">
          <a:xfrm>
            <a:off x="4319588" y="4016375"/>
            <a:ext cx="957263"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3" name="Oval 14"/>
          <p:cNvSpPr>
            <a:spLocks noChangeArrowheads="1"/>
          </p:cNvSpPr>
          <p:nvPr/>
        </p:nvSpPr>
        <p:spPr bwMode="auto">
          <a:xfrm>
            <a:off x="6959601" y="4016375"/>
            <a:ext cx="955675"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sp>
        <p:nvSpPr>
          <p:cNvPr id="64" name="Oval 16"/>
          <p:cNvSpPr>
            <a:spLocks noChangeArrowheads="1"/>
          </p:cNvSpPr>
          <p:nvPr/>
        </p:nvSpPr>
        <p:spPr bwMode="auto">
          <a:xfrm>
            <a:off x="9598025" y="4016375"/>
            <a:ext cx="954088" cy="96043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a:noFill/>
          </a:ln>
          <a:effectLst>
            <a:outerShdw blurRad="279400" dist="139700" dir="2700000" algn="tl" rotWithShape="0">
              <a:srgbClr val="4C7CDA">
                <a:alpha val="40000"/>
              </a:srgbClr>
            </a:outerShdw>
          </a:effectLst>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endParaRPr lang="zh-CN" altLang="zh-CN" sz="3200">
              <a:solidFill>
                <a:schemeClr val="accent1"/>
              </a:solidFill>
              <a:cs typeface="+mn-ea"/>
              <a:sym typeface="+mn-lt"/>
            </a:endParaRPr>
          </a:p>
        </p:txBody>
      </p:sp>
      <p:grpSp>
        <p:nvGrpSpPr>
          <p:cNvPr id="65" name="Group 20"/>
          <p:cNvGrpSpPr/>
          <p:nvPr/>
        </p:nvGrpSpPr>
        <p:grpSpPr bwMode="auto">
          <a:xfrm>
            <a:off x="1903413" y="4224337"/>
            <a:ext cx="534987" cy="539751"/>
            <a:chOff x="0" y="0"/>
            <a:chExt cx="401822" cy="404317"/>
          </a:xfrm>
          <a:solidFill>
            <a:schemeClr val="bg1"/>
          </a:solidFill>
        </p:grpSpPr>
        <p:sp>
          <p:nvSpPr>
            <p:cNvPr id="66" name="Freeform 42"/>
            <p:cNvSpPr>
              <a:spLocks noEditPoints="1" noChangeArrowheads="1"/>
            </p:cNvSpPr>
            <p:nvPr/>
          </p:nvSpPr>
          <p:spPr bwMode="auto">
            <a:xfrm>
              <a:off x="0" y="0"/>
              <a:ext cx="401822" cy="404317"/>
            </a:xfrm>
            <a:custGeom>
              <a:avLst/>
              <a:gdLst>
                <a:gd name="T0" fmla="*/ 661681284 w 121"/>
                <a:gd name="T1" fmla="*/ 0 h 121"/>
                <a:gd name="T2" fmla="*/ 0 w 121"/>
                <a:gd name="T3" fmla="*/ 681087023 h 121"/>
                <a:gd name="T4" fmla="*/ 661681284 w 121"/>
                <a:gd name="T5" fmla="*/ 1351010219 h 121"/>
                <a:gd name="T6" fmla="*/ 1334387766 w 121"/>
                <a:gd name="T7" fmla="*/ 681087023 h 121"/>
                <a:gd name="T8" fmla="*/ 661681284 w 121"/>
                <a:gd name="T9" fmla="*/ 0 h 121"/>
                <a:gd name="T10" fmla="*/ 661681284 w 121"/>
                <a:gd name="T11" fmla="*/ 1239355239 h 121"/>
                <a:gd name="T12" fmla="*/ 110278554 w 121"/>
                <a:gd name="T13" fmla="*/ 681087023 h 121"/>
                <a:gd name="T14" fmla="*/ 661681284 w 121"/>
                <a:gd name="T15" fmla="*/ 111654980 h 121"/>
                <a:gd name="T16" fmla="*/ 1224109212 w 121"/>
                <a:gd name="T17" fmla="*/ 681087023 h 121"/>
                <a:gd name="T18" fmla="*/ 661681284 w 121"/>
                <a:gd name="T19" fmla="*/ 1239355239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grpFill/>
            <a:ln>
              <a:noFill/>
            </a:ln>
            <a:effectLst/>
          </p:spPr>
          <p:txBody>
            <a:bodyPr vert="horz" wrap="square" lIns="91440" tIns="45720" rIns="91440" bIns="45720" numCol="1" anchor="t" anchorCtr="0" compatLnSpc="1"/>
            <a:lstStyle/>
            <a:p>
              <a:endParaRPr lang="zh-CN" altLang="en-US" sz="2000">
                <a:cs typeface="+mn-ea"/>
                <a:sym typeface="+mn-lt"/>
              </a:endParaRPr>
            </a:p>
          </p:txBody>
        </p:sp>
        <p:sp>
          <p:nvSpPr>
            <p:cNvPr id="67" name="Freeform 43"/>
            <p:cNvSpPr>
              <a:spLocks noChangeArrowheads="1"/>
            </p:cNvSpPr>
            <p:nvPr/>
          </p:nvSpPr>
          <p:spPr bwMode="auto">
            <a:xfrm>
              <a:off x="107320" y="97336"/>
              <a:ext cx="139764" cy="199662"/>
            </a:xfrm>
            <a:custGeom>
              <a:avLst/>
              <a:gdLst>
                <a:gd name="T0" fmla="*/ 465094659 w 42"/>
                <a:gd name="T1" fmla="*/ 664415237 h 60"/>
                <a:gd name="T2" fmla="*/ 465094659 w 42"/>
                <a:gd name="T3" fmla="*/ 0 h 60"/>
                <a:gd name="T4" fmla="*/ 0 w 42"/>
                <a:gd name="T5" fmla="*/ 465089335 h 60"/>
                <a:gd name="T6" fmla="*/ 465094659 w 42"/>
                <a:gd name="T7" fmla="*/ 664415237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grpFill/>
            <a:ln>
              <a:noFill/>
            </a:ln>
            <a:effectLst/>
          </p:spPr>
          <p:txBody>
            <a:bodyPr vert="horz" wrap="square" lIns="91440" tIns="45720" rIns="91440" bIns="45720" numCol="1" anchor="t" anchorCtr="0" compatLnSpc="1"/>
            <a:lstStyle/>
            <a:p>
              <a:endParaRPr lang="zh-CN" altLang="en-US" sz="2000">
                <a:cs typeface="+mn-ea"/>
                <a:sym typeface="+mn-lt"/>
              </a:endParaRPr>
            </a:p>
          </p:txBody>
        </p:sp>
      </p:grpSp>
      <p:grpSp>
        <p:nvGrpSpPr>
          <p:cNvPr id="68" name="Group 23"/>
          <p:cNvGrpSpPr/>
          <p:nvPr/>
        </p:nvGrpSpPr>
        <p:grpSpPr bwMode="auto">
          <a:xfrm>
            <a:off x="4583113" y="4283075"/>
            <a:ext cx="519112" cy="452439"/>
            <a:chOff x="0" y="0"/>
            <a:chExt cx="389342" cy="339426"/>
          </a:xfrm>
          <a:solidFill>
            <a:schemeClr val="bg1"/>
          </a:solidFill>
        </p:grpSpPr>
        <p:sp>
          <p:nvSpPr>
            <p:cNvPr id="69" name="Freeform 110"/>
            <p:cNvSpPr>
              <a:spLocks noChangeArrowheads="1"/>
            </p:cNvSpPr>
            <p:nvPr/>
          </p:nvSpPr>
          <p:spPr bwMode="auto">
            <a:xfrm>
              <a:off x="259561" y="102327"/>
              <a:ext cx="102328" cy="102328"/>
            </a:xfrm>
            <a:custGeom>
              <a:avLst/>
              <a:gdLst>
                <a:gd name="T0" fmla="*/ 0 w 41"/>
                <a:gd name="T1" fmla="*/ 242931664 h 41"/>
                <a:gd name="T2" fmla="*/ 18686091 w 41"/>
                <a:gd name="T3" fmla="*/ 255390722 h 41"/>
                <a:gd name="T4" fmla="*/ 255390722 w 41"/>
                <a:gd name="T5" fmla="*/ 18686091 h 41"/>
                <a:gd name="T6" fmla="*/ 242931664 w 41"/>
                <a:gd name="T7" fmla="*/ 0 h 41"/>
                <a:gd name="T8" fmla="*/ 0 w 41"/>
                <a:gd name="T9" fmla="*/ 242931664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0" name="Freeform 111"/>
            <p:cNvSpPr>
              <a:spLocks noChangeArrowheads="1"/>
            </p:cNvSpPr>
            <p:nvPr/>
          </p:nvSpPr>
          <p:spPr bwMode="auto">
            <a:xfrm>
              <a:off x="237098" y="74873"/>
              <a:ext cx="109814" cy="114806"/>
            </a:xfrm>
            <a:custGeom>
              <a:avLst/>
              <a:gdLst>
                <a:gd name="T0" fmla="*/ 230469637 w 44"/>
                <a:gd name="T1" fmla="*/ 0 h 46"/>
                <a:gd name="T2" fmla="*/ 0 w 44"/>
                <a:gd name="T3" fmla="*/ 242929496 h 46"/>
                <a:gd name="T4" fmla="*/ 37374197 w 44"/>
                <a:gd name="T5" fmla="*/ 286530818 h 46"/>
                <a:gd name="T6" fmla="*/ 274070786 w 44"/>
                <a:gd name="T7" fmla="*/ 49830796 h 46"/>
                <a:gd name="T8" fmla="*/ 230469637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1" name="Freeform 112"/>
            <p:cNvSpPr>
              <a:spLocks noChangeArrowheads="1"/>
            </p:cNvSpPr>
            <p:nvPr/>
          </p:nvSpPr>
          <p:spPr bwMode="auto">
            <a:xfrm>
              <a:off x="217132" y="59898"/>
              <a:ext cx="104823" cy="104823"/>
            </a:xfrm>
            <a:custGeom>
              <a:avLst/>
              <a:gdLst>
                <a:gd name="T0" fmla="*/ 0 w 42"/>
                <a:gd name="T1" fmla="*/ 236700317 h 42"/>
                <a:gd name="T2" fmla="*/ 24915429 w 42"/>
                <a:gd name="T3" fmla="*/ 261615746 h 42"/>
                <a:gd name="T4" fmla="*/ 261615746 w 42"/>
                <a:gd name="T5" fmla="*/ 24915429 h 42"/>
                <a:gd name="T6" fmla="*/ 236700317 w 42"/>
                <a:gd name="T7" fmla="*/ 0 h 42"/>
                <a:gd name="T8" fmla="*/ 0 w 42"/>
                <a:gd name="T9" fmla="*/ 236700317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2" name="Freeform 113"/>
            <p:cNvSpPr>
              <a:spLocks noChangeArrowheads="1"/>
            </p:cNvSpPr>
            <p:nvPr/>
          </p:nvSpPr>
          <p:spPr bwMode="auto">
            <a:xfrm>
              <a:off x="189679" y="162226"/>
              <a:ext cx="69882" cy="69882"/>
            </a:xfrm>
            <a:custGeom>
              <a:avLst/>
              <a:gdLst>
                <a:gd name="T0" fmla="*/ 174410497 w 28"/>
                <a:gd name="T1" fmla="*/ 124579640 h 28"/>
                <a:gd name="T2" fmla="*/ 49830858 w 28"/>
                <a:gd name="T3" fmla="*/ 0 h 28"/>
                <a:gd name="T4" fmla="*/ 0 w 28"/>
                <a:gd name="T5" fmla="*/ 124579640 h 28"/>
                <a:gd name="T6" fmla="*/ 56060339 w 28"/>
                <a:gd name="T7" fmla="*/ 174410497 h 28"/>
                <a:gd name="T8" fmla="*/ 174410497 w 28"/>
                <a:gd name="T9" fmla="*/ 12457964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3" name="Freeform 114"/>
            <p:cNvSpPr>
              <a:spLocks noChangeArrowheads="1"/>
            </p:cNvSpPr>
            <p:nvPr/>
          </p:nvSpPr>
          <p:spPr bwMode="auto">
            <a:xfrm>
              <a:off x="172208" y="219628"/>
              <a:ext cx="34941" cy="32446"/>
            </a:xfrm>
            <a:custGeom>
              <a:avLst/>
              <a:gdLst>
                <a:gd name="T0" fmla="*/ 0 w 14"/>
                <a:gd name="T1" fmla="*/ 80980224 h 13"/>
                <a:gd name="T2" fmla="*/ 87205249 w 14"/>
                <a:gd name="T3" fmla="*/ 37375296 h 13"/>
                <a:gd name="T4" fmla="*/ 37374391 w 14"/>
                <a:gd name="T5" fmla="*/ 0 h 13"/>
                <a:gd name="T6" fmla="*/ 0 w 14"/>
                <a:gd name="T7" fmla="*/ 80980224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4" name="Freeform 115"/>
            <p:cNvSpPr>
              <a:spLocks noChangeArrowheads="1"/>
            </p:cNvSpPr>
            <p:nvPr/>
          </p:nvSpPr>
          <p:spPr bwMode="auto">
            <a:xfrm>
              <a:off x="319460" y="34941"/>
              <a:ext cx="69882" cy="69882"/>
            </a:xfrm>
            <a:custGeom>
              <a:avLst/>
              <a:gdLst>
                <a:gd name="T0" fmla="*/ 43603872 w 28"/>
                <a:gd name="T1" fmla="*/ 0 h 28"/>
                <a:gd name="T2" fmla="*/ 0 w 28"/>
                <a:gd name="T3" fmla="*/ 49830858 h 28"/>
                <a:gd name="T4" fmla="*/ 124579640 w 28"/>
                <a:gd name="T5" fmla="*/ 174410497 h 28"/>
                <a:gd name="T6" fmla="*/ 174410497 w 28"/>
                <a:gd name="T7" fmla="*/ 124579640 h 28"/>
                <a:gd name="T8" fmla="*/ 43603872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5" name="Freeform 116"/>
            <p:cNvSpPr>
              <a:spLocks noChangeArrowheads="1"/>
            </p:cNvSpPr>
            <p:nvPr/>
          </p:nvSpPr>
          <p:spPr bwMode="auto">
            <a:xfrm>
              <a:off x="0" y="0"/>
              <a:ext cx="279527" cy="339426"/>
            </a:xfrm>
            <a:custGeom>
              <a:avLst/>
              <a:gdLst>
                <a:gd name="T0" fmla="*/ 647806318 w 112"/>
                <a:gd name="T1" fmla="*/ 629121099 h 136"/>
                <a:gd name="T2" fmla="*/ 516997665 w 112"/>
                <a:gd name="T3" fmla="*/ 629121099 h 136"/>
                <a:gd name="T4" fmla="*/ 516997665 w 112"/>
                <a:gd name="T5" fmla="*/ 803531156 h 136"/>
                <a:gd name="T6" fmla="*/ 43601220 w 112"/>
                <a:gd name="T7" fmla="*/ 803531156 h 136"/>
                <a:gd name="T8" fmla="*/ 43601220 w 112"/>
                <a:gd name="T9" fmla="*/ 199325423 h 136"/>
                <a:gd name="T10" fmla="*/ 647806318 w 112"/>
                <a:gd name="T11" fmla="*/ 199325423 h 136"/>
                <a:gd name="T12" fmla="*/ 647806318 w 112"/>
                <a:gd name="T13" fmla="*/ 249156154 h 136"/>
                <a:gd name="T14" fmla="*/ 697636998 w 112"/>
                <a:gd name="T15" fmla="*/ 199325423 h 136"/>
                <a:gd name="T16" fmla="*/ 697636998 w 112"/>
                <a:gd name="T17" fmla="*/ 37374297 h 136"/>
                <a:gd name="T18" fmla="*/ 604202602 w 112"/>
                <a:gd name="T19" fmla="*/ 37374297 h 136"/>
                <a:gd name="T20" fmla="*/ 604202602 w 112"/>
                <a:gd name="T21" fmla="*/ 124579325 h 136"/>
                <a:gd name="T22" fmla="*/ 591746180 w 112"/>
                <a:gd name="T23" fmla="*/ 124579325 h 136"/>
                <a:gd name="T24" fmla="*/ 591746180 w 112"/>
                <a:gd name="T25" fmla="*/ 0 h 136"/>
                <a:gd name="T26" fmla="*/ 554371923 w 112"/>
                <a:gd name="T27" fmla="*/ 0 h 136"/>
                <a:gd name="T28" fmla="*/ 554371923 w 112"/>
                <a:gd name="T29" fmla="*/ 124579325 h 136"/>
                <a:gd name="T30" fmla="*/ 541915501 w 112"/>
                <a:gd name="T31" fmla="*/ 124579325 h 136"/>
                <a:gd name="T32" fmla="*/ 541915501 w 112"/>
                <a:gd name="T33" fmla="*/ 37374297 h 136"/>
                <a:gd name="T34" fmla="*/ 492082326 w 112"/>
                <a:gd name="T35" fmla="*/ 37374297 h 136"/>
                <a:gd name="T36" fmla="*/ 492082326 w 112"/>
                <a:gd name="T37" fmla="*/ 124579325 h 136"/>
                <a:gd name="T38" fmla="*/ 473396445 w 112"/>
                <a:gd name="T39" fmla="*/ 124579325 h 136"/>
                <a:gd name="T40" fmla="*/ 473396445 w 112"/>
                <a:gd name="T41" fmla="*/ 0 h 136"/>
                <a:gd name="T42" fmla="*/ 448481105 w 112"/>
                <a:gd name="T43" fmla="*/ 0 h 136"/>
                <a:gd name="T44" fmla="*/ 448481105 w 112"/>
                <a:gd name="T45" fmla="*/ 124579325 h 136"/>
                <a:gd name="T46" fmla="*/ 423565766 w 112"/>
                <a:gd name="T47" fmla="*/ 124579325 h 136"/>
                <a:gd name="T48" fmla="*/ 423565766 w 112"/>
                <a:gd name="T49" fmla="*/ 37374297 h 136"/>
                <a:gd name="T50" fmla="*/ 373735086 w 112"/>
                <a:gd name="T51" fmla="*/ 37374297 h 136"/>
                <a:gd name="T52" fmla="*/ 373735086 w 112"/>
                <a:gd name="T53" fmla="*/ 124579325 h 136"/>
                <a:gd name="T54" fmla="*/ 355046710 w 112"/>
                <a:gd name="T55" fmla="*/ 124579325 h 136"/>
                <a:gd name="T56" fmla="*/ 355046710 w 112"/>
                <a:gd name="T57" fmla="*/ 0 h 136"/>
                <a:gd name="T58" fmla="*/ 330131370 w 112"/>
                <a:gd name="T59" fmla="*/ 0 h 136"/>
                <a:gd name="T60" fmla="*/ 330131370 w 112"/>
                <a:gd name="T61" fmla="*/ 124579325 h 136"/>
                <a:gd name="T62" fmla="*/ 317674948 w 112"/>
                <a:gd name="T63" fmla="*/ 124579325 h 136"/>
                <a:gd name="T64" fmla="*/ 317674948 w 112"/>
                <a:gd name="T65" fmla="*/ 37374297 h 136"/>
                <a:gd name="T66" fmla="*/ 267841773 w 112"/>
                <a:gd name="T67" fmla="*/ 37374297 h 136"/>
                <a:gd name="T68" fmla="*/ 267841773 w 112"/>
                <a:gd name="T69" fmla="*/ 124579325 h 136"/>
                <a:gd name="T70" fmla="*/ 249155892 w 112"/>
                <a:gd name="T71" fmla="*/ 124579325 h 136"/>
                <a:gd name="T72" fmla="*/ 249155892 w 112"/>
                <a:gd name="T73" fmla="*/ 0 h 136"/>
                <a:gd name="T74" fmla="*/ 218011094 w 112"/>
                <a:gd name="T75" fmla="*/ 0 h 136"/>
                <a:gd name="T76" fmla="*/ 218011094 w 112"/>
                <a:gd name="T77" fmla="*/ 124579325 h 136"/>
                <a:gd name="T78" fmla="*/ 199325213 w 112"/>
                <a:gd name="T79" fmla="*/ 124579325 h 136"/>
                <a:gd name="T80" fmla="*/ 199325213 w 112"/>
                <a:gd name="T81" fmla="*/ 37374297 h 136"/>
                <a:gd name="T82" fmla="*/ 155721497 w 112"/>
                <a:gd name="T83" fmla="*/ 37374297 h 136"/>
                <a:gd name="T84" fmla="*/ 155721497 w 112"/>
                <a:gd name="T85" fmla="*/ 124579325 h 136"/>
                <a:gd name="T86" fmla="*/ 143265075 w 112"/>
                <a:gd name="T87" fmla="*/ 124579325 h 136"/>
                <a:gd name="T88" fmla="*/ 143265075 w 112"/>
                <a:gd name="T89" fmla="*/ 0 h 136"/>
                <a:gd name="T90" fmla="*/ 105890817 w 112"/>
                <a:gd name="T91" fmla="*/ 0 h 136"/>
                <a:gd name="T92" fmla="*/ 105890817 w 112"/>
                <a:gd name="T93" fmla="*/ 124579325 h 136"/>
                <a:gd name="T94" fmla="*/ 93434396 w 112"/>
                <a:gd name="T95" fmla="*/ 124579325 h 136"/>
                <a:gd name="T96" fmla="*/ 93434396 w 112"/>
                <a:gd name="T97" fmla="*/ 37374297 h 136"/>
                <a:gd name="T98" fmla="*/ 0 w 112"/>
                <a:gd name="T99" fmla="*/ 37374297 h 136"/>
                <a:gd name="T100" fmla="*/ 0 w 112"/>
                <a:gd name="T101" fmla="*/ 149494691 h 136"/>
                <a:gd name="T102" fmla="*/ 0 w 112"/>
                <a:gd name="T103" fmla="*/ 174410057 h 136"/>
                <a:gd name="T104" fmla="*/ 0 w 112"/>
                <a:gd name="T105" fmla="*/ 847132423 h 136"/>
                <a:gd name="T106" fmla="*/ 554371923 w 112"/>
                <a:gd name="T107" fmla="*/ 847132423 h 136"/>
                <a:gd name="T108" fmla="*/ 697636998 w 112"/>
                <a:gd name="T109" fmla="*/ 685181297 h 136"/>
                <a:gd name="T110" fmla="*/ 697636998 w 112"/>
                <a:gd name="T111" fmla="*/ 523227675 h 136"/>
                <a:gd name="T112" fmla="*/ 647806318 w 112"/>
                <a:gd name="T113" fmla="*/ 573060902 h 136"/>
                <a:gd name="T114" fmla="*/ 647806318 w 112"/>
                <a:gd name="T115" fmla="*/ 629121099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solidFill>
                  <a:schemeClr val="accent2"/>
                </a:solidFill>
                <a:cs typeface="+mn-ea"/>
                <a:sym typeface="+mn-lt"/>
              </a:endParaRPr>
            </a:p>
          </p:txBody>
        </p:sp>
        <p:sp>
          <p:nvSpPr>
            <p:cNvPr id="76" name="Rectangle 117"/>
            <p:cNvSpPr>
              <a:spLocks noChangeArrowheads="1"/>
            </p:cNvSpPr>
            <p:nvPr/>
          </p:nvSpPr>
          <p:spPr bwMode="auto">
            <a:xfrm>
              <a:off x="49916" y="114806"/>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7" name="Rectangle 118"/>
            <p:cNvSpPr>
              <a:spLocks noChangeArrowheads="1"/>
            </p:cNvSpPr>
            <p:nvPr/>
          </p:nvSpPr>
          <p:spPr bwMode="auto">
            <a:xfrm>
              <a:off x="49916" y="154738"/>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8" name="Rectangle 119"/>
            <p:cNvSpPr>
              <a:spLocks noChangeArrowheads="1"/>
            </p:cNvSpPr>
            <p:nvPr/>
          </p:nvSpPr>
          <p:spPr bwMode="auto">
            <a:xfrm>
              <a:off x="49916" y="199662"/>
              <a:ext cx="109814" cy="14975"/>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sp>
          <p:nvSpPr>
            <p:cNvPr id="79" name="Rectangle 120"/>
            <p:cNvSpPr>
              <a:spLocks noChangeArrowheads="1"/>
            </p:cNvSpPr>
            <p:nvPr/>
          </p:nvSpPr>
          <p:spPr bwMode="auto">
            <a:xfrm>
              <a:off x="49916" y="242091"/>
              <a:ext cx="109814" cy="17471"/>
            </a:xfrm>
            <a:prstGeom prst="rect">
              <a:avLst/>
            </a:pr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zh-CN" sz="2400">
                <a:solidFill>
                  <a:schemeClr val="accent2"/>
                </a:solidFill>
                <a:cs typeface="+mn-ea"/>
                <a:sym typeface="+mn-lt"/>
              </a:endParaRPr>
            </a:p>
          </p:txBody>
        </p:sp>
      </p:grpSp>
      <p:grpSp>
        <p:nvGrpSpPr>
          <p:cNvPr id="80" name="Group 35"/>
          <p:cNvGrpSpPr/>
          <p:nvPr/>
        </p:nvGrpSpPr>
        <p:grpSpPr bwMode="auto">
          <a:xfrm>
            <a:off x="9821863" y="4237037"/>
            <a:ext cx="506412" cy="501651"/>
            <a:chOff x="0" y="0"/>
            <a:chExt cx="379359" cy="376864"/>
          </a:xfrm>
          <a:solidFill>
            <a:schemeClr val="bg1"/>
          </a:solidFill>
        </p:grpSpPr>
        <p:sp>
          <p:nvSpPr>
            <p:cNvPr id="81" name="Freeform 150"/>
            <p:cNvSpPr>
              <a:spLocks noEditPoints="1" noChangeArrowheads="1"/>
            </p:cNvSpPr>
            <p:nvPr/>
          </p:nvSpPr>
          <p:spPr bwMode="auto">
            <a:xfrm>
              <a:off x="0" y="0"/>
              <a:ext cx="379359" cy="376864"/>
            </a:xfrm>
            <a:custGeom>
              <a:avLst/>
              <a:gdLst>
                <a:gd name="T0" fmla="*/ 631200133 w 114"/>
                <a:gd name="T1" fmla="*/ 0 h 114"/>
                <a:gd name="T2" fmla="*/ 0 w 114"/>
                <a:gd name="T3" fmla="*/ 622923134 h 114"/>
                <a:gd name="T4" fmla="*/ 631200133 w 114"/>
                <a:gd name="T5" fmla="*/ 1245846268 h 114"/>
                <a:gd name="T6" fmla="*/ 1262396938 w 114"/>
                <a:gd name="T7" fmla="*/ 622923134 h 114"/>
                <a:gd name="T8" fmla="*/ 631200133 w 114"/>
                <a:gd name="T9" fmla="*/ 0 h 114"/>
                <a:gd name="T10" fmla="*/ 631200133 w 114"/>
                <a:gd name="T11" fmla="*/ 1180275237 h 114"/>
                <a:gd name="T12" fmla="*/ 66441068 w 114"/>
                <a:gd name="T13" fmla="*/ 622923134 h 114"/>
                <a:gd name="T14" fmla="*/ 631200133 w 114"/>
                <a:gd name="T15" fmla="*/ 65571030 h 114"/>
                <a:gd name="T16" fmla="*/ 1195955869 w 114"/>
                <a:gd name="T17" fmla="*/ 622923134 h 114"/>
                <a:gd name="T18" fmla="*/ 631200133 w 114"/>
                <a:gd name="T19" fmla="*/ 1180275237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2" name="Rectangle 151"/>
            <p:cNvSpPr>
              <a:spLocks noChangeArrowheads="1"/>
            </p:cNvSpPr>
            <p:nvPr/>
          </p:nvSpPr>
          <p:spPr bwMode="auto">
            <a:xfrm>
              <a:off x="144756" y="272040"/>
              <a:ext cx="22463"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3" name="Rectangle 152"/>
            <p:cNvSpPr>
              <a:spLocks noChangeArrowheads="1"/>
            </p:cNvSpPr>
            <p:nvPr/>
          </p:nvSpPr>
          <p:spPr bwMode="auto">
            <a:xfrm>
              <a:off x="179697" y="272040"/>
              <a:ext cx="19966"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4" name="Rectangle 153"/>
            <p:cNvSpPr>
              <a:spLocks noChangeArrowheads="1"/>
            </p:cNvSpPr>
            <p:nvPr/>
          </p:nvSpPr>
          <p:spPr bwMode="auto">
            <a:xfrm>
              <a:off x="214638" y="272040"/>
              <a:ext cx="19966" cy="42429"/>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85" name="Freeform 154"/>
            <p:cNvSpPr>
              <a:spLocks noChangeArrowheads="1"/>
            </p:cNvSpPr>
            <p:nvPr/>
          </p:nvSpPr>
          <p:spPr bwMode="auto">
            <a:xfrm>
              <a:off x="117303" y="107318"/>
              <a:ext cx="82362" cy="84857"/>
            </a:xfrm>
            <a:custGeom>
              <a:avLst/>
              <a:gdLst>
                <a:gd name="T0" fmla="*/ 206217976 w 25"/>
                <a:gd name="T1" fmla="*/ 253464465 h 25"/>
                <a:gd name="T2" fmla="*/ 238780616 w 25"/>
                <a:gd name="T3" fmla="*/ 288028418 h 25"/>
                <a:gd name="T4" fmla="*/ 271339962 w 25"/>
                <a:gd name="T5" fmla="*/ 253464465 h 25"/>
                <a:gd name="T6" fmla="*/ 238780616 w 25"/>
                <a:gd name="T7" fmla="*/ 218900511 h 25"/>
                <a:gd name="T8" fmla="*/ 227925304 w 25"/>
                <a:gd name="T9" fmla="*/ 218900511 h 25"/>
                <a:gd name="T10" fmla="*/ 0 w 25"/>
                <a:gd name="T11" fmla="*/ 0 h 25"/>
                <a:gd name="T12" fmla="*/ 206217976 w 25"/>
                <a:gd name="T13" fmla="*/ 253464465 h 25"/>
                <a:gd name="T14" fmla="*/ 206217976 w 25"/>
                <a:gd name="T15" fmla="*/ 253464465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6" name="Freeform 155"/>
            <p:cNvSpPr>
              <a:spLocks noChangeArrowheads="1"/>
            </p:cNvSpPr>
            <p:nvPr/>
          </p:nvSpPr>
          <p:spPr bwMode="auto">
            <a:xfrm>
              <a:off x="67387" y="272040"/>
              <a:ext cx="22463" cy="19966"/>
            </a:xfrm>
            <a:custGeom>
              <a:avLst/>
              <a:gdLst>
                <a:gd name="T0" fmla="*/ 0 w 9"/>
                <a:gd name="T1" fmla="*/ 37373856 h 8"/>
                <a:gd name="T2" fmla="*/ 18689216 w 9"/>
                <a:gd name="T3" fmla="*/ 49830145 h 8"/>
                <a:gd name="T4" fmla="*/ 56065152 w 9"/>
                <a:gd name="T5" fmla="*/ 6229392 h 8"/>
                <a:gd name="T6" fmla="*/ 43605675 w 9"/>
                <a:gd name="T7" fmla="*/ 0 h 8"/>
                <a:gd name="T8" fmla="*/ 0 w 9"/>
                <a:gd name="T9" fmla="*/ 3737385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7" name="Freeform 156"/>
            <p:cNvSpPr>
              <a:spLocks noChangeArrowheads="1"/>
            </p:cNvSpPr>
            <p:nvPr/>
          </p:nvSpPr>
          <p:spPr bwMode="auto">
            <a:xfrm>
              <a:off x="47421" y="227116"/>
              <a:ext cx="27454" cy="14975"/>
            </a:xfrm>
            <a:custGeom>
              <a:avLst/>
              <a:gdLst>
                <a:gd name="T0" fmla="*/ 56061068 w 11"/>
                <a:gd name="T1" fmla="*/ 0 h 6"/>
                <a:gd name="T2" fmla="*/ 0 w 11"/>
                <a:gd name="T3" fmla="*/ 18688800 h 6"/>
                <a:gd name="T4" fmla="*/ 6229562 w 11"/>
                <a:gd name="T5" fmla="*/ 37375104 h 6"/>
                <a:gd name="T6" fmla="*/ 68520192 w 11"/>
                <a:gd name="T7" fmla="*/ 18688800 h 6"/>
                <a:gd name="T8" fmla="*/ 56061068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8" name="Freeform 157"/>
            <p:cNvSpPr>
              <a:spLocks noChangeArrowheads="1"/>
            </p:cNvSpPr>
            <p:nvPr/>
          </p:nvSpPr>
          <p:spPr bwMode="auto">
            <a:xfrm>
              <a:off x="79865" y="74874"/>
              <a:ext cx="19966" cy="22463"/>
            </a:xfrm>
            <a:custGeom>
              <a:avLst/>
              <a:gdLst>
                <a:gd name="T0" fmla="*/ 0 w 8"/>
                <a:gd name="T1" fmla="*/ 18689216 h 9"/>
                <a:gd name="T2" fmla="*/ 43600753 w 8"/>
                <a:gd name="T3" fmla="*/ 56065152 h 9"/>
                <a:gd name="T4" fmla="*/ 49830145 w 8"/>
                <a:gd name="T5" fmla="*/ 43605675 h 9"/>
                <a:gd name="T6" fmla="*/ 12458784 w 8"/>
                <a:gd name="T7" fmla="*/ 0 h 9"/>
                <a:gd name="T8" fmla="*/ 0 w 8"/>
                <a:gd name="T9" fmla="*/ 18689216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89" name="Freeform 158"/>
            <p:cNvSpPr>
              <a:spLocks noChangeArrowheads="1"/>
            </p:cNvSpPr>
            <p:nvPr/>
          </p:nvSpPr>
          <p:spPr bwMode="auto">
            <a:xfrm>
              <a:off x="49916" y="124789"/>
              <a:ext cx="27454" cy="12480"/>
            </a:xfrm>
            <a:custGeom>
              <a:avLst/>
              <a:gdLst>
                <a:gd name="T0" fmla="*/ 68520192 w 11"/>
                <a:gd name="T1" fmla="*/ 18690048 h 5"/>
                <a:gd name="T2" fmla="*/ 12459124 w 11"/>
                <a:gd name="T3" fmla="*/ 0 h 5"/>
                <a:gd name="T4" fmla="*/ 0 w 11"/>
                <a:gd name="T5" fmla="*/ 18690048 h 5"/>
                <a:gd name="T6" fmla="*/ 62290630 w 11"/>
                <a:gd name="T7" fmla="*/ 31150080 h 5"/>
                <a:gd name="T8" fmla="*/ 68520192 w 11"/>
                <a:gd name="T9" fmla="*/ 1869004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0" name="Rectangle 159"/>
            <p:cNvSpPr>
              <a:spLocks noChangeArrowheads="1"/>
            </p:cNvSpPr>
            <p:nvPr/>
          </p:nvSpPr>
          <p:spPr bwMode="auto">
            <a:xfrm>
              <a:off x="187185" y="34941"/>
              <a:ext cx="7488" cy="22463"/>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91" name="Freeform 160"/>
            <p:cNvSpPr>
              <a:spLocks noChangeArrowheads="1"/>
            </p:cNvSpPr>
            <p:nvPr/>
          </p:nvSpPr>
          <p:spPr bwMode="auto">
            <a:xfrm>
              <a:off x="119798" y="44924"/>
              <a:ext cx="17471" cy="22463"/>
            </a:xfrm>
            <a:custGeom>
              <a:avLst/>
              <a:gdLst>
                <a:gd name="T0" fmla="*/ 43605120 w 7"/>
                <a:gd name="T1" fmla="*/ 49835413 h 9"/>
                <a:gd name="T2" fmla="*/ 18688978 w 7"/>
                <a:gd name="T3" fmla="*/ 0 h 9"/>
                <a:gd name="T4" fmla="*/ 0 w 7"/>
                <a:gd name="T5" fmla="*/ 12459477 h 9"/>
                <a:gd name="T6" fmla="*/ 24916142 w 7"/>
                <a:gd name="T7" fmla="*/ 56065152 h 9"/>
                <a:gd name="T8" fmla="*/ 43605120 w 7"/>
                <a:gd name="T9" fmla="*/ 49835413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2" name="Freeform 161"/>
            <p:cNvSpPr>
              <a:spLocks noChangeArrowheads="1"/>
            </p:cNvSpPr>
            <p:nvPr/>
          </p:nvSpPr>
          <p:spPr bwMode="auto">
            <a:xfrm>
              <a:off x="234604" y="44924"/>
              <a:ext cx="12480" cy="27454"/>
            </a:xfrm>
            <a:custGeom>
              <a:avLst/>
              <a:gdLst>
                <a:gd name="T0" fmla="*/ 0 w 5"/>
                <a:gd name="T1" fmla="*/ 56061068 h 11"/>
                <a:gd name="T2" fmla="*/ 12460032 w 5"/>
                <a:gd name="T3" fmla="*/ 68520192 h 11"/>
                <a:gd name="T4" fmla="*/ 31150080 w 5"/>
                <a:gd name="T5" fmla="*/ 12459124 h 11"/>
                <a:gd name="T6" fmla="*/ 12460032 w 5"/>
                <a:gd name="T7" fmla="*/ 0 h 11"/>
                <a:gd name="T8" fmla="*/ 0 w 5"/>
                <a:gd name="T9" fmla="*/ 56061068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3" name="Freeform 162"/>
            <p:cNvSpPr>
              <a:spLocks noChangeArrowheads="1"/>
            </p:cNvSpPr>
            <p:nvPr/>
          </p:nvSpPr>
          <p:spPr bwMode="auto">
            <a:xfrm>
              <a:off x="277033" y="272040"/>
              <a:ext cx="22463" cy="19966"/>
            </a:xfrm>
            <a:custGeom>
              <a:avLst/>
              <a:gdLst>
                <a:gd name="T0" fmla="*/ 0 w 9"/>
                <a:gd name="T1" fmla="*/ 6229392 h 8"/>
                <a:gd name="T2" fmla="*/ 49835413 w 9"/>
                <a:gd name="T3" fmla="*/ 49830145 h 8"/>
                <a:gd name="T4" fmla="*/ 56065152 w 9"/>
                <a:gd name="T5" fmla="*/ 37373856 h 8"/>
                <a:gd name="T6" fmla="*/ 18689216 w 9"/>
                <a:gd name="T7" fmla="*/ 0 h 8"/>
                <a:gd name="T8" fmla="*/ 0 w 9"/>
                <a:gd name="T9" fmla="*/ 6229392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4" name="Freeform 163"/>
            <p:cNvSpPr>
              <a:spLocks noChangeArrowheads="1"/>
            </p:cNvSpPr>
            <p:nvPr/>
          </p:nvSpPr>
          <p:spPr bwMode="auto">
            <a:xfrm>
              <a:off x="304486" y="227116"/>
              <a:ext cx="24958" cy="14975"/>
            </a:xfrm>
            <a:custGeom>
              <a:avLst/>
              <a:gdLst>
                <a:gd name="T0" fmla="*/ 0 w 10"/>
                <a:gd name="T1" fmla="*/ 18688800 h 6"/>
                <a:gd name="T2" fmla="*/ 56060660 w 10"/>
                <a:gd name="T3" fmla="*/ 37375104 h 6"/>
                <a:gd name="T4" fmla="*/ 62290176 w 10"/>
                <a:gd name="T5" fmla="*/ 18688800 h 6"/>
                <a:gd name="T6" fmla="*/ 6229517 w 10"/>
                <a:gd name="T7" fmla="*/ 0 h 6"/>
                <a:gd name="T8" fmla="*/ 0 w 10"/>
                <a:gd name="T9" fmla="*/ 18688800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5" name="Freeform 164"/>
            <p:cNvSpPr>
              <a:spLocks noChangeArrowheads="1"/>
            </p:cNvSpPr>
            <p:nvPr/>
          </p:nvSpPr>
          <p:spPr bwMode="auto">
            <a:xfrm>
              <a:off x="274536" y="74874"/>
              <a:ext cx="22463" cy="22463"/>
            </a:xfrm>
            <a:custGeom>
              <a:avLst/>
              <a:gdLst>
                <a:gd name="T0" fmla="*/ 56065152 w 9"/>
                <a:gd name="T1" fmla="*/ 18689216 h 9"/>
                <a:gd name="T2" fmla="*/ 49835413 w 9"/>
                <a:gd name="T3" fmla="*/ 0 h 9"/>
                <a:gd name="T4" fmla="*/ 0 w 9"/>
                <a:gd name="T5" fmla="*/ 43605675 h 9"/>
                <a:gd name="T6" fmla="*/ 12459477 w 9"/>
                <a:gd name="T7" fmla="*/ 56065152 h 9"/>
                <a:gd name="T8" fmla="*/ 56065152 w 9"/>
                <a:gd name="T9" fmla="*/ 18689216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6" name="Freeform 165"/>
            <p:cNvSpPr>
              <a:spLocks noChangeArrowheads="1"/>
            </p:cNvSpPr>
            <p:nvPr/>
          </p:nvSpPr>
          <p:spPr bwMode="auto">
            <a:xfrm>
              <a:off x="299494" y="124789"/>
              <a:ext cx="27454" cy="12480"/>
            </a:xfrm>
            <a:custGeom>
              <a:avLst/>
              <a:gdLst>
                <a:gd name="T0" fmla="*/ 62290630 w 11"/>
                <a:gd name="T1" fmla="*/ 0 h 5"/>
                <a:gd name="T2" fmla="*/ 0 w 11"/>
                <a:gd name="T3" fmla="*/ 18690048 h 5"/>
                <a:gd name="T4" fmla="*/ 12459124 w 11"/>
                <a:gd name="T5" fmla="*/ 31150080 h 5"/>
                <a:gd name="T6" fmla="*/ 68520192 w 11"/>
                <a:gd name="T7" fmla="*/ 18690048 h 5"/>
                <a:gd name="T8" fmla="*/ 62290630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grp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sz="2400">
                <a:solidFill>
                  <a:schemeClr val="accent1"/>
                </a:solidFill>
                <a:cs typeface="+mn-ea"/>
                <a:sym typeface="+mn-lt"/>
              </a:endParaRPr>
            </a:p>
          </p:txBody>
        </p:sp>
        <p:sp>
          <p:nvSpPr>
            <p:cNvPr id="97" name="Rectangle 166"/>
            <p:cNvSpPr>
              <a:spLocks noChangeArrowheads="1"/>
            </p:cNvSpPr>
            <p:nvPr/>
          </p:nvSpPr>
          <p:spPr bwMode="auto">
            <a:xfrm>
              <a:off x="39933" y="174705"/>
              <a:ext cx="24958" cy="7488"/>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sp>
          <p:nvSpPr>
            <p:cNvPr id="98" name="Rectangle 167"/>
            <p:cNvSpPr>
              <a:spLocks noChangeArrowheads="1"/>
            </p:cNvSpPr>
            <p:nvPr/>
          </p:nvSpPr>
          <p:spPr bwMode="auto">
            <a:xfrm>
              <a:off x="316965" y="177200"/>
              <a:ext cx="27454" cy="7488"/>
            </a:xfrm>
            <a:prstGeom prst="rect">
              <a:avLst/>
            </a:prstGeom>
            <a:grpFill/>
            <a:ln>
              <a:noFill/>
            </a:ln>
            <a:extLst>
              <a:ext uri="{91240B29-F687-4F45-9708-019B960494DF}">
                <a14:hiddenLine xmlns:a14="http://schemas.microsoft.com/office/drawing/2010/main" w="9525">
                  <a:solidFill>
                    <a:srgbClr val="000000"/>
                  </a:solidFill>
                  <a:bevel/>
                </a14:hiddenLine>
              </a:ext>
            </a:extLst>
          </p:spPr>
          <p:txBody>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eaLnBrk="1" hangingPunct="1">
                <a:lnSpc>
                  <a:spcPct val="100000"/>
                </a:lnSpc>
                <a:spcBef>
                  <a:spcPct val="0"/>
                </a:spcBef>
                <a:buFont typeface="Arial" panose="020B0604020202090204" pitchFamily="34" charset="0"/>
                <a:buNone/>
              </a:pPr>
              <a:endParaRPr lang="zh-CN" altLang="zh-CN" sz="1800">
                <a:solidFill>
                  <a:schemeClr val="accent1"/>
                </a:solidFill>
                <a:cs typeface="+mn-ea"/>
                <a:sym typeface="+mn-lt"/>
              </a:endParaRPr>
            </a:p>
          </p:txBody>
        </p:sp>
      </p:grpSp>
      <p:grpSp>
        <p:nvGrpSpPr>
          <p:cNvPr id="99" name="Group 54"/>
          <p:cNvGrpSpPr/>
          <p:nvPr/>
        </p:nvGrpSpPr>
        <p:grpSpPr bwMode="auto">
          <a:xfrm>
            <a:off x="7242175" y="4284663"/>
            <a:ext cx="400051" cy="519112"/>
            <a:chOff x="0" y="0"/>
            <a:chExt cx="299494" cy="389342"/>
          </a:xfrm>
          <a:solidFill>
            <a:schemeClr val="bg1"/>
          </a:solidFill>
        </p:grpSpPr>
        <p:sp>
          <p:nvSpPr>
            <p:cNvPr id="100" name="Freeform 170"/>
            <p:cNvSpPr>
              <a:spLocks noChangeArrowheads="1"/>
            </p:cNvSpPr>
            <p:nvPr/>
          </p:nvSpPr>
          <p:spPr bwMode="auto">
            <a:xfrm>
              <a:off x="0" y="112310"/>
              <a:ext cx="299494" cy="277032"/>
            </a:xfrm>
            <a:custGeom>
              <a:avLst/>
              <a:gdLst>
                <a:gd name="T0" fmla="*/ 498314756 w 90"/>
                <a:gd name="T1" fmla="*/ 924659386 h 83"/>
                <a:gd name="T2" fmla="*/ 996629512 w 90"/>
                <a:gd name="T3" fmla="*/ 0 h 83"/>
                <a:gd name="T4" fmla="*/ 0 w 90"/>
                <a:gd name="T5" fmla="*/ 0 h 83"/>
                <a:gd name="T6" fmla="*/ 498314756 w 90"/>
                <a:gd name="T7" fmla="*/ 924659386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cs typeface="+mn-ea"/>
                <a:sym typeface="+mn-lt"/>
              </a:endParaRPr>
            </a:p>
          </p:txBody>
        </p:sp>
        <p:sp>
          <p:nvSpPr>
            <p:cNvPr id="101" name="Freeform 171"/>
            <p:cNvSpPr>
              <a:spLocks noChangeArrowheads="1"/>
            </p:cNvSpPr>
            <p:nvPr/>
          </p:nvSpPr>
          <p:spPr bwMode="auto">
            <a:xfrm>
              <a:off x="0" y="0"/>
              <a:ext cx="299494" cy="94840"/>
            </a:xfrm>
            <a:custGeom>
              <a:avLst/>
              <a:gdLst>
                <a:gd name="T0" fmla="*/ 930188431 w 90"/>
                <a:gd name="T1" fmla="*/ 0 h 29"/>
                <a:gd name="T2" fmla="*/ 753007781 w 90"/>
                <a:gd name="T3" fmla="*/ 171124063 h 29"/>
                <a:gd name="T4" fmla="*/ 575830458 w 90"/>
                <a:gd name="T5" fmla="*/ 0 h 29"/>
                <a:gd name="T6" fmla="*/ 431873676 w 90"/>
                <a:gd name="T7" fmla="*/ 0 h 29"/>
                <a:gd name="T8" fmla="*/ 254693025 w 90"/>
                <a:gd name="T9" fmla="*/ 171124063 h 29"/>
                <a:gd name="T10" fmla="*/ 77515703 w 90"/>
                <a:gd name="T11" fmla="*/ 0 h 29"/>
                <a:gd name="T12" fmla="*/ 0 w 90"/>
                <a:gd name="T13" fmla="*/ 0 h 29"/>
                <a:gd name="T14" fmla="*/ 0 w 90"/>
                <a:gd name="T15" fmla="*/ 310159503 h 29"/>
                <a:gd name="T16" fmla="*/ 996629512 w 90"/>
                <a:gd name="T17" fmla="*/ 310159503 h 29"/>
                <a:gd name="T18" fmla="*/ 996629512 w 90"/>
                <a:gd name="T19" fmla="*/ 0 h 29"/>
                <a:gd name="T20" fmla="*/ 930188431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grpFill/>
            <a:ln>
              <a:noFill/>
            </a:ln>
            <a:effectLst>
              <a:outerShdw blurRad="101600" dir="18900000" sy="23000" kx="-1200000" algn="bl" rotWithShape="0">
                <a:prstClr val="black">
                  <a:alpha val="20000"/>
                </a:prstClr>
              </a:outerShdw>
            </a:effectLst>
          </p:spPr>
          <p:txBody>
            <a:bodyPr vert="horz" wrap="square" lIns="91440" tIns="45720" rIns="91440" bIns="45720" numCol="1" anchor="t" anchorCtr="0" compatLnSpc="1"/>
            <a:lstStyle/>
            <a:p>
              <a:endParaRPr lang="zh-CN" altLang="en-US" sz="2400">
                <a:cs typeface="+mn-ea"/>
                <a:sym typeface="+mn-lt"/>
              </a:endParaRPr>
            </a:p>
          </p:txBody>
        </p:sp>
      </p:grpSp>
      <p:sp>
        <p:nvSpPr>
          <p:cNvPr id="102" name="矩形 104"/>
          <p:cNvSpPr>
            <a:spLocks noChangeArrowheads="1"/>
          </p:cNvSpPr>
          <p:nvPr/>
        </p:nvSpPr>
        <p:spPr bwMode="auto">
          <a:xfrm>
            <a:off x="4447878" y="1885951"/>
            <a:ext cx="1313161" cy="430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r" eaLnBrk="1" hangingPunct="1">
              <a:lnSpc>
                <a:spcPct val="100000"/>
              </a:lnSpc>
              <a:spcBef>
                <a:spcPct val="0"/>
              </a:spcBef>
              <a:buFont typeface="Arial" panose="020B0604020202090204" pitchFamily="34" charset="0"/>
              <a:buNone/>
            </a:pPr>
            <a:r>
              <a:rPr lang="zh-CN" altLang="en-US" sz="2200" dirty="0">
                <a:solidFill>
                  <a:schemeClr val="dk1">
                    <a:lumMod val="100000"/>
                  </a:schemeClr>
                </a:solidFill>
                <a:cs typeface="+mn-ea"/>
                <a:sym typeface="+mn-lt"/>
              </a:rPr>
              <a:t>添加标题</a:t>
            </a:r>
            <a:endParaRPr lang="en-US" sz="2200" dirty="0">
              <a:solidFill>
                <a:schemeClr val="dk1">
                  <a:lumMod val="100000"/>
                </a:schemeClr>
              </a:solidFill>
              <a:cs typeface="+mn-ea"/>
              <a:sym typeface="+mn-lt"/>
            </a:endParaRPr>
          </a:p>
        </p:txBody>
      </p:sp>
      <p:sp>
        <p:nvSpPr>
          <p:cNvPr id="103" name="矩形 47"/>
          <p:cNvSpPr>
            <a:spLocks noChangeArrowheads="1"/>
          </p:cNvSpPr>
          <p:nvPr/>
        </p:nvSpPr>
        <p:spPr bwMode="auto">
          <a:xfrm>
            <a:off x="1565276" y="2338389"/>
            <a:ext cx="4195763" cy="112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在此录入上述图表的综合描述说明，在此录入上述图表的综合描述说明，在此录入上述图表的综合描述说明，在此录入上述图表的综合描述说明，在此录入上述图表的综合描述说明</a:t>
            </a:r>
          </a:p>
        </p:txBody>
      </p:sp>
      <p:sp>
        <p:nvSpPr>
          <p:cNvPr id="104" name="矩形 106"/>
          <p:cNvSpPr>
            <a:spLocks noChangeArrowheads="1"/>
          </p:cNvSpPr>
          <p:nvPr/>
        </p:nvSpPr>
        <p:spPr bwMode="auto">
          <a:xfrm>
            <a:off x="1381125" y="4965171"/>
            <a:ext cx="1552575"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5" name="矩形 47"/>
          <p:cNvSpPr>
            <a:spLocks noChangeArrowheads="1"/>
          </p:cNvSpPr>
          <p:nvPr/>
        </p:nvSpPr>
        <p:spPr bwMode="auto">
          <a:xfrm>
            <a:off x="1171576"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06" name="矩形 108"/>
          <p:cNvSpPr>
            <a:spLocks noChangeArrowheads="1"/>
          </p:cNvSpPr>
          <p:nvPr/>
        </p:nvSpPr>
        <p:spPr bwMode="auto">
          <a:xfrm>
            <a:off x="4021139" y="4965171"/>
            <a:ext cx="1550987"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7" name="矩形 47"/>
          <p:cNvSpPr>
            <a:spLocks noChangeArrowheads="1"/>
          </p:cNvSpPr>
          <p:nvPr/>
        </p:nvSpPr>
        <p:spPr bwMode="auto">
          <a:xfrm>
            <a:off x="3811589"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08" name="矩形 110"/>
          <p:cNvSpPr>
            <a:spLocks noChangeArrowheads="1"/>
          </p:cNvSpPr>
          <p:nvPr/>
        </p:nvSpPr>
        <p:spPr bwMode="auto">
          <a:xfrm>
            <a:off x="9299576" y="4965171"/>
            <a:ext cx="1552575"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09" name="矩形 47"/>
          <p:cNvSpPr>
            <a:spLocks noChangeArrowheads="1"/>
          </p:cNvSpPr>
          <p:nvPr/>
        </p:nvSpPr>
        <p:spPr bwMode="auto">
          <a:xfrm>
            <a:off x="9090025"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sp>
        <p:nvSpPr>
          <p:cNvPr id="110" name="矩形 112"/>
          <p:cNvSpPr>
            <a:spLocks noChangeArrowheads="1"/>
          </p:cNvSpPr>
          <p:nvPr/>
        </p:nvSpPr>
        <p:spPr bwMode="auto">
          <a:xfrm>
            <a:off x="6661151" y="4965171"/>
            <a:ext cx="1550988" cy="39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00000"/>
              </a:lnSpc>
              <a:spcBef>
                <a:spcPct val="0"/>
              </a:spcBef>
              <a:buFont typeface="Arial" panose="020B0604020202090204" pitchFamily="34" charset="0"/>
              <a:buNone/>
            </a:pPr>
            <a:r>
              <a:rPr lang="zh-CN" altLang="en-US" sz="2000">
                <a:solidFill>
                  <a:schemeClr val="dk1">
                    <a:lumMod val="100000"/>
                  </a:schemeClr>
                </a:solidFill>
                <a:cs typeface="+mn-ea"/>
                <a:sym typeface="+mn-lt"/>
              </a:rPr>
              <a:t>添加标题</a:t>
            </a:r>
          </a:p>
        </p:txBody>
      </p:sp>
      <p:sp>
        <p:nvSpPr>
          <p:cNvPr id="111" name="矩形 47"/>
          <p:cNvSpPr>
            <a:spLocks noChangeArrowheads="1"/>
          </p:cNvSpPr>
          <p:nvPr/>
        </p:nvSpPr>
        <p:spPr bwMode="auto">
          <a:xfrm>
            <a:off x="6450013" y="5349213"/>
            <a:ext cx="1971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91430" tIns="45716" rIns="91430" bIns="45716">
            <a:spAutoFit/>
          </a:bodyPr>
          <a:lstStyle>
            <a:lvl1pPr>
              <a:lnSpc>
                <a:spcPct val="90000"/>
              </a:lnSpc>
              <a:spcBef>
                <a:spcPts val="1000"/>
              </a:spcBef>
              <a:buFont typeface="Arial" panose="020B0604020202090204" pitchFamily="34" charset="0"/>
              <a:buChar char="•"/>
              <a:defRPr sz="2800">
                <a:solidFill>
                  <a:schemeClr val="tx1"/>
                </a:solidFill>
              </a:defRPr>
            </a:lvl1pPr>
            <a:lvl2pPr marL="742950" indent="-285750">
              <a:lnSpc>
                <a:spcPct val="90000"/>
              </a:lnSpc>
              <a:spcBef>
                <a:spcPts val="500"/>
              </a:spcBef>
              <a:buFont typeface="Arial" panose="020B0604020202090204" pitchFamily="34" charset="0"/>
              <a:buChar char="•"/>
              <a:defRPr sz="2400">
                <a:solidFill>
                  <a:schemeClr val="tx1"/>
                </a:solidFill>
              </a:defRPr>
            </a:lvl2pPr>
            <a:lvl3pPr marL="1143000" indent="-228600">
              <a:lnSpc>
                <a:spcPct val="90000"/>
              </a:lnSpc>
              <a:spcBef>
                <a:spcPts val="500"/>
              </a:spcBef>
              <a:buFont typeface="Arial" panose="020B0604020202090204" pitchFamily="34" charset="0"/>
              <a:buChar char="•"/>
              <a:defRPr sz="2000">
                <a:solidFill>
                  <a:schemeClr val="tx1"/>
                </a:solidFill>
              </a:defRPr>
            </a:lvl3pPr>
            <a:lvl4pPr marL="1600200" indent="-228600">
              <a:lnSpc>
                <a:spcPct val="90000"/>
              </a:lnSpc>
              <a:spcBef>
                <a:spcPts val="500"/>
              </a:spcBef>
              <a:buFont typeface="Arial" panose="020B0604020202090204" pitchFamily="34" charset="0"/>
              <a:buChar char="•"/>
              <a:defRPr>
                <a:solidFill>
                  <a:schemeClr val="tx1"/>
                </a:solidFill>
              </a:defRPr>
            </a:lvl4pPr>
            <a:lvl5pPr marL="2057400" indent="-228600">
              <a:lnSpc>
                <a:spcPct val="90000"/>
              </a:lnSpc>
              <a:spcBef>
                <a:spcPts val="500"/>
              </a:spcBef>
              <a:buFont typeface="Arial" panose="020B0604020202090204" pitchFamily="34" charset="0"/>
              <a:buChar char="•"/>
              <a:defRPr>
                <a:solidFill>
                  <a:schemeClr val="tx1"/>
                </a:solidFill>
              </a:defRPr>
            </a:lvl5pPr>
            <a:lvl6pPr marL="25146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6pPr>
            <a:lvl7pPr marL="29718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7pPr>
            <a:lvl8pPr marL="34290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8pPr>
            <a:lvl9pPr marL="3886200" indent="-228600" eaLnBrk="0" fontAlgn="base" hangingPunct="0">
              <a:lnSpc>
                <a:spcPct val="90000"/>
              </a:lnSpc>
              <a:spcBef>
                <a:spcPts val="500"/>
              </a:spcBef>
              <a:spcAft>
                <a:spcPct val="0"/>
              </a:spcAft>
              <a:buFont typeface="Arial" panose="020B0604020202090204" pitchFamily="34" charset="0"/>
              <a:buChar char="•"/>
              <a:defRPr>
                <a:solidFill>
                  <a:schemeClr val="tx1"/>
                </a:solidFill>
              </a:defRPr>
            </a:lvl9pPr>
          </a:lstStyle>
          <a:p>
            <a:pPr algn="ctr" eaLnBrk="1" hangingPunct="1">
              <a:lnSpc>
                <a:spcPct val="120000"/>
              </a:lnSpc>
              <a:spcBef>
                <a:spcPct val="0"/>
              </a:spcBef>
              <a:buFont typeface="Arial" panose="020B0604020202090204" pitchFamily="34" charset="0"/>
              <a:buNone/>
            </a:pPr>
            <a:r>
              <a:rPr lang="zh-CN" altLang="en-US" sz="1400" dirty="0">
                <a:solidFill>
                  <a:schemeClr val="dk1">
                    <a:lumMod val="100000"/>
                  </a:schemeClr>
                </a:solidFill>
                <a:cs typeface="+mn-ea"/>
                <a:sym typeface="+mn-lt"/>
              </a:rPr>
              <a:t>在此录入上述图表的描述说明，在此录入上述</a:t>
            </a:r>
            <a:endParaRPr lang="zh-CN" altLang="en-US" sz="1800" dirty="0">
              <a:solidFill>
                <a:schemeClr val="dk1">
                  <a:lumMod val="100000"/>
                </a:schemeClr>
              </a:solidFill>
              <a:cs typeface="+mn-ea"/>
              <a:sym typeface="+mn-lt"/>
            </a:endParaRP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p:cTn id="7" dur="500" fill="hold"/>
                                        <p:tgtEl>
                                          <p:spTgt spid="59"/>
                                        </p:tgtEl>
                                        <p:attrNameLst>
                                          <p:attrName>ppt_x</p:attrName>
                                        </p:attrNameLst>
                                      </p:cBhvr>
                                      <p:tavLst>
                                        <p:tav tm="0">
                                          <p:val>
                                            <p:strVal val="0-#ppt_w/2"/>
                                          </p:val>
                                        </p:tav>
                                        <p:tav tm="100000">
                                          <p:val>
                                            <p:strVal val="#ppt_x"/>
                                          </p:val>
                                        </p:tav>
                                      </p:tavLst>
                                    </p:anim>
                                    <p:anim calcmode="lin" valueType="num">
                                      <p:cBhvr>
                                        <p:cTn id="8" dur="500" fill="hold"/>
                                        <p:tgtEl>
                                          <p:spTgt spid="5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2" fill="hold" grpId="0" nodeType="afterEffect">
                                  <p:stCondLst>
                                    <p:cond delay="0"/>
                                  </p:stCondLst>
                                  <p:childTnLst>
                                    <p:set>
                                      <p:cBhvr>
                                        <p:cTn id="11" dur="1" fill="hold">
                                          <p:stCondLst>
                                            <p:cond delay="0"/>
                                          </p:stCondLst>
                                        </p:cTn>
                                        <p:tgtEl>
                                          <p:spTgt spid="60"/>
                                        </p:tgtEl>
                                        <p:attrNameLst>
                                          <p:attrName>style.visibility</p:attrName>
                                        </p:attrNameLst>
                                      </p:cBhvr>
                                      <p:to>
                                        <p:strVal val="visible"/>
                                      </p:to>
                                    </p:set>
                                    <p:animEffect>
                                      <p:cBhvr>
                                        <p:cTn id="12" dur="500"/>
                                        <p:tgtEl>
                                          <p:spTgt spid="60"/>
                                        </p:tgtEl>
                                      </p:cBhvr>
                                    </p:animEffect>
                                  </p:childTnLst>
                                </p:cTn>
                              </p:par>
                              <p:par>
                                <p:cTn id="13" presetID="22" presetClass="entr" presetSubtype="2" fill="hold" grpId="0" nodeType="withEffect">
                                  <p:stCondLst>
                                    <p:cond delay="250"/>
                                  </p:stCondLst>
                                  <p:childTnLst>
                                    <p:set>
                                      <p:cBhvr>
                                        <p:cTn id="14" dur="1" fill="hold">
                                          <p:stCondLst>
                                            <p:cond delay="0"/>
                                          </p:stCondLst>
                                        </p:cTn>
                                        <p:tgtEl>
                                          <p:spTgt spid="102"/>
                                        </p:tgtEl>
                                        <p:attrNameLst>
                                          <p:attrName>style.visibility</p:attrName>
                                        </p:attrNameLst>
                                      </p:cBhvr>
                                      <p:to>
                                        <p:strVal val="visible"/>
                                      </p:to>
                                    </p:set>
                                    <p:animEffect>
                                      <p:cBhvr>
                                        <p:cTn id="15" dur="500"/>
                                        <p:tgtEl>
                                          <p:spTgt spid="102"/>
                                        </p:tgtEl>
                                      </p:cBhvr>
                                    </p:animEffect>
                                  </p:childTnLst>
                                </p:cTn>
                              </p:par>
                              <p:par>
                                <p:cTn id="16" presetID="22" presetClass="entr" presetSubtype="2" fill="hold" grpId="0" nodeType="withEffect">
                                  <p:stCondLst>
                                    <p:cond delay="250"/>
                                  </p:stCondLst>
                                  <p:childTnLst>
                                    <p:set>
                                      <p:cBhvr>
                                        <p:cTn id="17" dur="1" fill="hold">
                                          <p:stCondLst>
                                            <p:cond delay="0"/>
                                          </p:stCondLst>
                                        </p:cTn>
                                        <p:tgtEl>
                                          <p:spTgt spid="103"/>
                                        </p:tgtEl>
                                        <p:attrNameLst>
                                          <p:attrName>style.visibility</p:attrName>
                                        </p:attrNameLst>
                                      </p:cBhvr>
                                      <p:to>
                                        <p:strVal val="visible"/>
                                      </p:to>
                                    </p:set>
                                    <p:animEffect>
                                      <p:cBhvr>
                                        <p:cTn id="18" dur="500"/>
                                        <p:tgtEl>
                                          <p:spTgt spid="103"/>
                                        </p:tgtEl>
                                      </p:cBhvr>
                                    </p:animEffect>
                                  </p:childTnLst>
                                </p:cTn>
                              </p:par>
                            </p:childTnLst>
                          </p:cTn>
                        </p:par>
                        <p:par>
                          <p:cTn id="19" fill="hold">
                            <p:stCondLst>
                              <p:cond delay="1000"/>
                            </p:stCondLst>
                            <p:childTnLst>
                              <p:par>
                                <p:cTn id="20" presetID="21" presetClass="entr" presetSubtype="1" fill="hold" grpId="0" nodeType="afterEffect">
                                  <p:stCondLst>
                                    <p:cond delay="0"/>
                                  </p:stCondLst>
                                  <p:childTnLst>
                                    <p:set>
                                      <p:cBhvr>
                                        <p:cTn id="21" dur="1" fill="hold">
                                          <p:stCondLst>
                                            <p:cond delay="0"/>
                                          </p:stCondLst>
                                        </p:cTn>
                                        <p:tgtEl>
                                          <p:spTgt spid="61"/>
                                        </p:tgtEl>
                                        <p:attrNameLst>
                                          <p:attrName>style.visibility</p:attrName>
                                        </p:attrNameLst>
                                      </p:cBhvr>
                                      <p:to>
                                        <p:strVal val="visible"/>
                                      </p:to>
                                    </p:set>
                                    <p:animEffect>
                                      <p:cBhvr>
                                        <p:cTn id="22" dur="400"/>
                                        <p:tgtEl>
                                          <p:spTgt spid="61"/>
                                        </p:tgtEl>
                                      </p:cBhvr>
                                    </p:animEffect>
                                  </p:childTnLst>
                                </p:cTn>
                              </p:par>
                            </p:childTnLst>
                          </p:cTn>
                        </p:par>
                        <p:par>
                          <p:cTn id="23" fill="hold">
                            <p:stCondLst>
                              <p:cond delay="1500"/>
                            </p:stCondLst>
                            <p:childTnLst>
                              <p:par>
                                <p:cTn id="24" presetID="21" presetClass="entr" presetSubtype="1" fill="hold" grpId="0" nodeType="afterEffect">
                                  <p:stCondLst>
                                    <p:cond delay="0"/>
                                  </p:stCondLst>
                                  <p:childTnLst>
                                    <p:set>
                                      <p:cBhvr>
                                        <p:cTn id="25" dur="1" fill="hold">
                                          <p:stCondLst>
                                            <p:cond delay="0"/>
                                          </p:stCondLst>
                                        </p:cTn>
                                        <p:tgtEl>
                                          <p:spTgt spid="62"/>
                                        </p:tgtEl>
                                        <p:attrNameLst>
                                          <p:attrName>style.visibility</p:attrName>
                                        </p:attrNameLst>
                                      </p:cBhvr>
                                      <p:to>
                                        <p:strVal val="visible"/>
                                      </p:to>
                                    </p:set>
                                    <p:animEffect>
                                      <p:cBhvr>
                                        <p:cTn id="26" dur="400"/>
                                        <p:tgtEl>
                                          <p:spTgt spid="62"/>
                                        </p:tgtEl>
                                      </p:cBhvr>
                                    </p:animEffect>
                                  </p:childTnLst>
                                </p:cTn>
                              </p:par>
                            </p:childTnLst>
                          </p:cTn>
                        </p:par>
                        <p:par>
                          <p:cTn id="27" fill="hold">
                            <p:stCondLst>
                              <p:cond delay="2000"/>
                            </p:stCondLst>
                            <p:childTnLst>
                              <p:par>
                                <p:cTn id="28" presetID="21" presetClass="entr" presetSubtype="1" fill="hold" grpId="0" nodeType="afterEffect">
                                  <p:stCondLst>
                                    <p:cond delay="0"/>
                                  </p:stCondLst>
                                  <p:childTnLst>
                                    <p:set>
                                      <p:cBhvr>
                                        <p:cTn id="29" dur="1" fill="hold">
                                          <p:stCondLst>
                                            <p:cond delay="0"/>
                                          </p:stCondLst>
                                        </p:cTn>
                                        <p:tgtEl>
                                          <p:spTgt spid="63"/>
                                        </p:tgtEl>
                                        <p:attrNameLst>
                                          <p:attrName>style.visibility</p:attrName>
                                        </p:attrNameLst>
                                      </p:cBhvr>
                                      <p:to>
                                        <p:strVal val="visible"/>
                                      </p:to>
                                    </p:set>
                                    <p:animEffect>
                                      <p:cBhvr>
                                        <p:cTn id="30" dur="400"/>
                                        <p:tgtEl>
                                          <p:spTgt spid="63"/>
                                        </p:tgtEl>
                                      </p:cBhvr>
                                    </p:animEffect>
                                  </p:childTnLst>
                                </p:cTn>
                              </p:par>
                            </p:childTnLst>
                          </p:cTn>
                        </p:par>
                        <p:par>
                          <p:cTn id="31" fill="hold">
                            <p:stCondLst>
                              <p:cond delay="2500"/>
                            </p:stCondLst>
                            <p:childTnLst>
                              <p:par>
                                <p:cTn id="32" presetID="21" presetClass="entr" presetSubtype="1" fill="hold" grpId="0" nodeType="afterEffect">
                                  <p:stCondLst>
                                    <p:cond delay="0"/>
                                  </p:stCondLst>
                                  <p:childTnLst>
                                    <p:set>
                                      <p:cBhvr>
                                        <p:cTn id="33" dur="1" fill="hold">
                                          <p:stCondLst>
                                            <p:cond delay="0"/>
                                          </p:stCondLst>
                                        </p:cTn>
                                        <p:tgtEl>
                                          <p:spTgt spid="64"/>
                                        </p:tgtEl>
                                        <p:attrNameLst>
                                          <p:attrName>style.visibility</p:attrName>
                                        </p:attrNameLst>
                                      </p:cBhvr>
                                      <p:to>
                                        <p:strVal val="visible"/>
                                      </p:to>
                                    </p:set>
                                    <p:animEffect>
                                      <p:cBhvr>
                                        <p:cTn id="34" dur="400"/>
                                        <p:tgtEl>
                                          <p:spTgt spid="64"/>
                                        </p:tgtEl>
                                      </p:cBhvr>
                                    </p:animEffect>
                                  </p:childTnLst>
                                </p:cTn>
                              </p:par>
                            </p:childTnLst>
                          </p:cTn>
                        </p:par>
                        <p:par>
                          <p:cTn id="35" fill="hold">
                            <p:stCondLst>
                              <p:cond delay="3000"/>
                            </p:stCondLst>
                            <p:childTnLst>
                              <p:par>
                                <p:cTn id="36" presetID="10" presetClass="entr" presetSubtype="0" fill="hold" nodeType="afterEffect">
                                  <p:stCondLst>
                                    <p:cond delay="0"/>
                                  </p:stCondLst>
                                  <p:childTnLst>
                                    <p:set>
                                      <p:cBhvr>
                                        <p:cTn id="37" dur="1" fill="hold">
                                          <p:stCondLst>
                                            <p:cond delay="0"/>
                                          </p:stCondLst>
                                        </p:cTn>
                                        <p:tgtEl>
                                          <p:spTgt spid="65"/>
                                        </p:tgtEl>
                                        <p:attrNameLst>
                                          <p:attrName>style.visibility</p:attrName>
                                        </p:attrNameLst>
                                      </p:cBhvr>
                                      <p:to>
                                        <p:strVal val="visible"/>
                                      </p:to>
                                    </p:set>
                                    <p:animEffect>
                                      <p:cBhvr>
                                        <p:cTn id="38" dur="250"/>
                                        <p:tgtEl>
                                          <p:spTgt spid="65"/>
                                        </p:tgtEl>
                                      </p:cBhvr>
                                    </p:animEffect>
                                  </p:childTnLst>
                                </p:cTn>
                              </p:par>
                              <p:par>
                                <p:cTn id="39" presetID="10" presetClass="entr" presetSubtype="0" fill="hold" nodeType="withEffect">
                                  <p:stCondLst>
                                    <p:cond delay="0"/>
                                  </p:stCondLst>
                                  <p:childTnLst>
                                    <p:set>
                                      <p:cBhvr>
                                        <p:cTn id="40" dur="1" fill="hold">
                                          <p:stCondLst>
                                            <p:cond delay="0"/>
                                          </p:stCondLst>
                                        </p:cTn>
                                        <p:tgtEl>
                                          <p:spTgt spid="68"/>
                                        </p:tgtEl>
                                        <p:attrNameLst>
                                          <p:attrName>style.visibility</p:attrName>
                                        </p:attrNameLst>
                                      </p:cBhvr>
                                      <p:to>
                                        <p:strVal val="visible"/>
                                      </p:to>
                                    </p:set>
                                    <p:animEffect>
                                      <p:cBhvr>
                                        <p:cTn id="41" dur="250"/>
                                        <p:tgtEl>
                                          <p:spTgt spid="68"/>
                                        </p:tgtEl>
                                      </p:cBhvr>
                                    </p:animEffect>
                                  </p:childTnLst>
                                </p:cTn>
                              </p:par>
                              <p:par>
                                <p:cTn id="42" presetID="10" presetClass="entr" presetSubtype="0" fill="hold" nodeType="withEffect">
                                  <p:stCondLst>
                                    <p:cond delay="0"/>
                                  </p:stCondLst>
                                  <p:childTnLst>
                                    <p:set>
                                      <p:cBhvr>
                                        <p:cTn id="43" dur="1" fill="hold">
                                          <p:stCondLst>
                                            <p:cond delay="0"/>
                                          </p:stCondLst>
                                        </p:cTn>
                                        <p:tgtEl>
                                          <p:spTgt spid="99"/>
                                        </p:tgtEl>
                                        <p:attrNameLst>
                                          <p:attrName>style.visibility</p:attrName>
                                        </p:attrNameLst>
                                      </p:cBhvr>
                                      <p:to>
                                        <p:strVal val="visible"/>
                                      </p:to>
                                    </p:set>
                                    <p:animEffect>
                                      <p:cBhvr>
                                        <p:cTn id="44" dur="250"/>
                                        <p:tgtEl>
                                          <p:spTgt spid="99"/>
                                        </p:tgtEl>
                                      </p:cBhvr>
                                    </p:animEffect>
                                  </p:childTnLst>
                                </p:cTn>
                              </p:par>
                              <p:par>
                                <p:cTn id="45" presetID="10" presetClass="entr" presetSubtype="0" fill="hold" nodeType="withEffect">
                                  <p:stCondLst>
                                    <p:cond delay="0"/>
                                  </p:stCondLst>
                                  <p:childTnLst>
                                    <p:set>
                                      <p:cBhvr>
                                        <p:cTn id="46" dur="1" fill="hold">
                                          <p:stCondLst>
                                            <p:cond delay="0"/>
                                          </p:stCondLst>
                                        </p:cTn>
                                        <p:tgtEl>
                                          <p:spTgt spid="80"/>
                                        </p:tgtEl>
                                        <p:attrNameLst>
                                          <p:attrName>style.visibility</p:attrName>
                                        </p:attrNameLst>
                                      </p:cBhvr>
                                      <p:to>
                                        <p:strVal val="visible"/>
                                      </p:to>
                                    </p:set>
                                    <p:animEffect>
                                      <p:cBhvr>
                                        <p:cTn id="47" dur="250"/>
                                        <p:tgtEl>
                                          <p:spTgt spid="80"/>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500" fill="hold"/>
                                        <p:tgtEl>
                                          <p:spTgt spid="104"/>
                                        </p:tgtEl>
                                        <p:attrNameLst>
                                          <p:attrName>ppt_x</p:attrName>
                                        </p:attrNameLst>
                                      </p:cBhvr>
                                      <p:tavLst>
                                        <p:tav tm="0">
                                          <p:val>
                                            <p:strVal val="#ppt_x"/>
                                          </p:val>
                                        </p:tav>
                                        <p:tav tm="100000">
                                          <p:val>
                                            <p:strVal val="#ppt_x"/>
                                          </p:val>
                                        </p:tav>
                                      </p:tavLst>
                                    </p:anim>
                                    <p:anim calcmode="lin" valueType="num">
                                      <p:cBhvr additive="base">
                                        <p:cTn id="53" dur="500" fill="hold"/>
                                        <p:tgtEl>
                                          <p:spTgt spid="104"/>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05"/>
                                        </p:tgtEl>
                                        <p:attrNameLst>
                                          <p:attrName>style.visibility</p:attrName>
                                        </p:attrNameLst>
                                      </p:cBhvr>
                                      <p:to>
                                        <p:strVal val="visible"/>
                                      </p:to>
                                    </p:set>
                                    <p:anim calcmode="lin" valueType="num">
                                      <p:cBhvr additive="base">
                                        <p:cTn id="56" dur="500" fill="hold"/>
                                        <p:tgtEl>
                                          <p:spTgt spid="105"/>
                                        </p:tgtEl>
                                        <p:attrNameLst>
                                          <p:attrName>ppt_x</p:attrName>
                                        </p:attrNameLst>
                                      </p:cBhvr>
                                      <p:tavLst>
                                        <p:tav tm="0">
                                          <p:val>
                                            <p:strVal val="#ppt_x"/>
                                          </p:val>
                                        </p:tav>
                                        <p:tav tm="100000">
                                          <p:val>
                                            <p:strVal val="#ppt_x"/>
                                          </p:val>
                                        </p:tav>
                                      </p:tavLst>
                                    </p:anim>
                                    <p:anim calcmode="lin" valueType="num">
                                      <p:cBhvr additive="base">
                                        <p:cTn id="57" dur="500" fill="hold"/>
                                        <p:tgtEl>
                                          <p:spTgt spid="105"/>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106"/>
                                        </p:tgtEl>
                                        <p:attrNameLst>
                                          <p:attrName>style.visibility</p:attrName>
                                        </p:attrNameLst>
                                      </p:cBhvr>
                                      <p:to>
                                        <p:strVal val="visible"/>
                                      </p:to>
                                    </p:set>
                                    <p:anim calcmode="lin" valueType="num">
                                      <p:cBhvr additive="base">
                                        <p:cTn id="60" dur="500" fill="hold"/>
                                        <p:tgtEl>
                                          <p:spTgt spid="106"/>
                                        </p:tgtEl>
                                        <p:attrNameLst>
                                          <p:attrName>ppt_x</p:attrName>
                                        </p:attrNameLst>
                                      </p:cBhvr>
                                      <p:tavLst>
                                        <p:tav tm="0">
                                          <p:val>
                                            <p:strVal val="#ppt_x"/>
                                          </p:val>
                                        </p:tav>
                                        <p:tav tm="100000">
                                          <p:val>
                                            <p:strVal val="#ppt_x"/>
                                          </p:val>
                                        </p:tav>
                                      </p:tavLst>
                                    </p:anim>
                                    <p:anim calcmode="lin" valueType="num">
                                      <p:cBhvr additive="base">
                                        <p:cTn id="61" dur="500" fill="hold"/>
                                        <p:tgtEl>
                                          <p:spTgt spid="106"/>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107"/>
                                        </p:tgtEl>
                                        <p:attrNameLst>
                                          <p:attrName>style.visibility</p:attrName>
                                        </p:attrNameLst>
                                      </p:cBhvr>
                                      <p:to>
                                        <p:strVal val="visible"/>
                                      </p:to>
                                    </p:set>
                                    <p:anim calcmode="lin" valueType="num">
                                      <p:cBhvr additive="base">
                                        <p:cTn id="64" dur="500" fill="hold"/>
                                        <p:tgtEl>
                                          <p:spTgt spid="107"/>
                                        </p:tgtEl>
                                        <p:attrNameLst>
                                          <p:attrName>ppt_x</p:attrName>
                                        </p:attrNameLst>
                                      </p:cBhvr>
                                      <p:tavLst>
                                        <p:tav tm="0">
                                          <p:val>
                                            <p:strVal val="#ppt_x"/>
                                          </p:val>
                                        </p:tav>
                                        <p:tav tm="100000">
                                          <p:val>
                                            <p:strVal val="#ppt_x"/>
                                          </p:val>
                                        </p:tav>
                                      </p:tavLst>
                                    </p:anim>
                                    <p:anim calcmode="lin" valueType="num">
                                      <p:cBhvr additive="base">
                                        <p:cTn id="65" dur="500" fill="hold"/>
                                        <p:tgtEl>
                                          <p:spTgt spid="107"/>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108"/>
                                        </p:tgtEl>
                                        <p:attrNameLst>
                                          <p:attrName>style.visibility</p:attrName>
                                        </p:attrNameLst>
                                      </p:cBhvr>
                                      <p:to>
                                        <p:strVal val="visible"/>
                                      </p:to>
                                    </p:set>
                                    <p:anim calcmode="lin" valueType="num">
                                      <p:cBhvr additive="base">
                                        <p:cTn id="68" dur="500" fill="hold"/>
                                        <p:tgtEl>
                                          <p:spTgt spid="108"/>
                                        </p:tgtEl>
                                        <p:attrNameLst>
                                          <p:attrName>ppt_x</p:attrName>
                                        </p:attrNameLst>
                                      </p:cBhvr>
                                      <p:tavLst>
                                        <p:tav tm="0">
                                          <p:val>
                                            <p:strVal val="#ppt_x"/>
                                          </p:val>
                                        </p:tav>
                                        <p:tav tm="100000">
                                          <p:val>
                                            <p:strVal val="#ppt_x"/>
                                          </p:val>
                                        </p:tav>
                                      </p:tavLst>
                                    </p:anim>
                                    <p:anim calcmode="lin" valueType="num">
                                      <p:cBhvr additive="base">
                                        <p:cTn id="69" dur="500" fill="hold"/>
                                        <p:tgtEl>
                                          <p:spTgt spid="108"/>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109"/>
                                        </p:tgtEl>
                                        <p:attrNameLst>
                                          <p:attrName>style.visibility</p:attrName>
                                        </p:attrNameLst>
                                      </p:cBhvr>
                                      <p:to>
                                        <p:strVal val="visible"/>
                                      </p:to>
                                    </p:set>
                                    <p:anim calcmode="lin" valueType="num">
                                      <p:cBhvr additive="base">
                                        <p:cTn id="72" dur="500" fill="hold"/>
                                        <p:tgtEl>
                                          <p:spTgt spid="109"/>
                                        </p:tgtEl>
                                        <p:attrNameLst>
                                          <p:attrName>ppt_x</p:attrName>
                                        </p:attrNameLst>
                                      </p:cBhvr>
                                      <p:tavLst>
                                        <p:tav tm="0">
                                          <p:val>
                                            <p:strVal val="#ppt_x"/>
                                          </p:val>
                                        </p:tav>
                                        <p:tav tm="100000">
                                          <p:val>
                                            <p:strVal val="#ppt_x"/>
                                          </p:val>
                                        </p:tav>
                                      </p:tavLst>
                                    </p:anim>
                                    <p:anim calcmode="lin" valueType="num">
                                      <p:cBhvr additive="base">
                                        <p:cTn id="73" dur="500" fill="hold"/>
                                        <p:tgtEl>
                                          <p:spTgt spid="109"/>
                                        </p:tgtEl>
                                        <p:attrNameLst>
                                          <p:attrName>ppt_y</p:attrName>
                                        </p:attrNameLst>
                                      </p:cBhvr>
                                      <p:tavLst>
                                        <p:tav tm="0">
                                          <p:val>
                                            <p:strVal val="1+#ppt_h/2"/>
                                          </p:val>
                                        </p:tav>
                                        <p:tav tm="100000">
                                          <p:val>
                                            <p:strVal val="#ppt_y"/>
                                          </p:val>
                                        </p:tav>
                                      </p:tavLst>
                                    </p:anim>
                                  </p:childTnLst>
                                </p:cTn>
                              </p:par>
                              <p:par>
                                <p:cTn id="74" presetID="2" presetClass="entr" presetSubtype="4" fill="hold" grpId="0" nodeType="withEffect">
                                  <p:stCondLst>
                                    <p:cond delay="0"/>
                                  </p:stCondLst>
                                  <p:childTnLst>
                                    <p:set>
                                      <p:cBhvr>
                                        <p:cTn id="75" dur="1" fill="hold">
                                          <p:stCondLst>
                                            <p:cond delay="0"/>
                                          </p:stCondLst>
                                        </p:cTn>
                                        <p:tgtEl>
                                          <p:spTgt spid="110"/>
                                        </p:tgtEl>
                                        <p:attrNameLst>
                                          <p:attrName>style.visibility</p:attrName>
                                        </p:attrNameLst>
                                      </p:cBhvr>
                                      <p:to>
                                        <p:strVal val="visible"/>
                                      </p:to>
                                    </p:set>
                                    <p:anim calcmode="lin" valueType="num">
                                      <p:cBhvr additive="base">
                                        <p:cTn id="76" dur="500" fill="hold"/>
                                        <p:tgtEl>
                                          <p:spTgt spid="110"/>
                                        </p:tgtEl>
                                        <p:attrNameLst>
                                          <p:attrName>ppt_x</p:attrName>
                                        </p:attrNameLst>
                                      </p:cBhvr>
                                      <p:tavLst>
                                        <p:tav tm="0">
                                          <p:val>
                                            <p:strVal val="#ppt_x"/>
                                          </p:val>
                                        </p:tav>
                                        <p:tav tm="100000">
                                          <p:val>
                                            <p:strVal val="#ppt_x"/>
                                          </p:val>
                                        </p:tav>
                                      </p:tavLst>
                                    </p:anim>
                                    <p:anim calcmode="lin" valueType="num">
                                      <p:cBhvr additive="base">
                                        <p:cTn id="77" dur="500" fill="hold"/>
                                        <p:tgtEl>
                                          <p:spTgt spid="110"/>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11"/>
                                        </p:tgtEl>
                                        <p:attrNameLst>
                                          <p:attrName>style.visibility</p:attrName>
                                        </p:attrNameLst>
                                      </p:cBhvr>
                                      <p:to>
                                        <p:strVal val="visible"/>
                                      </p:to>
                                    </p:set>
                                    <p:anim calcmode="lin" valueType="num">
                                      <p:cBhvr additive="base">
                                        <p:cTn id="80" dur="500" fill="hold"/>
                                        <p:tgtEl>
                                          <p:spTgt spid="111"/>
                                        </p:tgtEl>
                                        <p:attrNameLst>
                                          <p:attrName>ppt_x</p:attrName>
                                        </p:attrNameLst>
                                      </p:cBhvr>
                                      <p:tavLst>
                                        <p:tav tm="0">
                                          <p:val>
                                            <p:strVal val="#ppt_x"/>
                                          </p:val>
                                        </p:tav>
                                        <p:tav tm="100000">
                                          <p:val>
                                            <p:strVal val="#ppt_x"/>
                                          </p:val>
                                        </p:tav>
                                      </p:tavLst>
                                    </p:anim>
                                    <p:anim calcmode="lin" valueType="num">
                                      <p:cBhvr additive="base">
                                        <p:cTn id="81"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ldLvl="0" animBg="1" autoUpdateAnimBg="0"/>
      <p:bldP spid="60" grpId="0" bldLvl="0" animBg="1" autoUpdateAnimBg="0"/>
      <p:bldP spid="61" grpId="0" bldLvl="0" animBg="1" autoUpdateAnimBg="0"/>
      <p:bldP spid="62" grpId="0" bldLvl="0" animBg="1" autoUpdateAnimBg="0"/>
      <p:bldP spid="63" grpId="0" bldLvl="0" animBg="1" autoUpdateAnimBg="0"/>
      <p:bldP spid="64" grpId="0" bldLvl="0" animBg="1" autoUpdateAnimBg="0"/>
      <p:bldP spid="102" grpId="0" bldLvl="0" autoUpdateAnimBg="0"/>
      <p:bldP spid="103" grpId="0" bldLvl="0" autoUpdateAnimBg="0"/>
      <p:bldP spid="104" grpId="0"/>
      <p:bldP spid="105" grpId="0"/>
      <p:bldP spid="106" grpId="0"/>
      <p:bldP spid="107" grpId="0"/>
      <p:bldP spid="108" grpId="0"/>
      <p:bldP spid="109" grpId="0"/>
      <p:bldP spid="110" grpId="0"/>
      <p:bldP spid="1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48"/>
          <p:cNvGrpSpPr/>
          <p:nvPr/>
        </p:nvGrpSpPr>
        <p:grpSpPr>
          <a:xfrm>
            <a:off x="6737381" y="2374871"/>
            <a:ext cx="5454620" cy="2455637"/>
            <a:chOff x="5053036" y="1866998"/>
            <a:chExt cx="4090965" cy="1841728"/>
          </a:xfrm>
          <a:gradFill>
            <a:gsLst>
              <a:gs pos="56000">
                <a:srgbClr val="4C7CDA">
                  <a:alpha val="83000"/>
                </a:srgbClr>
              </a:gs>
              <a:gs pos="0">
                <a:srgbClr val="3D5CB6"/>
              </a:gs>
              <a:gs pos="95000">
                <a:srgbClr val="4C7CDA"/>
              </a:gs>
              <a:gs pos="0">
                <a:srgbClr val="4C7CDA">
                  <a:alpha val="34000"/>
                </a:srgbClr>
              </a:gs>
            </a:gsLst>
            <a:lin ang="18900000" scaled="0"/>
          </a:gradFill>
        </p:grpSpPr>
        <p:sp>
          <p:nvSpPr>
            <p:cNvPr id="50" name="任意多边形 49"/>
            <p:cNvSpPr/>
            <p:nvPr/>
          </p:nvSpPr>
          <p:spPr>
            <a:xfrm flipH="1">
              <a:off x="5231631" y="1866998"/>
              <a:ext cx="3912370" cy="1772091"/>
            </a:xfrm>
            <a:custGeom>
              <a:avLst/>
              <a:gdLst>
                <a:gd name="connsiteX0" fmla="*/ 4058363 w 5216493"/>
                <a:gd name="connsiteY0" fmla="*/ 0 h 2362788"/>
                <a:gd name="connsiteX1" fmla="*/ 850234 w 5216493"/>
                <a:gd name="connsiteY1" fmla="*/ 0 h 2362788"/>
                <a:gd name="connsiteX2" fmla="*/ 850234 w 5216493"/>
                <a:gd name="connsiteY2" fmla="*/ 2032 h 2362788"/>
                <a:gd name="connsiteX3" fmla="*/ 0 w 5216493"/>
                <a:gd name="connsiteY3" fmla="*/ 2032 h 2362788"/>
                <a:gd name="connsiteX4" fmla="*/ 0 w 5216493"/>
                <a:gd name="connsiteY4" fmla="*/ 531904 h 2362788"/>
                <a:gd name="connsiteX5" fmla="*/ 1 w 5216493"/>
                <a:gd name="connsiteY5" fmla="*/ 531904 h 2362788"/>
                <a:gd name="connsiteX6" fmla="*/ 1 w 5216493"/>
                <a:gd name="connsiteY6" fmla="*/ 364801 h 2362788"/>
                <a:gd name="connsiteX7" fmla="*/ 850234 w 5216493"/>
                <a:gd name="connsiteY7" fmla="*/ 364801 h 2362788"/>
                <a:gd name="connsiteX8" fmla="*/ 850234 w 5216493"/>
                <a:gd name="connsiteY8" fmla="*/ 2362788 h 2362788"/>
                <a:gd name="connsiteX9" fmla="*/ 850235 w 5216493"/>
                <a:gd name="connsiteY9" fmla="*/ 2362788 h 2362788"/>
                <a:gd name="connsiteX10" fmla="*/ 850235 w 5216493"/>
                <a:gd name="connsiteY10" fmla="*/ 364801 h 2362788"/>
                <a:gd name="connsiteX11" fmla="*/ 1653870 w 5216493"/>
                <a:gd name="connsiteY11" fmla="*/ 364801 h 2362788"/>
                <a:gd name="connsiteX12" fmla="*/ 1653870 w 5216493"/>
                <a:gd name="connsiteY12" fmla="*/ 362769 h 2362788"/>
                <a:gd name="connsiteX13" fmla="*/ 3815944 w 5216493"/>
                <a:gd name="connsiteY13" fmla="*/ 362769 h 2362788"/>
                <a:gd name="connsiteX14" fmla="*/ 4860260 w 5216493"/>
                <a:gd name="connsiteY14" fmla="*/ 1407085 h 2362788"/>
                <a:gd name="connsiteX15" fmla="*/ 4860260 w 5216493"/>
                <a:gd name="connsiteY15" fmla="*/ 2125118 h 2362788"/>
                <a:gd name="connsiteX16" fmla="*/ 5216493 w 5216493"/>
                <a:gd name="connsiteY16" fmla="*/ 2125118 h 2362788"/>
                <a:gd name="connsiteX17" fmla="*/ 5216493 w 5216493"/>
                <a:gd name="connsiteY17" fmla="*/ 1158130 h 2362788"/>
                <a:gd name="connsiteX18" fmla="*/ 4058363 w 5216493"/>
                <a:gd name="connsiteY18" fmla="*/ 0 h 236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216493" h="2362788">
                  <a:moveTo>
                    <a:pt x="4058363" y="0"/>
                  </a:moveTo>
                  <a:lnTo>
                    <a:pt x="850234" y="0"/>
                  </a:lnTo>
                  <a:lnTo>
                    <a:pt x="850234" y="2032"/>
                  </a:lnTo>
                  <a:lnTo>
                    <a:pt x="0" y="2032"/>
                  </a:lnTo>
                  <a:lnTo>
                    <a:pt x="0" y="531904"/>
                  </a:lnTo>
                  <a:lnTo>
                    <a:pt x="1" y="531904"/>
                  </a:lnTo>
                  <a:lnTo>
                    <a:pt x="1" y="364801"/>
                  </a:lnTo>
                  <a:lnTo>
                    <a:pt x="850234" y="364801"/>
                  </a:lnTo>
                  <a:lnTo>
                    <a:pt x="850234" y="2362788"/>
                  </a:lnTo>
                  <a:lnTo>
                    <a:pt x="850235" y="2362788"/>
                  </a:lnTo>
                  <a:lnTo>
                    <a:pt x="850235" y="364801"/>
                  </a:lnTo>
                  <a:lnTo>
                    <a:pt x="1653870" y="364801"/>
                  </a:lnTo>
                  <a:lnTo>
                    <a:pt x="1653870" y="362769"/>
                  </a:lnTo>
                  <a:lnTo>
                    <a:pt x="3815944" y="362769"/>
                  </a:lnTo>
                  <a:cubicBezTo>
                    <a:pt x="4392704" y="362769"/>
                    <a:pt x="4860260" y="830325"/>
                    <a:pt x="4860260" y="1407085"/>
                  </a:cubicBezTo>
                  <a:lnTo>
                    <a:pt x="4860260" y="2125118"/>
                  </a:lnTo>
                  <a:lnTo>
                    <a:pt x="5216493" y="2125118"/>
                  </a:lnTo>
                  <a:lnTo>
                    <a:pt x="5216493" y="1158130"/>
                  </a:lnTo>
                  <a:cubicBezTo>
                    <a:pt x="5216493" y="518512"/>
                    <a:pt x="4697981" y="0"/>
                    <a:pt x="405836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1" name="椭圆 50"/>
            <p:cNvSpPr/>
            <p:nvPr/>
          </p:nvSpPr>
          <p:spPr>
            <a:xfrm>
              <a:off x="5053036" y="3212947"/>
              <a:ext cx="495779" cy="495779"/>
            </a:xfrm>
            <a:prstGeom prst="ellipse">
              <a:avLst/>
            </a:prstGeom>
            <a:gr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2" name="文本框 92"/>
            <p:cNvSpPr txBox="1"/>
            <p:nvPr/>
          </p:nvSpPr>
          <p:spPr>
            <a:xfrm>
              <a:off x="5095740"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01</a:t>
              </a:r>
            </a:p>
          </p:txBody>
        </p:sp>
      </p:grpSp>
      <p:grpSp>
        <p:nvGrpSpPr>
          <p:cNvPr id="53" name="组合 52"/>
          <p:cNvGrpSpPr/>
          <p:nvPr/>
        </p:nvGrpSpPr>
        <p:grpSpPr>
          <a:xfrm>
            <a:off x="7684645" y="3116193"/>
            <a:ext cx="4507353" cy="1714315"/>
            <a:chOff x="5763484" y="2422990"/>
            <a:chExt cx="3380515" cy="1285736"/>
          </a:xfrm>
          <a:gradFill>
            <a:gsLst>
              <a:gs pos="56000">
                <a:srgbClr val="4C7CDA">
                  <a:alpha val="83000"/>
                </a:srgbClr>
              </a:gs>
              <a:gs pos="0">
                <a:srgbClr val="3D5CB6"/>
              </a:gs>
              <a:gs pos="95000">
                <a:srgbClr val="4C7CDA"/>
              </a:gs>
              <a:gs pos="0">
                <a:srgbClr val="4C7CDA">
                  <a:alpha val="34000"/>
                </a:srgbClr>
              </a:gs>
            </a:gsLst>
            <a:lin ang="18900000" scaled="0"/>
          </a:gradFill>
        </p:grpSpPr>
        <p:sp>
          <p:nvSpPr>
            <p:cNvPr id="54" name="任意多边形 53"/>
            <p:cNvSpPr/>
            <p:nvPr/>
          </p:nvSpPr>
          <p:spPr>
            <a:xfrm flipH="1">
              <a:off x="5797656" y="2422990"/>
              <a:ext cx="3346343" cy="1037847"/>
            </a:xfrm>
            <a:custGeom>
              <a:avLst/>
              <a:gdLst>
                <a:gd name="connsiteX0" fmla="*/ 1607999 w 4461791"/>
                <a:gd name="connsiteY0" fmla="*/ 0 h 1383796"/>
                <a:gd name="connsiteX1" fmla="*/ 0 w 4461791"/>
                <a:gd name="connsiteY1" fmla="*/ 0 h 1383796"/>
                <a:gd name="connsiteX2" fmla="*/ 0 w 4461791"/>
                <a:gd name="connsiteY2" fmla="*/ 566646 h 1383796"/>
                <a:gd name="connsiteX3" fmla="*/ 1 w 4461791"/>
                <a:gd name="connsiteY3" fmla="*/ 566646 h 1383796"/>
                <a:gd name="connsiteX4" fmla="*/ 1 w 4461791"/>
                <a:gd name="connsiteY4" fmla="*/ 387946 h 1383796"/>
                <a:gd name="connsiteX5" fmla="*/ 1603034 w 4461791"/>
                <a:gd name="connsiteY5" fmla="*/ 387946 h 1383796"/>
                <a:gd name="connsiteX6" fmla="*/ 1603034 w 4461791"/>
                <a:gd name="connsiteY6" fmla="*/ 384898 h 1383796"/>
                <a:gd name="connsiteX7" fmla="*/ 3653197 w 4461791"/>
                <a:gd name="connsiteY7" fmla="*/ 384898 h 1383796"/>
                <a:gd name="connsiteX8" fmla="*/ 4068091 w 4461791"/>
                <a:gd name="connsiteY8" fmla="*/ 799792 h 1383796"/>
                <a:gd name="connsiteX9" fmla="*/ 4068091 w 4461791"/>
                <a:gd name="connsiteY9" fmla="*/ 1383796 h 1383796"/>
                <a:gd name="connsiteX10" fmla="*/ 4461791 w 4461791"/>
                <a:gd name="connsiteY10" fmla="*/ 1383796 h 1383796"/>
                <a:gd name="connsiteX11" fmla="*/ 4461791 w 4461791"/>
                <a:gd name="connsiteY11" fmla="*/ 701914 h 1383796"/>
                <a:gd name="connsiteX12" fmla="*/ 3763050 w 4461791"/>
                <a:gd name="connsiteY12" fmla="*/ 3173 h 1383796"/>
                <a:gd name="connsiteX13" fmla="*/ 1607733 w 4461791"/>
                <a:gd name="connsiteY13" fmla="*/ 3173 h 138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1791" h="1383796">
                  <a:moveTo>
                    <a:pt x="1607999" y="0"/>
                  </a:moveTo>
                  <a:lnTo>
                    <a:pt x="0" y="0"/>
                  </a:lnTo>
                  <a:lnTo>
                    <a:pt x="0" y="566646"/>
                  </a:lnTo>
                  <a:lnTo>
                    <a:pt x="1" y="566646"/>
                  </a:lnTo>
                  <a:lnTo>
                    <a:pt x="1" y="387946"/>
                  </a:lnTo>
                  <a:lnTo>
                    <a:pt x="1603034" y="387946"/>
                  </a:lnTo>
                  <a:lnTo>
                    <a:pt x="1603034" y="384898"/>
                  </a:lnTo>
                  <a:lnTo>
                    <a:pt x="3653197" y="384898"/>
                  </a:lnTo>
                  <a:cubicBezTo>
                    <a:pt x="3882337" y="384898"/>
                    <a:pt x="4068091" y="570652"/>
                    <a:pt x="4068091" y="799792"/>
                  </a:cubicBezTo>
                  <a:lnTo>
                    <a:pt x="4068091" y="1383796"/>
                  </a:lnTo>
                  <a:lnTo>
                    <a:pt x="4461791" y="1383796"/>
                  </a:lnTo>
                  <a:lnTo>
                    <a:pt x="4461791" y="701914"/>
                  </a:lnTo>
                  <a:cubicBezTo>
                    <a:pt x="4461791" y="316010"/>
                    <a:pt x="4148954" y="3173"/>
                    <a:pt x="3763050" y="3173"/>
                  </a:cubicBezTo>
                  <a:lnTo>
                    <a:pt x="1607733" y="3173"/>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5" name="椭圆 54"/>
            <p:cNvSpPr/>
            <p:nvPr/>
          </p:nvSpPr>
          <p:spPr>
            <a:xfrm>
              <a:off x="5763484" y="3212947"/>
              <a:ext cx="495779" cy="495779"/>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6" name="文本框 100"/>
            <p:cNvSpPr txBox="1"/>
            <p:nvPr/>
          </p:nvSpPr>
          <p:spPr>
            <a:xfrm>
              <a:off x="5843734"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03</a:t>
              </a:r>
            </a:p>
          </p:txBody>
        </p:sp>
      </p:grpSp>
      <p:grpSp>
        <p:nvGrpSpPr>
          <p:cNvPr id="57" name="组合 56"/>
          <p:cNvGrpSpPr/>
          <p:nvPr/>
        </p:nvGrpSpPr>
        <p:grpSpPr>
          <a:xfrm>
            <a:off x="7229031" y="2737640"/>
            <a:ext cx="4962967" cy="2092868"/>
            <a:chOff x="5421773" y="2139075"/>
            <a:chExt cx="3722225" cy="1569651"/>
          </a:xfrm>
          <a:gradFill>
            <a:gsLst>
              <a:gs pos="56000">
                <a:srgbClr val="4C7CDA">
                  <a:alpha val="83000"/>
                </a:srgbClr>
              </a:gs>
              <a:gs pos="0">
                <a:srgbClr val="3D5CB6"/>
              </a:gs>
              <a:gs pos="95000">
                <a:srgbClr val="4C7CDA"/>
              </a:gs>
              <a:gs pos="0">
                <a:srgbClr val="4C7CDA">
                  <a:alpha val="34000"/>
                </a:srgbClr>
              </a:gs>
            </a:gsLst>
            <a:lin ang="13500000" scaled="0"/>
          </a:gradFill>
        </p:grpSpPr>
        <p:sp>
          <p:nvSpPr>
            <p:cNvPr id="58" name="任意多边形 57"/>
            <p:cNvSpPr/>
            <p:nvPr/>
          </p:nvSpPr>
          <p:spPr>
            <a:xfrm flipH="1">
              <a:off x="5498806" y="2139075"/>
              <a:ext cx="3645192" cy="1321762"/>
            </a:xfrm>
            <a:custGeom>
              <a:avLst/>
              <a:gdLst>
                <a:gd name="connsiteX0" fmla="*/ 3815940 w 4860256"/>
                <a:gd name="connsiteY0" fmla="*/ 0 h 1762349"/>
                <a:gd name="connsiteX1" fmla="*/ 990598 w 4860256"/>
                <a:gd name="connsiteY1" fmla="*/ 0 h 1762349"/>
                <a:gd name="connsiteX2" fmla="*/ 850231 w 4860256"/>
                <a:gd name="connsiteY2" fmla="*/ 0 h 1762349"/>
                <a:gd name="connsiteX3" fmla="*/ 0 w 4860256"/>
                <a:gd name="connsiteY3" fmla="*/ 0 h 1762349"/>
                <a:gd name="connsiteX4" fmla="*/ 0 w 4860256"/>
                <a:gd name="connsiteY4" fmla="*/ 395925 h 1762349"/>
                <a:gd name="connsiteX5" fmla="*/ 990598 w 4860256"/>
                <a:gd name="connsiteY5" fmla="*/ 395925 h 1762349"/>
                <a:gd name="connsiteX6" fmla="*/ 990598 w 4860256"/>
                <a:gd name="connsiteY6" fmla="*/ 392340 h 1762349"/>
                <a:gd name="connsiteX7" fmla="*/ 3763050 w 4860256"/>
                <a:gd name="connsiteY7" fmla="*/ 392340 h 1762349"/>
                <a:gd name="connsiteX8" fmla="*/ 4461791 w 4860256"/>
                <a:gd name="connsiteY8" fmla="*/ 1091081 h 1762349"/>
                <a:gd name="connsiteX9" fmla="*/ 4461791 w 4860256"/>
                <a:gd name="connsiteY9" fmla="*/ 1762349 h 1762349"/>
                <a:gd name="connsiteX10" fmla="*/ 4860256 w 4860256"/>
                <a:gd name="connsiteY10" fmla="*/ 1762349 h 1762349"/>
                <a:gd name="connsiteX11" fmla="*/ 4860256 w 4860256"/>
                <a:gd name="connsiteY11" fmla="*/ 1044316 h 1762349"/>
                <a:gd name="connsiteX12" fmla="*/ 3815940 w 4860256"/>
                <a:gd name="connsiteY12" fmla="*/ 0 h 176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60256" h="1762349">
                  <a:moveTo>
                    <a:pt x="3815940" y="0"/>
                  </a:moveTo>
                  <a:lnTo>
                    <a:pt x="990598" y="0"/>
                  </a:lnTo>
                  <a:lnTo>
                    <a:pt x="850231" y="0"/>
                  </a:lnTo>
                  <a:lnTo>
                    <a:pt x="0" y="0"/>
                  </a:lnTo>
                  <a:lnTo>
                    <a:pt x="0" y="395925"/>
                  </a:lnTo>
                  <a:lnTo>
                    <a:pt x="990598" y="395925"/>
                  </a:lnTo>
                  <a:lnTo>
                    <a:pt x="990598" y="392340"/>
                  </a:lnTo>
                  <a:lnTo>
                    <a:pt x="3763050" y="392340"/>
                  </a:lnTo>
                  <a:cubicBezTo>
                    <a:pt x="4148954" y="392340"/>
                    <a:pt x="4461791" y="705177"/>
                    <a:pt x="4461791" y="1091081"/>
                  </a:cubicBezTo>
                  <a:lnTo>
                    <a:pt x="4461791" y="1762349"/>
                  </a:lnTo>
                  <a:lnTo>
                    <a:pt x="4860256" y="1762349"/>
                  </a:lnTo>
                  <a:lnTo>
                    <a:pt x="4860256" y="1044316"/>
                  </a:lnTo>
                  <a:cubicBezTo>
                    <a:pt x="4860256" y="467556"/>
                    <a:pt x="4392700" y="0"/>
                    <a:pt x="381594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59" name="椭圆 58"/>
            <p:cNvSpPr/>
            <p:nvPr/>
          </p:nvSpPr>
          <p:spPr>
            <a:xfrm>
              <a:off x="5421773" y="3212947"/>
              <a:ext cx="495779" cy="495779"/>
            </a:xfrm>
            <a:prstGeom prst="ellipse">
              <a:avLst/>
            </a:prstGeom>
            <a:gradFill>
              <a:gsLst>
                <a:gs pos="56000">
                  <a:srgbClr val="4C7CDA">
                    <a:alpha val="83000"/>
                  </a:srgbClr>
                </a:gs>
                <a:gs pos="0">
                  <a:srgbClr val="3D5CB6"/>
                </a:gs>
                <a:gs pos="95000">
                  <a:srgbClr val="4C7CDA"/>
                </a:gs>
                <a:gs pos="0">
                  <a:srgbClr val="4C7CDA">
                    <a:alpha val="34000"/>
                  </a:srgbClr>
                </a:gs>
              </a:gsLst>
              <a:lin ang="135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chemeClr val="bg1"/>
                </a:solidFill>
                <a:cs typeface="+mn-ea"/>
                <a:sym typeface="+mn-lt"/>
              </a:endParaRPr>
            </a:p>
          </p:txBody>
        </p:sp>
        <p:sp>
          <p:nvSpPr>
            <p:cNvPr id="60" name="文本框 93"/>
            <p:cNvSpPr txBox="1"/>
            <p:nvPr/>
          </p:nvSpPr>
          <p:spPr>
            <a:xfrm>
              <a:off x="5468050" y="3320198"/>
              <a:ext cx="410370" cy="299085"/>
            </a:xfrm>
            <a:prstGeom prst="rect">
              <a:avLst/>
            </a:prstGeom>
            <a:noFill/>
          </p:spPr>
          <p:txBody>
            <a:bodyPr wrap="square" lIns="91440" tIns="45720" rIns="91440" bIns="45720" rtlCol="0">
              <a:spAutoFit/>
            </a:bodyPr>
            <a:lstStyle/>
            <a:p>
              <a:pPr algn="ctr"/>
              <a:r>
                <a:rPr lang="en-US" altLang="zh-CN" sz="2000" dirty="0">
                  <a:solidFill>
                    <a:schemeClr val="bg1"/>
                  </a:solidFill>
                  <a:cs typeface="+mn-ea"/>
                  <a:sym typeface="+mn-lt"/>
                </a:rPr>
                <a:t>02</a:t>
              </a:r>
            </a:p>
          </p:txBody>
        </p:sp>
      </p:grpSp>
      <p:sp>
        <p:nvSpPr>
          <p:cNvPr id="61" name="任意多边形 60"/>
          <p:cNvSpPr/>
          <p:nvPr/>
        </p:nvSpPr>
        <p:spPr>
          <a:xfrm>
            <a:off x="4509169" y="2311240"/>
            <a:ext cx="2971800" cy="508000"/>
          </a:xfrm>
          <a:custGeom>
            <a:avLst/>
            <a:gdLst>
              <a:gd name="connsiteX0" fmla="*/ 2971800 w 2971800"/>
              <a:gd name="connsiteY0" fmla="*/ 508000 h 508000"/>
              <a:gd name="connsiteX1" fmla="*/ 622300 w 2971800"/>
              <a:gd name="connsiteY1" fmla="*/ 508000 h 508000"/>
              <a:gd name="connsiteX2" fmla="*/ 622300 w 2971800"/>
              <a:gd name="connsiteY2" fmla="*/ 0 h 508000"/>
              <a:gd name="connsiteX3" fmla="*/ 0 w 2971800"/>
              <a:gd name="connsiteY3" fmla="*/ 0 h 508000"/>
            </a:gdLst>
            <a:ahLst/>
            <a:cxnLst>
              <a:cxn ang="0">
                <a:pos x="connsiteX0" y="connsiteY0"/>
              </a:cxn>
              <a:cxn ang="0">
                <a:pos x="connsiteX1" y="connsiteY1"/>
              </a:cxn>
              <a:cxn ang="0">
                <a:pos x="connsiteX2" y="connsiteY2"/>
              </a:cxn>
              <a:cxn ang="0">
                <a:pos x="connsiteX3" y="connsiteY3"/>
              </a:cxn>
            </a:cxnLst>
            <a:rect l="l" t="t" r="r" b="b"/>
            <a:pathLst>
              <a:path w="2971800" h="508000">
                <a:moveTo>
                  <a:pt x="2971800" y="508000"/>
                </a:moveTo>
                <a:lnTo>
                  <a:pt x="622300" y="508000"/>
                </a:lnTo>
                <a:lnTo>
                  <a:pt x="622300" y="0"/>
                </a:lnTo>
                <a:lnTo>
                  <a:pt x="0" y="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564B45"/>
              </a:solidFill>
              <a:cs typeface="+mn-ea"/>
              <a:sym typeface="+mn-lt"/>
            </a:endParaRPr>
          </a:p>
        </p:txBody>
      </p:sp>
      <p:sp>
        <p:nvSpPr>
          <p:cNvPr id="62" name="任意多边形 61"/>
          <p:cNvSpPr/>
          <p:nvPr/>
        </p:nvSpPr>
        <p:spPr>
          <a:xfrm>
            <a:off x="4509169" y="3550760"/>
            <a:ext cx="3517900" cy="584200"/>
          </a:xfrm>
          <a:custGeom>
            <a:avLst/>
            <a:gdLst>
              <a:gd name="connsiteX0" fmla="*/ 3517900 w 3517900"/>
              <a:gd name="connsiteY0" fmla="*/ 0 h 584200"/>
              <a:gd name="connsiteX1" fmla="*/ 609600 w 3517900"/>
              <a:gd name="connsiteY1" fmla="*/ 0 h 584200"/>
              <a:gd name="connsiteX2" fmla="*/ 609600 w 3517900"/>
              <a:gd name="connsiteY2" fmla="*/ 584200 h 584200"/>
              <a:gd name="connsiteX3" fmla="*/ 0 w 3517900"/>
              <a:gd name="connsiteY3" fmla="*/ 584200 h 584200"/>
            </a:gdLst>
            <a:ahLst/>
            <a:cxnLst>
              <a:cxn ang="0">
                <a:pos x="connsiteX0" y="connsiteY0"/>
              </a:cxn>
              <a:cxn ang="0">
                <a:pos x="connsiteX1" y="connsiteY1"/>
              </a:cxn>
              <a:cxn ang="0">
                <a:pos x="connsiteX2" y="connsiteY2"/>
              </a:cxn>
              <a:cxn ang="0">
                <a:pos x="connsiteX3" y="connsiteY3"/>
              </a:cxn>
            </a:cxnLst>
            <a:rect l="l" t="t" r="r" b="b"/>
            <a:pathLst>
              <a:path w="3517900" h="584200">
                <a:moveTo>
                  <a:pt x="3517900" y="0"/>
                </a:moveTo>
                <a:lnTo>
                  <a:pt x="609600" y="0"/>
                </a:lnTo>
                <a:lnTo>
                  <a:pt x="609600" y="584200"/>
                </a:lnTo>
                <a:lnTo>
                  <a:pt x="0" y="58420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ln>
                <a:solidFill>
                  <a:srgbClr val="8FA3A4"/>
                </a:solidFill>
              </a:ln>
              <a:solidFill>
                <a:srgbClr val="564B45"/>
              </a:solidFill>
              <a:cs typeface="+mn-ea"/>
              <a:sym typeface="+mn-lt"/>
            </a:endParaRPr>
          </a:p>
        </p:txBody>
      </p:sp>
      <p:sp>
        <p:nvSpPr>
          <p:cNvPr id="63" name="任意多边形 62"/>
          <p:cNvSpPr/>
          <p:nvPr/>
        </p:nvSpPr>
        <p:spPr>
          <a:xfrm>
            <a:off x="4509169" y="3210400"/>
            <a:ext cx="3225800" cy="0"/>
          </a:xfrm>
          <a:custGeom>
            <a:avLst/>
            <a:gdLst>
              <a:gd name="connsiteX0" fmla="*/ 3225800 w 3225800"/>
              <a:gd name="connsiteY0" fmla="*/ 0 h 0"/>
              <a:gd name="connsiteX1" fmla="*/ 0 w 3225800"/>
              <a:gd name="connsiteY1" fmla="*/ 0 h 0"/>
            </a:gdLst>
            <a:ahLst/>
            <a:cxnLst>
              <a:cxn ang="0">
                <a:pos x="connsiteX0" y="connsiteY0"/>
              </a:cxn>
              <a:cxn ang="0">
                <a:pos x="connsiteX1" y="connsiteY1"/>
              </a:cxn>
            </a:cxnLst>
            <a:rect l="l" t="t" r="r" b="b"/>
            <a:pathLst>
              <a:path w="3225800">
                <a:moveTo>
                  <a:pt x="3225800" y="0"/>
                </a:moveTo>
                <a:lnTo>
                  <a:pt x="0" y="0"/>
                </a:lnTo>
              </a:path>
            </a:pathLst>
          </a:custGeom>
          <a:noFill/>
          <a:ln w="12700">
            <a:gradFill>
              <a:gsLst>
                <a:gs pos="0">
                  <a:srgbClr val="4C7CDA">
                    <a:alpha val="53000"/>
                  </a:srgbClr>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564B45"/>
              </a:solidFill>
              <a:cs typeface="+mn-ea"/>
              <a:sym typeface="+mn-lt"/>
            </a:endParaRPr>
          </a:p>
        </p:txBody>
      </p:sp>
      <p:grpSp>
        <p:nvGrpSpPr>
          <p:cNvPr id="64" name="组合 63"/>
          <p:cNvGrpSpPr/>
          <p:nvPr/>
        </p:nvGrpSpPr>
        <p:grpSpPr>
          <a:xfrm>
            <a:off x="2436685" y="1988840"/>
            <a:ext cx="1971729" cy="811874"/>
            <a:chOff x="3447030" y="3890565"/>
            <a:chExt cx="1971730" cy="811874"/>
          </a:xfrm>
        </p:grpSpPr>
        <p:sp>
          <p:nvSpPr>
            <p:cNvPr id="65"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66"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sp>
        <p:nvSpPr>
          <p:cNvPr id="67" name="椭圆 66"/>
          <p:cNvSpPr/>
          <p:nvPr/>
        </p:nvSpPr>
        <p:spPr>
          <a:xfrm>
            <a:off x="4467259" y="2272188"/>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68" name="椭圆 67"/>
          <p:cNvSpPr/>
          <p:nvPr/>
        </p:nvSpPr>
        <p:spPr>
          <a:xfrm>
            <a:off x="4467259" y="3166813"/>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69" name="椭圆 68"/>
          <p:cNvSpPr/>
          <p:nvPr/>
        </p:nvSpPr>
        <p:spPr>
          <a:xfrm>
            <a:off x="4467259" y="4093643"/>
            <a:ext cx="83820" cy="83820"/>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0" name="椭圆 69"/>
          <p:cNvSpPr/>
          <p:nvPr/>
        </p:nvSpPr>
        <p:spPr>
          <a:xfrm>
            <a:off x="1787899" y="2010768"/>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1" name="椭圆 70"/>
          <p:cNvSpPr/>
          <p:nvPr/>
        </p:nvSpPr>
        <p:spPr>
          <a:xfrm>
            <a:off x="1787899" y="2907957"/>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2" name="椭圆 71"/>
          <p:cNvSpPr/>
          <p:nvPr/>
        </p:nvSpPr>
        <p:spPr>
          <a:xfrm>
            <a:off x="1787899" y="3832032"/>
            <a:ext cx="600944" cy="600944"/>
          </a:xfrm>
          <a:prstGeom prst="ellipse">
            <a:avLst/>
          </a:prstGeom>
          <a:gradFill>
            <a:gsLst>
              <a:gs pos="56000">
                <a:srgbClr val="4C7CDA">
                  <a:alpha val="83000"/>
                </a:srgbClr>
              </a:gs>
              <a:gs pos="0">
                <a:srgbClr val="3D5CB6"/>
              </a:gs>
              <a:gs pos="95000">
                <a:srgbClr val="4C7CDA"/>
              </a:gs>
              <a:gs pos="0">
                <a:srgbClr val="4C7CDA">
                  <a:alpha val="34000"/>
                </a:srgbClr>
              </a:gs>
            </a:gsLst>
            <a:lin ang="18900000" scaled="0"/>
          </a:gradFill>
          <a:ln w="19050">
            <a:noFill/>
          </a:ln>
          <a:effectLst>
            <a:outerShdw blurRad="2540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400">
              <a:solidFill>
                <a:srgbClr val="171C3D"/>
              </a:solidFill>
              <a:cs typeface="+mn-ea"/>
              <a:sym typeface="+mn-lt"/>
            </a:endParaRPr>
          </a:p>
        </p:txBody>
      </p:sp>
      <p:sp>
        <p:nvSpPr>
          <p:cNvPr id="73" name="椭圆 70"/>
          <p:cNvSpPr/>
          <p:nvPr/>
        </p:nvSpPr>
        <p:spPr>
          <a:xfrm>
            <a:off x="1936301" y="2127943"/>
            <a:ext cx="304139" cy="366595"/>
          </a:xfrm>
          <a:custGeom>
            <a:avLst/>
            <a:gdLst/>
            <a:ahLst/>
            <a:cxnLst/>
            <a:rect l="l" t="t" r="r" b="b"/>
            <a:pathLst>
              <a:path w="1674290" h="2018114">
                <a:moveTo>
                  <a:pt x="307141" y="691642"/>
                </a:moveTo>
                <a:lnTo>
                  <a:pt x="1378912" y="691642"/>
                </a:lnTo>
                <a:lnTo>
                  <a:pt x="1369387" y="1458335"/>
                </a:lnTo>
                <a:cubicBezTo>
                  <a:pt x="1369387" y="1541769"/>
                  <a:pt x="1301750" y="1609406"/>
                  <a:pt x="1218316" y="1609406"/>
                </a:cubicBezTo>
                <a:lnTo>
                  <a:pt x="1158892" y="1609406"/>
                </a:lnTo>
                <a:lnTo>
                  <a:pt x="1158892" y="1898352"/>
                </a:lnTo>
                <a:cubicBezTo>
                  <a:pt x="1158892" y="1964495"/>
                  <a:pt x="1105273" y="2018114"/>
                  <a:pt x="1039130" y="2018114"/>
                </a:cubicBezTo>
                <a:cubicBezTo>
                  <a:pt x="972987" y="2018114"/>
                  <a:pt x="919368" y="1964495"/>
                  <a:pt x="919368" y="1898352"/>
                </a:cubicBezTo>
                <a:lnTo>
                  <a:pt x="919368" y="1609406"/>
                </a:lnTo>
                <a:lnTo>
                  <a:pt x="765901" y="1609406"/>
                </a:lnTo>
                <a:lnTo>
                  <a:pt x="765901" y="1898351"/>
                </a:lnTo>
                <a:cubicBezTo>
                  <a:pt x="765901" y="1964494"/>
                  <a:pt x="712282" y="2018113"/>
                  <a:pt x="646139" y="2018113"/>
                </a:cubicBezTo>
                <a:cubicBezTo>
                  <a:pt x="579996" y="2018113"/>
                  <a:pt x="526377" y="1964494"/>
                  <a:pt x="526377" y="1898351"/>
                </a:cubicBezTo>
                <a:lnTo>
                  <a:pt x="526377" y="1609406"/>
                </a:lnTo>
                <a:lnTo>
                  <a:pt x="458213" y="1609406"/>
                </a:lnTo>
                <a:cubicBezTo>
                  <a:pt x="374779" y="1609406"/>
                  <a:pt x="307141" y="1541769"/>
                  <a:pt x="307141" y="1458335"/>
                </a:cubicBezTo>
                <a:lnTo>
                  <a:pt x="307141" y="1156202"/>
                </a:lnTo>
                <a:lnTo>
                  <a:pt x="307141" y="854070"/>
                </a:lnTo>
                <a:close/>
                <a:moveTo>
                  <a:pt x="1554528" y="683951"/>
                </a:moveTo>
                <a:cubicBezTo>
                  <a:pt x="1620671" y="683951"/>
                  <a:pt x="1674290" y="737570"/>
                  <a:pt x="1674290" y="803713"/>
                </a:cubicBezTo>
                <a:lnTo>
                  <a:pt x="1674290" y="1299148"/>
                </a:lnTo>
                <a:cubicBezTo>
                  <a:pt x="1674290" y="1365291"/>
                  <a:pt x="1620671" y="1418910"/>
                  <a:pt x="1554528" y="1418910"/>
                </a:cubicBezTo>
                <a:cubicBezTo>
                  <a:pt x="1488385" y="1418910"/>
                  <a:pt x="1434766" y="1365291"/>
                  <a:pt x="1434766" y="1299148"/>
                </a:cubicBezTo>
                <a:lnTo>
                  <a:pt x="1434766" y="803713"/>
                </a:lnTo>
                <a:cubicBezTo>
                  <a:pt x="1434766" y="737570"/>
                  <a:pt x="1488385" y="683951"/>
                  <a:pt x="1554528" y="683951"/>
                </a:cubicBezTo>
                <a:close/>
                <a:moveTo>
                  <a:pt x="119762" y="683950"/>
                </a:moveTo>
                <a:cubicBezTo>
                  <a:pt x="185905" y="683950"/>
                  <a:pt x="239524" y="737569"/>
                  <a:pt x="239524" y="803712"/>
                </a:cubicBezTo>
                <a:lnTo>
                  <a:pt x="239524" y="1299147"/>
                </a:lnTo>
                <a:cubicBezTo>
                  <a:pt x="239524" y="1365290"/>
                  <a:pt x="185905" y="1418909"/>
                  <a:pt x="119762" y="1418909"/>
                </a:cubicBezTo>
                <a:cubicBezTo>
                  <a:pt x="53619" y="1418909"/>
                  <a:pt x="0" y="1365290"/>
                  <a:pt x="0" y="1299147"/>
                </a:cubicBezTo>
                <a:lnTo>
                  <a:pt x="0" y="803712"/>
                </a:lnTo>
                <a:cubicBezTo>
                  <a:pt x="0" y="737569"/>
                  <a:pt x="53619" y="683950"/>
                  <a:pt x="119762" y="683950"/>
                </a:cubicBezTo>
                <a:close/>
                <a:moveTo>
                  <a:pt x="1058285" y="381191"/>
                </a:moveTo>
                <a:cubicBezTo>
                  <a:pt x="1028091" y="381191"/>
                  <a:pt x="1003614" y="405668"/>
                  <a:pt x="1003614" y="435862"/>
                </a:cubicBezTo>
                <a:cubicBezTo>
                  <a:pt x="1003614" y="466056"/>
                  <a:pt x="1028091" y="490533"/>
                  <a:pt x="1058285" y="490533"/>
                </a:cubicBezTo>
                <a:cubicBezTo>
                  <a:pt x="1088479" y="490533"/>
                  <a:pt x="1112956" y="466056"/>
                  <a:pt x="1112956" y="435862"/>
                </a:cubicBezTo>
                <a:cubicBezTo>
                  <a:pt x="1112956" y="405668"/>
                  <a:pt x="1088479" y="381191"/>
                  <a:pt x="1058285" y="381191"/>
                </a:cubicBezTo>
                <a:close/>
                <a:moveTo>
                  <a:pt x="620445" y="381191"/>
                </a:moveTo>
                <a:cubicBezTo>
                  <a:pt x="590251" y="381191"/>
                  <a:pt x="565774" y="405668"/>
                  <a:pt x="565774" y="435862"/>
                </a:cubicBezTo>
                <a:cubicBezTo>
                  <a:pt x="565774" y="466056"/>
                  <a:pt x="590251" y="490533"/>
                  <a:pt x="620445" y="490533"/>
                </a:cubicBezTo>
                <a:cubicBezTo>
                  <a:pt x="650639" y="490533"/>
                  <a:pt x="675116" y="466056"/>
                  <a:pt x="675116" y="435862"/>
                </a:cubicBezTo>
                <a:cubicBezTo>
                  <a:pt x="675116" y="405668"/>
                  <a:pt x="650639" y="381191"/>
                  <a:pt x="620445" y="381191"/>
                </a:cubicBezTo>
                <a:close/>
                <a:moveTo>
                  <a:pt x="508384" y="1373"/>
                </a:moveTo>
                <a:cubicBezTo>
                  <a:pt x="515956" y="3701"/>
                  <a:pt x="522639" y="8917"/>
                  <a:pt x="526639" y="16470"/>
                </a:cubicBezTo>
                <a:lnTo>
                  <a:pt x="615978" y="185144"/>
                </a:lnTo>
                <a:cubicBezTo>
                  <a:pt x="687009" y="148129"/>
                  <a:pt x="767930" y="128483"/>
                  <a:pt x="853439" y="128483"/>
                </a:cubicBezTo>
                <a:cubicBezTo>
                  <a:pt x="932860" y="128483"/>
                  <a:pt x="1008322" y="145431"/>
                  <a:pt x="1075718" y="177325"/>
                </a:cubicBezTo>
                <a:lnTo>
                  <a:pt x="1150798" y="40824"/>
                </a:lnTo>
                <a:cubicBezTo>
                  <a:pt x="1154917" y="33335"/>
                  <a:pt x="1161682" y="28224"/>
                  <a:pt x="1169289" y="26016"/>
                </a:cubicBezTo>
                <a:cubicBezTo>
                  <a:pt x="1176896" y="23808"/>
                  <a:pt x="1185346" y="24501"/>
                  <a:pt x="1192835" y="28621"/>
                </a:cubicBezTo>
                <a:cubicBezTo>
                  <a:pt x="1207813" y="36859"/>
                  <a:pt x="1213277" y="55680"/>
                  <a:pt x="1205038" y="70658"/>
                </a:cubicBezTo>
                <a:lnTo>
                  <a:pt x="1130773" y="205677"/>
                </a:lnTo>
                <a:cubicBezTo>
                  <a:pt x="1280708" y="293097"/>
                  <a:pt x="1383706" y="450928"/>
                  <a:pt x="1395615" y="633899"/>
                </a:cubicBezTo>
                <a:lnTo>
                  <a:pt x="311263" y="633899"/>
                </a:lnTo>
                <a:cubicBezTo>
                  <a:pt x="322782" y="456918"/>
                  <a:pt x="419524" y="303459"/>
                  <a:pt x="560939" y="213488"/>
                </a:cubicBezTo>
                <a:lnTo>
                  <a:pt x="471935" y="45445"/>
                </a:lnTo>
                <a:cubicBezTo>
                  <a:pt x="463934" y="30339"/>
                  <a:pt x="469694" y="11606"/>
                  <a:pt x="484800" y="3605"/>
                </a:cubicBezTo>
                <a:cubicBezTo>
                  <a:pt x="492353" y="-395"/>
                  <a:pt x="500812" y="-955"/>
                  <a:pt x="508384" y="1373"/>
                </a:cubicBezTo>
                <a:close/>
              </a:path>
            </a:pathLst>
          </a:cu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400" dirty="0">
              <a:solidFill>
                <a:srgbClr val="171C3D"/>
              </a:solidFill>
              <a:cs typeface="+mn-ea"/>
              <a:sym typeface="+mn-lt"/>
            </a:endParaRPr>
          </a:p>
        </p:txBody>
      </p:sp>
      <p:grpSp>
        <p:nvGrpSpPr>
          <p:cNvPr id="74" name="组合 73"/>
          <p:cNvGrpSpPr/>
          <p:nvPr/>
        </p:nvGrpSpPr>
        <p:grpSpPr>
          <a:xfrm>
            <a:off x="1936301" y="3074280"/>
            <a:ext cx="287749" cy="289711"/>
            <a:chOff x="3771900" y="3200400"/>
            <a:chExt cx="2011680" cy="2025396"/>
          </a:xfrm>
          <a:solidFill>
            <a:schemeClr val="bg1"/>
          </a:solidFill>
        </p:grpSpPr>
        <p:sp>
          <p:nvSpPr>
            <p:cNvPr id="75" name="任意多边形 74"/>
            <p:cNvSpPr/>
            <p:nvPr/>
          </p:nvSpPr>
          <p:spPr>
            <a:xfrm>
              <a:off x="3775166" y="3370217"/>
              <a:ext cx="770708" cy="796834"/>
            </a:xfrm>
            <a:custGeom>
              <a:avLst/>
              <a:gdLst>
                <a:gd name="connsiteX0" fmla="*/ 0 w 770708"/>
                <a:gd name="connsiteY0" fmla="*/ 104503 h 796834"/>
                <a:gd name="connsiteX1" fmla="*/ 0 w 770708"/>
                <a:gd name="connsiteY1" fmla="*/ 796834 h 796834"/>
                <a:gd name="connsiteX2" fmla="*/ 770708 w 770708"/>
                <a:gd name="connsiteY2" fmla="*/ 770709 h 796834"/>
                <a:gd name="connsiteX3" fmla="*/ 770708 w 770708"/>
                <a:gd name="connsiteY3" fmla="*/ 0 h 796834"/>
                <a:gd name="connsiteX4" fmla="*/ 0 w 770708"/>
                <a:gd name="connsiteY4" fmla="*/ 104503 h 796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708" h="796834">
                  <a:moveTo>
                    <a:pt x="0" y="104503"/>
                  </a:moveTo>
                  <a:lnTo>
                    <a:pt x="0" y="796834"/>
                  </a:lnTo>
                  <a:lnTo>
                    <a:pt x="770708" y="770709"/>
                  </a:lnTo>
                  <a:lnTo>
                    <a:pt x="770708" y="0"/>
                  </a:lnTo>
                  <a:lnTo>
                    <a:pt x="0" y="104503"/>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6" name="任意多边形 75"/>
            <p:cNvSpPr/>
            <p:nvPr/>
          </p:nvSpPr>
          <p:spPr>
            <a:xfrm>
              <a:off x="4704588" y="3200400"/>
              <a:ext cx="1078992" cy="937260"/>
            </a:xfrm>
            <a:custGeom>
              <a:avLst/>
              <a:gdLst>
                <a:gd name="connsiteX0" fmla="*/ 0 w 1078992"/>
                <a:gd name="connsiteY0" fmla="*/ 155448 h 937260"/>
                <a:gd name="connsiteX1" fmla="*/ 1078992 w 1078992"/>
                <a:gd name="connsiteY1" fmla="*/ 0 h 937260"/>
                <a:gd name="connsiteX2" fmla="*/ 1078992 w 1078992"/>
                <a:gd name="connsiteY2" fmla="*/ 928116 h 937260"/>
                <a:gd name="connsiteX3" fmla="*/ 9144 w 1078992"/>
                <a:gd name="connsiteY3" fmla="*/ 937260 h 937260"/>
                <a:gd name="connsiteX4" fmla="*/ 0 w 1078992"/>
                <a:gd name="connsiteY4" fmla="*/ 155448 h 937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992" h="937260">
                  <a:moveTo>
                    <a:pt x="0" y="155448"/>
                  </a:moveTo>
                  <a:lnTo>
                    <a:pt x="1078992" y="0"/>
                  </a:lnTo>
                  <a:lnTo>
                    <a:pt x="1078992" y="928116"/>
                  </a:lnTo>
                  <a:lnTo>
                    <a:pt x="9144" y="937260"/>
                  </a:lnTo>
                  <a:lnTo>
                    <a:pt x="0" y="155448"/>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7" name="任意多边形 76"/>
            <p:cNvSpPr/>
            <p:nvPr/>
          </p:nvSpPr>
          <p:spPr>
            <a:xfrm>
              <a:off x="3771900" y="4279392"/>
              <a:ext cx="772668" cy="786384"/>
            </a:xfrm>
            <a:custGeom>
              <a:avLst/>
              <a:gdLst>
                <a:gd name="connsiteX0" fmla="*/ 0 w 772668"/>
                <a:gd name="connsiteY0" fmla="*/ 0 h 786384"/>
                <a:gd name="connsiteX1" fmla="*/ 772668 w 772668"/>
                <a:gd name="connsiteY1" fmla="*/ 13716 h 786384"/>
                <a:gd name="connsiteX2" fmla="*/ 772668 w 772668"/>
                <a:gd name="connsiteY2" fmla="*/ 786384 h 786384"/>
                <a:gd name="connsiteX3" fmla="*/ 4572 w 772668"/>
                <a:gd name="connsiteY3" fmla="*/ 667512 h 786384"/>
                <a:gd name="connsiteX4" fmla="*/ 0 w 772668"/>
                <a:gd name="connsiteY4" fmla="*/ 0 h 786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668" h="786384">
                  <a:moveTo>
                    <a:pt x="0" y="0"/>
                  </a:moveTo>
                  <a:lnTo>
                    <a:pt x="772668" y="13716"/>
                  </a:lnTo>
                  <a:lnTo>
                    <a:pt x="772668" y="786384"/>
                  </a:lnTo>
                  <a:lnTo>
                    <a:pt x="4572" y="667512"/>
                  </a:lnTo>
                  <a:lnTo>
                    <a:pt x="0" y="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sp>
          <p:nvSpPr>
            <p:cNvPr id="78" name="任意多边形 77"/>
            <p:cNvSpPr/>
            <p:nvPr/>
          </p:nvSpPr>
          <p:spPr>
            <a:xfrm>
              <a:off x="4704587" y="4293109"/>
              <a:ext cx="1076201" cy="932687"/>
            </a:xfrm>
            <a:custGeom>
              <a:avLst/>
              <a:gdLst>
                <a:gd name="connsiteX0" fmla="*/ 0 w 1092708"/>
                <a:gd name="connsiteY0" fmla="*/ 0 h 932688"/>
                <a:gd name="connsiteX1" fmla="*/ 0 w 1092708"/>
                <a:gd name="connsiteY1" fmla="*/ 795528 h 932688"/>
                <a:gd name="connsiteX2" fmla="*/ 1092708 w 1092708"/>
                <a:gd name="connsiteY2" fmla="*/ 932688 h 932688"/>
                <a:gd name="connsiteX3" fmla="*/ 1092708 w 1092708"/>
                <a:gd name="connsiteY3" fmla="*/ 9144 h 932688"/>
                <a:gd name="connsiteX4" fmla="*/ 0 w 1092708"/>
                <a:gd name="connsiteY4" fmla="*/ 0 h 93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708" h="932688">
                  <a:moveTo>
                    <a:pt x="0" y="0"/>
                  </a:moveTo>
                  <a:lnTo>
                    <a:pt x="0" y="795528"/>
                  </a:lnTo>
                  <a:lnTo>
                    <a:pt x="1092708" y="932688"/>
                  </a:lnTo>
                  <a:lnTo>
                    <a:pt x="1092708" y="9144"/>
                  </a:lnTo>
                  <a:lnTo>
                    <a:pt x="0" y="0"/>
                  </a:lnTo>
                  <a:close/>
                </a:path>
              </a:pathLst>
            </a:cu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171C3D"/>
                </a:solidFill>
                <a:cs typeface="+mn-ea"/>
                <a:sym typeface="+mn-lt"/>
              </a:endParaRPr>
            </a:p>
          </p:txBody>
        </p:sp>
      </p:grpSp>
      <p:grpSp>
        <p:nvGrpSpPr>
          <p:cNvPr id="79" name="组合 78"/>
          <p:cNvGrpSpPr/>
          <p:nvPr/>
        </p:nvGrpSpPr>
        <p:grpSpPr>
          <a:xfrm>
            <a:off x="1948281" y="3967032"/>
            <a:ext cx="280179" cy="337748"/>
            <a:chOff x="4141788" y="809625"/>
            <a:chExt cx="3600450" cy="4340225"/>
          </a:xfrm>
          <a:solidFill>
            <a:schemeClr val="bg1"/>
          </a:solidFill>
        </p:grpSpPr>
        <p:sp>
          <p:nvSpPr>
            <p:cNvPr id="80" name="Freeform 7"/>
            <p:cNvSpPr/>
            <p:nvPr/>
          </p:nvSpPr>
          <p:spPr bwMode="auto">
            <a:xfrm>
              <a:off x="4141788" y="1774825"/>
              <a:ext cx="3600450" cy="3375025"/>
            </a:xfrm>
            <a:custGeom>
              <a:avLst/>
              <a:gdLst>
                <a:gd name="T0" fmla="*/ 923 w 958"/>
                <a:gd name="T1" fmla="*/ 114 h 898"/>
                <a:gd name="T2" fmla="*/ 721 w 958"/>
                <a:gd name="T3" fmla="*/ 0 h 898"/>
                <a:gd name="T4" fmla="*/ 508 w 958"/>
                <a:gd name="T5" fmla="*/ 65 h 898"/>
                <a:gd name="T6" fmla="*/ 326 w 958"/>
                <a:gd name="T7" fmla="*/ 3 h 898"/>
                <a:gd name="T8" fmla="*/ 0 w 958"/>
                <a:gd name="T9" fmla="*/ 341 h 898"/>
                <a:gd name="T10" fmla="*/ 107 w 958"/>
                <a:gd name="T11" fmla="*/ 734 h 898"/>
                <a:gd name="T12" fmla="*/ 301 w 958"/>
                <a:gd name="T13" fmla="*/ 898 h 898"/>
                <a:gd name="T14" fmla="*/ 494 w 958"/>
                <a:gd name="T15" fmla="*/ 849 h 898"/>
                <a:gd name="T16" fmla="*/ 681 w 958"/>
                <a:gd name="T17" fmla="*/ 894 h 898"/>
                <a:gd name="T18" fmla="*/ 958 w 958"/>
                <a:gd name="T19" fmla="*/ 583 h 898"/>
                <a:gd name="T20" fmla="*/ 956 w 958"/>
                <a:gd name="T21" fmla="*/ 567 h 898"/>
                <a:gd name="T22" fmla="*/ 956 w 958"/>
                <a:gd name="T23" fmla="*/ 559 h 898"/>
                <a:gd name="T24" fmla="*/ 812 w 958"/>
                <a:gd name="T25" fmla="*/ 327 h 898"/>
                <a:gd name="T26" fmla="*/ 920 w 958"/>
                <a:gd name="T27" fmla="*/ 116 h 898"/>
                <a:gd name="T28" fmla="*/ 923 w 958"/>
                <a:gd name="T29" fmla="*/ 114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8" h="898">
                  <a:moveTo>
                    <a:pt x="923" y="114"/>
                  </a:moveTo>
                  <a:cubicBezTo>
                    <a:pt x="877" y="57"/>
                    <a:pt x="816" y="0"/>
                    <a:pt x="721" y="0"/>
                  </a:cubicBezTo>
                  <a:cubicBezTo>
                    <a:pt x="655" y="0"/>
                    <a:pt x="599" y="65"/>
                    <a:pt x="508" y="65"/>
                  </a:cubicBezTo>
                  <a:cubicBezTo>
                    <a:pt x="435" y="65"/>
                    <a:pt x="405" y="3"/>
                    <a:pt x="326" y="3"/>
                  </a:cubicBezTo>
                  <a:cubicBezTo>
                    <a:pt x="162" y="3"/>
                    <a:pt x="0" y="150"/>
                    <a:pt x="0" y="341"/>
                  </a:cubicBezTo>
                  <a:cubicBezTo>
                    <a:pt x="0" y="442"/>
                    <a:pt x="33" y="598"/>
                    <a:pt x="107" y="734"/>
                  </a:cubicBezTo>
                  <a:cubicBezTo>
                    <a:pt x="161" y="834"/>
                    <a:pt x="227" y="898"/>
                    <a:pt x="301" y="898"/>
                  </a:cubicBezTo>
                  <a:cubicBezTo>
                    <a:pt x="355" y="898"/>
                    <a:pt x="418" y="849"/>
                    <a:pt x="494" y="849"/>
                  </a:cubicBezTo>
                  <a:cubicBezTo>
                    <a:pt x="560" y="849"/>
                    <a:pt x="621" y="894"/>
                    <a:pt x="681" y="894"/>
                  </a:cubicBezTo>
                  <a:cubicBezTo>
                    <a:pt x="825" y="894"/>
                    <a:pt x="958" y="707"/>
                    <a:pt x="958" y="583"/>
                  </a:cubicBezTo>
                  <a:cubicBezTo>
                    <a:pt x="958" y="576"/>
                    <a:pt x="956" y="572"/>
                    <a:pt x="956" y="567"/>
                  </a:cubicBezTo>
                  <a:cubicBezTo>
                    <a:pt x="956" y="559"/>
                    <a:pt x="956" y="559"/>
                    <a:pt x="956" y="559"/>
                  </a:cubicBezTo>
                  <a:cubicBezTo>
                    <a:pt x="863" y="509"/>
                    <a:pt x="812" y="434"/>
                    <a:pt x="812" y="327"/>
                  </a:cubicBezTo>
                  <a:cubicBezTo>
                    <a:pt x="812" y="240"/>
                    <a:pt x="850" y="164"/>
                    <a:pt x="920" y="116"/>
                  </a:cubicBezTo>
                  <a:cubicBezTo>
                    <a:pt x="923" y="114"/>
                    <a:pt x="923" y="114"/>
                    <a:pt x="923" y="114"/>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171C3D"/>
                </a:solidFill>
                <a:cs typeface="+mn-ea"/>
                <a:sym typeface="+mn-lt"/>
              </a:endParaRPr>
            </a:p>
          </p:txBody>
        </p:sp>
        <p:sp>
          <p:nvSpPr>
            <p:cNvPr id="81" name="Freeform 8"/>
            <p:cNvSpPr/>
            <p:nvPr/>
          </p:nvSpPr>
          <p:spPr bwMode="auto">
            <a:xfrm>
              <a:off x="6021388" y="809625"/>
              <a:ext cx="792163" cy="1135063"/>
            </a:xfrm>
            <a:custGeom>
              <a:avLst/>
              <a:gdLst>
                <a:gd name="T0" fmla="*/ 5 w 211"/>
                <a:gd name="T1" fmla="*/ 302 h 302"/>
                <a:gd name="T2" fmla="*/ 211 w 211"/>
                <a:gd name="T3" fmla="*/ 47 h 302"/>
                <a:gd name="T4" fmla="*/ 208 w 211"/>
                <a:gd name="T5" fmla="*/ 6 h 302"/>
                <a:gd name="T6" fmla="*/ 207 w 211"/>
                <a:gd name="T7" fmla="*/ 0 h 302"/>
                <a:gd name="T8" fmla="*/ 0 w 211"/>
                <a:gd name="T9" fmla="*/ 249 h 302"/>
                <a:gd name="T10" fmla="*/ 5 w 211"/>
                <a:gd name="T11" fmla="*/ 295 h 302"/>
                <a:gd name="T12" fmla="*/ 5 w 211"/>
                <a:gd name="T13" fmla="*/ 302 h 302"/>
              </a:gdLst>
              <a:ahLst/>
              <a:cxnLst>
                <a:cxn ang="0">
                  <a:pos x="T0" y="T1"/>
                </a:cxn>
                <a:cxn ang="0">
                  <a:pos x="T2" y="T3"/>
                </a:cxn>
                <a:cxn ang="0">
                  <a:pos x="T4" y="T5"/>
                </a:cxn>
                <a:cxn ang="0">
                  <a:pos x="T6" y="T7"/>
                </a:cxn>
                <a:cxn ang="0">
                  <a:pos x="T8" y="T9"/>
                </a:cxn>
                <a:cxn ang="0">
                  <a:pos x="T10" y="T11"/>
                </a:cxn>
                <a:cxn ang="0">
                  <a:pos x="T12" y="T13"/>
                </a:cxn>
              </a:cxnLst>
              <a:rect l="0" t="0" r="r" b="b"/>
              <a:pathLst>
                <a:path w="211" h="302">
                  <a:moveTo>
                    <a:pt x="5" y="302"/>
                  </a:moveTo>
                  <a:cubicBezTo>
                    <a:pt x="112" y="268"/>
                    <a:pt x="211" y="188"/>
                    <a:pt x="211" y="47"/>
                  </a:cubicBezTo>
                  <a:cubicBezTo>
                    <a:pt x="211" y="36"/>
                    <a:pt x="210" y="22"/>
                    <a:pt x="208" y="6"/>
                  </a:cubicBezTo>
                  <a:cubicBezTo>
                    <a:pt x="207" y="0"/>
                    <a:pt x="207" y="0"/>
                    <a:pt x="207" y="0"/>
                  </a:cubicBezTo>
                  <a:cubicBezTo>
                    <a:pt x="98" y="30"/>
                    <a:pt x="0" y="115"/>
                    <a:pt x="0" y="249"/>
                  </a:cubicBezTo>
                  <a:cubicBezTo>
                    <a:pt x="0" y="262"/>
                    <a:pt x="1" y="278"/>
                    <a:pt x="5" y="295"/>
                  </a:cubicBezTo>
                  <a:cubicBezTo>
                    <a:pt x="5" y="302"/>
                    <a:pt x="5" y="302"/>
                    <a:pt x="5" y="302"/>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171C3D"/>
                </a:solidFill>
                <a:cs typeface="+mn-ea"/>
                <a:sym typeface="+mn-lt"/>
              </a:endParaRPr>
            </a:p>
          </p:txBody>
        </p:sp>
      </p:grpSp>
      <p:grpSp>
        <p:nvGrpSpPr>
          <p:cNvPr id="82" name="组合 81"/>
          <p:cNvGrpSpPr/>
          <p:nvPr/>
        </p:nvGrpSpPr>
        <p:grpSpPr>
          <a:xfrm>
            <a:off x="2436685" y="2821376"/>
            <a:ext cx="1971729" cy="811874"/>
            <a:chOff x="3447030" y="3890565"/>
            <a:chExt cx="1971730" cy="811874"/>
          </a:xfrm>
        </p:grpSpPr>
        <p:sp>
          <p:nvSpPr>
            <p:cNvPr id="83"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84"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grpSp>
        <p:nvGrpSpPr>
          <p:cNvPr id="85" name="组合 84"/>
          <p:cNvGrpSpPr/>
          <p:nvPr/>
        </p:nvGrpSpPr>
        <p:grpSpPr>
          <a:xfrm>
            <a:off x="2436685" y="3786289"/>
            <a:ext cx="1971729" cy="811874"/>
            <a:chOff x="3447030" y="3890565"/>
            <a:chExt cx="1971730" cy="811874"/>
          </a:xfrm>
        </p:grpSpPr>
        <p:sp>
          <p:nvSpPr>
            <p:cNvPr id="86" name="文本框 111"/>
            <p:cNvSpPr txBox="1"/>
            <p:nvPr/>
          </p:nvSpPr>
          <p:spPr>
            <a:xfrm>
              <a:off x="3451161" y="3890565"/>
              <a:ext cx="1725052" cy="378460"/>
            </a:xfrm>
            <a:prstGeom prst="rect">
              <a:avLst/>
            </a:prstGeom>
            <a:noFill/>
          </p:spPr>
          <p:txBody>
            <a:bodyPr wrap="square" rtlCol="0">
              <a:spAutoFit/>
            </a:bodyPr>
            <a:lstStyle/>
            <a:p>
              <a:r>
                <a:rPr lang="zh-CN" altLang="en-US" sz="1865" dirty="0">
                  <a:solidFill>
                    <a:srgbClr val="171C3D"/>
                  </a:solidFill>
                  <a:cs typeface="+mn-ea"/>
                  <a:sym typeface="+mn-lt"/>
                </a:rPr>
                <a:t>标题文字</a:t>
              </a:r>
            </a:p>
          </p:txBody>
        </p:sp>
        <p:sp>
          <p:nvSpPr>
            <p:cNvPr id="87" name="文本框 112"/>
            <p:cNvSpPr txBox="1"/>
            <p:nvPr/>
          </p:nvSpPr>
          <p:spPr>
            <a:xfrm>
              <a:off x="3447030" y="4180469"/>
              <a:ext cx="1971730" cy="521970"/>
            </a:xfrm>
            <a:prstGeom prst="rect">
              <a:avLst/>
            </a:prstGeom>
            <a:noFill/>
          </p:spPr>
          <p:txBody>
            <a:bodyPr wrap="square" rtlCol="0">
              <a:spAutoFit/>
            </a:bodyPr>
            <a:lstStyle/>
            <a:p>
              <a:pPr algn="just"/>
              <a:r>
                <a:rPr lang="zh-CN" altLang="en-US" sz="1400" kern="0" dirty="0">
                  <a:solidFill>
                    <a:srgbClr val="171C3D"/>
                  </a:solidFill>
                  <a:cs typeface="+mn-ea"/>
                  <a:sym typeface="+mn-lt"/>
                </a:rPr>
                <a:t>单击此处可添加文本单击此处可添加文本</a:t>
              </a:r>
            </a:p>
          </p:txBody>
        </p:sp>
      </p:grpSp>
      <p:sp>
        <p:nvSpPr>
          <p:cNvPr id="88" name="TextBox 154"/>
          <p:cNvSpPr txBox="1"/>
          <p:nvPr/>
        </p:nvSpPr>
        <p:spPr>
          <a:xfrm>
            <a:off x="1583499" y="5501269"/>
            <a:ext cx="8928992" cy="607695"/>
          </a:xfrm>
          <a:prstGeom prst="rect">
            <a:avLst/>
          </a:prstGeom>
          <a:noFill/>
        </p:spPr>
        <p:txBody>
          <a:bodyPr wrap="square" rtlCol="0">
            <a:spAutoFit/>
          </a:bodyPr>
          <a:lstStyle/>
          <a:p>
            <a:pPr>
              <a:lnSpc>
                <a:spcPct val="120000"/>
              </a:lnSpc>
            </a:pPr>
            <a:r>
              <a:rPr lang="zh-CN" altLang="en-US" sz="1400" spc="-10" dirty="0">
                <a:solidFill>
                  <a:schemeClr val="dk1">
                    <a:lumMod val="100000"/>
                  </a:schemeClr>
                </a:solidFill>
                <a:cs typeface="+mn-ea"/>
                <a:sym typeface="+mn-lt"/>
              </a:rPr>
              <a:t>请输入内容请输入文字内容请输入内容请输入文字内容请输入内容请输入文字内容请输入内容请输入文字内容请输入内容请输入文字内容请输入内容请输入文字内容请输入内容请输入文字内容请输入内容请</a:t>
            </a:r>
          </a:p>
        </p:txBody>
      </p:sp>
      <p:sp>
        <p:nvSpPr>
          <p:cNvPr id="89" name="TextBox 155"/>
          <p:cNvSpPr txBox="1"/>
          <p:nvPr/>
        </p:nvSpPr>
        <p:spPr>
          <a:xfrm>
            <a:off x="1583499" y="5081997"/>
            <a:ext cx="2739423" cy="420370"/>
          </a:xfrm>
          <a:prstGeom prst="rect">
            <a:avLst/>
          </a:prstGeom>
          <a:noFill/>
        </p:spPr>
        <p:txBody>
          <a:bodyPr wrap="square" rtlCol="0">
            <a:spAutoFit/>
          </a:bodyPr>
          <a:lstStyle/>
          <a:p>
            <a:r>
              <a:rPr lang="zh-CN" altLang="en-US" sz="2135" spc="-10" dirty="0">
                <a:solidFill>
                  <a:schemeClr val="dk1">
                    <a:lumMod val="100000"/>
                  </a:schemeClr>
                </a:solidFill>
                <a:cs typeface="+mn-ea"/>
                <a:sym typeface="+mn-lt"/>
              </a:rPr>
              <a:t>标题文字内容</a:t>
            </a:r>
          </a:p>
        </p:txBody>
      </p:sp>
      <p:grpSp>
        <p:nvGrpSpPr>
          <p:cNvPr id="2" name="组合 1"/>
          <p:cNvGrpSpPr/>
          <p:nvPr/>
        </p:nvGrpSpPr>
        <p:grpSpPr>
          <a:xfrm>
            <a:off x="324485" y="164465"/>
            <a:ext cx="2987040" cy="675640"/>
            <a:chOff x="511" y="375"/>
            <a:chExt cx="4704" cy="1064"/>
          </a:xfrm>
        </p:grpSpPr>
        <p:grpSp>
          <p:nvGrpSpPr>
            <p:cNvPr id="24" name="组合 23"/>
            <p:cNvGrpSpPr/>
            <p:nvPr/>
          </p:nvGrpSpPr>
          <p:grpSpPr>
            <a:xfrm>
              <a:off x="511" y="375"/>
              <a:ext cx="1536" cy="1064"/>
              <a:chOff x="2514" y="555"/>
              <a:chExt cx="1779" cy="1232"/>
            </a:xfrm>
          </p:grpSpPr>
          <p:sp>
            <p:nvSpPr>
              <p:cNvPr id="25" name="圆角矩形 2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28" name="圆角矩形 27"/>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29" name="文本框 28"/>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500"/>
                                        <p:tgtEl>
                                          <p:spTgt spid="49"/>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right)">
                                      <p:cBhvr>
                                        <p:cTn id="11" dur="500"/>
                                        <p:tgtEl>
                                          <p:spTgt spid="57"/>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wipe(right)">
                                      <p:cBhvr>
                                        <p:cTn id="15" dur="500"/>
                                        <p:tgtEl>
                                          <p:spTgt spid="53"/>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wipe(right)">
                                      <p:cBhvr>
                                        <p:cTn id="19" dur="500"/>
                                        <p:tgtEl>
                                          <p:spTgt spid="61"/>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wipe(right)">
                                      <p:cBhvr>
                                        <p:cTn id="22" dur="500"/>
                                        <p:tgtEl>
                                          <p:spTgt spid="62"/>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wipe(right)">
                                      <p:cBhvr>
                                        <p:cTn id="25" dur="500"/>
                                        <p:tgtEl>
                                          <p:spTgt spid="63"/>
                                        </p:tgtEl>
                                      </p:cBhvr>
                                    </p:animEffect>
                                  </p:childTnLst>
                                </p:cTn>
                              </p:par>
                            </p:childTnLst>
                          </p:cTn>
                        </p:par>
                        <p:par>
                          <p:cTn id="26" fill="hold">
                            <p:stCondLst>
                              <p:cond delay="2000"/>
                            </p:stCondLst>
                            <p:childTnLst>
                              <p:par>
                                <p:cTn id="27" presetID="2" presetClass="entr" presetSubtype="8" fill="hold" grpId="0" nodeType="afterEffect">
                                  <p:stCondLst>
                                    <p:cond delay="0"/>
                                  </p:stCondLst>
                                  <p:childTnLst>
                                    <p:set>
                                      <p:cBhvr>
                                        <p:cTn id="28" dur="1" fill="hold">
                                          <p:stCondLst>
                                            <p:cond delay="0"/>
                                          </p:stCondLst>
                                        </p:cTn>
                                        <p:tgtEl>
                                          <p:spTgt spid="67"/>
                                        </p:tgtEl>
                                        <p:attrNameLst>
                                          <p:attrName>style.visibility</p:attrName>
                                        </p:attrNameLst>
                                      </p:cBhvr>
                                      <p:to>
                                        <p:strVal val="visible"/>
                                      </p:to>
                                    </p:set>
                                    <p:anim calcmode="lin" valueType="num">
                                      <p:cBhvr additive="base">
                                        <p:cTn id="29" dur="500" fill="hold"/>
                                        <p:tgtEl>
                                          <p:spTgt spid="67"/>
                                        </p:tgtEl>
                                        <p:attrNameLst>
                                          <p:attrName>ppt_x</p:attrName>
                                        </p:attrNameLst>
                                      </p:cBhvr>
                                      <p:tavLst>
                                        <p:tav tm="0">
                                          <p:val>
                                            <p:strVal val="0-#ppt_w/2"/>
                                          </p:val>
                                        </p:tav>
                                        <p:tav tm="100000">
                                          <p:val>
                                            <p:strVal val="#ppt_x"/>
                                          </p:val>
                                        </p:tav>
                                      </p:tavLst>
                                    </p:anim>
                                    <p:anim calcmode="lin" valueType="num">
                                      <p:cBhvr additive="base">
                                        <p:cTn id="30" dur="500" fill="hold"/>
                                        <p:tgtEl>
                                          <p:spTgt spid="67"/>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anim calcmode="lin" valueType="num">
                                      <p:cBhvr additive="base">
                                        <p:cTn id="33" dur="500" fill="hold"/>
                                        <p:tgtEl>
                                          <p:spTgt spid="68"/>
                                        </p:tgtEl>
                                        <p:attrNameLst>
                                          <p:attrName>ppt_x</p:attrName>
                                        </p:attrNameLst>
                                      </p:cBhvr>
                                      <p:tavLst>
                                        <p:tav tm="0">
                                          <p:val>
                                            <p:strVal val="0-#ppt_w/2"/>
                                          </p:val>
                                        </p:tav>
                                        <p:tav tm="100000">
                                          <p:val>
                                            <p:strVal val="#ppt_x"/>
                                          </p:val>
                                        </p:tav>
                                      </p:tavLst>
                                    </p:anim>
                                    <p:anim calcmode="lin" valueType="num">
                                      <p:cBhvr additive="base">
                                        <p:cTn id="34" dur="500" fill="hold"/>
                                        <p:tgtEl>
                                          <p:spTgt spid="68"/>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 calcmode="lin" valueType="num">
                                      <p:cBhvr additive="base">
                                        <p:cTn id="37" dur="500" fill="hold"/>
                                        <p:tgtEl>
                                          <p:spTgt spid="69"/>
                                        </p:tgtEl>
                                        <p:attrNameLst>
                                          <p:attrName>ppt_x</p:attrName>
                                        </p:attrNameLst>
                                      </p:cBhvr>
                                      <p:tavLst>
                                        <p:tav tm="0">
                                          <p:val>
                                            <p:strVal val="0-#ppt_w/2"/>
                                          </p:val>
                                        </p:tav>
                                        <p:tav tm="100000">
                                          <p:val>
                                            <p:strVal val="#ppt_x"/>
                                          </p:val>
                                        </p:tav>
                                      </p:tavLst>
                                    </p:anim>
                                    <p:anim calcmode="lin" valueType="num">
                                      <p:cBhvr additive="base">
                                        <p:cTn id="38" dur="500" fill="hold"/>
                                        <p:tgtEl>
                                          <p:spTgt spid="69"/>
                                        </p:tgtEl>
                                        <p:attrNameLst>
                                          <p:attrName>ppt_y</p:attrName>
                                        </p:attrNameLst>
                                      </p:cBhvr>
                                      <p:tavLst>
                                        <p:tav tm="0">
                                          <p:val>
                                            <p:strVal val="#ppt_y"/>
                                          </p:val>
                                        </p:tav>
                                        <p:tav tm="100000">
                                          <p:val>
                                            <p:strVal val="#ppt_y"/>
                                          </p:val>
                                        </p:tav>
                                      </p:tavLst>
                                    </p:anim>
                                  </p:childTnLst>
                                </p:cTn>
                              </p:par>
                              <p:par>
                                <p:cTn id="39" presetID="2" presetClass="entr" presetSubtype="8"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anim calcmode="lin" valueType="num">
                                      <p:cBhvr additive="base">
                                        <p:cTn id="41" dur="500" fill="hold"/>
                                        <p:tgtEl>
                                          <p:spTgt spid="64"/>
                                        </p:tgtEl>
                                        <p:attrNameLst>
                                          <p:attrName>ppt_x</p:attrName>
                                        </p:attrNameLst>
                                      </p:cBhvr>
                                      <p:tavLst>
                                        <p:tav tm="0">
                                          <p:val>
                                            <p:strVal val="0-#ppt_w/2"/>
                                          </p:val>
                                        </p:tav>
                                        <p:tav tm="100000">
                                          <p:val>
                                            <p:strVal val="#ppt_x"/>
                                          </p:val>
                                        </p:tav>
                                      </p:tavLst>
                                    </p:anim>
                                    <p:anim calcmode="lin" valueType="num">
                                      <p:cBhvr additive="base">
                                        <p:cTn id="42" dur="500" fill="hold"/>
                                        <p:tgtEl>
                                          <p:spTgt spid="64"/>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70"/>
                                        </p:tgtEl>
                                        <p:attrNameLst>
                                          <p:attrName>style.visibility</p:attrName>
                                        </p:attrNameLst>
                                      </p:cBhvr>
                                      <p:to>
                                        <p:strVal val="visible"/>
                                      </p:to>
                                    </p:set>
                                    <p:anim calcmode="lin" valueType="num">
                                      <p:cBhvr additive="base">
                                        <p:cTn id="45" dur="500" fill="hold"/>
                                        <p:tgtEl>
                                          <p:spTgt spid="70"/>
                                        </p:tgtEl>
                                        <p:attrNameLst>
                                          <p:attrName>ppt_x</p:attrName>
                                        </p:attrNameLst>
                                      </p:cBhvr>
                                      <p:tavLst>
                                        <p:tav tm="0">
                                          <p:val>
                                            <p:strVal val="0-#ppt_w/2"/>
                                          </p:val>
                                        </p:tav>
                                        <p:tav tm="100000">
                                          <p:val>
                                            <p:strVal val="#ppt_x"/>
                                          </p:val>
                                        </p:tav>
                                      </p:tavLst>
                                    </p:anim>
                                    <p:anim calcmode="lin" valueType="num">
                                      <p:cBhvr additive="base">
                                        <p:cTn id="46" dur="500" fill="hold"/>
                                        <p:tgtEl>
                                          <p:spTgt spid="70"/>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 calcmode="lin" valueType="num">
                                      <p:cBhvr additive="base">
                                        <p:cTn id="49" dur="500" fill="hold"/>
                                        <p:tgtEl>
                                          <p:spTgt spid="71"/>
                                        </p:tgtEl>
                                        <p:attrNameLst>
                                          <p:attrName>ppt_x</p:attrName>
                                        </p:attrNameLst>
                                      </p:cBhvr>
                                      <p:tavLst>
                                        <p:tav tm="0">
                                          <p:val>
                                            <p:strVal val="0-#ppt_w/2"/>
                                          </p:val>
                                        </p:tav>
                                        <p:tav tm="100000">
                                          <p:val>
                                            <p:strVal val="#ppt_x"/>
                                          </p:val>
                                        </p:tav>
                                      </p:tavLst>
                                    </p:anim>
                                    <p:anim calcmode="lin" valueType="num">
                                      <p:cBhvr additive="base">
                                        <p:cTn id="50" dur="500" fill="hold"/>
                                        <p:tgtEl>
                                          <p:spTgt spid="71"/>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anim calcmode="lin" valueType="num">
                                      <p:cBhvr additive="base">
                                        <p:cTn id="53" dur="500" fill="hold"/>
                                        <p:tgtEl>
                                          <p:spTgt spid="72"/>
                                        </p:tgtEl>
                                        <p:attrNameLst>
                                          <p:attrName>ppt_x</p:attrName>
                                        </p:attrNameLst>
                                      </p:cBhvr>
                                      <p:tavLst>
                                        <p:tav tm="0">
                                          <p:val>
                                            <p:strVal val="0-#ppt_w/2"/>
                                          </p:val>
                                        </p:tav>
                                        <p:tav tm="100000">
                                          <p:val>
                                            <p:strVal val="#ppt_x"/>
                                          </p:val>
                                        </p:tav>
                                      </p:tavLst>
                                    </p:anim>
                                    <p:anim calcmode="lin" valueType="num">
                                      <p:cBhvr additive="base">
                                        <p:cTn id="54" dur="500" fill="hold"/>
                                        <p:tgtEl>
                                          <p:spTgt spid="72"/>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73"/>
                                        </p:tgtEl>
                                        <p:attrNameLst>
                                          <p:attrName>style.visibility</p:attrName>
                                        </p:attrNameLst>
                                      </p:cBhvr>
                                      <p:to>
                                        <p:strVal val="visible"/>
                                      </p:to>
                                    </p:set>
                                    <p:anim calcmode="lin" valueType="num">
                                      <p:cBhvr additive="base">
                                        <p:cTn id="57" dur="500" fill="hold"/>
                                        <p:tgtEl>
                                          <p:spTgt spid="73"/>
                                        </p:tgtEl>
                                        <p:attrNameLst>
                                          <p:attrName>ppt_x</p:attrName>
                                        </p:attrNameLst>
                                      </p:cBhvr>
                                      <p:tavLst>
                                        <p:tav tm="0">
                                          <p:val>
                                            <p:strVal val="0-#ppt_w/2"/>
                                          </p:val>
                                        </p:tav>
                                        <p:tav tm="100000">
                                          <p:val>
                                            <p:strVal val="#ppt_x"/>
                                          </p:val>
                                        </p:tav>
                                      </p:tavLst>
                                    </p:anim>
                                    <p:anim calcmode="lin" valueType="num">
                                      <p:cBhvr additive="base">
                                        <p:cTn id="58" dur="500" fill="hold"/>
                                        <p:tgtEl>
                                          <p:spTgt spid="73"/>
                                        </p:tgtEl>
                                        <p:attrNameLst>
                                          <p:attrName>ppt_y</p:attrName>
                                        </p:attrNameLst>
                                      </p:cBhvr>
                                      <p:tavLst>
                                        <p:tav tm="0">
                                          <p:val>
                                            <p:strVal val="#ppt_y"/>
                                          </p:val>
                                        </p:tav>
                                        <p:tav tm="100000">
                                          <p:val>
                                            <p:strVal val="#ppt_y"/>
                                          </p:val>
                                        </p:tav>
                                      </p:tavLst>
                                    </p:anim>
                                  </p:childTnLst>
                                </p:cTn>
                              </p:par>
                              <p:par>
                                <p:cTn id="59" presetID="2" presetClass="entr" presetSubtype="8" fill="hold" nodeType="withEffect">
                                  <p:stCondLst>
                                    <p:cond delay="0"/>
                                  </p:stCondLst>
                                  <p:childTnLst>
                                    <p:set>
                                      <p:cBhvr>
                                        <p:cTn id="60" dur="1" fill="hold">
                                          <p:stCondLst>
                                            <p:cond delay="0"/>
                                          </p:stCondLst>
                                        </p:cTn>
                                        <p:tgtEl>
                                          <p:spTgt spid="74"/>
                                        </p:tgtEl>
                                        <p:attrNameLst>
                                          <p:attrName>style.visibility</p:attrName>
                                        </p:attrNameLst>
                                      </p:cBhvr>
                                      <p:to>
                                        <p:strVal val="visible"/>
                                      </p:to>
                                    </p:set>
                                    <p:anim calcmode="lin" valueType="num">
                                      <p:cBhvr additive="base">
                                        <p:cTn id="61" dur="500" fill="hold"/>
                                        <p:tgtEl>
                                          <p:spTgt spid="74"/>
                                        </p:tgtEl>
                                        <p:attrNameLst>
                                          <p:attrName>ppt_x</p:attrName>
                                        </p:attrNameLst>
                                      </p:cBhvr>
                                      <p:tavLst>
                                        <p:tav tm="0">
                                          <p:val>
                                            <p:strVal val="0-#ppt_w/2"/>
                                          </p:val>
                                        </p:tav>
                                        <p:tav tm="100000">
                                          <p:val>
                                            <p:strVal val="#ppt_x"/>
                                          </p:val>
                                        </p:tav>
                                      </p:tavLst>
                                    </p:anim>
                                    <p:anim calcmode="lin" valueType="num">
                                      <p:cBhvr additive="base">
                                        <p:cTn id="62" dur="500" fill="hold"/>
                                        <p:tgtEl>
                                          <p:spTgt spid="74"/>
                                        </p:tgtEl>
                                        <p:attrNameLst>
                                          <p:attrName>ppt_y</p:attrName>
                                        </p:attrNameLst>
                                      </p:cBhvr>
                                      <p:tavLst>
                                        <p:tav tm="0">
                                          <p:val>
                                            <p:strVal val="#ppt_y"/>
                                          </p:val>
                                        </p:tav>
                                        <p:tav tm="100000">
                                          <p:val>
                                            <p:strVal val="#ppt_y"/>
                                          </p:val>
                                        </p:tav>
                                      </p:tavLst>
                                    </p:anim>
                                  </p:childTnLst>
                                </p:cTn>
                              </p:par>
                              <p:par>
                                <p:cTn id="63" presetID="2" presetClass="entr" presetSubtype="8" fill="hold" nodeType="withEffect">
                                  <p:stCondLst>
                                    <p:cond delay="0"/>
                                  </p:stCondLst>
                                  <p:childTnLst>
                                    <p:set>
                                      <p:cBhvr>
                                        <p:cTn id="64" dur="1" fill="hold">
                                          <p:stCondLst>
                                            <p:cond delay="0"/>
                                          </p:stCondLst>
                                        </p:cTn>
                                        <p:tgtEl>
                                          <p:spTgt spid="79"/>
                                        </p:tgtEl>
                                        <p:attrNameLst>
                                          <p:attrName>style.visibility</p:attrName>
                                        </p:attrNameLst>
                                      </p:cBhvr>
                                      <p:to>
                                        <p:strVal val="visible"/>
                                      </p:to>
                                    </p:set>
                                    <p:anim calcmode="lin" valueType="num">
                                      <p:cBhvr additive="base">
                                        <p:cTn id="65" dur="500" fill="hold"/>
                                        <p:tgtEl>
                                          <p:spTgt spid="79"/>
                                        </p:tgtEl>
                                        <p:attrNameLst>
                                          <p:attrName>ppt_x</p:attrName>
                                        </p:attrNameLst>
                                      </p:cBhvr>
                                      <p:tavLst>
                                        <p:tav tm="0">
                                          <p:val>
                                            <p:strVal val="0-#ppt_w/2"/>
                                          </p:val>
                                        </p:tav>
                                        <p:tav tm="100000">
                                          <p:val>
                                            <p:strVal val="#ppt_x"/>
                                          </p:val>
                                        </p:tav>
                                      </p:tavLst>
                                    </p:anim>
                                    <p:anim calcmode="lin" valueType="num">
                                      <p:cBhvr additive="base">
                                        <p:cTn id="66" dur="500" fill="hold"/>
                                        <p:tgtEl>
                                          <p:spTgt spid="79"/>
                                        </p:tgtEl>
                                        <p:attrNameLst>
                                          <p:attrName>ppt_y</p:attrName>
                                        </p:attrNameLst>
                                      </p:cBhvr>
                                      <p:tavLst>
                                        <p:tav tm="0">
                                          <p:val>
                                            <p:strVal val="#ppt_y"/>
                                          </p:val>
                                        </p:tav>
                                        <p:tav tm="100000">
                                          <p:val>
                                            <p:strVal val="#ppt_y"/>
                                          </p:val>
                                        </p:tav>
                                      </p:tavLst>
                                    </p:anim>
                                  </p:childTnLst>
                                </p:cTn>
                              </p:par>
                              <p:par>
                                <p:cTn id="67" presetID="2" presetClass="entr" presetSubtype="8" fill="hold" nodeType="withEffect">
                                  <p:stCondLst>
                                    <p:cond delay="0"/>
                                  </p:stCondLst>
                                  <p:childTnLst>
                                    <p:set>
                                      <p:cBhvr>
                                        <p:cTn id="68" dur="1" fill="hold">
                                          <p:stCondLst>
                                            <p:cond delay="0"/>
                                          </p:stCondLst>
                                        </p:cTn>
                                        <p:tgtEl>
                                          <p:spTgt spid="82"/>
                                        </p:tgtEl>
                                        <p:attrNameLst>
                                          <p:attrName>style.visibility</p:attrName>
                                        </p:attrNameLst>
                                      </p:cBhvr>
                                      <p:to>
                                        <p:strVal val="visible"/>
                                      </p:to>
                                    </p:set>
                                    <p:anim calcmode="lin" valueType="num">
                                      <p:cBhvr additive="base">
                                        <p:cTn id="69" dur="500" fill="hold"/>
                                        <p:tgtEl>
                                          <p:spTgt spid="82"/>
                                        </p:tgtEl>
                                        <p:attrNameLst>
                                          <p:attrName>ppt_x</p:attrName>
                                        </p:attrNameLst>
                                      </p:cBhvr>
                                      <p:tavLst>
                                        <p:tav tm="0">
                                          <p:val>
                                            <p:strVal val="0-#ppt_w/2"/>
                                          </p:val>
                                        </p:tav>
                                        <p:tav tm="100000">
                                          <p:val>
                                            <p:strVal val="#ppt_x"/>
                                          </p:val>
                                        </p:tav>
                                      </p:tavLst>
                                    </p:anim>
                                    <p:anim calcmode="lin" valueType="num">
                                      <p:cBhvr additive="base">
                                        <p:cTn id="70" dur="500" fill="hold"/>
                                        <p:tgtEl>
                                          <p:spTgt spid="82"/>
                                        </p:tgtEl>
                                        <p:attrNameLst>
                                          <p:attrName>ppt_y</p:attrName>
                                        </p:attrNameLst>
                                      </p:cBhvr>
                                      <p:tavLst>
                                        <p:tav tm="0">
                                          <p:val>
                                            <p:strVal val="#ppt_y"/>
                                          </p:val>
                                        </p:tav>
                                        <p:tav tm="100000">
                                          <p:val>
                                            <p:strVal val="#ppt_y"/>
                                          </p:val>
                                        </p:tav>
                                      </p:tavLst>
                                    </p:anim>
                                  </p:childTnLst>
                                </p:cTn>
                              </p:par>
                              <p:par>
                                <p:cTn id="71" presetID="2" presetClass="entr" presetSubtype="8" fill="hold" nodeType="withEffect">
                                  <p:stCondLst>
                                    <p:cond delay="0"/>
                                  </p:stCondLst>
                                  <p:childTnLst>
                                    <p:set>
                                      <p:cBhvr>
                                        <p:cTn id="72" dur="1" fill="hold">
                                          <p:stCondLst>
                                            <p:cond delay="0"/>
                                          </p:stCondLst>
                                        </p:cTn>
                                        <p:tgtEl>
                                          <p:spTgt spid="85"/>
                                        </p:tgtEl>
                                        <p:attrNameLst>
                                          <p:attrName>style.visibility</p:attrName>
                                        </p:attrNameLst>
                                      </p:cBhvr>
                                      <p:to>
                                        <p:strVal val="visible"/>
                                      </p:to>
                                    </p:set>
                                    <p:anim calcmode="lin" valueType="num">
                                      <p:cBhvr additive="base">
                                        <p:cTn id="73" dur="500" fill="hold"/>
                                        <p:tgtEl>
                                          <p:spTgt spid="85"/>
                                        </p:tgtEl>
                                        <p:attrNameLst>
                                          <p:attrName>ppt_x</p:attrName>
                                        </p:attrNameLst>
                                      </p:cBhvr>
                                      <p:tavLst>
                                        <p:tav tm="0">
                                          <p:val>
                                            <p:strVal val="0-#ppt_w/2"/>
                                          </p:val>
                                        </p:tav>
                                        <p:tav tm="100000">
                                          <p:val>
                                            <p:strVal val="#ppt_x"/>
                                          </p:val>
                                        </p:tav>
                                      </p:tavLst>
                                    </p:anim>
                                    <p:anim calcmode="lin" valueType="num">
                                      <p:cBhvr additive="base">
                                        <p:cTn id="74" dur="500" fill="hold"/>
                                        <p:tgtEl>
                                          <p:spTgt spid="85"/>
                                        </p:tgtEl>
                                        <p:attrNameLst>
                                          <p:attrName>ppt_y</p:attrName>
                                        </p:attrNameLst>
                                      </p:cBhvr>
                                      <p:tavLst>
                                        <p:tav tm="0">
                                          <p:val>
                                            <p:strVal val="#ppt_y"/>
                                          </p:val>
                                        </p:tav>
                                        <p:tav tm="100000">
                                          <p:val>
                                            <p:strVal val="#ppt_y"/>
                                          </p:val>
                                        </p:tav>
                                      </p:tavLst>
                                    </p:anim>
                                  </p:childTnLst>
                                </p:cTn>
                              </p:par>
                            </p:childTnLst>
                          </p:cTn>
                        </p:par>
                        <p:par>
                          <p:cTn id="75" fill="hold">
                            <p:stCondLst>
                              <p:cond delay="2500"/>
                            </p:stCondLst>
                            <p:childTnLst>
                              <p:par>
                                <p:cTn id="76" presetID="42" presetClass="entr" presetSubtype="0" fill="hold" grpId="0" nodeType="afterEffect">
                                  <p:stCondLst>
                                    <p:cond delay="0"/>
                                  </p:stCondLst>
                                  <p:childTnLst>
                                    <p:set>
                                      <p:cBhvr>
                                        <p:cTn id="77" dur="1" fill="hold">
                                          <p:stCondLst>
                                            <p:cond delay="0"/>
                                          </p:stCondLst>
                                        </p:cTn>
                                        <p:tgtEl>
                                          <p:spTgt spid="89"/>
                                        </p:tgtEl>
                                        <p:attrNameLst>
                                          <p:attrName>style.visibility</p:attrName>
                                        </p:attrNameLst>
                                      </p:cBhvr>
                                      <p:to>
                                        <p:strVal val="visible"/>
                                      </p:to>
                                    </p:set>
                                    <p:animEffect transition="in" filter="fade">
                                      <p:cBhvr>
                                        <p:cTn id="78" dur="500"/>
                                        <p:tgtEl>
                                          <p:spTgt spid="89"/>
                                        </p:tgtEl>
                                      </p:cBhvr>
                                    </p:animEffect>
                                    <p:anim calcmode="lin" valueType="num">
                                      <p:cBhvr>
                                        <p:cTn id="79" dur="500" fill="hold"/>
                                        <p:tgtEl>
                                          <p:spTgt spid="89"/>
                                        </p:tgtEl>
                                        <p:attrNameLst>
                                          <p:attrName>ppt_x</p:attrName>
                                        </p:attrNameLst>
                                      </p:cBhvr>
                                      <p:tavLst>
                                        <p:tav tm="0">
                                          <p:val>
                                            <p:strVal val="#ppt_x"/>
                                          </p:val>
                                        </p:tav>
                                        <p:tav tm="100000">
                                          <p:val>
                                            <p:strVal val="#ppt_x"/>
                                          </p:val>
                                        </p:tav>
                                      </p:tavLst>
                                    </p:anim>
                                    <p:anim calcmode="lin" valueType="num">
                                      <p:cBhvr>
                                        <p:cTn id="80" dur="500" fill="hold"/>
                                        <p:tgtEl>
                                          <p:spTgt spid="89"/>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88"/>
                                        </p:tgtEl>
                                        <p:attrNameLst>
                                          <p:attrName>style.visibility</p:attrName>
                                        </p:attrNameLst>
                                      </p:cBhvr>
                                      <p:to>
                                        <p:strVal val="visible"/>
                                      </p:to>
                                    </p:set>
                                    <p:animEffect transition="in" filter="fade">
                                      <p:cBhvr>
                                        <p:cTn id="83" dur="500"/>
                                        <p:tgtEl>
                                          <p:spTgt spid="88"/>
                                        </p:tgtEl>
                                      </p:cBhvr>
                                    </p:animEffect>
                                    <p:anim calcmode="lin" valueType="num">
                                      <p:cBhvr>
                                        <p:cTn id="84" dur="500" fill="hold"/>
                                        <p:tgtEl>
                                          <p:spTgt spid="88"/>
                                        </p:tgtEl>
                                        <p:attrNameLst>
                                          <p:attrName>ppt_x</p:attrName>
                                        </p:attrNameLst>
                                      </p:cBhvr>
                                      <p:tavLst>
                                        <p:tav tm="0">
                                          <p:val>
                                            <p:strVal val="#ppt_x"/>
                                          </p:val>
                                        </p:tav>
                                        <p:tav tm="100000">
                                          <p:val>
                                            <p:strVal val="#ppt_x"/>
                                          </p:val>
                                        </p:tav>
                                      </p:tavLst>
                                    </p:anim>
                                    <p:anim calcmode="lin" valueType="num">
                                      <p:cBhvr>
                                        <p:cTn id="85" dur="500" fill="hold"/>
                                        <p:tgtEl>
                                          <p:spTgt spid="8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ldLvl="0" animBg="1"/>
      <p:bldP spid="62" grpId="0" bldLvl="0" animBg="1"/>
      <p:bldP spid="63" grpId="0" bldLvl="0" animBg="1"/>
      <p:bldP spid="67" grpId="0" bldLvl="0" animBg="1"/>
      <p:bldP spid="68" grpId="0" bldLvl="0" animBg="1"/>
      <p:bldP spid="69" grpId="0" bldLvl="0" animBg="1"/>
      <p:bldP spid="70" grpId="0" bldLvl="0" animBg="1"/>
      <p:bldP spid="71" grpId="0" bldLvl="0" animBg="1"/>
      <p:bldP spid="72" grpId="0" bldLvl="0" animBg="1"/>
      <p:bldP spid="73" grpId="0" bldLvl="0" animBg="1"/>
      <p:bldP spid="88" grpId="0"/>
      <p:bldP spid="8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199"/>
          <p:cNvSpPr/>
          <p:nvPr/>
        </p:nvSpPr>
        <p:spPr>
          <a:xfrm rot="5400000" flipH="1">
            <a:off x="1163768" y="3209852"/>
            <a:ext cx="694517" cy="614115"/>
          </a:xfrm>
          <a:prstGeom prst="rightArrow">
            <a:avLst>
              <a:gd name="adj1" fmla="val 32000"/>
              <a:gd name="adj2" fmla="val 64000"/>
            </a:avLst>
          </a:prstGeom>
          <a:gradFill>
            <a:gsLst>
              <a:gs pos="56000">
                <a:srgbClr val="4C7CDA">
                  <a:alpha val="83000"/>
                </a:srgbClr>
              </a:gs>
              <a:gs pos="0">
                <a:srgbClr val="3D5CB6"/>
              </a:gs>
              <a:gs pos="95000">
                <a:srgbClr val="4C7CDA"/>
              </a:gs>
              <a:gs pos="0">
                <a:srgbClr val="4C7CDA">
                  <a:alpha val="34000"/>
                </a:srgbClr>
              </a:gs>
            </a:gsLst>
            <a:lin ang="0" scaled="0"/>
          </a:gradFill>
          <a:ln w="12700">
            <a:miter lim="400000"/>
          </a:ln>
          <a:effectLst>
            <a:outerShdw blurRad="266700" dist="139700" dir="2700000" algn="tl" rotWithShape="0">
              <a:srgbClr val="4C7CDA">
                <a:alpha val="40000"/>
              </a:srgbClr>
            </a:outerShdw>
          </a:effectLst>
        </p:spPr>
        <p:txBody>
          <a:bodyPr lIns="0" tIns="0" rIns="0" bIns="0" anchor="ctr"/>
          <a:lstStyle/>
          <a:p>
            <a:pPr>
              <a:defRPr sz="3200">
                <a:solidFill>
                  <a:srgbClr val="FFFFFF"/>
                </a:solidFill>
              </a:defRPr>
            </a:pPr>
            <a:endParaRPr sz="3200" kern="0">
              <a:solidFill>
                <a:srgbClr val="FFFFFF"/>
              </a:solidFill>
              <a:cs typeface="+mn-ea"/>
              <a:sym typeface="+mn-lt"/>
            </a:endParaRPr>
          </a:p>
        </p:txBody>
      </p:sp>
      <p:sp>
        <p:nvSpPr>
          <p:cNvPr id="19" name="Shape 2200"/>
          <p:cNvSpPr/>
          <p:nvPr/>
        </p:nvSpPr>
        <p:spPr>
          <a:xfrm rot="5400000">
            <a:off x="9787240" y="2515402"/>
            <a:ext cx="694517" cy="614115"/>
          </a:xfrm>
          <a:prstGeom prst="rightArrow">
            <a:avLst>
              <a:gd name="adj1" fmla="val 32000"/>
              <a:gd name="adj2" fmla="val 64000"/>
            </a:avLst>
          </a:prstGeom>
          <a:gradFill>
            <a:gsLst>
              <a:gs pos="56000">
                <a:srgbClr val="4C7CDA">
                  <a:alpha val="83000"/>
                </a:srgbClr>
              </a:gs>
              <a:gs pos="0">
                <a:srgbClr val="3D5CB6"/>
              </a:gs>
              <a:gs pos="95000">
                <a:srgbClr val="4C7CDA"/>
              </a:gs>
              <a:gs pos="0">
                <a:srgbClr val="4C7CDA">
                  <a:alpha val="34000"/>
                </a:srgbClr>
              </a:gs>
            </a:gsLst>
            <a:lin ang="0" scaled="0"/>
          </a:gradFill>
          <a:ln w="12700">
            <a:miter lim="400000"/>
          </a:ln>
          <a:effectLst>
            <a:outerShdw blurRad="266700" dist="139700" dir="2700000" algn="tl" rotWithShape="0">
              <a:srgbClr val="4C7CDA">
                <a:alpha val="40000"/>
              </a:srgbClr>
            </a:outerShdw>
          </a:effectLst>
        </p:spPr>
        <p:txBody>
          <a:bodyPr lIns="0" tIns="0" rIns="0" bIns="0" anchor="ctr"/>
          <a:lstStyle/>
          <a:p>
            <a:pPr>
              <a:defRPr sz="3200">
                <a:solidFill>
                  <a:srgbClr val="FFFFFF"/>
                </a:solidFill>
              </a:defRPr>
            </a:pPr>
            <a:endParaRPr sz="3200" kern="0">
              <a:solidFill>
                <a:srgbClr val="FFFFFF"/>
              </a:solidFill>
              <a:cs typeface="+mn-ea"/>
              <a:sym typeface="+mn-lt"/>
            </a:endParaRPr>
          </a:p>
        </p:txBody>
      </p:sp>
      <p:sp>
        <p:nvSpPr>
          <p:cNvPr id="20" name="Shape 2204"/>
          <p:cNvSpPr/>
          <p:nvPr/>
        </p:nvSpPr>
        <p:spPr>
          <a:xfrm>
            <a:off x="7823941" y="1940196"/>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1" name="Shape 2205"/>
          <p:cNvSpPr/>
          <p:nvPr/>
        </p:nvSpPr>
        <p:spPr>
          <a:xfrm>
            <a:off x="5631089" y="1940196"/>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2" name="Shape 2206"/>
          <p:cNvSpPr/>
          <p:nvPr/>
        </p:nvSpPr>
        <p:spPr>
          <a:xfrm>
            <a:off x="3396822" y="1940196"/>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3" name="Shape 2207"/>
          <p:cNvSpPr/>
          <p:nvPr/>
        </p:nvSpPr>
        <p:spPr>
          <a:xfrm>
            <a:off x="1203969" y="1940196"/>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4" name="Shape 2208"/>
          <p:cNvSpPr/>
          <p:nvPr/>
        </p:nvSpPr>
        <p:spPr>
          <a:xfrm rot="10800000">
            <a:off x="1203968"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5" name="Shape 2209"/>
          <p:cNvSpPr/>
          <p:nvPr/>
        </p:nvSpPr>
        <p:spPr>
          <a:xfrm rot="10800000">
            <a:off x="3396821"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6" name="Shape 2210"/>
          <p:cNvSpPr/>
          <p:nvPr/>
        </p:nvSpPr>
        <p:spPr>
          <a:xfrm rot="10800000">
            <a:off x="5631088" y="3352023"/>
            <a:ext cx="2617616"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sp>
        <p:nvSpPr>
          <p:cNvPr id="27" name="Shape 2211"/>
          <p:cNvSpPr/>
          <p:nvPr/>
        </p:nvSpPr>
        <p:spPr>
          <a:xfrm rot="10800000">
            <a:off x="7823941" y="3352023"/>
            <a:ext cx="2617615" cy="1070011"/>
          </a:xfrm>
          <a:custGeom>
            <a:avLst/>
            <a:gdLst/>
            <a:ahLst/>
            <a:cxnLst>
              <a:cxn ang="0">
                <a:pos x="wd2" y="hd2"/>
              </a:cxn>
              <a:cxn ang="5400000">
                <a:pos x="wd2" y="hd2"/>
              </a:cxn>
              <a:cxn ang="10800000">
                <a:pos x="wd2" y="hd2"/>
              </a:cxn>
              <a:cxn ang="16200000">
                <a:pos x="wd2" y="hd2"/>
              </a:cxn>
            </a:cxnLst>
            <a:rect l="0" t="0" r="r" b="b"/>
            <a:pathLst>
              <a:path w="21600" h="21600" extrusionOk="0">
                <a:moveTo>
                  <a:pt x="0" y="3240"/>
                </a:moveTo>
                <a:lnTo>
                  <a:pt x="12159" y="3240"/>
                </a:lnTo>
                <a:lnTo>
                  <a:pt x="12159" y="0"/>
                </a:lnTo>
                <a:lnTo>
                  <a:pt x="21600" y="10800"/>
                </a:lnTo>
                <a:lnTo>
                  <a:pt x="12159" y="21600"/>
                </a:lnTo>
                <a:lnTo>
                  <a:pt x="12159" y="18360"/>
                </a:lnTo>
                <a:lnTo>
                  <a:pt x="0" y="18360"/>
                </a:lnTo>
                <a:cubicBezTo>
                  <a:pt x="0" y="18360"/>
                  <a:pt x="0" y="3240"/>
                  <a:pt x="0" y="324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63500">
            <a:solidFill>
              <a:srgbClr val="FFFFFF"/>
            </a:solidFill>
            <a:miter lim="400000"/>
          </a:ln>
        </p:spPr>
        <p:txBody>
          <a:bodyPr lIns="38100" tIns="38100" rIns="38100" bIns="38100" anchor="ctr"/>
          <a:lstStyle/>
          <a:p>
            <a:pPr>
              <a:defRPr sz="3200">
                <a:solidFill>
                  <a:srgbClr val="FFFFFF"/>
                </a:solidFill>
              </a:defRPr>
            </a:pPr>
            <a:endParaRPr sz="3200" kern="0">
              <a:solidFill>
                <a:srgbClr val="FFFFFF"/>
              </a:solidFill>
              <a:cs typeface="+mn-ea"/>
              <a:sym typeface="+mn-lt"/>
            </a:endParaRPr>
          </a:p>
        </p:txBody>
      </p:sp>
      <p:grpSp>
        <p:nvGrpSpPr>
          <p:cNvPr id="28" name="Group 2"/>
          <p:cNvGrpSpPr/>
          <p:nvPr/>
        </p:nvGrpSpPr>
        <p:grpSpPr>
          <a:xfrm>
            <a:off x="3410321" y="2225145"/>
            <a:ext cx="521998" cy="521999"/>
            <a:chOff x="3712472" y="2651901"/>
            <a:chExt cx="521998" cy="521999"/>
          </a:xfrm>
        </p:grpSpPr>
        <p:sp>
          <p:nvSpPr>
            <p:cNvPr id="29" name="Shape 2214"/>
            <p:cNvSpPr/>
            <p:nvPr/>
          </p:nvSpPr>
          <p:spPr>
            <a:xfrm>
              <a:off x="3712472"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grpSp>
          <p:nvGrpSpPr>
            <p:cNvPr id="30" name="Group 2217"/>
            <p:cNvGrpSpPr/>
            <p:nvPr/>
          </p:nvGrpSpPr>
          <p:grpSpPr>
            <a:xfrm>
              <a:off x="3878843" y="2769409"/>
              <a:ext cx="188787" cy="265098"/>
              <a:chOff x="0" y="0"/>
              <a:chExt cx="390413" cy="548221"/>
            </a:xfrm>
          </p:grpSpPr>
          <p:sp>
            <p:nvSpPr>
              <p:cNvPr id="31" name="Shape 2215"/>
              <p:cNvSpPr/>
              <p:nvPr/>
            </p:nvSpPr>
            <p:spPr>
              <a:xfrm>
                <a:off x="0" y="46251"/>
                <a:ext cx="390413" cy="501970"/>
              </a:xfrm>
              <a:custGeom>
                <a:avLst/>
                <a:gdLst/>
                <a:ahLst/>
                <a:cxnLst>
                  <a:cxn ang="0">
                    <a:pos x="wd2" y="hd2"/>
                  </a:cxn>
                  <a:cxn ang="5400000">
                    <a:pos x="wd2" y="hd2"/>
                  </a:cxn>
                  <a:cxn ang="10800000">
                    <a:pos x="wd2" y="hd2"/>
                  </a:cxn>
                  <a:cxn ang="16200000">
                    <a:pos x="wd2" y="hd2"/>
                  </a:cxn>
                </a:cxnLst>
                <a:rect l="0" t="0" r="r" b="b"/>
                <a:pathLst>
                  <a:path w="21600" h="21600" extrusionOk="0">
                    <a:moveTo>
                      <a:pt x="19441" y="0"/>
                    </a:moveTo>
                    <a:lnTo>
                      <a:pt x="17589" y="3600"/>
                    </a:lnTo>
                    <a:lnTo>
                      <a:pt x="4011" y="3600"/>
                    </a:lnTo>
                    <a:lnTo>
                      <a:pt x="2159" y="0"/>
                    </a:lnTo>
                    <a:cubicBezTo>
                      <a:pt x="972" y="0"/>
                      <a:pt x="0" y="756"/>
                      <a:pt x="0" y="1679"/>
                    </a:cubicBezTo>
                    <a:lnTo>
                      <a:pt x="0" y="19921"/>
                    </a:lnTo>
                    <a:cubicBezTo>
                      <a:pt x="0" y="20844"/>
                      <a:pt x="972" y="21600"/>
                      <a:pt x="2159" y="21600"/>
                    </a:cubicBezTo>
                    <a:lnTo>
                      <a:pt x="19441" y="21600"/>
                    </a:lnTo>
                    <a:cubicBezTo>
                      <a:pt x="20628" y="21600"/>
                      <a:pt x="21600" y="20844"/>
                      <a:pt x="21600" y="19921"/>
                    </a:cubicBezTo>
                    <a:lnTo>
                      <a:pt x="21600" y="1679"/>
                    </a:lnTo>
                    <a:cubicBezTo>
                      <a:pt x="21600" y="756"/>
                      <a:pt x="20628" y="0"/>
                      <a:pt x="19441" y="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sp>
            <p:nvSpPr>
              <p:cNvPr id="32" name="Shape 2216"/>
              <p:cNvSpPr/>
              <p:nvPr/>
            </p:nvSpPr>
            <p:spPr>
              <a:xfrm>
                <a:off x="68773" y="0"/>
                <a:ext cx="250985" cy="111555"/>
              </a:xfrm>
              <a:custGeom>
                <a:avLst/>
                <a:gdLst/>
                <a:ahLst/>
                <a:cxnLst>
                  <a:cxn ang="0">
                    <a:pos x="wd2" y="hd2"/>
                  </a:cxn>
                  <a:cxn ang="5400000">
                    <a:pos x="wd2" y="hd2"/>
                  </a:cxn>
                  <a:cxn ang="10800000">
                    <a:pos x="wd2" y="hd2"/>
                  </a:cxn>
                  <a:cxn ang="16200000">
                    <a:pos x="wd2" y="hd2"/>
                  </a:cxn>
                </a:cxnLst>
                <a:rect l="0" t="0" r="r" b="b"/>
                <a:pathLst>
                  <a:path w="21600" h="21600" extrusionOk="0">
                    <a:moveTo>
                      <a:pt x="19441" y="21600"/>
                    </a:moveTo>
                    <a:lnTo>
                      <a:pt x="21600" y="10800"/>
                    </a:lnTo>
                    <a:lnTo>
                      <a:pt x="16369" y="10800"/>
                    </a:lnTo>
                    <a:lnTo>
                      <a:pt x="14641" y="0"/>
                    </a:lnTo>
                    <a:lnTo>
                      <a:pt x="6959" y="0"/>
                    </a:lnTo>
                    <a:lnTo>
                      <a:pt x="5231" y="10800"/>
                    </a:lnTo>
                    <a:lnTo>
                      <a:pt x="0" y="10800"/>
                    </a:lnTo>
                    <a:lnTo>
                      <a:pt x="2159" y="21600"/>
                    </a:lnTo>
                    <a:cubicBezTo>
                      <a:pt x="2159" y="21600"/>
                      <a:pt x="19441" y="21600"/>
                      <a:pt x="19441" y="2160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grpSp>
        <p:nvGrpSpPr>
          <p:cNvPr id="33" name="Group 1"/>
          <p:cNvGrpSpPr/>
          <p:nvPr/>
        </p:nvGrpSpPr>
        <p:grpSpPr>
          <a:xfrm>
            <a:off x="1204438" y="2214202"/>
            <a:ext cx="521998" cy="521999"/>
            <a:chOff x="1506589" y="2640958"/>
            <a:chExt cx="521998" cy="521999"/>
          </a:xfrm>
        </p:grpSpPr>
        <p:sp>
          <p:nvSpPr>
            <p:cNvPr id="34" name="Shape 2220"/>
            <p:cNvSpPr/>
            <p:nvPr/>
          </p:nvSpPr>
          <p:spPr>
            <a:xfrm>
              <a:off x="1506589" y="2640958"/>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35" name="Shape 2221"/>
            <p:cNvSpPr/>
            <p:nvPr/>
          </p:nvSpPr>
          <p:spPr>
            <a:xfrm>
              <a:off x="1633470" y="2769409"/>
              <a:ext cx="276863" cy="265096"/>
            </a:xfrm>
            <a:custGeom>
              <a:avLst/>
              <a:gdLst/>
              <a:ahLst/>
              <a:cxnLst>
                <a:cxn ang="0">
                  <a:pos x="wd2" y="hd2"/>
                </a:cxn>
                <a:cxn ang="5400000">
                  <a:pos x="wd2" y="hd2"/>
                </a:cxn>
                <a:cxn ang="10800000">
                  <a:pos x="wd2" y="hd2"/>
                </a:cxn>
                <a:cxn ang="16200000">
                  <a:pos x="wd2" y="hd2"/>
                </a:cxn>
              </a:cxnLst>
              <a:rect l="0" t="0" r="r" b="b"/>
              <a:pathLst>
                <a:path w="21600" h="21600" extrusionOk="0">
                  <a:moveTo>
                    <a:pt x="16913" y="16137"/>
                  </a:moveTo>
                  <a:cubicBezTo>
                    <a:pt x="14080" y="15059"/>
                    <a:pt x="13176" y="14150"/>
                    <a:pt x="13176" y="12203"/>
                  </a:cubicBezTo>
                  <a:cubicBezTo>
                    <a:pt x="13176" y="11034"/>
                    <a:pt x="14040" y="11415"/>
                    <a:pt x="14419" y="9274"/>
                  </a:cubicBezTo>
                  <a:cubicBezTo>
                    <a:pt x="14577" y="8387"/>
                    <a:pt x="15341" y="9261"/>
                    <a:pt x="15487" y="7233"/>
                  </a:cubicBezTo>
                  <a:cubicBezTo>
                    <a:pt x="15487" y="6425"/>
                    <a:pt x="15071" y="6224"/>
                    <a:pt x="15071" y="6224"/>
                  </a:cubicBezTo>
                  <a:cubicBezTo>
                    <a:pt x="15071" y="6224"/>
                    <a:pt x="15283" y="5028"/>
                    <a:pt x="15366" y="4109"/>
                  </a:cubicBezTo>
                  <a:cubicBezTo>
                    <a:pt x="15468" y="2962"/>
                    <a:pt x="14731" y="0"/>
                    <a:pt x="10800" y="0"/>
                  </a:cubicBezTo>
                  <a:cubicBezTo>
                    <a:pt x="6869" y="0"/>
                    <a:pt x="6131" y="2962"/>
                    <a:pt x="6234" y="4109"/>
                  </a:cubicBezTo>
                  <a:cubicBezTo>
                    <a:pt x="6317" y="5028"/>
                    <a:pt x="6529" y="6224"/>
                    <a:pt x="6529" y="6224"/>
                  </a:cubicBezTo>
                  <a:cubicBezTo>
                    <a:pt x="6529" y="6224"/>
                    <a:pt x="6113" y="6425"/>
                    <a:pt x="6113" y="7233"/>
                  </a:cubicBezTo>
                  <a:cubicBezTo>
                    <a:pt x="6258" y="9261"/>
                    <a:pt x="7022" y="8387"/>
                    <a:pt x="7179" y="9274"/>
                  </a:cubicBezTo>
                  <a:cubicBezTo>
                    <a:pt x="7560" y="11415"/>
                    <a:pt x="8424" y="11034"/>
                    <a:pt x="8424" y="12203"/>
                  </a:cubicBezTo>
                  <a:cubicBezTo>
                    <a:pt x="8424" y="14150"/>
                    <a:pt x="7520" y="15059"/>
                    <a:pt x="4687" y="16137"/>
                  </a:cubicBezTo>
                  <a:cubicBezTo>
                    <a:pt x="1846" y="17219"/>
                    <a:pt x="0" y="18321"/>
                    <a:pt x="0" y="19073"/>
                  </a:cubicBezTo>
                  <a:cubicBezTo>
                    <a:pt x="0" y="19825"/>
                    <a:pt x="0" y="21600"/>
                    <a:pt x="0" y="21600"/>
                  </a:cubicBezTo>
                  <a:lnTo>
                    <a:pt x="10800" y="21600"/>
                  </a:lnTo>
                  <a:lnTo>
                    <a:pt x="21600" y="21600"/>
                  </a:lnTo>
                  <a:cubicBezTo>
                    <a:pt x="21600" y="21600"/>
                    <a:pt x="21600" y="19825"/>
                    <a:pt x="21600" y="19073"/>
                  </a:cubicBezTo>
                  <a:cubicBezTo>
                    <a:pt x="21600" y="18321"/>
                    <a:pt x="19754" y="17219"/>
                    <a:pt x="16913" y="16137"/>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36" name="Group 3"/>
          <p:cNvGrpSpPr/>
          <p:nvPr/>
        </p:nvGrpSpPr>
        <p:grpSpPr>
          <a:xfrm>
            <a:off x="5615736" y="2225145"/>
            <a:ext cx="521998" cy="521999"/>
            <a:chOff x="5917887" y="2651901"/>
            <a:chExt cx="521998" cy="521999"/>
          </a:xfrm>
        </p:grpSpPr>
        <p:sp>
          <p:nvSpPr>
            <p:cNvPr id="37" name="Shape 2224"/>
            <p:cNvSpPr/>
            <p:nvPr/>
          </p:nvSpPr>
          <p:spPr>
            <a:xfrm>
              <a:off x="5917887"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38" name="Shape 2225"/>
            <p:cNvSpPr/>
            <p:nvPr/>
          </p:nvSpPr>
          <p:spPr>
            <a:xfrm>
              <a:off x="6067226" y="2798035"/>
              <a:ext cx="223320" cy="223320"/>
            </a:xfrm>
            <a:custGeom>
              <a:avLst/>
              <a:gdLst/>
              <a:ahLst/>
              <a:cxnLst>
                <a:cxn ang="0">
                  <a:pos x="wd2" y="hd2"/>
                </a:cxn>
                <a:cxn ang="5400000">
                  <a:pos x="wd2" y="hd2"/>
                </a:cxn>
                <a:cxn ang="10800000">
                  <a:pos x="wd2" y="hd2"/>
                </a:cxn>
                <a:cxn ang="16200000">
                  <a:pos x="wd2" y="hd2"/>
                </a:cxn>
              </a:cxnLst>
              <a:rect l="0" t="0" r="r" b="b"/>
              <a:pathLst>
                <a:path w="20814" h="20814" extrusionOk="0">
                  <a:moveTo>
                    <a:pt x="16063" y="4751"/>
                  </a:moveTo>
                  <a:cubicBezTo>
                    <a:pt x="14562" y="3251"/>
                    <a:pt x="14186" y="1270"/>
                    <a:pt x="14318" y="1137"/>
                  </a:cubicBezTo>
                  <a:cubicBezTo>
                    <a:pt x="14452" y="1003"/>
                    <a:pt x="16354" y="1458"/>
                    <a:pt x="17856" y="2959"/>
                  </a:cubicBezTo>
                  <a:cubicBezTo>
                    <a:pt x="19356" y="4460"/>
                    <a:pt x="19807" y="6366"/>
                    <a:pt x="19677" y="6496"/>
                  </a:cubicBezTo>
                  <a:cubicBezTo>
                    <a:pt x="19548" y="6625"/>
                    <a:pt x="17564" y="6252"/>
                    <a:pt x="16063" y="4751"/>
                  </a:cubicBezTo>
                  <a:close/>
                  <a:moveTo>
                    <a:pt x="8257" y="11610"/>
                  </a:moveTo>
                  <a:cubicBezTo>
                    <a:pt x="7827" y="11179"/>
                    <a:pt x="7967" y="10342"/>
                    <a:pt x="8569" y="9739"/>
                  </a:cubicBezTo>
                  <a:cubicBezTo>
                    <a:pt x="9172" y="9137"/>
                    <a:pt x="10009" y="8997"/>
                    <a:pt x="10440" y="9428"/>
                  </a:cubicBezTo>
                  <a:cubicBezTo>
                    <a:pt x="10869" y="9858"/>
                    <a:pt x="10730" y="10696"/>
                    <a:pt x="10128" y="11298"/>
                  </a:cubicBezTo>
                  <a:cubicBezTo>
                    <a:pt x="9526" y="11900"/>
                    <a:pt x="8687" y="12040"/>
                    <a:pt x="8257" y="11610"/>
                  </a:cubicBezTo>
                  <a:close/>
                  <a:moveTo>
                    <a:pt x="18634" y="2180"/>
                  </a:moveTo>
                  <a:cubicBezTo>
                    <a:pt x="16698" y="243"/>
                    <a:pt x="14265" y="-466"/>
                    <a:pt x="13491" y="308"/>
                  </a:cubicBezTo>
                  <a:lnTo>
                    <a:pt x="10372" y="3426"/>
                  </a:lnTo>
                  <a:cubicBezTo>
                    <a:pt x="9900" y="3899"/>
                    <a:pt x="9488" y="5482"/>
                    <a:pt x="9676" y="7085"/>
                  </a:cubicBezTo>
                  <a:lnTo>
                    <a:pt x="240" y="16521"/>
                  </a:lnTo>
                  <a:cubicBezTo>
                    <a:pt x="-320" y="17081"/>
                    <a:pt x="134" y="18442"/>
                    <a:pt x="1253" y="19561"/>
                  </a:cubicBezTo>
                  <a:cubicBezTo>
                    <a:pt x="2373" y="20681"/>
                    <a:pt x="3733" y="21134"/>
                    <a:pt x="4293" y="20574"/>
                  </a:cubicBezTo>
                  <a:lnTo>
                    <a:pt x="13729" y="11138"/>
                  </a:lnTo>
                  <a:cubicBezTo>
                    <a:pt x="15332" y="11327"/>
                    <a:pt x="16915" y="10914"/>
                    <a:pt x="17388" y="10442"/>
                  </a:cubicBezTo>
                  <a:lnTo>
                    <a:pt x="20506" y="7324"/>
                  </a:lnTo>
                  <a:cubicBezTo>
                    <a:pt x="21280" y="6549"/>
                    <a:pt x="20573" y="4116"/>
                    <a:pt x="18634" y="218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39" name="Group 4"/>
          <p:cNvGrpSpPr/>
          <p:nvPr/>
        </p:nvGrpSpPr>
        <p:grpSpPr>
          <a:xfrm>
            <a:off x="7837441" y="2225145"/>
            <a:ext cx="521998" cy="521999"/>
            <a:chOff x="8139592" y="2651901"/>
            <a:chExt cx="521998" cy="521999"/>
          </a:xfrm>
        </p:grpSpPr>
        <p:sp>
          <p:nvSpPr>
            <p:cNvPr id="40" name="Shape 2228"/>
            <p:cNvSpPr/>
            <p:nvPr/>
          </p:nvSpPr>
          <p:spPr>
            <a:xfrm>
              <a:off x="8139592" y="2651901"/>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1" name="Shape 2229"/>
            <p:cNvSpPr/>
            <p:nvPr/>
          </p:nvSpPr>
          <p:spPr>
            <a:xfrm>
              <a:off x="8286417" y="2801240"/>
              <a:ext cx="223305" cy="223320"/>
            </a:xfrm>
            <a:custGeom>
              <a:avLst/>
              <a:gdLst/>
              <a:ahLst/>
              <a:cxnLst>
                <a:cxn ang="0">
                  <a:pos x="wd2" y="hd2"/>
                </a:cxn>
                <a:cxn ang="5400000">
                  <a:pos x="wd2" y="hd2"/>
                </a:cxn>
                <a:cxn ang="10800000">
                  <a:pos x="wd2" y="hd2"/>
                </a:cxn>
                <a:cxn ang="16200000">
                  <a:pos x="wd2" y="hd2"/>
                </a:cxn>
              </a:cxnLst>
              <a:rect l="0" t="0" r="r" b="b"/>
              <a:pathLst>
                <a:path w="21318" h="21320" extrusionOk="0">
                  <a:moveTo>
                    <a:pt x="6122" y="19157"/>
                  </a:moveTo>
                  <a:lnTo>
                    <a:pt x="3902" y="19634"/>
                  </a:lnTo>
                  <a:cubicBezTo>
                    <a:pt x="3688" y="19233"/>
                    <a:pt x="3431" y="18833"/>
                    <a:pt x="2957" y="18361"/>
                  </a:cubicBezTo>
                  <a:cubicBezTo>
                    <a:pt x="2486" y="17889"/>
                    <a:pt x="2085" y="17631"/>
                    <a:pt x="1685" y="17417"/>
                  </a:cubicBezTo>
                  <a:lnTo>
                    <a:pt x="2162" y="15198"/>
                  </a:lnTo>
                  <a:lnTo>
                    <a:pt x="2804" y="14556"/>
                  </a:lnTo>
                  <a:cubicBezTo>
                    <a:pt x="2804" y="14556"/>
                    <a:pt x="4012" y="14580"/>
                    <a:pt x="5374" y="15944"/>
                  </a:cubicBezTo>
                  <a:cubicBezTo>
                    <a:pt x="6737" y="17307"/>
                    <a:pt x="6762" y="18516"/>
                    <a:pt x="6762" y="18516"/>
                  </a:cubicBezTo>
                  <a:cubicBezTo>
                    <a:pt x="6762" y="18516"/>
                    <a:pt x="6122" y="19157"/>
                    <a:pt x="6122" y="19157"/>
                  </a:cubicBezTo>
                  <a:close/>
                  <a:moveTo>
                    <a:pt x="19625" y="1692"/>
                  </a:moveTo>
                  <a:cubicBezTo>
                    <a:pt x="17654" y="-280"/>
                    <a:pt x="16174" y="15"/>
                    <a:pt x="16174" y="15"/>
                  </a:cubicBezTo>
                  <a:lnTo>
                    <a:pt x="9270" y="6920"/>
                  </a:lnTo>
                  <a:lnTo>
                    <a:pt x="1379" y="14810"/>
                  </a:lnTo>
                  <a:lnTo>
                    <a:pt x="0" y="21320"/>
                  </a:lnTo>
                  <a:lnTo>
                    <a:pt x="6508" y="19939"/>
                  </a:lnTo>
                  <a:lnTo>
                    <a:pt x="14399" y="12048"/>
                  </a:lnTo>
                  <a:lnTo>
                    <a:pt x="21302" y="5145"/>
                  </a:lnTo>
                  <a:cubicBezTo>
                    <a:pt x="21302" y="5145"/>
                    <a:pt x="21600" y="3665"/>
                    <a:pt x="19625" y="1692"/>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2" name="Group 5"/>
          <p:cNvGrpSpPr/>
          <p:nvPr/>
        </p:nvGrpSpPr>
        <p:grpSpPr>
          <a:xfrm>
            <a:off x="9919558" y="3626029"/>
            <a:ext cx="521998" cy="521999"/>
            <a:chOff x="10221709" y="4052785"/>
            <a:chExt cx="521998" cy="521999"/>
          </a:xfrm>
        </p:grpSpPr>
        <p:sp>
          <p:nvSpPr>
            <p:cNvPr id="43" name="Shape 2232"/>
            <p:cNvSpPr/>
            <p:nvPr/>
          </p:nvSpPr>
          <p:spPr>
            <a:xfrm>
              <a:off x="10221709"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4" name="Shape 2233"/>
            <p:cNvSpPr/>
            <p:nvPr/>
          </p:nvSpPr>
          <p:spPr>
            <a:xfrm>
              <a:off x="10388587" y="4179325"/>
              <a:ext cx="188243" cy="268919"/>
            </a:xfrm>
            <a:custGeom>
              <a:avLst/>
              <a:gdLst/>
              <a:ahLst/>
              <a:cxnLst>
                <a:cxn ang="0">
                  <a:pos x="wd2" y="hd2"/>
                </a:cxn>
                <a:cxn ang="5400000">
                  <a:pos x="wd2" y="hd2"/>
                </a:cxn>
                <a:cxn ang="10800000">
                  <a:pos x="wd2" y="hd2"/>
                </a:cxn>
                <a:cxn ang="16200000">
                  <a:pos x="wd2" y="hd2"/>
                </a:cxn>
              </a:cxnLst>
              <a:rect l="0" t="0" r="r" b="b"/>
              <a:pathLst>
                <a:path w="20957" h="21276" extrusionOk="0">
                  <a:moveTo>
                    <a:pt x="1877" y="21023"/>
                  </a:moveTo>
                  <a:cubicBezTo>
                    <a:pt x="2335" y="19958"/>
                    <a:pt x="3030" y="18458"/>
                    <a:pt x="3960" y="16288"/>
                  </a:cubicBezTo>
                  <a:cubicBezTo>
                    <a:pt x="8011" y="15823"/>
                    <a:pt x="9689" y="16658"/>
                    <a:pt x="12261" y="13325"/>
                  </a:cubicBezTo>
                  <a:cubicBezTo>
                    <a:pt x="10172" y="13789"/>
                    <a:pt x="7654" y="12465"/>
                    <a:pt x="7789" y="11892"/>
                  </a:cubicBezTo>
                  <a:cubicBezTo>
                    <a:pt x="7924" y="11318"/>
                    <a:pt x="13647" y="12306"/>
                    <a:pt x="17393" y="8447"/>
                  </a:cubicBezTo>
                  <a:cubicBezTo>
                    <a:pt x="12670" y="9202"/>
                    <a:pt x="11160" y="7540"/>
                    <a:pt x="11769" y="7289"/>
                  </a:cubicBezTo>
                  <a:cubicBezTo>
                    <a:pt x="13175" y="6708"/>
                    <a:pt x="17348" y="7048"/>
                    <a:pt x="19572" y="5477"/>
                  </a:cubicBezTo>
                  <a:cubicBezTo>
                    <a:pt x="20719" y="4669"/>
                    <a:pt x="21256" y="2702"/>
                    <a:pt x="20789" y="2000"/>
                  </a:cubicBezTo>
                  <a:cubicBezTo>
                    <a:pt x="20229" y="1153"/>
                    <a:pt x="16813" y="-111"/>
                    <a:pt x="14931" y="7"/>
                  </a:cubicBezTo>
                  <a:cubicBezTo>
                    <a:pt x="13047" y="126"/>
                    <a:pt x="10093" y="5208"/>
                    <a:pt x="9217" y="5168"/>
                  </a:cubicBezTo>
                  <a:cubicBezTo>
                    <a:pt x="8341" y="5128"/>
                    <a:pt x="8166" y="2892"/>
                    <a:pt x="9694" y="813"/>
                  </a:cubicBezTo>
                  <a:cubicBezTo>
                    <a:pt x="8081" y="1330"/>
                    <a:pt x="5127" y="2940"/>
                    <a:pt x="4200" y="4315"/>
                  </a:cubicBezTo>
                  <a:cubicBezTo>
                    <a:pt x="2475" y="6874"/>
                    <a:pt x="4362" y="12744"/>
                    <a:pt x="3757" y="12953"/>
                  </a:cubicBezTo>
                  <a:cubicBezTo>
                    <a:pt x="3151" y="13163"/>
                    <a:pt x="1114" y="10259"/>
                    <a:pt x="505" y="8944"/>
                  </a:cubicBezTo>
                  <a:cubicBezTo>
                    <a:pt x="-324" y="10961"/>
                    <a:pt x="-344" y="12982"/>
                    <a:pt x="2082" y="15667"/>
                  </a:cubicBezTo>
                  <a:cubicBezTo>
                    <a:pt x="1167" y="17429"/>
                    <a:pt x="667" y="19457"/>
                    <a:pt x="592" y="20487"/>
                  </a:cubicBezTo>
                  <a:cubicBezTo>
                    <a:pt x="557" y="21312"/>
                    <a:pt x="1675" y="21489"/>
                    <a:pt x="1877" y="21023"/>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5" name="Group 6"/>
          <p:cNvGrpSpPr/>
          <p:nvPr/>
        </p:nvGrpSpPr>
        <p:grpSpPr>
          <a:xfrm>
            <a:off x="7713675" y="3626029"/>
            <a:ext cx="521998" cy="521999"/>
            <a:chOff x="8015826" y="4052785"/>
            <a:chExt cx="521998" cy="521999"/>
          </a:xfrm>
        </p:grpSpPr>
        <p:sp>
          <p:nvSpPr>
            <p:cNvPr id="46" name="Shape 2236"/>
            <p:cNvSpPr/>
            <p:nvPr/>
          </p:nvSpPr>
          <p:spPr>
            <a:xfrm>
              <a:off x="8015826"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47" name="Shape 2237"/>
            <p:cNvSpPr/>
            <p:nvPr/>
          </p:nvSpPr>
          <p:spPr>
            <a:xfrm>
              <a:off x="8155776" y="4192637"/>
              <a:ext cx="242294" cy="242295"/>
            </a:xfrm>
            <a:custGeom>
              <a:avLst/>
              <a:gdLst/>
              <a:ahLst/>
              <a:cxnLst>
                <a:cxn ang="0">
                  <a:pos x="wd2" y="hd2"/>
                </a:cxn>
                <a:cxn ang="5400000">
                  <a:pos x="wd2" y="hd2"/>
                </a:cxn>
                <a:cxn ang="10800000">
                  <a:pos x="wd2" y="hd2"/>
                </a:cxn>
                <a:cxn ang="16200000">
                  <a:pos x="wd2" y="hd2"/>
                </a:cxn>
              </a:cxnLst>
              <a:rect l="0" t="0" r="r" b="b"/>
              <a:pathLst>
                <a:path w="21395" h="21474" extrusionOk="0">
                  <a:moveTo>
                    <a:pt x="2578" y="8409"/>
                  </a:moveTo>
                  <a:cubicBezTo>
                    <a:pt x="2578" y="5193"/>
                    <a:pt x="5174" y="2587"/>
                    <a:pt x="8376" y="2587"/>
                  </a:cubicBezTo>
                  <a:cubicBezTo>
                    <a:pt x="11580" y="2587"/>
                    <a:pt x="14435" y="5451"/>
                    <a:pt x="14435" y="8666"/>
                  </a:cubicBezTo>
                  <a:cubicBezTo>
                    <a:pt x="14435" y="11882"/>
                    <a:pt x="11838" y="14488"/>
                    <a:pt x="8635" y="14488"/>
                  </a:cubicBezTo>
                  <a:cubicBezTo>
                    <a:pt x="5431" y="14488"/>
                    <a:pt x="2578" y="11624"/>
                    <a:pt x="2578" y="8409"/>
                  </a:cubicBezTo>
                  <a:close/>
                  <a:moveTo>
                    <a:pt x="20914" y="18167"/>
                  </a:moveTo>
                  <a:lnTo>
                    <a:pt x="15797" y="13032"/>
                  </a:lnTo>
                  <a:cubicBezTo>
                    <a:pt x="16568" y="11759"/>
                    <a:pt x="17013" y="10265"/>
                    <a:pt x="17013" y="8666"/>
                  </a:cubicBezTo>
                  <a:cubicBezTo>
                    <a:pt x="17013" y="4023"/>
                    <a:pt x="13004" y="0"/>
                    <a:pt x="8376" y="0"/>
                  </a:cubicBezTo>
                  <a:cubicBezTo>
                    <a:pt x="3750" y="0"/>
                    <a:pt x="0" y="3765"/>
                    <a:pt x="0" y="8409"/>
                  </a:cubicBezTo>
                  <a:cubicBezTo>
                    <a:pt x="0" y="13052"/>
                    <a:pt x="4008" y="17075"/>
                    <a:pt x="8635" y="17075"/>
                  </a:cubicBezTo>
                  <a:cubicBezTo>
                    <a:pt x="10173" y="17075"/>
                    <a:pt x="11614" y="16657"/>
                    <a:pt x="12852" y="15931"/>
                  </a:cubicBezTo>
                  <a:lnTo>
                    <a:pt x="17996" y="21094"/>
                  </a:lnTo>
                  <a:cubicBezTo>
                    <a:pt x="18500" y="21600"/>
                    <a:pt x="19317" y="21600"/>
                    <a:pt x="19819" y="21094"/>
                  </a:cubicBezTo>
                  <a:lnTo>
                    <a:pt x="21096" y="19815"/>
                  </a:lnTo>
                  <a:cubicBezTo>
                    <a:pt x="21600" y="19309"/>
                    <a:pt x="21417" y="18672"/>
                    <a:pt x="20914" y="18167"/>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nvGrpSpPr>
          <p:cNvPr id="48" name="Group 7"/>
          <p:cNvGrpSpPr/>
          <p:nvPr/>
        </p:nvGrpSpPr>
        <p:grpSpPr>
          <a:xfrm>
            <a:off x="5476999" y="3626029"/>
            <a:ext cx="521998" cy="521999"/>
            <a:chOff x="5779150" y="4052785"/>
            <a:chExt cx="521998" cy="521999"/>
          </a:xfrm>
        </p:grpSpPr>
        <p:sp>
          <p:nvSpPr>
            <p:cNvPr id="49" name="Shape 2240"/>
            <p:cNvSpPr/>
            <p:nvPr/>
          </p:nvSpPr>
          <p:spPr>
            <a:xfrm>
              <a:off x="5779150"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grpSp>
          <p:nvGrpSpPr>
            <p:cNvPr id="50" name="Group 2243"/>
            <p:cNvGrpSpPr/>
            <p:nvPr/>
          </p:nvGrpSpPr>
          <p:grpSpPr>
            <a:xfrm>
              <a:off x="5923244" y="4211998"/>
              <a:ext cx="233810" cy="203573"/>
              <a:chOff x="-1382595" y="-97300"/>
              <a:chExt cx="483522" cy="420990"/>
            </a:xfrm>
          </p:grpSpPr>
          <p:sp>
            <p:nvSpPr>
              <p:cNvPr id="51" name="Shape 2241"/>
              <p:cNvSpPr/>
              <p:nvPr/>
            </p:nvSpPr>
            <p:spPr>
              <a:xfrm>
                <a:off x="-1361117" y="-97300"/>
                <a:ext cx="440016" cy="123355"/>
              </a:xfrm>
              <a:custGeom>
                <a:avLst/>
                <a:gdLst/>
                <a:ahLst/>
                <a:cxnLst>
                  <a:cxn ang="0">
                    <a:pos x="wd2" y="hd2"/>
                  </a:cxn>
                  <a:cxn ang="5400000">
                    <a:pos x="wd2" y="hd2"/>
                  </a:cxn>
                  <a:cxn ang="10800000">
                    <a:pos x="wd2" y="hd2"/>
                  </a:cxn>
                  <a:cxn ang="16200000">
                    <a:pos x="wd2" y="hd2"/>
                  </a:cxn>
                </a:cxnLst>
                <a:rect l="0" t="0" r="r" b="b"/>
                <a:pathLst>
                  <a:path w="21238" h="21600" extrusionOk="0">
                    <a:moveTo>
                      <a:pt x="499" y="21600"/>
                    </a:moveTo>
                    <a:lnTo>
                      <a:pt x="20739" y="21600"/>
                    </a:lnTo>
                    <a:cubicBezTo>
                      <a:pt x="21419" y="21600"/>
                      <a:pt x="21309" y="18973"/>
                      <a:pt x="20970" y="18547"/>
                    </a:cubicBezTo>
                    <a:cubicBezTo>
                      <a:pt x="20632" y="18117"/>
                      <a:pt x="16870" y="12960"/>
                      <a:pt x="16216" y="12960"/>
                    </a:cubicBezTo>
                    <a:lnTo>
                      <a:pt x="15143" y="12960"/>
                    </a:lnTo>
                    <a:lnTo>
                      <a:pt x="15143" y="0"/>
                    </a:lnTo>
                    <a:lnTo>
                      <a:pt x="6095" y="0"/>
                    </a:lnTo>
                    <a:lnTo>
                      <a:pt x="6095" y="12960"/>
                    </a:lnTo>
                    <a:lnTo>
                      <a:pt x="5022" y="12960"/>
                    </a:lnTo>
                    <a:cubicBezTo>
                      <a:pt x="4367" y="12960"/>
                      <a:pt x="606" y="18117"/>
                      <a:pt x="268" y="18547"/>
                    </a:cubicBezTo>
                    <a:cubicBezTo>
                      <a:pt x="-71" y="18973"/>
                      <a:pt x="-181" y="21600"/>
                      <a:pt x="499" y="2160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sp>
            <p:nvSpPr>
              <p:cNvPr id="52" name="Shape 2242"/>
              <p:cNvSpPr/>
              <p:nvPr/>
            </p:nvSpPr>
            <p:spPr>
              <a:xfrm>
                <a:off x="-1382595" y="54793"/>
                <a:ext cx="483522" cy="268897"/>
              </a:xfrm>
              <a:custGeom>
                <a:avLst/>
                <a:gdLst/>
                <a:ahLst/>
                <a:cxnLst>
                  <a:cxn ang="0">
                    <a:pos x="wd2" y="hd2"/>
                  </a:cxn>
                  <a:cxn ang="5400000">
                    <a:pos x="wd2" y="hd2"/>
                  </a:cxn>
                  <a:cxn ang="10800000">
                    <a:pos x="wd2" y="hd2"/>
                  </a:cxn>
                  <a:cxn ang="16200000">
                    <a:pos x="wd2" y="hd2"/>
                  </a:cxn>
                </a:cxnLst>
                <a:rect l="0" t="0" r="r" b="b"/>
                <a:pathLst>
                  <a:path w="21600" h="21600" extrusionOk="0">
                    <a:moveTo>
                      <a:pt x="20388" y="0"/>
                    </a:moveTo>
                    <a:lnTo>
                      <a:pt x="1212" y="0"/>
                    </a:lnTo>
                    <a:cubicBezTo>
                      <a:pt x="606" y="0"/>
                      <a:pt x="0" y="1289"/>
                      <a:pt x="0" y="2378"/>
                    </a:cubicBezTo>
                    <a:lnTo>
                      <a:pt x="0" y="9313"/>
                    </a:lnTo>
                    <a:cubicBezTo>
                      <a:pt x="0" y="10404"/>
                      <a:pt x="606" y="11691"/>
                      <a:pt x="1212" y="11691"/>
                    </a:cubicBezTo>
                    <a:lnTo>
                      <a:pt x="3397" y="11691"/>
                    </a:lnTo>
                    <a:lnTo>
                      <a:pt x="2424" y="21600"/>
                    </a:lnTo>
                    <a:lnTo>
                      <a:pt x="19176" y="21600"/>
                    </a:lnTo>
                    <a:lnTo>
                      <a:pt x="18203" y="11691"/>
                    </a:lnTo>
                    <a:lnTo>
                      <a:pt x="20388" y="11691"/>
                    </a:lnTo>
                    <a:cubicBezTo>
                      <a:pt x="20994" y="11691"/>
                      <a:pt x="21600" y="10404"/>
                      <a:pt x="21600" y="9313"/>
                    </a:cubicBezTo>
                    <a:lnTo>
                      <a:pt x="21600" y="2378"/>
                    </a:lnTo>
                    <a:cubicBezTo>
                      <a:pt x="21600" y="1289"/>
                      <a:pt x="20994" y="0"/>
                      <a:pt x="20388" y="0"/>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grpSp>
      <p:grpSp>
        <p:nvGrpSpPr>
          <p:cNvPr id="53" name="Group 8"/>
          <p:cNvGrpSpPr/>
          <p:nvPr/>
        </p:nvGrpSpPr>
        <p:grpSpPr>
          <a:xfrm>
            <a:off x="3284389" y="3626029"/>
            <a:ext cx="521998" cy="521999"/>
            <a:chOff x="3586540" y="4052785"/>
            <a:chExt cx="521998" cy="521999"/>
          </a:xfrm>
        </p:grpSpPr>
        <p:sp>
          <p:nvSpPr>
            <p:cNvPr id="54" name="Shape 2246"/>
            <p:cNvSpPr/>
            <p:nvPr/>
          </p:nvSpPr>
          <p:spPr>
            <a:xfrm>
              <a:off x="3586540" y="4052785"/>
              <a:ext cx="521998" cy="52199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50800" tIns="50800" rIns="50800" bIns="50800" numCol="1" anchor="ctr">
              <a:noAutofit/>
            </a:bodyPr>
            <a:lstStyle/>
            <a:p>
              <a:pPr>
                <a:defRPr sz="3100" b="1"/>
              </a:pPr>
              <a:endParaRPr sz="3100" b="1" kern="0">
                <a:solidFill>
                  <a:prstClr val="black"/>
                </a:solidFill>
                <a:cs typeface="+mn-ea"/>
                <a:sym typeface="+mn-lt"/>
              </a:endParaRPr>
            </a:p>
          </p:txBody>
        </p:sp>
        <p:sp>
          <p:nvSpPr>
            <p:cNvPr id="55" name="Shape 2247"/>
            <p:cNvSpPr/>
            <p:nvPr/>
          </p:nvSpPr>
          <p:spPr>
            <a:xfrm>
              <a:off x="3722299" y="4183326"/>
              <a:ext cx="250481" cy="260916"/>
            </a:xfrm>
            <a:custGeom>
              <a:avLst/>
              <a:gdLst/>
              <a:ahLst/>
              <a:cxnLst>
                <a:cxn ang="0">
                  <a:pos x="wd2" y="hd2"/>
                </a:cxn>
                <a:cxn ang="5400000">
                  <a:pos x="wd2" y="hd2"/>
                </a:cxn>
                <a:cxn ang="10800000">
                  <a:pos x="wd2" y="hd2"/>
                </a:cxn>
                <a:cxn ang="16200000">
                  <a:pos x="wd2" y="hd2"/>
                </a:cxn>
              </a:cxnLst>
              <a:rect l="0" t="0" r="r" b="b"/>
              <a:pathLst>
                <a:path w="20630" h="21387" extrusionOk="0">
                  <a:moveTo>
                    <a:pt x="15651" y="10439"/>
                  </a:moveTo>
                  <a:cubicBezTo>
                    <a:pt x="14876" y="10985"/>
                    <a:pt x="13809" y="10794"/>
                    <a:pt x="13267" y="10015"/>
                  </a:cubicBezTo>
                  <a:cubicBezTo>
                    <a:pt x="12724" y="9235"/>
                    <a:pt x="12913" y="8160"/>
                    <a:pt x="13688" y="7614"/>
                  </a:cubicBezTo>
                  <a:cubicBezTo>
                    <a:pt x="14302" y="7180"/>
                    <a:pt x="15100" y="7212"/>
                    <a:pt x="15674" y="7633"/>
                  </a:cubicBezTo>
                  <a:cubicBezTo>
                    <a:pt x="15386" y="7808"/>
                    <a:pt x="15187" y="7909"/>
                    <a:pt x="15149" y="7927"/>
                  </a:cubicBezTo>
                  <a:cubicBezTo>
                    <a:pt x="14829" y="8080"/>
                    <a:pt x="14692" y="8465"/>
                    <a:pt x="14842" y="8787"/>
                  </a:cubicBezTo>
                  <a:cubicBezTo>
                    <a:pt x="14952" y="9021"/>
                    <a:pt x="15183" y="9159"/>
                    <a:pt x="15425" y="9159"/>
                  </a:cubicBezTo>
                  <a:cubicBezTo>
                    <a:pt x="15515" y="9159"/>
                    <a:pt x="15608" y="9138"/>
                    <a:pt x="15698" y="9096"/>
                  </a:cubicBezTo>
                  <a:cubicBezTo>
                    <a:pt x="15903" y="8999"/>
                    <a:pt x="16125" y="8881"/>
                    <a:pt x="16356" y="8743"/>
                  </a:cubicBezTo>
                  <a:cubicBezTo>
                    <a:pt x="16460" y="9377"/>
                    <a:pt x="16209" y="10045"/>
                    <a:pt x="15651" y="10439"/>
                  </a:cubicBezTo>
                  <a:close/>
                  <a:moveTo>
                    <a:pt x="20298" y="434"/>
                  </a:moveTo>
                  <a:cubicBezTo>
                    <a:pt x="20181" y="97"/>
                    <a:pt x="19814" y="-81"/>
                    <a:pt x="19481" y="36"/>
                  </a:cubicBezTo>
                  <a:cubicBezTo>
                    <a:pt x="19146" y="153"/>
                    <a:pt x="18970" y="523"/>
                    <a:pt x="19086" y="859"/>
                  </a:cubicBezTo>
                  <a:cubicBezTo>
                    <a:pt x="20075" y="3715"/>
                    <a:pt x="18112" y="5846"/>
                    <a:pt x="16617" y="6988"/>
                  </a:cubicBezTo>
                  <a:lnTo>
                    <a:pt x="16012" y="6118"/>
                  </a:lnTo>
                  <a:cubicBezTo>
                    <a:pt x="15810" y="5827"/>
                    <a:pt x="15355" y="5583"/>
                    <a:pt x="15003" y="5578"/>
                  </a:cubicBezTo>
                  <a:lnTo>
                    <a:pt x="11612" y="5594"/>
                  </a:lnTo>
                  <a:cubicBezTo>
                    <a:pt x="11260" y="5588"/>
                    <a:pt x="10735" y="5751"/>
                    <a:pt x="10445" y="5955"/>
                  </a:cubicBezTo>
                  <a:lnTo>
                    <a:pt x="457" y="13000"/>
                  </a:lnTo>
                  <a:cubicBezTo>
                    <a:pt x="-27" y="13341"/>
                    <a:pt x="-145" y="14013"/>
                    <a:pt x="194" y="14500"/>
                  </a:cubicBezTo>
                  <a:lnTo>
                    <a:pt x="4734" y="21032"/>
                  </a:lnTo>
                  <a:cubicBezTo>
                    <a:pt x="5073" y="21519"/>
                    <a:pt x="5618" y="21461"/>
                    <a:pt x="6101" y="21120"/>
                  </a:cubicBezTo>
                  <a:lnTo>
                    <a:pt x="16090" y="14075"/>
                  </a:lnTo>
                  <a:cubicBezTo>
                    <a:pt x="16378" y="13870"/>
                    <a:pt x="16709" y="13429"/>
                    <a:pt x="16826" y="13093"/>
                  </a:cubicBezTo>
                  <a:lnTo>
                    <a:pt x="17888" y="9729"/>
                  </a:lnTo>
                  <a:cubicBezTo>
                    <a:pt x="18003" y="9393"/>
                    <a:pt x="17932" y="8880"/>
                    <a:pt x="17730" y="8589"/>
                  </a:cubicBezTo>
                  <a:lnTo>
                    <a:pt x="17361" y="8058"/>
                  </a:lnTo>
                  <a:cubicBezTo>
                    <a:pt x="19371" y="6513"/>
                    <a:pt x="21455" y="3778"/>
                    <a:pt x="20298" y="434"/>
                  </a:cubicBezTo>
                  <a:close/>
                </a:path>
              </a:pathLst>
            </a:custGeom>
            <a:gradFill>
              <a:gsLst>
                <a:gs pos="56000">
                  <a:srgbClr val="4C7CDA">
                    <a:alpha val="83000"/>
                  </a:srgbClr>
                </a:gs>
                <a:gs pos="0">
                  <a:srgbClr val="3D5CB6"/>
                </a:gs>
                <a:gs pos="95000">
                  <a:srgbClr val="4C7CDA"/>
                </a:gs>
                <a:gs pos="0">
                  <a:srgbClr val="4C7CDA">
                    <a:alpha val="34000"/>
                  </a:srgbClr>
                </a:gs>
              </a:gsLst>
              <a:lin ang="0" scaled="0"/>
            </a:gradFill>
            <a:ln w="12700" cap="flat">
              <a:noFill/>
              <a:miter lim="400000"/>
            </a:ln>
            <a:effectLst/>
          </p:spPr>
          <p:txBody>
            <a:bodyPr wrap="square" lIns="38100" tIns="38100" rIns="38100" bIns="38100" numCol="1" anchor="ctr">
              <a:noAutofit/>
            </a:bodyPr>
            <a:lstStyle/>
            <a:p>
              <a:pPr>
                <a:defRPr sz="3200">
                  <a:solidFill>
                    <a:srgbClr val="FFFFFF"/>
                  </a:solidFill>
                </a:defRPr>
              </a:pPr>
              <a:endParaRPr sz="3200" kern="0">
                <a:solidFill>
                  <a:srgbClr val="FFFFFF"/>
                </a:solidFill>
                <a:cs typeface="+mn-ea"/>
                <a:sym typeface="+mn-lt"/>
              </a:endParaRPr>
            </a:p>
          </p:txBody>
        </p:sp>
      </p:grpSp>
      <p:sp>
        <p:nvSpPr>
          <p:cNvPr id="56" name="TextBox 45"/>
          <p:cNvSpPr txBox="1"/>
          <p:nvPr/>
        </p:nvSpPr>
        <p:spPr>
          <a:xfrm>
            <a:off x="1725924" y="2380830"/>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7" name="TextBox 46"/>
          <p:cNvSpPr txBox="1"/>
          <p:nvPr/>
        </p:nvSpPr>
        <p:spPr>
          <a:xfrm>
            <a:off x="3930578" y="2380830"/>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8" name="TextBox 47"/>
          <p:cNvSpPr txBox="1"/>
          <p:nvPr/>
        </p:nvSpPr>
        <p:spPr>
          <a:xfrm>
            <a:off x="6136235" y="2375991"/>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59" name="TextBox 48"/>
          <p:cNvSpPr txBox="1"/>
          <p:nvPr/>
        </p:nvSpPr>
        <p:spPr>
          <a:xfrm>
            <a:off x="8340889" y="2375991"/>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0" name="TextBox 49"/>
          <p:cNvSpPr txBox="1"/>
          <p:nvPr/>
        </p:nvSpPr>
        <p:spPr>
          <a:xfrm>
            <a:off x="1593312" y="3800297"/>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1" name="TextBox 50"/>
          <p:cNvSpPr txBox="1"/>
          <p:nvPr/>
        </p:nvSpPr>
        <p:spPr>
          <a:xfrm>
            <a:off x="3797966" y="3800297"/>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2" name="TextBox 51"/>
          <p:cNvSpPr txBox="1"/>
          <p:nvPr/>
        </p:nvSpPr>
        <p:spPr>
          <a:xfrm>
            <a:off x="6003623" y="3795458"/>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3" name="TextBox 52"/>
          <p:cNvSpPr txBox="1"/>
          <p:nvPr/>
        </p:nvSpPr>
        <p:spPr>
          <a:xfrm>
            <a:off x="8208277" y="3795458"/>
            <a:ext cx="1698481" cy="215265"/>
          </a:xfrm>
          <a:prstGeom prst="rect">
            <a:avLst/>
          </a:prstGeom>
          <a:noFill/>
        </p:spPr>
        <p:txBody>
          <a:bodyPr wrap="square" lIns="0" tIns="0" rIns="0" bIns="0" rtlCol="0">
            <a:spAutoFit/>
          </a:bodyPr>
          <a:lstStyle/>
          <a:p>
            <a:pPr algn="ctr" defTabSz="1176655"/>
            <a:r>
              <a:rPr lang="zh-CN" altLang="en-US" sz="1400" dirty="0">
                <a:solidFill>
                  <a:srgbClr val="FFFFFF"/>
                </a:solidFill>
                <a:cs typeface="+mn-ea"/>
                <a:sym typeface="+mn-lt"/>
              </a:rPr>
              <a:t>添加标题</a:t>
            </a:r>
            <a:endParaRPr lang="en-GB" altLang="zh-CN" sz="1400" dirty="0">
              <a:solidFill>
                <a:srgbClr val="FFFFFF"/>
              </a:solidFill>
              <a:cs typeface="+mn-ea"/>
              <a:sym typeface="+mn-lt"/>
            </a:endParaRPr>
          </a:p>
        </p:txBody>
      </p:sp>
      <p:sp>
        <p:nvSpPr>
          <p:cNvPr id="64" name="TextBox 53"/>
          <p:cNvSpPr txBox="1"/>
          <p:nvPr/>
        </p:nvSpPr>
        <p:spPr>
          <a:xfrm>
            <a:off x="1331320" y="4892496"/>
            <a:ext cx="9110236" cy="1033145"/>
          </a:xfrm>
          <a:prstGeom prst="rect">
            <a:avLst/>
          </a:prstGeom>
          <a:noFill/>
        </p:spPr>
        <p:txBody>
          <a:bodyPr wrap="square" lIns="0" tIns="0" rIns="0" bIns="0" rtlCol="0">
            <a:spAutoFit/>
          </a:bodyPr>
          <a:lstStyle/>
          <a:p>
            <a:pPr algn="ctr">
              <a:lnSpc>
                <a:spcPct val="120000"/>
              </a:lnSpc>
            </a:pPr>
            <a:r>
              <a:rPr lang="zh-CN" altLang="en-US" sz="1400" dirty="0">
                <a:solidFill>
                  <a:schemeClr val="dk1"/>
                </a:solidFill>
                <a:cs typeface="+mn-ea"/>
                <a:sym typeface="+mn-lt"/>
              </a:rPr>
              <a:t>此处添加详细文本描述，建议与标题相关并符合整体语言风格，语言描述尽量简洁生动。尽量将每页幻灯片的字数控制在</a:t>
            </a:r>
            <a:r>
              <a:rPr lang="en-US" altLang="zh-CN" sz="1400" dirty="0">
                <a:solidFill>
                  <a:schemeClr val="dk1"/>
                </a:solidFill>
                <a:cs typeface="+mn-ea"/>
                <a:sym typeface="+mn-lt"/>
              </a:rPr>
              <a:t>200</a:t>
            </a:r>
            <a:r>
              <a:rPr lang="zh-CN" altLang="en-US" sz="1400" dirty="0">
                <a:solidFill>
                  <a:schemeClr val="dk1"/>
                </a:solidFill>
                <a:cs typeface="+mn-ea"/>
                <a:sym typeface="+mn-lt"/>
              </a:rPr>
              <a:t>字以内，据统计每页幻灯片的最好控制在</a:t>
            </a:r>
            <a:r>
              <a:rPr lang="en-US" altLang="zh-CN" sz="1400" dirty="0">
                <a:solidFill>
                  <a:schemeClr val="dk1"/>
                </a:solidFill>
                <a:cs typeface="+mn-ea"/>
                <a:sym typeface="+mn-lt"/>
              </a:rPr>
              <a:t>5</a:t>
            </a:r>
            <a:r>
              <a:rPr lang="zh-CN" altLang="en-US" sz="1400" dirty="0">
                <a:solidFill>
                  <a:schemeClr val="dk1"/>
                </a:solidFill>
                <a:cs typeface="+mn-ea"/>
                <a:sym typeface="+mn-lt"/>
              </a:rPr>
              <a:t>分钟之内。此处添加详细文本描述，建议与标题相关并符合整体语言风格，语言描述尽量简洁生动。尽量将每页幻灯片的字数控制在</a:t>
            </a:r>
            <a:r>
              <a:rPr lang="en-US" altLang="zh-CN" sz="1400" dirty="0">
                <a:solidFill>
                  <a:schemeClr val="dk1"/>
                </a:solidFill>
                <a:cs typeface="+mn-ea"/>
                <a:sym typeface="+mn-lt"/>
              </a:rPr>
              <a:t>200</a:t>
            </a:r>
            <a:r>
              <a:rPr lang="zh-CN" altLang="en-US" sz="1400" dirty="0">
                <a:solidFill>
                  <a:schemeClr val="dk1"/>
                </a:solidFill>
                <a:cs typeface="+mn-ea"/>
                <a:sym typeface="+mn-lt"/>
              </a:rPr>
              <a:t>字以内，据统计每页幻灯片的最好控制在</a:t>
            </a:r>
            <a:r>
              <a:rPr lang="en-US" altLang="zh-CN" sz="1400" dirty="0">
                <a:solidFill>
                  <a:schemeClr val="dk1"/>
                </a:solidFill>
                <a:cs typeface="+mn-ea"/>
                <a:sym typeface="+mn-lt"/>
              </a:rPr>
              <a:t>5</a:t>
            </a:r>
            <a:r>
              <a:rPr lang="zh-CN" altLang="en-US" sz="1400" dirty="0">
                <a:solidFill>
                  <a:schemeClr val="dk1"/>
                </a:solidFill>
                <a:cs typeface="+mn-ea"/>
                <a:sym typeface="+mn-lt"/>
              </a:rPr>
              <a:t>分钟之内。</a:t>
            </a:r>
          </a:p>
        </p:txBody>
      </p:sp>
      <p:grpSp>
        <p:nvGrpSpPr>
          <p:cNvPr id="3" name="组合 2"/>
          <p:cNvGrpSpPr/>
          <p:nvPr/>
        </p:nvGrpSpPr>
        <p:grpSpPr>
          <a:xfrm>
            <a:off x="324485" y="164465"/>
            <a:ext cx="2987040" cy="675640"/>
            <a:chOff x="511" y="375"/>
            <a:chExt cx="4704" cy="1064"/>
          </a:xfrm>
        </p:grpSpPr>
        <p:grpSp>
          <p:nvGrpSpPr>
            <p:cNvPr id="4" name="组合 3"/>
            <p:cNvGrpSpPr/>
            <p:nvPr/>
          </p:nvGrpSpPr>
          <p:grpSpPr>
            <a:xfrm>
              <a:off x="511" y="375"/>
              <a:ext cx="1536" cy="1064"/>
              <a:chOff x="2514" y="555"/>
              <a:chExt cx="1779" cy="1232"/>
            </a:xfrm>
          </p:grpSpPr>
          <p:sp>
            <p:nvSpPr>
              <p:cNvPr id="5" name="圆角矩形 4"/>
              <p:cNvSpPr/>
              <p:nvPr/>
            </p:nvSpPr>
            <p:spPr>
              <a:xfrm>
                <a:off x="2514" y="555"/>
                <a:ext cx="1167" cy="1046"/>
              </a:xfrm>
              <a:prstGeom prst="roundRect">
                <a:avLst>
                  <a:gd name="adj" fmla="val 0"/>
                </a:avLst>
              </a:prstGeom>
              <a:noFill/>
              <a:ln w="3492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b="1">
                  <a:cs typeface="+mn-ea"/>
                  <a:sym typeface="+mn-lt"/>
                </a:endParaRPr>
              </a:p>
            </p:txBody>
          </p:sp>
          <p:sp>
            <p:nvSpPr>
              <p:cNvPr id="6" name="圆角矩形 5"/>
              <p:cNvSpPr/>
              <p:nvPr/>
            </p:nvSpPr>
            <p:spPr>
              <a:xfrm>
                <a:off x="2884" y="775"/>
                <a:ext cx="1409" cy="1012"/>
              </a:xfrm>
              <a:prstGeom prst="roundRect">
                <a:avLst>
                  <a:gd name="adj" fmla="val 0"/>
                </a:avLst>
              </a:prstGeom>
              <a:gradFill>
                <a:gsLst>
                  <a:gs pos="56000">
                    <a:srgbClr val="4C7CDA">
                      <a:alpha val="83000"/>
                    </a:srgbClr>
                  </a:gs>
                  <a:gs pos="0">
                    <a:srgbClr val="3D5CB6"/>
                  </a:gs>
                  <a:gs pos="95000">
                    <a:srgbClr val="4C7CDA"/>
                  </a:gs>
                  <a:gs pos="0">
                    <a:srgbClr val="4C7CDA">
                      <a:alpha val="34000"/>
                    </a:srgbClr>
                  </a:gs>
                </a:gsLst>
                <a:lin ang="13500000" scaled="0"/>
              </a:gradFill>
              <a:ln w="25400">
                <a:noFill/>
              </a:ln>
              <a:effectLst>
                <a:outerShdw blurRad="266700" dist="139700" dir="2700000" algn="tl" rotWithShape="0">
                  <a:srgbClr val="4C7CDA">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a:cs typeface="+mn-ea"/>
                    <a:sym typeface="+mn-lt"/>
                  </a:rPr>
                  <a:t>04</a:t>
                </a:r>
              </a:p>
            </p:txBody>
          </p:sp>
        </p:grpSp>
        <p:sp>
          <p:nvSpPr>
            <p:cNvPr id="7" name="文本框 6"/>
            <p:cNvSpPr txBox="1"/>
            <p:nvPr/>
          </p:nvSpPr>
          <p:spPr>
            <a:xfrm>
              <a:off x="2134" y="520"/>
              <a:ext cx="3081" cy="919"/>
            </a:xfrm>
            <a:prstGeom prst="rect">
              <a:avLst/>
            </a:prstGeom>
            <a:noFill/>
          </p:spPr>
          <p:txBody>
            <a:bodyPr wrap="square" rtlCol="0">
              <a:spAutoFit/>
            </a:bodyPr>
            <a:lstStyle/>
            <a:p>
              <a:pPr algn="l"/>
              <a:r>
                <a:rPr lang="zh-CN" altLang="en-US" sz="3200" b="1">
                  <a:solidFill>
                    <a:srgbClr val="4C7CDA"/>
                  </a:solidFill>
                  <a:cs typeface="+mn-ea"/>
                  <a:sym typeface="+mn-lt"/>
                </a:rPr>
                <a:t>前景展望</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200"/>
                                        <p:tgtEl>
                                          <p:spTgt spid="2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200"/>
                                        <p:tgtEl>
                                          <p:spTgt spid="3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fade">
                                      <p:cBhvr>
                                        <p:cTn id="14" dur="200"/>
                                        <p:tgtEl>
                                          <p:spTgt spid="5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wipe(left)">
                                      <p:cBhvr>
                                        <p:cTn id="18" dur="200"/>
                                        <p:tgtEl>
                                          <p:spTgt spid="22"/>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2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fade">
                                      <p:cBhvr>
                                        <p:cTn id="25" dur="200"/>
                                        <p:tgtEl>
                                          <p:spTgt spid="57"/>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left)">
                                      <p:cBhvr>
                                        <p:cTn id="29" dur="200"/>
                                        <p:tgtEl>
                                          <p:spTgt spid="21"/>
                                        </p:tgtEl>
                                      </p:cBhvr>
                                    </p:animEffect>
                                  </p:childTnLst>
                                </p:cTn>
                              </p:par>
                            </p:childTnLst>
                          </p:cTn>
                        </p:par>
                        <p:par>
                          <p:cTn id="30" fill="hold">
                            <p:stCondLst>
                              <p:cond delay="2500"/>
                            </p:stCondLst>
                            <p:childTnLst>
                              <p:par>
                                <p:cTn id="31" presetID="10" presetClass="entr" presetSubtype="0" fill="hold" nodeType="after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fade">
                                      <p:cBhvr>
                                        <p:cTn id="33" dur="200"/>
                                        <p:tgtEl>
                                          <p:spTgt spid="3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200"/>
                                        <p:tgtEl>
                                          <p:spTgt spid="58"/>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200"/>
                                        <p:tgtEl>
                                          <p:spTgt spid="20"/>
                                        </p:tgtEl>
                                      </p:cBhvr>
                                    </p:animEffect>
                                  </p:childTnLst>
                                </p:cTn>
                              </p:par>
                            </p:childTnLst>
                          </p:cTn>
                        </p:par>
                        <p:par>
                          <p:cTn id="41" fill="hold">
                            <p:stCondLst>
                              <p:cond delay="3500"/>
                            </p:stCondLst>
                            <p:childTnLst>
                              <p:par>
                                <p:cTn id="42" presetID="10" presetClass="entr" presetSubtype="0" fill="hold" nodeType="after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200"/>
                                        <p:tgtEl>
                                          <p:spTgt spid="3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Effect transition="in" filter="fade">
                                      <p:cBhvr>
                                        <p:cTn id="47" dur="200"/>
                                        <p:tgtEl>
                                          <p:spTgt spid="59"/>
                                        </p:tgtEl>
                                      </p:cBhvr>
                                    </p:animEffect>
                                  </p:childTnLst>
                                </p:cTn>
                              </p:par>
                            </p:childTnLst>
                          </p:cTn>
                        </p:par>
                        <p:par>
                          <p:cTn id="48" fill="hold">
                            <p:stCondLst>
                              <p:cond delay="4000"/>
                            </p:stCondLst>
                            <p:childTnLst>
                              <p:par>
                                <p:cTn id="49" presetID="22" presetClass="entr" presetSubtype="1"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200"/>
                                        <p:tgtEl>
                                          <p:spTgt spid="19"/>
                                        </p:tgtEl>
                                      </p:cBhvr>
                                    </p:animEffect>
                                  </p:childTnLst>
                                </p:cTn>
                              </p:par>
                            </p:childTnLst>
                          </p:cTn>
                        </p:par>
                        <p:par>
                          <p:cTn id="52" fill="hold">
                            <p:stCondLst>
                              <p:cond delay="4500"/>
                            </p:stCondLst>
                            <p:childTnLst>
                              <p:par>
                                <p:cTn id="53" presetID="22" presetClass="entr" presetSubtype="2" fill="hold" grpId="0" nodeType="after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right)">
                                      <p:cBhvr>
                                        <p:cTn id="55" dur="200"/>
                                        <p:tgtEl>
                                          <p:spTgt spid="27"/>
                                        </p:tgtEl>
                                      </p:cBhvr>
                                    </p:animEffect>
                                  </p:childTnLst>
                                </p:cTn>
                              </p:par>
                            </p:childTnLst>
                          </p:cTn>
                        </p:par>
                        <p:par>
                          <p:cTn id="56" fill="hold">
                            <p:stCondLst>
                              <p:cond delay="5000"/>
                            </p:stCondLst>
                            <p:childTnLst>
                              <p:par>
                                <p:cTn id="57" presetID="10" presetClass="entr" presetSubtype="0" fill="hold" nodeType="afterEffect">
                                  <p:stCondLst>
                                    <p:cond delay="0"/>
                                  </p:stCondLst>
                                  <p:childTnLst>
                                    <p:set>
                                      <p:cBhvr>
                                        <p:cTn id="58" dur="1" fill="hold">
                                          <p:stCondLst>
                                            <p:cond delay="0"/>
                                          </p:stCondLst>
                                        </p:cTn>
                                        <p:tgtEl>
                                          <p:spTgt spid="42"/>
                                        </p:tgtEl>
                                        <p:attrNameLst>
                                          <p:attrName>style.visibility</p:attrName>
                                        </p:attrNameLst>
                                      </p:cBhvr>
                                      <p:to>
                                        <p:strVal val="visible"/>
                                      </p:to>
                                    </p:set>
                                    <p:animEffect transition="in" filter="fade">
                                      <p:cBhvr>
                                        <p:cTn id="59" dur="200"/>
                                        <p:tgtEl>
                                          <p:spTgt spid="4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200"/>
                                        <p:tgtEl>
                                          <p:spTgt spid="63"/>
                                        </p:tgtEl>
                                      </p:cBhvr>
                                    </p:animEffect>
                                  </p:childTnLst>
                                </p:cTn>
                              </p:par>
                            </p:childTnLst>
                          </p:cTn>
                        </p:par>
                        <p:par>
                          <p:cTn id="63" fill="hold">
                            <p:stCondLst>
                              <p:cond delay="5500"/>
                            </p:stCondLst>
                            <p:childTnLst>
                              <p:par>
                                <p:cTn id="64" presetID="22" presetClass="entr" presetSubtype="2"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right)">
                                      <p:cBhvr>
                                        <p:cTn id="66" dur="200"/>
                                        <p:tgtEl>
                                          <p:spTgt spid="26"/>
                                        </p:tgtEl>
                                      </p:cBhvr>
                                    </p:animEffect>
                                  </p:childTnLst>
                                </p:cTn>
                              </p:par>
                            </p:childTnLst>
                          </p:cTn>
                        </p:par>
                        <p:par>
                          <p:cTn id="67" fill="hold">
                            <p:stCondLst>
                              <p:cond delay="6000"/>
                            </p:stCondLst>
                            <p:childTnLst>
                              <p:par>
                                <p:cTn id="68" presetID="10" presetClass="entr" presetSubtype="0" fill="hold" nodeType="after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200"/>
                                        <p:tgtEl>
                                          <p:spTgt spid="4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animEffect transition="in" filter="fade">
                                      <p:cBhvr>
                                        <p:cTn id="73" dur="200"/>
                                        <p:tgtEl>
                                          <p:spTgt spid="62"/>
                                        </p:tgtEl>
                                      </p:cBhvr>
                                    </p:animEffect>
                                  </p:childTnLst>
                                </p:cTn>
                              </p:par>
                            </p:childTnLst>
                          </p:cTn>
                        </p:par>
                        <p:par>
                          <p:cTn id="74" fill="hold">
                            <p:stCondLst>
                              <p:cond delay="6500"/>
                            </p:stCondLst>
                            <p:childTnLst>
                              <p:par>
                                <p:cTn id="75" presetID="22" presetClass="entr" presetSubtype="2" fill="hold" grpId="0" nodeType="after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wipe(right)">
                                      <p:cBhvr>
                                        <p:cTn id="77" dur="200"/>
                                        <p:tgtEl>
                                          <p:spTgt spid="25"/>
                                        </p:tgtEl>
                                      </p:cBhvr>
                                    </p:animEffect>
                                  </p:childTnLst>
                                </p:cTn>
                              </p:par>
                            </p:childTnLst>
                          </p:cTn>
                        </p:par>
                        <p:par>
                          <p:cTn id="78" fill="hold">
                            <p:stCondLst>
                              <p:cond delay="7000"/>
                            </p:stCondLst>
                            <p:childTnLst>
                              <p:par>
                                <p:cTn id="79" presetID="10" presetClass="entr" presetSubtype="0" fill="hold" nodeType="afterEffect">
                                  <p:stCondLst>
                                    <p:cond delay="0"/>
                                  </p:stCondLst>
                                  <p:childTnLst>
                                    <p:set>
                                      <p:cBhvr>
                                        <p:cTn id="80" dur="1" fill="hold">
                                          <p:stCondLst>
                                            <p:cond delay="0"/>
                                          </p:stCondLst>
                                        </p:cTn>
                                        <p:tgtEl>
                                          <p:spTgt spid="48"/>
                                        </p:tgtEl>
                                        <p:attrNameLst>
                                          <p:attrName>style.visibility</p:attrName>
                                        </p:attrNameLst>
                                      </p:cBhvr>
                                      <p:to>
                                        <p:strVal val="visible"/>
                                      </p:to>
                                    </p:set>
                                    <p:animEffect transition="in" filter="fade">
                                      <p:cBhvr>
                                        <p:cTn id="81" dur="200"/>
                                        <p:tgtEl>
                                          <p:spTgt spid="4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1"/>
                                        </p:tgtEl>
                                        <p:attrNameLst>
                                          <p:attrName>style.visibility</p:attrName>
                                        </p:attrNameLst>
                                      </p:cBhvr>
                                      <p:to>
                                        <p:strVal val="visible"/>
                                      </p:to>
                                    </p:set>
                                    <p:animEffect transition="in" filter="fade">
                                      <p:cBhvr>
                                        <p:cTn id="84" dur="200"/>
                                        <p:tgtEl>
                                          <p:spTgt spid="61"/>
                                        </p:tgtEl>
                                      </p:cBhvr>
                                    </p:animEffect>
                                  </p:childTnLst>
                                </p:cTn>
                              </p:par>
                            </p:childTnLst>
                          </p:cTn>
                        </p:par>
                        <p:par>
                          <p:cTn id="85" fill="hold">
                            <p:stCondLst>
                              <p:cond delay="7500"/>
                            </p:stCondLst>
                            <p:childTnLst>
                              <p:par>
                                <p:cTn id="86" presetID="22" presetClass="entr" presetSubtype="2"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right)">
                                      <p:cBhvr>
                                        <p:cTn id="88" dur="200"/>
                                        <p:tgtEl>
                                          <p:spTgt spid="24"/>
                                        </p:tgtEl>
                                      </p:cBhvr>
                                    </p:animEffect>
                                  </p:childTnLst>
                                </p:cTn>
                              </p:par>
                            </p:childTnLst>
                          </p:cTn>
                        </p:par>
                        <p:par>
                          <p:cTn id="89" fill="hold">
                            <p:stCondLst>
                              <p:cond delay="8000"/>
                            </p:stCondLst>
                            <p:childTnLst>
                              <p:par>
                                <p:cTn id="90" presetID="10" presetClass="entr" presetSubtype="0" fill="hold" nodeType="after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2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animEffect transition="in" filter="fade">
                                      <p:cBhvr>
                                        <p:cTn id="95" dur="200"/>
                                        <p:tgtEl>
                                          <p:spTgt spid="60"/>
                                        </p:tgtEl>
                                      </p:cBhvr>
                                    </p:animEffect>
                                  </p:childTnLst>
                                </p:cTn>
                              </p:par>
                            </p:childTnLst>
                          </p:cTn>
                        </p:par>
                        <p:par>
                          <p:cTn id="96" fill="hold">
                            <p:stCondLst>
                              <p:cond delay="8500"/>
                            </p:stCondLst>
                            <p:childTnLst>
                              <p:par>
                                <p:cTn id="97" presetID="22" presetClass="entr" presetSubtype="4" fill="hold" grpId="0" nodeType="afterEffect">
                                  <p:stCondLst>
                                    <p:cond delay="0"/>
                                  </p:stCondLst>
                                  <p:childTnLst>
                                    <p:set>
                                      <p:cBhvr>
                                        <p:cTn id="98" dur="1" fill="hold">
                                          <p:stCondLst>
                                            <p:cond delay="0"/>
                                          </p:stCondLst>
                                        </p:cTn>
                                        <p:tgtEl>
                                          <p:spTgt spid="2"/>
                                        </p:tgtEl>
                                        <p:attrNameLst>
                                          <p:attrName>style.visibility</p:attrName>
                                        </p:attrNameLst>
                                      </p:cBhvr>
                                      <p:to>
                                        <p:strVal val="visible"/>
                                      </p:to>
                                    </p:set>
                                    <p:animEffect transition="in" filter="wipe(down)">
                                      <p:cBhvr>
                                        <p:cTn id="99" dur="200"/>
                                        <p:tgtEl>
                                          <p:spTgt spid="2"/>
                                        </p:tgtEl>
                                      </p:cBhvr>
                                    </p:animEffect>
                                  </p:childTnLst>
                                </p:cTn>
                              </p:par>
                            </p:childTnLst>
                          </p:cTn>
                        </p:par>
                        <p:par>
                          <p:cTn id="100" fill="hold">
                            <p:stCondLst>
                              <p:cond delay="9000"/>
                            </p:stCondLst>
                            <p:childTnLst>
                              <p:par>
                                <p:cTn id="101" presetID="18" presetClass="entr" presetSubtype="6" fill="hold" grpId="0" nodeType="after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strips(downRight)">
                                      <p:cBhvr>
                                        <p:cTn id="103" dur="2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P spid="26" grpId="0" bldLvl="0" animBg="1"/>
      <p:bldP spid="27" grpId="0" bldLvl="0" animBg="1"/>
      <p:bldP spid="56" grpId="0"/>
      <p:bldP spid="57" grpId="0"/>
      <p:bldP spid="58" grpId="0"/>
      <p:bldP spid="59" grpId="0"/>
      <p:bldP spid="60" grpId="0"/>
      <p:bldP spid="61" grpId="0"/>
      <p:bldP spid="62" grpId="0"/>
      <p:bldP spid="63" grpId="0"/>
      <p:bldP spid="6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2" name="矩形 21"/>
          <p:cNvSpPr/>
          <p:nvPr/>
        </p:nvSpPr>
        <p:spPr>
          <a:xfrm>
            <a:off x="396875" y="2947035"/>
            <a:ext cx="11424285" cy="3755390"/>
          </a:xfrm>
          <a:prstGeom prst="rect">
            <a:avLst/>
          </a:prstGeom>
          <a:noFill/>
          <a:ln w="28575">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7" name="图片 16" descr="314751"/>
          <p:cNvPicPr>
            <a:picLocks noChangeAspect="1"/>
          </p:cNvPicPr>
          <p:nvPr/>
        </p:nvPicPr>
        <p:blipFill>
          <a:blip r:embed="rId3" cstate="screen">
            <a:lum bright="-6000" contrast="12000"/>
            <a:extLst>
              <a:ext uri="{28A0092B-C50C-407E-A947-70E740481C1C}">
                <a14:useLocalDpi xmlns:a14="http://schemas.microsoft.com/office/drawing/2010/main"/>
              </a:ext>
            </a:extLst>
          </a:blip>
          <a:srcRect/>
          <a:stretch>
            <a:fillRect/>
          </a:stretch>
        </p:blipFill>
        <p:spPr>
          <a:xfrm>
            <a:off x="635" y="-3175"/>
            <a:ext cx="12204065" cy="3764915"/>
          </a:xfrm>
          <a:prstGeom prst="rect">
            <a:avLst/>
          </a:prstGeom>
        </p:spPr>
      </p:pic>
      <p:sp>
        <p:nvSpPr>
          <p:cNvPr id="3" name="矩形 2"/>
          <p:cNvSpPr/>
          <p:nvPr/>
        </p:nvSpPr>
        <p:spPr>
          <a:xfrm>
            <a:off x="1488440" y="2058035"/>
            <a:ext cx="9215120" cy="2136775"/>
          </a:xfrm>
          <a:prstGeom prst="rect">
            <a:avLst/>
          </a:prstGeom>
          <a:noFill/>
          <a:ln w="28575">
            <a:gradFill>
              <a:gsLst>
                <a:gs pos="80000">
                  <a:srgbClr val="4C7CDA"/>
                </a:gs>
                <a:gs pos="77000">
                  <a:schemeClr val="bg1"/>
                </a:gs>
                <a:gs pos="0">
                  <a:schemeClr val="bg1"/>
                </a:gs>
                <a:gs pos="100000">
                  <a:srgbClr val="4C7CDA"/>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3"/>
          <p:cNvSpPr/>
          <p:nvPr/>
        </p:nvSpPr>
        <p:spPr>
          <a:xfrm>
            <a:off x="2510155" y="2606040"/>
            <a:ext cx="7373620" cy="2696845"/>
          </a:xfrm>
          <a:prstGeom prst="rect">
            <a:avLst/>
          </a:prstGeom>
          <a:solidFill>
            <a:srgbClr val="4C7CDA"/>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805940" y="5521960"/>
            <a:ext cx="8583295" cy="583565"/>
          </a:xfrm>
          <a:prstGeom prst="rect">
            <a:avLst/>
          </a:prstGeom>
          <a:noFill/>
        </p:spPr>
        <p:txBody>
          <a:bodyPr wrap="square" rtlCol="0" anchor="t">
            <a:spAutoFit/>
          </a:bodyPr>
          <a:lstStyle/>
          <a:p>
            <a:pPr algn="ctr"/>
            <a:r>
              <a:rPr lang="zh-CN" altLang="en-US" sz="1600">
                <a:cs typeface="+mn-ea"/>
                <a:sym typeface="+mn-lt"/>
              </a:rPr>
              <a:t>The template is well-designed, all materials of the template can be freely edited, </a:t>
            </a:r>
          </a:p>
          <a:p>
            <a:pPr algn="ctr"/>
            <a:r>
              <a:rPr lang="zh-CN" altLang="en-US" sz="1600">
                <a:cs typeface="+mn-ea"/>
                <a:sym typeface="+mn-lt"/>
              </a:rPr>
              <a:t>replaced and moved.</a:t>
            </a:r>
          </a:p>
        </p:txBody>
      </p:sp>
      <p:sp>
        <p:nvSpPr>
          <p:cNvPr id="9" name="文本框 8"/>
          <p:cNvSpPr txBox="1"/>
          <p:nvPr/>
        </p:nvSpPr>
        <p:spPr>
          <a:xfrm>
            <a:off x="3061335" y="3101340"/>
            <a:ext cx="6070600" cy="922020"/>
          </a:xfrm>
          <a:prstGeom prst="rect">
            <a:avLst/>
          </a:prstGeom>
          <a:noFill/>
        </p:spPr>
        <p:txBody>
          <a:bodyPr wrap="square" rtlCol="0">
            <a:spAutoFit/>
          </a:bodyPr>
          <a:lstStyle>
            <a:defPPr>
              <a:defRPr lang="zh-CN"/>
            </a:defPPr>
            <a:lvl1pPr algn="ctr">
              <a:defRPr sz="5400">
                <a:solidFill>
                  <a:schemeClr val="bg1"/>
                </a:solidFill>
                <a:latin typeface="义启小魏楷" panose="02010601030101010101" pitchFamily="2" charset="-128"/>
                <a:ea typeface="义启小魏楷" panose="02010601030101010101" pitchFamily="2" charset="-128"/>
                <a:cs typeface="+mn-ea"/>
              </a:defRPr>
            </a:lvl1pPr>
          </a:lstStyle>
          <a:p>
            <a:r>
              <a:rPr lang="zh-CN" altLang="en-US" dirty="0">
                <a:sym typeface="+mn-lt"/>
              </a:rPr>
              <a:t>感谢您的观看</a:t>
            </a:r>
          </a:p>
        </p:txBody>
      </p:sp>
      <p:sp>
        <p:nvSpPr>
          <p:cNvPr id="11" name="文本框 10"/>
          <p:cNvSpPr txBox="1"/>
          <p:nvPr/>
        </p:nvSpPr>
        <p:spPr>
          <a:xfrm>
            <a:off x="2967355" y="4095115"/>
            <a:ext cx="6257925" cy="306705"/>
          </a:xfrm>
          <a:prstGeom prst="rect">
            <a:avLst/>
          </a:prstGeom>
          <a:noFill/>
        </p:spPr>
        <p:txBody>
          <a:bodyPr wrap="square" rtlCol="0" anchor="t">
            <a:spAutoFit/>
          </a:bodyPr>
          <a:lstStyle/>
          <a:p>
            <a:pPr algn="dist"/>
            <a:r>
              <a:rPr lang="zh-CN" altLang="en-US" sz="1400" b="1">
                <a:solidFill>
                  <a:schemeClr val="bg1"/>
                </a:solidFill>
                <a:cs typeface="+mn-ea"/>
                <a:sym typeface="+mn-lt"/>
              </a:rPr>
              <a:t>Thank you for watching</a:t>
            </a:r>
          </a:p>
        </p:txBody>
      </p:sp>
      <p:cxnSp>
        <p:nvCxnSpPr>
          <p:cNvPr id="12" name="直接连接符 11"/>
          <p:cNvCxnSpPr/>
          <p:nvPr/>
        </p:nvCxnSpPr>
        <p:spPr>
          <a:xfrm>
            <a:off x="4934585" y="2913380"/>
            <a:ext cx="232029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5045075" y="4573270"/>
            <a:ext cx="2105025" cy="496848"/>
          </a:xfrm>
          <a:prstGeom prst="roundRect">
            <a:avLst>
              <a:gd name="adj" fmla="val 34092"/>
            </a:avLst>
          </a:prstGeom>
          <a:noFill/>
          <a:ln w="12700">
            <a:solidFill>
              <a:schemeClr val="bg1"/>
            </a:solidFill>
          </a:ln>
        </p:spPr>
        <p:txBody>
          <a:bodyPr wrap="square" rtlCol="0" anchor="t">
            <a:spAutoFit/>
          </a:bodyPr>
          <a:lstStyle/>
          <a:p>
            <a:pPr algn="ctr"/>
            <a:r>
              <a:rPr lang="zh-CN" altLang="en-US" sz="2000" dirty="0">
                <a:solidFill>
                  <a:schemeClr val="bg1"/>
                </a:solidFill>
                <a:cs typeface="+mn-ea"/>
                <a:sym typeface="+mn-lt"/>
              </a:rPr>
              <a:t>汇报：第一</a:t>
            </a:r>
            <a:r>
              <a:rPr lang="en-US" altLang="zh-CN" sz="2000" dirty="0">
                <a:solidFill>
                  <a:schemeClr val="bg1"/>
                </a:solidFill>
                <a:cs typeface="+mn-ea"/>
                <a:sym typeface="+mn-lt"/>
              </a:rPr>
              <a:t>PPT</a:t>
            </a:r>
            <a:endParaRPr lang="zh-CN" altLang="en-US" sz="2000" dirty="0">
              <a:solidFill>
                <a:schemeClr val="bg1"/>
              </a:solidFill>
              <a:cs typeface="+mn-ea"/>
              <a:sym typeface="+mn-lt"/>
            </a:endParaRPr>
          </a:p>
        </p:txBody>
      </p:sp>
      <p:pic>
        <p:nvPicPr>
          <p:cNvPr id="20" name="图片 19"/>
          <p:cNvPicPr>
            <a:picLocks noChangeAspect="1"/>
          </p:cNvPicPr>
          <p:nvPr/>
        </p:nvPicPr>
        <p:blipFill>
          <a:blip r:embed="rId4">
            <a:duotone>
              <a:prstClr val="black"/>
              <a:schemeClr val="accent5">
                <a:tint val="45000"/>
                <a:satMod val="400000"/>
              </a:schemeClr>
            </a:duotone>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rcRect/>
          <a:stretch/>
        </p:blipFill>
        <p:spPr>
          <a:xfrm>
            <a:off x="-177800" y="-264795"/>
            <a:ext cx="1435192" cy="1320948"/>
          </a:xfrm>
          <a:prstGeom prst="rect">
            <a:avLst/>
          </a:prstGeom>
        </p:spPr>
      </p:pic>
      <p:grpSp>
        <p:nvGrpSpPr>
          <p:cNvPr id="29" name="组合 28"/>
          <p:cNvGrpSpPr/>
          <p:nvPr/>
        </p:nvGrpSpPr>
        <p:grpSpPr>
          <a:xfrm>
            <a:off x="5422900" y="6343015"/>
            <a:ext cx="1343660" cy="148590"/>
            <a:chOff x="6985" y="9840"/>
            <a:chExt cx="2806" cy="310"/>
          </a:xfrm>
        </p:grpSpPr>
        <p:sp>
          <p:nvSpPr>
            <p:cNvPr id="23" name="椭圆 22"/>
            <p:cNvSpPr/>
            <p:nvPr/>
          </p:nvSpPr>
          <p:spPr>
            <a:xfrm>
              <a:off x="6985" y="985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椭圆 23"/>
            <p:cNvSpPr/>
            <p:nvPr/>
          </p:nvSpPr>
          <p:spPr>
            <a:xfrm>
              <a:off x="7471" y="985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799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48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9005" y="9840"/>
              <a:ext cx="300" cy="300"/>
            </a:xfrm>
            <a:prstGeom prst="ellipse">
              <a:avLst/>
            </a:prstGeom>
            <a:no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9491" y="9840"/>
              <a:ext cx="300" cy="300"/>
            </a:xfrm>
            <a:prstGeom prst="ellipse">
              <a:avLst/>
            </a:prstGeom>
            <a:solidFill>
              <a:srgbClr val="4C7CDA"/>
            </a:solidFill>
            <a:ln>
              <a:solidFill>
                <a:srgbClr val="4C7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8"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500" fill="hold"/>
                                        <p:tgtEl>
                                          <p:spTgt spid="20"/>
                                        </p:tgtEl>
                                        <p:attrNameLst>
                                          <p:attrName>ppt_x</p:attrName>
                                        </p:attrNameLst>
                                      </p:cBhvr>
                                      <p:tavLst>
                                        <p:tav tm="0">
                                          <p:val>
                                            <p:strVal val="0-#ppt_w/2"/>
                                          </p:val>
                                        </p:tav>
                                        <p:tav tm="100000">
                                          <p:val>
                                            <p:strVal val="#ppt_x"/>
                                          </p:val>
                                        </p:tav>
                                      </p:tavLst>
                                    </p:anim>
                                    <p:anim calcmode="lin" valueType="num">
                                      <p:cBhvr additive="base">
                                        <p:cTn id="19" dur="500" fill="hold"/>
                                        <p:tgtEl>
                                          <p:spTgt spid="20"/>
                                        </p:tgtEl>
                                        <p:attrNameLst>
                                          <p:attrName>ppt_y</p:attrName>
                                        </p:attrNameLst>
                                      </p:cBhvr>
                                      <p:tavLst>
                                        <p:tav tm="0">
                                          <p:val>
                                            <p:strVal val="#ppt_y"/>
                                          </p:val>
                                        </p:tav>
                                        <p:tav tm="100000">
                                          <p:val>
                                            <p:strVal val="#ppt_y"/>
                                          </p:val>
                                        </p:tav>
                                      </p:tavLst>
                                    </p:anim>
                                  </p:childTnLst>
                                </p:cTn>
                              </p:par>
                            </p:childTnLst>
                          </p:cTn>
                        </p:par>
                        <p:par>
                          <p:cTn id="20" fill="hold">
                            <p:stCondLst>
                              <p:cond delay="2000"/>
                            </p:stCondLst>
                            <p:childTnLst>
                              <p:par>
                                <p:cTn id="21" presetID="2" presetClass="entr" presetSubtype="1"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0-#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ppt_x"/>
                                          </p:val>
                                        </p:tav>
                                        <p:tav tm="100000">
                                          <p:val>
                                            <p:strVal val="#ppt_x"/>
                                          </p:val>
                                        </p:tav>
                                      </p:tavLst>
                                    </p:anim>
                                    <p:anim calcmode="lin" valueType="num">
                                      <p:cBhvr additive="base">
                                        <p:cTn id="28" dur="500" fill="hold"/>
                                        <p:tgtEl>
                                          <p:spTgt spid="4"/>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par>
                          <p:cTn id="33" fill="hold">
                            <p:stCondLst>
                              <p:cond delay="3000"/>
                            </p:stCondLst>
                            <p:childTnLst>
                              <p:par>
                                <p:cTn id="34" presetID="23" presetClass="entr" presetSubtype="16"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childTnLst>
                                </p:cTn>
                              </p:par>
                            </p:childTnLst>
                          </p:cTn>
                        </p:par>
                        <p:par>
                          <p:cTn id="38" fill="hold">
                            <p:stCondLst>
                              <p:cond delay="3500"/>
                            </p:stCondLst>
                            <p:childTnLst>
                              <p:par>
                                <p:cTn id="39" presetID="12" presetClass="entr" presetSubtype="4"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p:tgtEl>
                                          <p:spTgt spid="9"/>
                                        </p:tgtEl>
                                        <p:attrNameLst>
                                          <p:attrName>ppt_y</p:attrName>
                                        </p:attrNameLst>
                                      </p:cBhvr>
                                      <p:tavLst>
                                        <p:tav tm="0">
                                          <p:val>
                                            <p:strVal val="#ppt_y+#ppt_h*1.125000"/>
                                          </p:val>
                                        </p:tav>
                                        <p:tav tm="100000">
                                          <p:val>
                                            <p:strVal val="#ppt_y"/>
                                          </p:val>
                                        </p:tav>
                                      </p:tavLst>
                                    </p:anim>
                                    <p:animEffect transition="in" filter="wipe(up)">
                                      <p:cBhvr>
                                        <p:cTn id="42" dur="500"/>
                                        <p:tgtEl>
                                          <p:spTgt spid="9"/>
                                        </p:tgtEl>
                                      </p:cBhvr>
                                    </p:animEffect>
                                  </p:childTnLst>
                                </p:cTn>
                              </p:par>
                            </p:childTnLst>
                          </p:cTn>
                        </p:par>
                        <p:par>
                          <p:cTn id="43" fill="hold">
                            <p:stCondLst>
                              <p:cond delay="4000"/>
                            </p:stCondLst>
                            <p:childTnLst>
                              <p:par>
                                <p:cTn id="44" presetID="10" presetClass="entr" presetSubtype="0" fill="hold" grpId="0" nodeType="after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par>
                          <p:cTn id="47" fill="hold">
                            <p:stCondLst>
                              <p:cond delay="4500"/>
                            </p:stCondLst>
                            <p:childTnLst>
                              <p:par>
                                <p:cTn id="48" presetID="2" presetClass="entr" presetSubtype="4"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par>
                          <p:cTn id="52" fill="hold">
                            <p:stCondLst>
                              <p:cond delay="5000"/>
                            </p:stCondLst>
                            <p:childTnLst>
                              <p:par>
                                <p:cTn id="53" presetID="10" presetClass="entr" presetSubtype="0" fill="hold" grpId="0" nodeType="after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3" grpId="0" bldLvl="0" animBg="1"/>
      <p:bldP spid="4" grpId="0" bldLvl="0" animBg="1"/>
      <p:bldP spid="6" grpId="0"/>
      <p:bldP spid="9" grpId="0"/>
      <p:bldP spid="11" grpId="0"/>
      <p:bldP spid="14"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410688"/>
      </p:ext>
    </p:extLst>
  </p:cSld>
  <p:clrMapOvr>
    <a:masterClrMapping/>
  </p:clrMapOvr>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pm1wu5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1570</Words>
  <Application>Microsoft Office PowerPoint</Application>
  <PresentationFormat>宽屏</PresentationFormat>
  <Paragraphs>179</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汉仪中圆简</vt:lpstr>
      <vt:lpstr>思源宋体 CN</vt:lpstr>
      <vt:lpstr>微软雅黑</vt:lpstr>
      <vt:lpstr>义启小魏楷</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企业宣传</dc:title>
  <dc:creator>第一PPT</dc:creator>
  <cp:keywords>www.1ppt.com</cp:keywords>
  <dc:description>www.1ppt.com</dc:description>
  <cp:lastModifiedBy>Administrator</cp:lastModifiedBy>
  <cp:revision>101</cp:revision>
  <dcterms:created xsi:type="dcterms:W3CDTF">2022-09-11T09:02:08Z</dcterms:created>
  <dcterms:modified xsi:type="dcterms:W3CDTF">2022-12-15T08:07:08Z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2052-3.6.0.5672</vt:lpwstr>
  </property>
</Properties>
</file>