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2" r:id="rId2"/>
  </p:sldMasterIdLst>
  <p:notesMasterIdLst>
    <p:notesMasterId r:id="rId23"/>
  </p:notesMasterIdLst>
  <p:handoutMasterIdLst>
    <p:handoutMasterId r:id="rId24"/>
  </p:handoutMasterIdLst>
  <p:sldIdLst>
    <p:sldId id="256" r:id="rId3"/>
    <p:sldId id="277" r:id="rId4"/>
    <p:sldId id="258" r:id="rId5"/>
    <p:sldId id="291" r:id="rId6"/>
    <p:sldId id="319" r:id="rId7"/>
    <p:sldId id="292" r:id="rId8"/>
    <p:sldId id="293" r:id="rId9"/>
    <p:sldId id="294" r:id="rId10"/>
    <p:sldId id="317" r:id="rId11"/>
    <p:sldId id="296" r:id="rId12"/>
    <p:sldId id="298" r:id="rId13"/>
    <p:sldId id="297" r:id="rId14"/>
    <p:sldId id="299" r:id="rId15"/>
    <p:sldId id="318" r:id="rId16"/>
    <p:sldId id="300" r:id="rId17"/>
    <p:sldId id="301" r:id="rId18"/>
    <p:sldId id="320" r:id="rId19"/>
    <p:sldId id="321" r:id="rId30"/>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5008" autoAdjust="0"/>
  </p:normalViewPr>
  <p:slideViewPr>
    <p:cSldViewPr snapToGrid="0" showGuides="1">
      <p:cViewPr>
        <p:scale>
          <a:sx n="100" d="100"/>
          <a:sy n="100" d="100"/>
        </p:scale>
        <p:origin x="-1062" y="-43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tags" Target="tags/tag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1.xlsx"/><Relationship Id="rId2" Type="http://schemas.microsoft.com/office/2011/relationships/chartColorStyle" Target="colors1.xml"/><Relationship Id="rId3"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4861601442098618E-2"/>
          <c:y val="5.2934598177671432E-2"/>
          <c:w val="0.92510902881622314"/>
          <c:h val="0.85780000686645508"/>
        </c:manualLayout>
      </c:layout>
      <c:barChart>
        <c:barDir val="col"/>
        <c:grouping val="clustered"/>
        <c:varyColors val="0"/>
        <c:ser>
          <c:idx val="0"/>
          <c:order val="0"/>
          <c:tx>
            <c:strRef>
              <c:f>Sheet1!$A$2</c:f>
              <c:strCache>
                <c:ptCount val="1"/>
                <c:pt idx="0">
                  <c:v>Region 1</c:v>
                </c:pt>
              </c:strCache>
            </c:strRef>
          </c:tx>
          <c:spPr>
            <a:solidFill>
              <a:schemeClr val="bg1">
                <a:lumMod val="95000"/>
              </a:schemeClr>
            </a:solidFill>
            <a:ln>
              <a:noFill/>
            </a:ln>
            <a:effectLst/>
          </c:spPr>
          <c:invertIfNegative val="0"/>
          <c:cat>
            <c:strRef>
              <c:f>Sheet1!$B$1:$E$1</c:f>
              <c:strCache>
                <c:ptCount val="4"/>
                <c:pt idx="0">
                  <c:v>April</c:v>
                </c:pt>
                <c:pt idx="1">
                  <c:v>May</c:v>
                </c:pt>
                <c:pt idx="2">
                  <c:v>June</c:v>
                </c:pt>
                <c:pt idx="3">
                  <c:v>July</c:v>
                </c:pt>
              </c:strCache>
            </c:strRef>
          </c:cat>
          <c:val>
            <c:numRef>
              <c:f>Sheet1!$B$2:$E$2</c:f>
              <c:numCache>
                <c:formatCode>General</c:formatCode>
                <c:ptCount val="4"/>
                <c:pt idx="0">
                  <c:v>17</c:v>
                </c:pt>
                <c:pt idx="1">
                  <c:v>26</c:v>
                </c:pt>
                <c:pt idx="2">
                  <c:v>53</c:v>
                </c:pt>
                <c:pt idx="3">
                  <c:v>96</c:v>
                </c:pt>
              </c:numCache>
            </c:numRef>
          </c:val>
          <c:extLst xmlns:c16r2="http://schemas.microsoft.com/office/drawing/2015/06/chart">
            <c:ext xmlns:c16="http://schemas.microsoft.com/office/drawing/2014/chart" uri="{C3380CC4-5D6E-409C-BE32-E72D297353CC}">
              <c16:uniqueId val="{00000000-89FC-41A0-AE30-7B4E898D6667}"/>
            </c:ext>
          </c:extLst>
        </c:ser>
        <c:ser>
          <c:idx val="1"/>
          <c:order val="1"/>
          <c:tx>
            <c:strRef>
              <c:f>Sheet1!$A$3</c:f>
              <c:strCache>
                <c:ptCount val="1"/>
                <c:pt idx="0">
                  <c:v>Region 2</c:v>
                </c:pt>
              </c:strCache>
            </c:strRef>
          </c:tx>
          <c:spPr>
            <a:solidFill>
              <a:schemeClr val="bg1">
                <a:lumMod val="50000"/>
              </a:schemeClr>
            </a:solidFill>
            <a:ln>
              <a:noFill/>
            </a:ln>
            <a:effectLst/>
          </c:spPr>
          <c:invertIfNegative val="0"/>
          <c:cat>
            <c:strRef>
              <c:f>Sheet1!$B$1:$E$1</c:f>
              <c:strCache>
                <c:ptCount val="4"/>
                <c:pt idx="0">
                  <c:v>April</c:v>
                </c:pt>
                <c:pt idx="1">
                  <c:v>May</c:v>
                </c:pt>
                <c:pt idx="2">
                  <c:v>June</c:v>
                </c:pt>
                <c:pt idx="3">
                  <c:v>July</c:v>
                </c:pt>
              </c:strCache>
            </c:strRef>
          </c:cat>
          <c:val>
            <c:numRef>
              <c:f>Sheet1!$B$3:$E$3</c:f>
              <c:numCache>
                <c:formatCode>General</c:formatCode>
                <c:ptCount val="4"/>
                <c:pt idx="0">
                  <c:v>55</c:v>
                </c:pt>
                <c:pt idx="1">
                  <c:v>43</c:v>
                </c:pt>
                <c:pt idx="2">
                  <c:v>70</c:v>
                </c:pt>
                <c:pt idx="3">
                  <c:v>58</c:v>
                </c:pt>
              </c:numCache>
            </c:numRef>
          </c:val>
          <c:extLst xmlns:c16r2="http://schemas.microsoft.com/office/drawing/2015/06/chart">
            <c:ext xmlns:c16="http://schemas.microsoft.com/office/drawing/2014/chart" uri="{C3380CC4-5D6E-409C-BE32-E72D297353CC}">
              <c16:uniqueId val="{00000001-89FC-41A0-AE30-7B4E898D6667}"/>
            </c:ext>
          </c:extLst>
        </c:ser>
        <c:dLbls>
          <c:showLegendKey val="0"/>
          <c:showVal val="0"/>
          <c:showCatName val="0"/>
          <c:showSerName val="0"/>
          <c:showPercent val="0"/>
          <c:showBubbleSize val="0"/>
        </c:dLbls>
        <c:gapWidth val="219"/>
        <c:overlap val="-27"/>
        <c:axId val="409286144"/>
        <c:axId val="409287680"/>
      </c:barChart>
      <c:catAx>
        <c:axId val="409286144"/>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0"/>
          <a:lstStyle/>
          <a:p>
            <a:pPr>
              <a:defRPr/>
            </a:pPr>
            <a:endParaRPr lang="zh-CN"/>
          </a:p>
        </c:txPr>
        <c:crossAx val="409287680"/>
        <c:crosses val="autoZero"/>
        <c:auto val="0"/>
        <c:lblAlgn val="ctr"/>
        <c:lblOffset val="100"/>
        <c:noMultiLvlLbl val="1"/>
      </c:catAx>
      <c:valAx>
        <c:axId val="409287680"/>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a:noFill/>
          </a:ln>
          <a:effectLst/>
        </c:spPr>
        <c:txPr>
          <a:bodyPr rot="0"/>
          <a:lstStyle/>
          <a:p>
            <a:pPr>
              <a:defRPr/>
            </a:pPr>
            <a:endParaRPr lang="zh-CN"/>
          </a:p>
        </c:txPr>
        <c:crossAx val="409286144"/>
        <c:crosses val="autoZero"/>
        <c:crossBetween val="between"/>
        <c:majorUnit val="25"/>
        <c:minorUnit val="12.5"/>
      </c:valAx>
      <c:spPr>
        <a:noFill/>
        <a:ln>
          <a:noFill/>
        </a:ln>
        <a:effectLst/>
      </c:spPr>
    </c:plotArea>
    <c:plotVisOnly val="1"/>
    <c:dispBlanksAs val="gap"/>
    <c:showDLblsOverMax val="1"/>
    <c:extLst xmlns:c16r2="http://schemas.microsoft.com/office/drawing/2015/06/chart" xmlns:m="http://schemas.openxmlformats.org/officeDocument/2006/math" xmlns:w="http://schemas.openxmlformats.org/wordprocessingml/2006/main" xmlns:wp="http://schemas.openxmlformats.org/drawingml/2006/wordprocessingDrawing" xmlns:a14="http://schemas.microsoft.com/office/drawing/2010/main">
      <c:ext uri="{0b15fc19-7d7d-44ad-8c2d-2c3a37ce22c3}">
        <chartProps xmlns="https://web.wps.cn/et/2018/main" chartId="{2b45ab5d-1aa4-42fb-9ae3-c7df829450bb}"/>
      </c:ext>
    </c:extLst>
  </c:chart>
  <c:spPr>
    <a:noFill/>
    <a:ln>
      <a:noFill/>
    </a:ln>
    <a:effectLst/>
  </c:spPr>
  <c:txPr>
    <a:bodyPr/>
    <a:lstStyle/>
    <a:p>
      <a:pPr>
        <a:defRPr lang="zh-CN" smtId="4294967295">
          <a:latin typeface="阿里巴巴普惠体"/>
          <a:ea typeface="微软雅黑"/>
        </a:defRPr>
      </a:pPr>
      <a:endParaRPr lang="zh-CN"/>
    </a:p>
  </c:txPr>
  <c:externalData r:id="rId1">
    <c:autoUpdate val="0"/>
  </c:externalData>
</c:chartSpace>
</file>

<file path=ppt/charts/colors1.xml><?xml version="1.0" encoding="utf-8"?>
<cs:colorStyle xmlns:cs="http://schemas.microsoft.com/office/drawing/2012/chartStyle" xmlns:a="http://schemas.openxmlformats.org/drawingml/2006/main" meth="acrossLinear" id="2">
  <a:schemeClr val="accent1"/>
  <a:schemeClr val="accent2"/>
  <a:schemeClr val="accent3"/>
  <a:schemeClr val="accent4"/>
  <a:schemeClr val="accent5"/>
  <a:schemeClr val="accent6"/>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ea typeface="微软雅黑" panose="020B0503020204020204" pitchFamily="34" charset="-122"/>
              </a:rPr>
              <a:t>2025/8/28</a:t>
            </a:fld>
            <a:endParaRPr lang="zh-CN" altLang="en-US" dirty="0">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ea typeface="微软雅黑" panose="020B0503020204020204" pitchFamily="34" charset="-122"/>
              </a:rPr>
              <a:t>‹#›</a:t>
            </a:fld>
            <a:endParaRPr lang="zh-CN" altLang="en-US" dirty="0">
              <a:ea typeface="微软雅黑" panose="020B0503020204020204" pitchFamily="34" charset="-122"/>
            </a:endParaRPr>
          </a:p>
        </p:txBody>
      </p:sp>
    </p:spTree>
    <p:extLst>
      <p:ext uri="{BB962C8B-B14F-4D97-AF65-F5344CB8AC3E}">
        <p14:creationId xmlns:p14="http://schemas.microsoft.com/office/powerpoint/2010/main" val="4281679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微软雅黑" panose="020B0503020204020204" pitchFamily="34" charset="-122"/>
              </a:defRPr>
            </a:lvl1pPr>
          </a:lstStyle>
          <a:p>
            <a:fld id="{D2A48B96-639E-45A3-A0BA-2464DFDB1FAA}" type="datetimeFigureOut">
              <a:rPr lang="zh-CN" altLang="en-US" smtClean="0"/>
              <a:pPr/>
              <a:t>2025/8/28</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微软雅黑" panose="020B0503020204020204" pitchFamily="34" charset="-122"/>
              </a:defRPr>
            </a:lvl1pPr>
          </a:lstStyle>
          <a:p>
            <a:fld id="{A6837353-30EB-4A48-80EB-173D804AEFBD}" type="slidenum">
              <a:rPr lang="zh-CN" altLang="en-US" smtClean="0"/>
              <a:pPr/>
              <a:t>‹#›</a:t>
            </a:fld>
            <a:endParaRPr lang="zh-CN" altLang="en-US" dirty="0"/>
          </a:p>
        </p:txBody>
      </p:sp>
    </p:spTree>
    <p:extLst>
      <p:ext uri="{BB962C8B-B14F-4D97-AF65-F5344CB8AC3E}">
        <p14:creationId xmlns:p14="http://schemas.microsoft.com/office/powerpoint/2010/main" val="3404354474"/>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微软雅黑" panose="020B0503020204020204" pitchFamily="34" charset="-122"/>
        <a:cs typeface="+mn-cs"/>
      </a:defRPr>
    </a:lvl1pPr>
    <a:lvl2pPr marL="457200" algn="l" defTabSz="914400" rtl="0" eaLnBrk="1" latinLnBrk="0" hangingPunct="1">
      <a:defRPr sz="1200" kern="1200">
        <a:solidFill>
          <a:schemeClr val="tx1"/>
        </a:solidFill>
        <a:latin typeface="+mn-lt"/>
        <a:ea typeface="微软雅黑" panose="020B0503020204020204" pitchFamily="34" charset="-122"/>
        <a:cs typeface="+mn-cs"/>
      </a:defRPr>
    </a:lvl2pPr>
    <a:lvl3pPr marL="914400" algn="l" defTabSz="914400" rtl="0" eaLnBrk="1" latinLnBrk="0" hangingPunct="1">
      <a:defRPr sz="1200" kern="1200">
        <a:solidFill>
          <a:schemeClr val="tx1"/>
        </a:solidFill>
        <a:latin typeface="+mn-lt"/>
        <a:ea typeface="微软雅黑" panose="020B0503020204020204" pitchFamily="34" charset="-122"/>
        <a:cs typeface="+mn-cs"/>
      </a:defRPr>
    </a:lvl3pPr>
    <a:lvl4pPr marL="1371600" algn="l" defTabSz="914400" rtl="0" eaLnBrk="1" latinLnBrk="0" hangingPunct="1">
      <a:defRPr sz="1200" kern="1200">
        <a:solidFill>
          <a:schemeClr val="tx1"/>
        </a:solidFill>
        <a:latin typeface="+mn-lt"/>
        <a:ea typeface="微软雅黑" panose="020B0503020204020204" pitchFamily="34" charset="-122"/>
        <a:cs typeface="+mn-cs"/>
      </a:defRPr>
    </a:lvl4pPr>
    <a:lvl5pPr marL="1828800" algn="l" defTabSz="914400" rtl="0" eaLnBrk="1" latinLnBrk="0" hangingPunct="1">
      <a:defRPr sz="1200" kern="1200">
        <a:solidFill>
          <a:schemeClr val="tx1"/>
        </a:solidFill>
        <a:latin typeface="+mn-lt"/>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模板来自于：</a:t>
            </a:r>
            <a:r>
              <a:rPr lang="en-US" altLang="zh-CN"/>
              <a:t> </a:t>
            </a:r>
            <a:r>
              <a:rPr lang="zh-CN" altLang="en-US"/>
              <a:t>第一</a:t>
            </a:r>
            <a:r>
              <a:rPr lang="en-US" altLang="zh-CN"/>
              <a:t>PPT https://www.1ppt.com/</a:t>
            </a:r>
          </a:p>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tags" Target="../tags/tag10.xml"/><Relationship Id="rId4" Type="http://schemas.openxmlformats.org/officeDocument/2006/relationships/tags" Target="../tags/tag11.xml"/><Relationship Id="rId5" Type="http://schemas.openxmlformats.org/officeDocument/2006/relationships/tags" Target="../tags/tag12.xml"/><Relationship Id="rId6"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tags" Target="../tags/tag14.xml"/><Relationship Id="rId3" Type="http://schemas.openxmlformats.org/officeDocument/2006/relationships/tags" Target="../tags/tag15.xml"/><Relationship Id="rId4" Type="http://schemas.openxmlformats.org/officeDocument/2006/relationships/tags" Target="../tags/tag16.xml"/><Relationship Id="rId5" Type="http://schemas.openxmlformats.org/officeDocument/2006/relationships/tags" Target="../tags/tag17.xml"/><Relationship Id="rId6"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1ppt.com/hangye/"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2025/8/28</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2025/8/28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B04DFE57-C123-4BD7-9759-A1BBAFD37709}" type="datetimeFigureOut">
              <a:rPr lang="zh-CN" altLang="en-US" smtClean="0"/>
              <a:t>2025/8/28</a:t>
            </a:fld>
            <a:endParaRPr lang="zh-CN" altLang="en-US"/>
          </a:p>
        </p:txBody>
      </p:sp>
      <p:sp>
        <p:nvSpPr>
          <p:cNvPr id="3" name="Footer Placeholder 2"/>
          <p:cNvSpPr>
            <a:spLocks noGrp="1"/>
          </p:cNvSpPr>
          <p:nvPr>
            <p:ph type="ftr" sz="quarter" idx="1"/>
          </p:nvPr>
        </p:nvSpPr>
        <p:spPr/>
        <p:txBody>
          <a:bodyPr/>
          <a:lstStyle/>
          <a:p>
            <a:endParaRPr lang="zh-CN" altLang="en-US"/>
          </a:p>
        </p:txBody>
      </p:sp>
      <p:sp>
        <p:nvSpPr>
          <p:cNvPr id="4" name="Slide Number Placeholder 3"/>
          <p:cNvSpPr>
            <a:spLocks noGrp="1"/>
          </p:cNvSpPr>
          <p:nvPr>
            <p:ph type="sldNum" sz="quarter" idx="2"/>
          </p:nvPr>
        </p:nvSpPr>
        <p:spPr/>
        <p:txBody>
          <a:bodyPr/>
          <a:lstStyle/>
          <a:p>
            <a:fld id="{93AE1883-0942-4AA3-9DB2-9C7C3A0314B1}" type="slidenum">
              <a:rPr lang="zh-CN" altLang="en-US" smtClean="0"/>
              <a:t>‹#›</a:t>
            </a:fld>
            <a:endParaRPr lang="en-US"/>
          </a:p>
        </p:txBody>
      </p:sp>
      <p:sp>
        <p:nvSpPr>
          <p:cNvPr id="5"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6"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7" name="标题 1"/>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panose="05000000000000000000" charset="0"/>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9pPr>
          </a:lstStyle>
          <a:p>
            <a:r>
              <a:rPr lang="zh-CN" altLang="en-US"/>
              <a:t>单击此处编辑母版标题样式</a:t>
            </a:r>
          </a:p>
        </p:txBody>
      </p:sp>
      <p:sp>
        <p:nvSpPr>
          <p:cNvPr id="8" name="文本占位符 2"/>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kumimoji="0" sz="2400" b="1" i="0" u="none" strike="noStrike" kern="1200" cap="none" spc="0" normalizeH="0" baseline="0" noProof="0">
                <a:solidFill>
                  <a:schemeClr val="tx1"/>
                </a:solidFill>
                <a:uLnTx/>
                <a:uFillTx/>
                <a:latin typeface="+mn-lt"/>
                <a:ea typeface="+mn-ea"/>
                <a:cs typeface="+mn-cs"/>
                <a:sym typeface="Wingdings" panose="05000000000000000000" charset="0"/>
              </a:defRPr>
            </a:lvl1pPr>
            <a:lvl2pPr marL="457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2000" b="1" i="0" u="none" strike="noStrike" kern="1200" cap="none" spc="0" normalizeH="0" baseline="0" noProof="0">
                <a:solidFill>
                  <a:schemeClr val="tx1"/>
                </a:solidFill>
                <a:uLnTx/>
                <a:uFillTx/>
                <a:latin typeface="+mn-lt"/>
                <a:ea typeface="+mn-ea"/>
                <a:cs typeface="+mn-cs"/>
                <a:sym typeface="Wingdings" panose="05000000000000000000" charset="0"/>
              </a:defRPr>
            </a:lvl2pPr>
            <a:lvl3pPr marL="914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800" b="1" i="0" u="none" strike="noStrike" kern="1200" cap="none" spc="0" normalizeH="0" baseline="0" noProof="0">
                <a:solidFill>
                  <a:schemeClr val="tx1"/>
                </a:solidFill>
                <a:uLnTx/>
                <a:uFillTx/>
                <a:latin typeface="+mn-lt"/>
                <a:ea typeface="+mn-ea"/>
                <a:cs typeface="+mn-cs"/>
                <a:sym typeface="Wingdings" panose="05000000000000000000" charset="0"/>
              </a:defRPr>
            </a:lvl3pPr>
            <a:lvl4pPr marL="1371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4pPr>
            <a:lvl5pPr marL="18288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5pPr>
            <a:lvl6pPr marL="22860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6pPr>
            <a:lvl7pPr marL="2743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7pPr>
            <a:lvl8pPr marL="3200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8pPr>
            <a:lvl9pPr marL="3657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9pPr>
          </a:lstStyle>
          <a:p>
            <a:pPr lvl="0"/>
            <a:r>
              <a:rPr lang="zh-CN" altLang="en-US"/>
              <a:t>单击此处编辑母版文本样式</a:t>
            </a:r>
          </a:p>
        </p:txBody>
      </p:sp>
      <p:sp>
        <p:nvSpPr>
          <p:cNvPr id="9" name="内容占位符 3"/>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kumimoji="0" sz="2800" b="0" i="0" u="none" strike="noStrike" kern="1200" cap="none" spc="0" normalizeH="0" baseline="0" noProof="0">
                <a:solidFill>
                  <a:schemeClr val="tx1"/>
                </a:solidFill>
                <a:uLnTx/>
                <a:uFillTx/>
                <a:latin typeface="+mn-lt"/>
                <a:ea typeface="+mn-ea"/>
                <a:cs typeface="+mn-cs"/>
                <a:sym typeface="Wingdings" panose="05000000000000000000" charset="0"/>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400" b="0" i="0" u="none" strike="noStrike" kern="1200" cap="none" spc="0" normalizeH="0" baseline="0" noProof="0">
                <a:solidFill>
                  <a:schemeClr val="tx1"/>
                </a:solidFill>
                <a:uLnTx/>
                <a:uFillTx/>
                <a:latin typeface="+mn-lt"/>
                <a:ea typeface="+mn-ea"/>
                <a:cs typeface="+mn-cs"/>
                <a:sym typeface="Wingdings" panose="05000000000000000000" charset="0"/>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000" b="0" i="0" u="none" strike="noStrike" kern="1200" cap="none" spc="0" normalizeH="0" baseline="0" noProof="0">
                <a:solidFill>
                  <a:schemeClr val="tx1"/>
                </a:solidFill>
                <a:uLnTx/>
                <a:uFillTx/>
                <a:latin typeface="+mn-lt"/>
                <a:ea typeface="+mn-ea"/>
                <a:cs typeface="+mn-cs"/>
                <a:sym typeface="Wingdings" panose="05000000000000000000" charset="0"/>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0"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1"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2" name="页脚占位符 7"/>
          <p:cNvSpPr>
            <a:spLocks noGrp="1"/>
          </p:cNvSpPr>
          <p:nvPr>
            <p:ph type="ftr" sz="quarter" idx="11"/>
          </p:nvPr>
        </p:nvSpPr>
        <p:spPr>
          <a:xfrm>
            <a:off x="4038600" y="6356350"/>
            <a:ext cx="4114800" cy="365125"/>
          </a:xfrm>
        </p:spPr>
        <p:txBody>
          <a:bodyPr/>
          <a:lstStyle/>
          <a:p>
            <a:endParaRPr lang="zh-CN" altLang="en-US"/>
          </a:p>
        </p:txBody>
      </p:sp>
      <p:sp>
        <p:nvSpPr>
          <p:cNvPr id="13"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t>‹#›</a:t>
            </a:fld>
            <a:endParaRPr lang="zh-CN" altLang="en-US"/>
          </a:p>
        </p:txBody>
      </p:sp>
    </p:spTree>
  </p:cSld>
  <p:clrMapOvr>
    <a:masterClrMapping/>
  </p:clrMapOvr>
  <p:transition/>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tags" Target="../tags/tag2.xml"/><Relationship Id="rId6" Type="http://schemas.openxmlformats.org/officeDocument/2006/relationships/tags" Target="../tags/tag3.xml"/><Relationship Id="rId7" Type="http://schemas.openxmlformats.org/officeDocument/2006/relationships/tags" Target="../tags/tag4.xml"/><Relationship Id="rId8" Type="http://schemas.openxmlformats.org/officeDocument/2006/relationships/tags" Target="../tags/tag5.xml"/><Relationship Id="rId9" Type="http://schemas.openxmlformats.org/officeDocument/2006/relationships/tags" Target="../tags/tag6.xml"/><Relationship Id="rId10" Type="http://schemas.openxmlformats.org/officeDocument/2006/relationships/tags" Target="../tags/tag7.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2E0D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a:t>单击此处编辑母版标题样式</a:t>
            </a:r>
          </a:p>
        </p:txBody>
      </p:sp>
      <p:sp>
        <p:nvSpPr>
          <p:cNvPr id="3" name="文本占位符 2"/>
          <p:cNvSpPr>
            <a:spLocks noGrp="1"/>
          </p:cNvSpPr>
          <p:nvPr>
            <p:ph type="body" idx="1"/>
            <p:custDataLst>
              <p:tags r:id="rId7"/>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Id8"/>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2025/8/28</a:t>
            </a:fld>
            <a:endParaRPr lang="zh-CN" altLang="en-US"/>
          </a:p>
        </p:txBody>
      </p:sp>
      <p:sp>
        <p:nvSpPr>
          <p:cNvPr id="5" name="页脚占位符 4"/>
          <p:cNvSpPr>
            <a:spLocks noGrp="1"/>
          </p:cNvSpPr>
          <p:nvPr>
            <p:ph type="ftr" sz="quarter" idx="3"/>
            <p:custDataLst>
              <p:tags r:id="rId9"/>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0"/>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a:p>
        </p:txBody>
      </p:sp>
    </p:spTree>
    <p:custDataLst>
      <p:tags r:id="rId5"/>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p:hf sldNum="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Layout" Target="../slideLayouts/slideLayout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Layout" Target="../slideLayouts/slideLayout1.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Layout" Target="../slideLayouts/slideLayout1.xml"/><Relationship Id="rId3" Type="http://schemas.openxmlformats.org/officeDocument/2006/relationships/image" Target="../media/image1.jpeg"/></Relationships>
</file>

<file path=ppt/slides/_rels/slide7.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Layout" Target="../slideLayouts/slideLayout1.xml"/><Relationship Id="rId3" Type="http://schemas.openxmlformats.org/officeDocument/2006/relationships/image" Target="../media/image2.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jpeg"/><Relationship Id="rId5"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Layout" Target="../slideLayouts/slideLayout1.xml"/><Relationship Id="rId3" Type="http://schemas.openxmlformats.org/officeDocument/2006/relationships/image" Target="../media/image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Layout" Target="../slideLayouts/slideLayout1.xml"/><Relationship Id="rId3" Type="http://schemas.openxmlformats.org/officeDocument/2006/relationships/image" Target="../media/image2.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jpeg"/><Relationship Id="rId3" Type="http://schemas.openxmlformats.org/officeDocument/2006/relationships/image" Target="../media/image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_rels/slide15.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Layout" Target="../slideLayouts/slideLayout1.xml"/><Relationship Id="rId3" Type="http://schemas.openxmlformats.org/officeDocument/2006/relationships/image" Target="../media/image2.jpeg"/></Relationships>
</file>

<file path=ppt/slides/_rels/slide16.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Layout" Target="../slideLayouts/slideLayout1.xml"/><Relationship Id="rId3" Type="http://schemas.openxmlformats.org/officeDocument/2006/relationships/image" Target="../media/image2.jpeg"/></Relationships>
</file>

<file path=ppt/slides/_rels/slide17.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Layout" Target="../slideLayouts/slideLayout1.xml"/><Relationship Id="rId3" Type="http://schemas.openxmlformats.org/officeDocument/2006/relationships/image" Target="../media/image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Layout" Target="../slideLayouts/slideLayout1.xml"/><Relationship Id="rId3" Type="http://schemas.openxmlformats.org/officeDocument/2006/relationships/image" Target="../media/image1.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www.1ppt.com/moban/" TargetMode="External"/><Relationship Id="rId3" Type="http://schemas.openxmlformats.org/officeDocument/2006/relationships/hyperlink" Target="http://www.1ppt.com/hangye/" TargetMode="External"/><Relationship Id="rId4" Type="http://schemas.openxmlformats.org/officeDocument/2006/relationships/hyperlink" Target="http://www.1ppt.com/jieri/" TargetMode="External"/><Relationship Id="rId5" Type="http://schemas.openxmlformats.org/officeDocument/2006/relationships/hyperlink" Target="http://www.1ppt.com/sucai/" TargetMode="External"/><Relationship Id="rId6" Type="http://schemas.openxmlformats.org/officeDocument/2006/relationships/hyperlink" Target="http://www.1ppt.com/beijing/" TargetMode="External"/><Relationship Id="rId7" Type="http://schemas.openxmlformats.org/officeDocument/2006/relationships/hyperlink" Target="http://www.1ppt.com/tubiao/" TargetMode="External"/><Relationship Id="rId8" Type="http://schemas.openxmlformats.org/officeDocument/2006/relationships/hyperlink" Target="http://www.1ppt.com/xiazai/" TargetMode="External"/><Relationship Id="rId9" Type="http://schemas.openxmlformats.org/officeDocument/2006/relationships/hyperlink" Target="http://www.1ppt.com/powerpoint/" TargetMode="External"/><Relationship Id="rId10" Type="http://schemas.openxmlformats.org/officeDocument/2006/relationships/hyperlink" Target="http://www.1ppt.com/word/" TargetMode="External"/><Relationship Id="rId11" Type="http://schemas.openxmlformats.org/officeDocument/2006/relationships/hyperlink" Target="http://www.1ppt.com/excel/" TargetMode="External"/><Relationship Id="rId12" Type="http://schemas.openxmlformats.org/officeDocument/2006/relationships/hyperlink" Target="http://www.1ppt.com/jianli/" TargetMode="External"/><Relationship Id="rId13" Type="http://schemas.openxmlformats.org/officeDocument/2006/relationships/hyperlink" Target="http://www.1ppt.com/kejian/" TargetMode="External"/><Relationship Id="rId14" Type="http://schemas.openxmlformats.org/officeDocument/2006/relationships/hyperlink" Target="http://www.1ppt.com/shouchaobao/" TargetMode="External"/><Relationship Id="rId15" Type="http://schemas.openxmlformats.org/officeDocument/2006/relationships/hyperlink" Target="http://www.1ppt.com/shiti/" TargetMode="External"/><Relationship Id="rId16" Type="http://schemas.openxmlformats.org/officeDocument/2006/relationships/hyperlink" Target="http://www.1ppt.com/jiaoan/" TargetMode="External"/><Relationship Id="rId17" Type="http://schemas.openxmlformats.org/officeDocument/2006/relationships/hyperlink" Target="http://www.1ppt.com/ziti/" TargetMode="External"/><Relationship Id="rId18" Type="http://schemas.openxmlformats.org/officeDocument/2006/relationships/image" Target="../media/image10.png"/><Relationship Id="rId19"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原始森林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635" cy="6858000"/>
          </a:xfrm>
          <a:prstGeom prst="rect">
            <a:avLst/>
          </a:prstGeom>
        </p:spPr>
      </p:pic>
      <p:sp>
        <p:nvSpPr>
          <p:cNvPr id="6" name="矩形 5"/>
          <p:cNvSpPr/>
          <p:nvPr/>
        </p:nvSpPr>
        <p:spPr>
          <a:xfrm>
            <a:off x="0" y="0"/>
            <a:ext cx="3363595" cy="6858000"/>
          </a:xfrm>
          <a:prstGeom prst="rect">
            <a:avLst/>
          </a:prstGeom>
          <a:solidFill>
            <a:schemeClr val="bg1">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9" name="文本框 8"/>
          <p:cNvSpPr txBox="1"/>
          <p:nvPr/>
        </p:nvSpPr>
        <p:spPr>
          <a:xfrm>
            <a:off x="1643380" y="791210"/>
            <a:ext cx="1096010" cy="3409315"/>
          </a:xfrm>
          <a:prstGeom prst="rect">
            <a:avLst/>
          </a:prstGeom>
          <a:noFill/>
        </p:spPr>
        <p:txBody>
          <a:bodyPr vert="eaVert" wrap="square" rtlCol="0">
            <a:noAutofit/>
          </a:bodyPr>
          <a:lstStyle/>
          <a:p>
            <a:pPr algn="dist">
              <a:lnSpc>
                <a:spcPct val="150000"/>
              </a:lnSpc>
            </a:pPr>
            <a:r>
              <a:rPr lang="en-US" altLang="zh-CN" sz="3200" dirty="0">
                <a:solidFill>
                  <a:srgbClr val="1F1E1D"/>
                </a:solidFill>
                <a:latin typeface="Segoe Script" pitchFamily="34" charset="0"/>
                <a:ea typeface="微软雅黑"/>
                <a:cs typeface="Dancing Script" panose="03080600040507000D00" charset="0"/>
                <a:sym typeface="阿里巴巴普惠体"/>
              </a:rPr>
              <a:t>Mist Forest</a:t>
            </a:r>
          </a:p>
        </p:txBody>
      </p:sp>
      <p:sp>
        <p:nvSpPr>
          <p:cNvPr id="10" name="文本框 9"/>
          <p:cNvSpPr txBox="1"/>
          <p:nvPr/>
        </p:nvSpPr>
        <p:spPr>
          <a:xfrm>
            <a:off x="769957" y="791210"/>
            <a:ext cx="1015663" cy="3869690"/>
          </a:xfrm>
          <a:prstGeom prst="rect">
            <a:avLst/>
          </a:prstGeom>
          <a:noFill/>
        </p:spPr>
        <p:txBody>
          <a:bodyPr vert="eaVert" wrap="square" rtlCol="0" anchor="t">
            <a:spAutoFit/>
          </a:bodyPr>
          <a:lstStyle/>
          <a:p>
            <a:pPr algn="l">
              <a:lnSpc>
                <a:spcPct val="150000"/>
              </a:lnSpc>
            </a:pPr>
            <a:r>
              <a:rPr lang="zh-CN" altLang="en-US" sz="1200" dirty="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dirty="0">
              <a:solidFill>
                <a:srgbClr val="1F1E1D"/>
              </a:solidFill>
              <a:latin typeface="阿里巴巴普惠体"/>
              <a:ea typeface="微软雅黑"/>
              <a:cs typeface="Farewell" panose="020B7200000000000000" charset="0"/>
              <a:sym typeface="阿里巴巴普惠体"/>
            </a:endParaRPr>
          </a:p>
        </p:txBody>
      </p:sp>
      <p:sp>
        <p:nvSpPr>
          <p:cNvPr id="139" name="The theme of this slide is about Corner. And it was created and designed by Plura. Please put your content here."/>
          <p:cNvSpPr txBox="1"/>
          <p:nvPr/>
        </p:nvSpPr>
        <p:spPr>
          <a:xfrm>
            <a:off x="8252460" y="6135929"/>
            <a:ext cx="3612515" cy="383695"/>
          </a:xfrm>
          <a:prstGeom prst="rect">
            <a:avLst/>
          </a:prstGeom>
          <a:ln w="12700">
            <a:miter lim="400000"/>
          </a:ln>
        </p:spPr>
        <p:txBody>
          <a:bodyPr wrap="square" lIns="25400" tIns="25400" rIns="25400" bIns="25400" anchor="ctr">
            <a:spAutoFit/>
          </a:bodyPr>
          <a:lstStyle>
            <a:lvl1pPr algn="r">
              <a:lnSpc>
                <a:spcPct val="120000"/>
              </a:lnSpc>
              <a:defRPr sz="1800" b="0">
                <a:latin typeface="思源黑体 CN ExtraLight" panose="020B0200000000000000" charset="-122"/>
                <a:ea typeface="思源黑体 CN ExtraLight" panose="020B0200000000000000" charset="-122"/>
                <a:cs typeface="思源黑体 CN ExtraLight" panose="020B0200000000000000" charset="-122"/>
                <a:sym typeface="思源黑体 CN ExtraLight" panose="020B0200000000000000" charset="-122"/>
              </a:defRPr>
            </a:lvl1pPr>
          </a:lstStyle>
          <a:p>
            <a:r>
              <a:rPr sz="900" dirty="0">
                <a:solidFill>
                  <a:schemeClr val="bg1">
                    <a:lumMod val="95000"/>
                  </a:schemeClr>
                </a:solidFill>
                <a:latin typeface="阿里巴巴普惠体"/>
                <a:ea typeface="微软雅黑"/>
                <a:sym typeface="阿里巴巴普惠体"/>
              </a:rPr>
              <a:t>The theme of this slide is about </a:t>
            </a:r>
            <a:r>
              <a:rPr lang="en-US" sz="900" dirty="0">
                <a:solidFill>
                  <a:schemeClr val="bg1">
                    <a:lumMod val="95000"/>
                  </a:schemeClr>
                </a:solidFill>
                <a:latin typeface="阿里巴巴普惠体"/>
                <a:ea typeface="微软雅黑"/>
                <a:sym typeface="阿里巴巴普惠体"/>
              </a:rPr>
              <a:t>Mist Forest</a:t>
            </a:r>
            <a:r>
              <a:rPr sz="900" dirty="0">
                <a:solidFill>
                  <a:schemeClr val="bg1">
                    <a:lumMod val="95000"/>
                  </a:schemeClr>
                </a:solidFill>
                <a:latin typeface="阿里巴巴普惠体"/>
                <a:ea typeface="微软雅黑"/>
                <a:sym typeface="阿里巴巴普惠体"/>
              </a:rPr>
              <a:t>. And it was created and designed by </a:t>
            </a:r>
            <a:r>
              <a:rPr lang="en-US" sz="900" dirty="0">
                <a:solidFill>
                  <a:schemeClr val="bg1">
                    <a:lumMod val="95000"/>
                  </a:schemeClr>
                </a:solidFill>
                <a:latin typeface="阿里巴巴普惠体"/>
                <a:ea typeface="微软雅黑"/>
                <a:sym typeface="阿里巴巴普惠体"/>
              </a:rPr>
              <a:t>Windy</a:t>
            </a:r>
            <a:r>
              <a:rPr sz="900" dirty="0">
                <a:solidFill>
                  <a:schemeClr val="bg1">
                    <a:lumMod val="95000"/>
                  </a:schemeClr>
                </a:solidFill>
                <a:latin typeface="阿里巴巴普惠体"/>
                <a:ea typeface="微软雅黑"/>
                <a:sym typeface="阿里巴巴普惠体"/>
              </a:rPr>
              <a:t>. </a:t>
            </a:r>
          </a:p>
        </p:txBody>
      </p:sp>
      <p:sp>
        <p:nvSpPr>
          <p:cNvPr id="15" name="The theme of this slide is about Corner. And it was created and designed by Plura. Please put your content here."/>
          <p:cNvSpPr txBox="1"/>
          <p:nvPr/>
        </p:nvSpPr>
        <p:spPr>
          <a:xfrm>
            <a:off x="8151495" y="5834124"/>
            <a:ext cx="3713480" cy="295787"/>
          </a:xfrm>
          <a:prstGeom prst="rect">
            <a:avLst/>
          </a:prstGeom>
          <a:ln w="12700">
            <a:miter lim="400000"/>
          </a:ln>
        </p:spPr>
        <p:txBody>
          <a:bodyPr wrap="square" lIns="25400" tIns="25400" rIns="25400" bIns="25400" anchor="ctr">
            <a:spAutoFit/>
          </a:bodyPr>
          <a:lstStyle>
            <a:lvl1pPr algn="r">
              <a:lnSpc>
                <a:spcPct val="120000"/>
              </a:lnSpc>
              <a:defRPr sz="1800" b="0">
                <a:latin typeface="思源黑体 CN ExtraLight" panose="020B0200000000000000" charset="-122"/>
                <a:ea typeface="思源黑体 CN ExtraLight" panose="020B0200000000000000" charset="-122"/>
                <a:cs typeface="思源黑体 CN ExtraLight" panose="020B0200000000000000" charset="-122"/>
                <a:sym typeface="思源黑体 CN ExtraLight" panose="020B0200000000000000" charset="-122"/>
              </a:defRPr>
            </a:lvl1pPr>
          </a:lstStyle>
          <a:p>
            <a:r>
              <a:rPr lang="en-US" sz="1400" dirty="0">
                <a:solidFill>
                  <a:schemeClr val="bg1">
                    <a:lumMod val="95000"/>
                  </a:schemeClr>
                </a:solidFill>
                <a:latin typeface="阿里巴巴普惠体"/>
                <a:ea typeface="微软雅黑"/>
                <a:sym typeface="阿里巴巴普惠体"/>
              </a:rPr>
              <a:t>Mist Forest</a:t>
            </a:r>
            <a:r>
              <a:rPr sz="1400" dirty="0">
                <a:solidFill>
                  <a:schemeClr val="bg1">
                    <a:lumMod val="95000"/>
                  </a:schemeClr>
                </a:solidFill>
                <a:latin typeface="阿里巴巴普惠体"/>
                <a:ea typeface="微软雅黑"/>
                <a:sym typeface="阿里巴巴普惠体"/>
              </a:rPr>
              <a:t> </a:t>
            </a:r>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原始森林 (7)"/>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35" y="0"/>
            <a:ext cx="12192635" cy="6858000"/>
          </a:xfrm>
          <a:prstGeom prst="rect">
            <a:avLst/>
          </a:prstGeom>
        </p:spPr>
      </p:pic>
      <p:sp>
        <p:nvSpPr>
          <p:cNvPr id="6" name="圆角矩形 5"/>
          <p:cNvSpPr/>
          <p:nvPr/>
        </p:nvSpPr>
        <p:spPr>
          <a:xfrm>
            <a:off x="7292340" y="-1270"/>
            <a:ext cx="3755390" cy="6859270"/>
          </a:xfrm>
          <a:prstGeom prst="roundRect">
            <a:avLst/>
          </a:prstGeom>
          <a:solidFill>
            <a:schemeClr val="bg1">
              <a:lumMod val="9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8" name="文本框 7"/>
          <p:cNvSpPr txBox="1"/>
          <p:nvPr/>
        </p:nvSpPr>
        <p:spPr>
          <a:xfrm>
            <a:off x="7691755" y="1328420"/>
            <a:ext cx="2955925" cy="829945"/>
          </a:xfrm>
          <a:prstGeom prst="rect">
            <a:avLst/>
          </a:prstGeom>
          <a:noFill/>
        </p:spPr>
        <p:txBody>
          <a:bodyPr wrap="square" rtlCol="0">
            <a:spAutoFit/>
          </a:bodyPr>
          <a:lstStyle/>
          <a:p>
            <a:r>
              <a:rPr lang="en-US" altLang="zh-CN" sz="4800" dirty="0">
                <a:solidFill>
                  <a:schemeClr val="bg1"/>
                </a:solidFill>
                <a:latin typeface="Segoe Script" pitchFamily="34" charset="0"/>
                <a:ea typeface="微软雅黑"/>
                <a:cs typeface="Dancing Script" panose="03080600040507000D00" charset="0"/>
                <a:sym typeface="阿里巴巴普惠体"/>
              </a:rPr>
              <a:t>Contents</a:t>
            </a:r>
          </a:p>
        </p:txBody>
      </p:sp>
      <p:sp>
        <p:nvSpPr>
          <p:cNvPr id="9" name="文本框 8"/>
          <p:cNvSpPr txBox="1"/>
          <p:nvPr/>
        </p:nvSpPr>
        <p:spPr>
          <a:xfrm>
            <a:off x="7863840" y="2869565"/>
            <a:ext cx="2955925" cy="368300"/>
          </a:xfrm>
          <a:prstGeom prst="rect">
            <a:avLst/>
          </a:prstGeom>
          <a:noFill/>
        </p:spPr>
        <p:txBody>
          <a:bodyPr wrap="square" rtlCol="0">
            <a:spAutoFit/>
          </a:bodyPr>
          <a:lstStyle/>
          <a:p>
            <a:r>
              <a:rPr lang="en-US" altLang="zh-CN" dirty="0">
                <a:solidFill>
                  <a:schemeClr val="bg1"/>
                </a:solidFill>
                <a:latin typeface="阿里巴巴普惠体"/>
                <a:ea typeface="微软雅黑"/>
                <a:cs typeface="Dancing Script" panose="03080600040507000D00" charset="0"/>
                <a:sym typeface="阿里巴巴普惠体"/>
              </a:rPr>
              <a:t>PART ONE       ------   01   </a:t>
            </a:r>
          </a:p>
        </p:txBody>
      </p:sp>
      <p:sp>
        <p:nvSpPr>
          <p:cNvPr id="10" name="文本框 9"/>
          <p:cNvSpPr txBox="1"/>
          <p:nvPr/>
        </p:nvSpPr>
        <p:spPr>
          <a:xfrm>
            <a:off x="7864475" y="3561715"/>
            <a:ext cx="2955925" cy="368300"/>
          </a:xfrm>
          <a:prstGeom prst="rect">
            <a:avLst/>
          </a:prstGeom>
          <a:noFill/>
        </p:spPr>
        <p:txBody>
          <a:bodyPr wrap="square" rtlCol="0">
            <a:spAutoFit/>
          </a:bodyPr>
          <a:lstStyle/>
          <a:p>
            <a:r>
              <a:rPr lang="en-US" altLang="zh-CN" dirty="0">
                <a:solidFill>
                  <a:schemeClr val="bg1"/>
                </a:solidFill>
                <a:latin typeface="阿里巴巴普惠体"/>
                <a:ea typeface="微软雅黑"/>
                <a:cs typeface="Dancing Script" panose="03080600040507000D00" charset="0"/>
                <a:sym typeface="阿里巴巴普惠体"/>
              </a:rPr>
              <a:t>PART TWO       ------ </a:t>
            </a:r>
            <a:r>
              <a:rPr lang="en-US" altLang="zh-CN" dirty="0" smtClean="0">
                <a:solidFill>
                  <a:schemeClr val="bg1"/>
                </a:solidFill>
                <a:latin typeface="阿里巴巴普惠体"/>
                <a:ea typeface="微软雅黑"/>
                <a:cs typeface="Dancing Script" panose="03080600040507000D00" charset="0"/>
                <a:sym typeface="阿里巴巴普惠体"/>
              </a:rPr>
              <a:t> 02   </a:t>
            </a:r>
            <a:endParaRPr lang="en-US" altLang="zh-CN" dirty="0">
              <a:solidFill>
                <a:schemeClr val="bg1"/>
              </a:solidFill>
              <a:latin typeface="阿里巴巴普惠体"/>
              <a:ea typeface="微软雅黑"/>
              <a:cs typeface="Dancing Script" panose="03080600040507000D00" charset="0"/>
              <a:sym typeface="阿里巴巴普惠体"/>
            </a:endParaRPr>
          </a:p>
        </p:txBody>
      </p:sp>
      <p:sp>
        <p:nvSpPr>
          <p:cNvPr id="11" name="文本框 10"/>
          <p:cNvSpPr txBox="1"/>
          <p:nvPr/>
        </p:nvSpPr>
        <p:spPr>
          <a:xfrm>
            <a:off x="7864475" y="4255135"/>
            <a:ext cx="2955925" cy="368300"/>
          </a:xfrm>
          <a:prstGeom prst="rect">
            <a:avLst/>
          </a:prstGeom>
          <a:noFill/>
        </p:spPr>
        <p:txBody>
          <a:bodyPr wrap="square" rtlCol="0">
            <a:spAutoFit/>
          </a:bodyPr>
          <a:lstStyle/>
          <a:p>
            <a:r>
              <a:rPr lang="en-US" altLang="zh-CN" dirty="0">
                <a:solidFill>
                  <a:schemeClr val="bg1"/>
                </a:solidFill>
                <a:latin typeface="阿里巴巴普惠体"/>
                <a:ea typeface="微软雅黑"/>
                <a:cs typeface="Dancing Script" panose="03080600040507000D00" charset="0"/>
                <a:sym typeface="阿里巴巴普惠体"/>
              </a:rPr>
              <a:t>PART THREE    ------ </a:t>
            </a:r>
            <a:r>
              <a:rPr lang="en-US" altLang="zh-CN" dirty="0" smtClean="0">
                <a:solidFill>
                  <a:schemeClr val="bg1"/>
                </a:solidFill>
                <a:latin typeface="阿里巴巴普惠体"/>
                <a:ea typeface="微软雅黑"/>
                <a:cs typeface="Dancing Script" panose="03080600040507000D00" charset="0"/>
                <a:sym typeface="阿里巴巴普惠体"/>
              </a:rPr>
              <a:t> 03   </a:t>
            </a:r>
            <a:endParaRPr lang="en-US" altLang="zh-CN" dirty="0">
              <a:solidFill>
                <a:schemeClr val="bg1"/>
              </a:solidFill>
              <a:latin typeface="阿里巴巴普惠体"/>
              <a:ea typeface="微软雅黑"/>
              <a:cs typeface="Dancing Script" panose="03080600040507000D00" charset="0"/>
              <a:sym typeface="阿里巴巴普惠体"/>
            </a:endParaRPr>
          </a:p>
        </p:txBody>
      </p:sp>
      <p:sp>
        <p:nvSpPr>
          <p:cNvPr id="12" name="文本框 11"/>
          <p:cNvSpPr txBox="1"/>
          <p:nvPr/>
        </p:nvSpPr>
        <p:spPr>
          <a:xfrm>
            <a:off x="7864475" y="4948555"/>
            <a:ext cx="2955925" cy="368300"/>
          </a:xfrm>
          <a:prstGeom prst="rect">
            <a:avLst/>
          </a:prstGeom>
          <a:noFill/>
        </p:spPr>
        <p:txBody>
          <a:bodyPr wrap="square" rtlCol="0">
            <a:spAutoFit/>
          </a:bodyPr>
          <a:lstStyle/>
          <a:p>
            <a:r>
              <a:rPr lang="en-US" altLang="zh-CN" dirty="0">
                <a:solidFill>
                  <a:schemeClr val="bg1"/>
                </a:solidFill>
                <a:latin typeface="阿里巴巴普惠体"/>
                <a:ea typeface="微软雅黑"/>
                <a:cs typeface="Dancing Script" panose="03080600040507000D00" charset="0"/>
                <a:sym typeface="阿里巴巴普惠体"/>
              </a:rPr>
              <a:t>PART FOUR     ------ </a:t>
            </a:r>
            <a:r>
              <a:rPr lang="en-US" altLang="zh-CN" dirty="0" smtClean="0">
                <a:solidFill>
                  <a:schemeClr val="bg1"/>
                </a:solidFill>
                <a:latin typeface="阿里巴巴普惠体"/>
                <a:ea typeface="微软雅黑"/>
                <a:cs typeface="Dancing Script" panose="03080600040507000D00" charset="0"/>
                <a:sym typeface="阿里巴巴普惠体"/>
              </a:rPr>
              <a:t> 04   </a:t>
            </a:r>
            <a:endParaRPr lang="en-US" altLang="zh-CN" dirty="0">
              <a:solidFill>
                <a:schemeClr val="bg1"/>
              </a:solidFill>
              <a:latin typeface="阿里巴巴普惠体"/>
              <a:ea typeface="微软雅黑"/>
              <a:cs typeface="Dancing Script" panose="03080600040507000D00" charset="0"/>
              <a:sym typeface="阿里巴巴普惠体"/>
            </a:endParaRPr>
          </a:p>
        </p:txBody>
      </p:sp>
      <p:sp>
        <p:nvSpPr>
          <p:cNvPr id="139" name="The theme of this slide is about Corner. And it was created and designed by Plura. Please put your content here."/>
          <p:cNvSpPr txBox="1"/>
          <p:nvPr/>
        </p:nvSpPr>
        <p:spPr>
          <a:xfrm>
            <a:off x="694690" y="5706428"/>
            <a:ext cx="3755390" cy="548640"/>
          </a:xfrm>
          <a:prstGeom prst="rect">
            <a:avLst/>
          </a:prstGeom>
          <a:ln w="12700">
            <a:miter lim="400000"/>
          </a:ln>
        </p:spPr>
        <p:txBody>
          <a:bodyPr wrap="square" lIns="25400" tIns="25400" rIns="25400" bIns="25400" anchor="ctr">
            <a:spAutoFit/>
          </a:bodyPr>
          <a:lstStyle>
            <a:lvl1pPr algn="r">
              <a:lnSpc>
                <a:spcPct val="120000"/>
              </a:lnSpc>
              <a:defRPr sz="1800" b="0">
                <a:latin typeface="思源黑体 CN ExtraLight" panose="020B0200000000000000" charset="-122"/>
                <a:ea typeface="思源黑体 CN ExtraLight" panose="020B0200000000000000" charset="-122"/>
                <a:cs typeface="思源黑体 CN ExtraLight" panose="020B0200000000000000" charset="-122"/>
                <a:sym typeface="思源黑体 CN ExtraLight" panose="020B0200000000000000" charset="-122"/>
              </a:defRPr>
            </a:lvl1pPr>
          </a:lstStyle>
          <a:p>
            <a:pPr algn="l"/>
            <a:r>
              <a:rPr sz="900" dirty="0">
                <a:solidFill>
                  <a:schemeClr val="bg1">
                    <a:lumMod val="95000"/>
                  </a:schemeClr>
                </a:solidFill>
                <a:latin typeface="阿里巴巴普惠体"/>
                <a:ea typeface="微软雅黑"/>
                <a:sym typeface="阿里巴巴普惠体"/>
              </a:rPr>
              <a:t>The theme of this slide is about </a:t>
            </a:r>
            <a:r>
              <a:rPr lang="en-US" sz="900" dirty="0">
                <a:solidFill>
                  <a:schemeClr val="bg1">
                    <a:lumMod val="95000"/>
                  </a:schemeClr>
                </a:solidFill>
                <a:latin typeface="阿里巴巴普惠体"/>
                <a:ea typeface="微软雅黑"/>
                <a:sym typeface="阿里巴巴普惠体"/>
              </a:rPr>
              <a:t>Mist Forest</a:t>
            </a:r>
            <a:r>
              <a:rPr sz="900" dirty="0">
                <a:solidFill>
                  <a:schemeClr val="bg1">
                    <a:lumMod val="95000"/>
                  </a:schemeClr>
                </a:solidFill>
                <a:latin typeface="阿里巴巴普惠体"/>
                <a:ea typeface="微软雅黑"/>
                <a:sym typeface="阿里巴巴普惠体"/>
              </a:rPr>
              <a:t>. And it was created and designed by </a:t>
            </a:r>
            <a:r>
              <a:rPr lang="en-US" sz="900" dirty="0" err="1">
                <a:solidFill>
                  <a:schemeClr val="bg1">
                    <a:lumMod val="95000"/>
                  </a:schemeClr>
                </a:solidFill>
                <a:latin typeface="阿里巴巴普惠体"/>
                <a:ea typeface="微软雅黑"/>
                <a:sym typeface="阿里巴巴普惠体"/>
              </a:rPr>
              <a:t>Windy</a:t>
            </a:r>
            <a:r>
              <a:rPr sz="900" dirty="0" err="1">
                <a:solidFill>
                  <a:schemeClr val="bg1">
                    <a:lumMod val="95000"/>
                  </a:schemeClr>
                </a:solidFill>
                <a:latin typeface="阿里巴巴普惠体"/>
                <a:ea typeface="微软雅黑"/>
                <a:sym typeface="阿里巴巴普惠体"/>
              </a:rPr>
              <a:t>.The</a:t>
            </a:r>
            <a:r>
              <a:rPr sz="900" dirty="0">
                <a:solidFill>
                  <a:schemeClr val="bg1">
                    <a:lumMod val="95000"/>
                  </a:schemeClr>
                </a:solidFill>
                <a:latin typeface="阿里巴巴普惠体"/>
                <a:ea typeface="微软雅黑"/>
                <a:sym typeface="阿里巴巴普惠体"/>
              </a:rPr>
              <a:t> theme of this slide is about </a:t>
            </a:r>
            <a:r>
              <a:rPr lang="en-US" sz="900" dirty="0">
                <a:solidFill>
                  <a:schemeClr val="bg1">
                    <a:lumMod val="95000"/>
                  </a:schemeClr>
                </a:solidFill>
                <a:latin typeface="阿里巴巴普惠体"/>
                <a:ea typeface="微软雅黑"/>
                <a:sym typeface="阿里巴巴普惠体"/>
              </a:rPr>
              <a:t>Mist Forest</a:t>
            </a:r>
            <a:r>
              <a:rPr sz="900" dirty="0">
                <a:solidFill>
                  <a:schemeClr val="bg1">
                    <a:lumMod val="95000"/>
                  </a:schemeClr>
                </a:solidFill>
                <a:latin typeface="阿里巴巴普惠体"/>
                <a:ea typeface="微软雅黑"/>
                <a:sym typeface="阿里巴巴普惠体"/>
              </a:rPr>
              <a:t>. And it was created and designed by </a:t>
            </a:r>
            <a:r>
              <a:rPr lang="en-US" sz="900" dirty="0">
                <a:solidFill>
                  <a:schemeClr val="bg1">
                    <a:lumMod val="95000"/>
                  </a:schemeClr>
                </a:solidFill>
                <a:latin typeface="阿里巴巴普惠体"/>
                <a:ea typeface="微软雅黑"/>
                <a:sym typeface="阿里巴巴普惠体"/>
              </a:rPr>
              <a:t>Windy</a:t>
            </a:r>
            <a:r>
              <a:rPr sz="900" dirty="0">
                <a:solidFill>
                  <a:schemeClr val="bg1">
                    <a:lumMod val="95000"/>
                  </a:schemeClr>
                </a:solidFill>
                <a:latin typeface="阿里巴巴普惠体"/>
                <a:ea typeface="微软雅黑"/>
                <a:sym typeface="阿里巴巴普惠体"/>
              </a:rPr>
              <a:t>. </a:t>
            </a: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659745" y="537210"/>
            <a:ext cx="1096010" cy="2157095"/>
          </a:xfrm>
          <a:prstGeom prst="rect">
            <a:avLst/>
          </a:prstGeom>
          <a:noFill/>
        </p:spPr>
        <p:txBody>
          <a:bodyPr vert="eaVert" wrap="square" rtlCol="0">
            <a:noAutofit/>
          </a:bodyPr>
          <a:lstStyle/>
          <a:p>
            <a:pPr algn="dist">
              <a:lnSpc>
                <a:spcPct val="150000"/>
              </a:lnSpc>
            </a:pPr>
            <a:r>
              <a:rPr lang="en-US" altLang="zh-CN" sz="3200" dirty="0">
                <a:solidFill>
                  <a:srgbClr val="1F1E1D"/>
                </a:solidFill>
                <a:latin typeface="Segoe Script" pitchFamily="34" charset="0"/>
                <a:ea typeface="微软雅黑"/>
                <a:cs typeface="Dancing Script" panose="03080600040507000D00" charset="0"/>
                <a:sym typeface="阿里巴巴普惠体"/>
              </a:rPr>
              <a:t>Part one</a:t>
            </a:r>
          </a:p>
        </p:txBody>
      </p:sp>
      <p:sp>
        <p:nvSpPr>
          <p:cNvPr id="7" name="文本框 6"/>
          <p:cNvSpPr txBox="1"/>
          <p:nvPr/>
        </p:nvSpPr>
        <p:spPr>
          <a:xfrm>
            <a:off x="9774892" y="537210"/>
            <a:ext cx="1015663" cy="3883025"/>
          </a:xfrm>
          <a:prstGeom prst="rect">
            <a:avLst/>
          </a:prstGeom>
          <a:noFill/>
        </p:spPr>
        <p:txBody>
          <a:bodyPr vert="eaVert" wrap="square" rtlCol="0" anchor="t">
            <a:spAutoFit/>
          </a:bodyPr>
          <a:lstStyle/>
          <a:p>
            <a:pPr algn="l">
              <a:lnSpc>
                <a:spcPct val="150000"/>
              </a:lnSpc>
            </a:pPr>
            <a:r>
              <a:rPr lang="zh-CN" altLang="en-US" sz="1200" dirty="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dirty="0">
              <a:solidFill>
                <a:srgbClr val="1F1E1D"/>
              </a:solidFill>
              <a:latin typeface="阿里巴巴普惠体"/>
              <a:ea typeface="微软雅黑"/>
              <a:cs typeface="Farewell" panose="020B7200000000000000" charset="0"/>
              <a:sym typeface="阿里巴巴普惠体"/>
            </a:endParaRPr>
          </a:p>
        </p:txBody>
      </p:sp>
      <p:sp>
        <p:nvSpPr>
          <p:cNvPr id="8" name="矩形 7"/>
          <p:cNvSpPr/>
          <p:nvPr/>
        </p:nvSpPr>
        <p:spPr>
          <a:xfrm>
            <a:off x="1217970" y="537210"/>
            <a:ext cx="3925529" cy="5690848"/>
          </a:xfrm>
          <a:prstGeom prst="rect">
            <a:avLst/>
          </a:prstGeom>
          <a:blipFill rotWithShape="1">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Tree>
    <p:custDataLst>
      <p:tags r:id="rId1"/>
    </p:custData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 name="矩形 2252"/>
          <p:cNvSpPr/>
          <p:nvPr/>
        </p:nvSpPr>
        <p:spPr>
          <a:xfrm>
            <a:off x="8418871" y="1440917"/>
            <a:ext cx="2742746" cy="3976165"/>
          </a:xfrm>
          <a:prstGeom prst="rect">
            <a:avLst/>
          </a:prstGeom>
          <a:blipFill rotWithShape="1">
            <a:blip r:embed="rId2"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2298" name="TextBox 25"/>
          <p:cNvSpPr txBox="1"/>
          <p:nvPr/>
        </p:nvSpPr>
        <p:spPr>
          <a:xfrm>
            <a:off x="4488497" y="3734198"/>
            <a:ext cx="2908264" cy="1212640"/>
          </a:xfrm>
          <a:prstGeom prst="rect">
            <a:avLst/>
          </a:prstGeom>
          <a:noFill/>
        </p:spPr>
        <p:txBody>
          <a:bodyPr wrap="square" rtlCol="0" anchor="ctr">
            <a:spAutoFit/>
          </a:bodyPr>
          <a:lstStyle/>
          <a:p>
            <a:pPr algn="just">
              <a:lnSpc>
                <a:spcPct val="130000"/>
              </a:lnSpc>
            </a:pPr>
            <a:r>
              <a:rPr lang="en-ID" sz="1400" dirty="0">
                <a:solidFill>
                  <a:srgbClr val="454140"/>
                </a:solidFill>
                <a:latin typeface="阿里巴巴普惠体"/>
                <a:ea typeface="微软雅黑"/>
                <a:sym typeface="阿里巴巴普惠体"/>
              </a:rPr>
              <a:t>“The theme of this slide is about Mist Forest. And it was created and designed by Windy.”</a:t>
            </a:r>
          </a:p>
        </p:txBody>
      </p:sp>
      <p:sp>
        <p:nvSpPr>
          <p:cNvPr id="2299" name="Freeform 30"/>
          <p:cNvSpPr/>
          <p:nvPr/>
        </p:nvSpPr>
        <p:spPr bwMode="auto">
          <a:xfrm flipH="1" flipV="1">
            <a:off x="3739971" y="3895075"/>
            <a:ext cx="381558" cy="342955"/>
          </a:xfrm>
          <a:custGeom>
            <a:avLst/>
            <a:gdLst/>
            <a:ahLst/>
            <a:cxnLst/>
            <a:rect l="l" t="t" r="r" b="b"/>
            <a:pathLst>
              <a:path w="129738" h="116614">
                <a:moveTo>
                  <a:pt x="97432" y="0"/>
                </a:moveTo>
                <a:cubicBezTo>
                  <a:pt x="107528" y="0"/>
                  <a:pt x="115437" y="3786"/>
                  <a:pt x="121158" y="11358"/>
                </a:cubicBezTo>
                <a:cubicBezTo>
                  <a:pt x="126880" y="18931"/>
                  <a:pt x="129740" y="29784"/>
                  <a:pt x="129740" y="43920"/>
                </a:cubicBezTo>
                <a:cubicBezTo>
                  <a:pt x="129740" y="57382"/>
                  <a:pt x="126711" y="69918"/>
                  <a:pt x="120654" y="81529"/>
                </a:cubicBezTo>
                <a:cubicBezTo>
                  <a:pt x="114596" y="93140"/>
                  <a:pt x="105677" y="104667"/>
                  <a:pt x="93898" y="116110"/>
                </a:cubicBezTo>
                <a:cubicBezTo>
                  <a:pt x="93561" y="116446"/>
                  <a:pt x="93056" y="116614"/>
                  <a:pt x="92383" y="116614"/>
                </a:cubicBezTo>
                <a:cubicBezTo>
                  <a:pt x="91374" y="116614"/>
                  <a:pt x="90532" y="116110"/>
                  <a:pt x="89859" y="115100"/>
                </a:cubicBezTo>
                <a:cubicBezTo>
                  <a:pt x="89186" y="114090"/>
                  <a:pt x="89186" y="113249"/>
                  <a:pt x="89859" y="112576"/>
                </a:cubicBezTo>
                <a:cubicBezTo>
                  <a:pt x="106350" y="95748"/>
                  <a:pt x="114596" y="75892"/>
                  <a:pt x="114596" y="53006"/>
                </a:cubicBezTo>
                <a:cubicBezTo>
                  <a:pt x="114596" y="43583"/>
                  <a:pt x="112913" y="36684"/>
                  <a:pt x="109547" y="32309"/>
                </a:cubicBezTo>
                <a:cubicBezTo>
                  <a:pt x="106518" y="37357"/>
                  <a:pt x="101302" y="39881"/>
                  <a:pt x="93898" y="39881"/>
                </a:cubicBezTo>
                <a:cubicBezTo>
                  <a:pt x="87840" y="39881"/>
                  <a:pt x="83044" y="38030"/>
                  <a:pt x="79510" y="34328"/>
                </a:cubicBezTo>
                <a:cubicBezTo>
                  <a:pt x="75977" y="30626"/>
                  <a:pt x="74210" y="25914"/>
                  <a:pt x="74210" y="20193"/>
                </a:cubicBezTo>
                <a:cubicBezTo>
                  <a:pt x="74210" y="6731"/>
                  <a:pt x="81950" y="0"/>
                  <a:pt x="97432" y="0"/>
                </a:cubicBezTo>
                <a:close/>
                <a:moveTo>
                  <a:pt x="23222" y="0"/>
                </a:moveTo>
                <a:cubicBezTo>
                  <a:pt x="33319" y="0"/>
                  <a:pt x="41228" y="3786"/>
                  <a:pt x="46949" y="11358"/>
                </a:cubicBezTo>
                <a:cubicBezTo>
                  <a:pt x="52670" y="18931"/>
                  <a:pt x="55531" y="29784"/>
                  <a:pt x="55531" y="43920"/>
                </a:cubicBezTo>
                <a:cubicBezTo>
                  <a:pt x="55531" y="57382"/>
                  <a:pt x="52502" y="69918"/>
                  <a:pt x="46444" y="81529"/>
                </a:cubicBezTo>
                <a:cubicBezTo>
                  <a:pt x="40386" y="93140"/>
                  <a:pt x="31468" y="104667"/>
                  <a:pt x="19689" y="116110"/>
                </a:cubicBezTo>
                <a:cubicBezTo>
                  <a:pt x="19352" y="116446"/>
                  <a:pt x="18847" y="116614"/>
                  <a:pt x="18174" y="116614"/>
                </a:cubicBezTo>
                <a:cubicBezTo>
                  <a:pt x="17164" y="116614"/>
                  <a:pt x="16323" y="116110"/>
                  <a:pt x="15650" y="115100"/>
                </a:cubicBezTo>
                <a:cubicBezTo>
                  <a:pt x="14977" y="114090"/>
                  <a:pt x="14977" y="113249"/>
                  <a:pt x="15650" y="112576"/>
                </a:cubicBezTo>
                <a:cubicBezTo>
                  <a:pt x="32141" y="95748"/>
                  <a:pt x="40386" y="75892"/>
                  <a:pt x="40386" y="53006"/>
                </a:cubicBezTo>
                <a:cubicBezTo>
                  <a:pt x="40386" y="43583"/>
                  <a:pt x="38704" y="36684"/>
                  <a:pt x="35338" y="32309"/>
                </a:cubicBezTo>
                <a:cubicBezTo>
                  <a:pt x="32309" y="37357"/>
                  <a:pt x="27093" y="39881"/>
                  <a:pt x="19689" y="39881"/>
                </a:cubicBezTo>
                <a:cubicBezTo>
                  <a:pt x="13631" y="39881"/>
                  <a:pt x="8835" y="38030"/>
                  <a:pt x="5301" y="34328"/>
                </a:cubicBezTo>
                <a:cubicBezTo>
                  <a:pt x="1767" y="30626"/>
                  <a:pt x="0" y="25914"/>
                  <a:pt x="0" y="20193"/>
                </a:cubicBezTo>
                <a:cubicBezTo>
                  <a:pt x="0" y="6731"/>
                  <a:pt x="7741" y="0"/>
                  <a:pt x="23222" y="0"/>
                </a:cubicBezTo>
                <a:close/>
              </a:path>
            </a:pathLst>
          </a:custGeom>
          <a:solidFill>
            <a:srgbClr val="454140"/>
          </a:solidFill>
          <a:ln w="0">
            <a:noFill/>
            <a:prstDash val="solid"/>
            <a:round/>
          </a:ln>
        </p:spPr>
        <p:txBody>
          <a:bodyPr vert="horz" wrap="square" lIns="91440" tIns="45720" rIns="91440" bIns="45720" numCol="1" rtlCol="0" anchor="t" anchorCtr="0" compatLnSpc="1">
            <a:noAutofit/>
          </a:bodyPr>
          <a:lstStyle/>
          <a:p>
            <a:pPr algn="l"/>
            <a:endParaRPr lang="en-US">
              <a:latin typeface="阿里巴巴普惠体"/>
              <a:ea typeface="微软雅黑"/>
              <a:sym typeface="阿里巴巴普惠体"/>
            </a:endParaRPr>
          </a:p>
        </p:txBody>
      </p:sp>
      <p:sp>
        <p:nvSpPr>
          <p:cNvPr id="2300" name="TextBox 6"/>
          <p:cNvSpPr txBox="1"/>
          <p:nvPr/>
        </p:nvSpPr>
        <p:spPr>
          <a:xfrm>
            <a:off x="3600450" y="1430402"/>
            <a:ext cx="3796311" cy="1492716"/>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r>
              <a:rPr lang="en-ID" dirty="0">
                <a:solidFill>
                  <a:srgbClr val="454140"/>
                </a:solidFill>
                <a:latin typeface="阿里巴巴普惠体"/>
                <a:ea typeface="微软雅黑"/>
                <a:sym typeface="阿里巴巴普惠体"/>
              </a:rPr>
              <a:t>The theme of this slide is about Mist Forest. And it was created and designed by </a:t>
            </a:r>
            <a:r>
              <a:rPr lang="en-ID" dirty="0" err="1">
                <a:solidFill>
                  <a:srgbClr val="454140"/>
                </a:solidFill>
                <a:latin typeface="阿里巴巴普惠体"/>
                <a:ea typeface="微软雅黑"/>
                <a:sym typeface="阿里巴巴普惠体"/>
              </a:rPr>
              <a:t>Windy.The</a:t>
            </a:r>
            <a:r>
              <a:rPr lang="en-ID" dirty="0">
                <a:solidFill>
                  <a:srgbClr val="454140"/>
                </a:solidFill>
                <a:latin typeface="阿里巴巴普惠体"/>
                <a:ea typeface="微软雅黑"/>
                <a:sym typeface="阿里巴巴普惠体"/>
              </a:rPr>
              <a:t> theme of this slide is about Mist Forest. And it was created and designed by Windy. </a:t>
            </a:r>
          </a:p>
        </p:txBody>
      </p:sp>
      <p:sp>
        <p:nvSpPr>
          <p:cNvPr id="9" name="文本框 8"/>
          <p:cNvSpPr txBox="1"/>
          <p:nvPr/>
        </p:nvSpPr>
        <p:spPr>
          <a:xfrm>
            <a:off x="1628140" y="974725"/>
            <a:ext cx="1096010" cy="2759473"/>
          </a:xfrm>
          <a:prstGeom prst="rect">
            <a:avLst/>
          </a:prstGeom>
          <a:noFill/>
        </p:spPr>
        <p:txBody>
          <a:bodyPr vert="eaVert" wrap="square" rtlCol="0">
            <a:noAutofit/>
          </a:bodyPr>
          <a:lstStyle>
            <a:defPPr>
              <a:defRPr lang="zh-CN"/>
            </a:defPPr>
            <a:lvl1pPr algn="dist">
              <a:lnSpc>
                <a:spcPct val="150000"/>
              </a:lnSpc>
              <a:defRPr sz="3200">
                <a:solidFill>
                  <a:srgbClr val="1F1E1D"/>
                </a:solidFill>
                <a:latin typeface="Segoe Script" pitchFamily="34" charset="0"/>
                <a:ea typeface="微软雅黑"/>
                <a:cs typeface="Dancing Script" panose="03080600040507000D00" charset="0"/>
              </a:defRPr>
            </a:lvl1pPr>
          </a:lstStyle>
          <a:p>
            <a:r>
              <a:rPr lang="en-US" altLang="zh-CN" dirty="0">
                <a:sym typeface="阿里巴巴普惠体"/>
              </a:rPr>
              <a:t>Mist Forest</a:t>
            </a:r>
          </a:p>
        </p:txBody>
      </p:sp>
      <p:sp>
        <p:nvSpPr>
          <p:cNvPr id="7" name="文本框 6"/>
          <p:cNvSpPr txBox="1"/>
          <p:nvPr/>
        </p:nvSpPr>
        <p:spPr>
          <a:xfrm>
            <a:off x="828377" y="974725"/>
            <a:ext cx="1015663" cy="3883025"/>
          </a:xfrm>
          <a:prstGeom prst="rect">
            <a:avLst/>
          </a:prstGeom>
          <a:noFill/>
        </p:spPr>
        <p:txBody>
          <a:bodyPr vert="eaVert" wrap="square" rtlCol="0" anchor="t">
            <a:spAutoFit/>
          </a:bodyPr>
          <a:lstStyle/>
          <a:p>
            <a:pPr algn="l">
              <a:lnSpc>
                <a:spcPct val="150000"/>
              </a:lnSpc>
            </a:pPr>
            <a:r>
              <a:rPr lang="zh-CN" altLang="en-US" sz="120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a:solidFill>
                <a:srgbClr val="1F1E1D"/>
              </a:solidFill>
              <a:latin typeface="阿里巴巴普惠体"/>
              <a:ea typeface="微软雅黑"/>
              <a:cs typeface="Farewell" panose="020B7200000000000000" charset="0"/>
              <a:sym typeface="阿里巴巴普惠体"/>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3"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6870708" y="1533850"/>
            <a:ext cx="1653048" cy="1653048"/>
          </a:xfrm>
          <a:prstGeom prst="ellipse">
            <a:avLst/>
          </a:prstGeom>
          <a:solidFill>
            <a:srgbClr val="C1BBB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D3B996"/>
              </a:solidFill>
              <a:effectLst/>
              <a:uLnTx/>
              <a:uFillTx/>
              <a:latin typeface="阿里巴巴普惠体"/>
              <a:ea typeface="微软雅黑"/>
              <a:cs typeface="Calibri" panose="020F0502020204030204" charset="0"/>
              <a:sym typeface="阿里巴巴普惠体"/>
            </a:endParaRPr>
          </a:p>
        </p:txBody>
      </p:sp>
      <p:sp>
        <p:nvSpPr>
          <p:cNvPr id="8" name="Oval 4"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9431716" y="1533850"/>
            <a:ext cx="1653048" cy="1653048"/>
          </a:xfrm>
          <a:prstGeom prst="ellipse">
            <a:avLst/>
          </a:prstGeom>
          <a:solidFill>
            <a:srgbClr val="4541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D3B996"/>
              </a:solidFill>
              <a:effectLst/>
              <a:uLnTx/>
              <a:uFillTx/>
              <a:latin typeface="阿里巴巴普惠体"/>
              <a:ea typeface="微软雅黑"/>
              <a:cs typeface="Calibri" panose="020F0502020204030204" charset="0"/>
              <a:sym typeface="阿里巴巴普惠体"/>
            </a:endParaRPr>
          </a:p>
        </p:txBody>
      </p:sp>
      <p:sp>
        <p:nvSpPr>
          <p:cNvPr id="9" name="Oval 5"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6870708" y="3659421"/>
            <a:ext cx="1653048" cy="1653049"/>
          </a:xfrm>
          <a:prstGeom prst="ellipse">
            <a:avLst/>
          </a:prstGeom>
          <a:solidFill>
            <a:srgbClr val="4541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D3B996"/>
              </a:solidFill>
              <a:effectLst/>
              <a:uLnTx/>
              <a:uFillTx/>
              <a:latin typeface="阿里巴巴普惠体"/>
              <a:ea typeface="微软雅黑"/>
              <a:cs typeface="Calibri" panose="020F0502020204030204" charset="0"/>
              <a:sym typeface="阿里巴巴普惠体"/>
            </a:endParaRPr>
          </a:p>
        </p:txBody>
      </p:sp>
      <p:sp>
        <p:nvSpPr>
          <p:cNvPr id="10" name="Oval 6"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9431716" y="3659421"/>
            <a:ext cx="1653048" cy="1653049"/>
          </a:xfrm>
          <a:prstGeom prst="ellipse">
            <a:avLst/>
          </a:prstGeom>
          <a:solidFill>
            <a:srgbClr val="C1BBB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D3B996"/>
              </a:solidFill>
              <a:effectLst/>
              <a:uLnTx/>
              <a:uFillTx/>
              <a:latin typeface="阿里巴巴普惠体"/>
              <a:ea typeface="微软雅黑"/>
              <a:cs typeface="Calibri" panose="020F0502020204030204" charset="0"/>
              <a:sym typeface="阿里巴巴普惠体"/>
            </a:endParaRPr>
          </a:p>
        </p:txBody>
      </p:sp>
      <p:sp>
        <p:nvSpPr>
          <p:cNvPr id="11" name="Chevron 7"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8843883" y="2226521"/>
            <a:ext cx="265836" cy="265836"/>
          </a:xfrm>
          <a:prstGeom prst="chevron">
            <a:avLst/>
          </a:prstGeom>
          <a:noFill/>
          <a:ln>
            <a:solidFill>
              <a:srgbClr val="68391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D3B996"/>
              </a:solidFill>
              <a:effectLst/>
              <a:uLnTx/>
              <a:uFillTx/>
              <a:latin typeface="阿里巴巴普惠体"/>
              <a:ea typeface="微软雅黑"/>
              <a:cs typeface="Calibri" panose="020F0502020204030204" charset="0"/>
              <a:sym typeface="阿里巴巴普惠体"/>
            </a:endParaRPr>
          </a:p>
        </p:txBody>
      </p:sp>
      <p:sp>
        <p:nvSpPr>
          <p:cNvPr id="12" name="Chevron 8"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flipH="1">
            <a:off x="8843883" y="4352091"/>
            <a:ext cx="265836" cy="265836"/>
          </a:xfrm>
          <a:prstGeom prst="chevron">
            <a:avLst/>
          </a:prstGeom>
          <a:noFill/>
          <a:ln>
            <a:solidFill>
              <a:srgbClr val="68391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D3B996"/>
              </a:solidFill>
              <a:effectLst/>
              <a:uLnTx/>
              <a:uFillTx/>
              <a:latin typeface="阿里巴巴普惠体"/>
              <a:ea typeface="微软雅黑"/>
              <a:cs typeface="Calibri" panose="020F0502020204030204" charset="0"/>
              <a:sym typeface="阿里巴巴普惠体"/>
            </a:endParaRPr>
          </a:p>
        </p:txBody>
      </p:sp>
      <p:sp>
        <p:nvSpPr>
          <p:cNvPr id="13" name="Rectangle 9"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7093485" y="2211923"/>
            <a:ext cx="1205621" cy="576376"/>
          </a:xfrm>
          <a:prstGeom prst="rect">
            <a:avLst/>
          </a:prstGeom>
        </p:spPr>
        <p:txBody>
          <a:bodyPr>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id-ID" sz="1100" b="0" i="0" u="none" strike="noStrike" kern="1200" cap="none" spc="0" normalizeH="0" baseline="0" noProof="0" dirty="0">
                <a:ln>
                  <a:noFill/>
                </a:ln>
                <a:solidFill>
                  <a:prstClr val="white"/>
                </a:solidFill>
                <a:effectLst/>
                <a:uLnTx/>
                <a:uFillTx/>
                <a:latin typeface="阿里巴巴普惠体"/>
                <a:ea typeface="微软雅黑"/>
                <a:cs typeface="Calibri" panose="020F0502020204030204" charset="0"/>
                <a:sym typeface="阿里巴巴普惠体"/>
              </a:rPr>
              <a:t>Donec gravida leo porttitor</a:t>
            </a:r>
          </a:p>
        </p:txBody>
      </p:sp>
      <p:sp>
        <p:nvSpPr>
          <p:cNvPr id="14" name="Rectangle 10"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9654494" y="2197953"/>
            <a:ext cx="1205621" cy="576376"/>
          </a:xfrm>
          <a:prstGeom prst="rect">
            <a:avLst/>
          </a:prstGeom>
        </p:spPr>
        <p:txBody>
          <a:bodyPr>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id-ID" sz="1100" b="0" i="0" u="none" strike="noStrike" kern="1200" cap="none" spc="0" normalizeH="0" baseline="0" noProof="0" dirty="0">
                <a:ln>
                  <a:noFill/>
                </a:ln>
                <a:solidFill>
                  <a:prstClr val="white"/>
                </a:solidFill>
                <a:effectLst/>
                <a:uLnTx/>
                <a:uFillTx/>
                <a:latin typeface="阿里巴巴普惠体"/>
                <a:ea typeface="微软雅黑"/>
                <a:cs typeface="Calibri" panose="020F0502020204030204" charset="0"/>
                <a:sym typeface="阿里巴巴普惠体"/>
              </a:rPr>
              <a:t>Donec gravida leo porttitor</a:t>
            </a:r>
          </a:p>
        </p:txBody>
      </p:sp>
      <p:sp>
        <p:nvSpPr>
          <p:cNvPr id="15" name="Rectangle 12"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7093485" y="4380552"/>
            <a:ext cx="1205621" cy="576376"/>
          </a:xfrm>
          <a:prstGeom prst="rect">
            <a:avLst/>
          </a:prstGeom>
        </p:spPr>
        <p:txBody>
          <a:bodyPr>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id-ID" sz="1100" b="0" i="0" u="none" strike="noStrike" kern="1200" cap="none" spc="0" normalizeH="0" baseline="0" noProof="0" dirty="0">
                <a:ln>
                  <a:noFill/>
                </a:ln>
                <a:solidFill>
                  <a:prstClr val="white"/>
                </a:solidFill>
                <a:effectLst/>
                <a:uLnTx/>
                <a:uFillTx/>
                <a:latin typeface="阿里巴巴普惠体"/>
                <a:ea typeface="微软雅黑"/>
                <a:cs typeface="Calibri" panose="020F0502020204030204" charset="0"/>
                <a:sym typeface="阿里巴巴普惠体"/>
              </a:rPr>
              <a:t>Donec gravida leo porttitor</a:t>
            </a:r>
          </a:p>
        </p:txBody>
      </p:sp>
      <p:sp>
        <p:nvSpPr>
          <p:cNvPr id="16" name="Rectangle 13"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9654494" y="4366582"/>
            <a:ext cx="1205621" cy="576376"/>
          </a:xfrm>
          <a:prstGeom prst="rect">
            <a:avLst/>
          </a:prstGeom>
        </p:spPr>
        <p:txBody>
          <a:bodyPr>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id-ID" sz="1100" b="0" i="0" u="none" strike="noStrike" kern="1200" cap="none" spc="0" normalizeH="0" baseline="0" noProof="0" dirty="0">
                <a:ln>
                  <a:noFill/>
                </a:ln>
                <a:solidFill>
                  <a:prstClr val="white"/>
                </a:solidFill>
                <a:effectLst/>
                <a:uLnTx/>
                <a:uFillTx/>
                <a:latin typeface="阿里巴巴普惠体"/>
                <a:ea typeface="微软雅黑"/>
                <a:cs typeface="Calibri" panose="020F0502020204030204" charset="0"/>
                <a:sym typeface="阿里巴巴普惠体"/>
              </a:rPr>
              <a:t>Donec gravida leo porttitor</a:t>
            </a:r>
          </a:p>
        </p:txBody>
      </p:sp>
      <p:sp>
        <p:nvSpPr>
          <p:cNvPr id="17" name="TextBox 14"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6977416" y="2020971"/>
            <a:ext cx="1439631" cy="215444"/>
          </a:xfrm>
          <a:prstGeom prst="rect">
            <a:avLst/>
          </a:prstGeom>
          <a:noFill/>
          <a:ln>
            <a:noFill/>
          </a:ln>
        </p:spPr>
        <p:txBody>
          <a:bodyPr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400" b="0" i="0" u="none" strike="noStrike" kern="1200" cap="none" spc="0" normalizeH="0" baseline="0" noProof="0" dirty="0">
                <a:ln>
                  <a:noFill/>
                </a:ln>
                <a:solidFill>
                  <a:prstClr val="white"/>
                </a:solidFill>
                <a:effectLst/>
                <a:uLnTx/>
                <a:uFillTx/>
                <a:latin typeface="阿里巴巴普惠体"/>
                <a:ea typeface="微软雅黑"/>
                <a:cs typeface="Calibri" panose="020F0502020204030204" charset="0"/>
                <a:sym typeface="阿里巴巴普惠体"/>
              </a:rPr>
              <a:t>Your Text</a:t>
            </a:r>
          </a:p>
        </p:txBody>
      </p:sp>
      <p:sp>
        <p:nvSpPr>
          <p:cNvPr id="18" name="TextBox 15"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9538424" y="2003257"/>
            <a:ext cx="1439631" cy="215444"/>
          </a:xfrm>
          <a:prstGeom prst="rect">
            <a:avLst/>
          </a:prstGeom>
          <a:noFill/>
          <a:ln>
            <a:noFill/>
          </a:ln>
        </p:spPr>
        <p:txBody>
          <a:bodyPr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400" b="0" i="0" u="none" strike="noStrike" kern="1200" cap="none" spc="0" normalizeH="0" baseline="0" noProof="0" dirty="0">
                <a:ln>
                  <a:noFill/>
                </a:ln>
                <a:solidFill>
                  <a:prstClr val="white"/>
                </a:solidFill>
                <a:effectLst/>
                <a:uLnTx/>
                <a:uFillTx/>
                <a:latin typeface="阿里巴巴普惠体"/>
                <a:ea typeface="微软雅黑"/>
                <a:cs typeface="Calibri" panose="020F0502020204030204" charset="0"/>
                <a:sym typeface="阿里巴巴普惠体"/>
              </a:rPr>
              <a:t>Your Text</a:t>
            </a:r>
          </a:p>
        </p:txBody>
      </p:sp>
      <p:sp>
        <p:nvSpPr>
          <p:cNvPr id="19" name="TextBox 16"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6977416" y="4189600"/>
            <a:ext cx="1439631" cy="215444"/>
          </a:xfrm>
          <a:prstGeom prst="rect">
            <a:avLst/>
          </a:prstGeom>
          <a:noFill/>
          <a:ln>
            <a:noFill/>
          </a:ln>
        </p:spPr>
        <p:txBody>
          <a:bodyPr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400" b="0" i="0" u="none" strike="noStrike" kern="1200" cap="none" spc="0" normalizeH="0" baseline="0" noProof="0" dirty="0">
                <a:ln>
                  <a:noFill/>
                </a:ln>
                <a:solidFill>
                  <a:prstClr val="white"/>
                </a:solidFill>
                <a:effectLst/>
                <a:uLnTx/>
                <a:uFillTx/>
                <a:latin typeface="阿里巴巴普惠体"/>
                <a:ea typeface="微软雅黑"/>
                <a:cs typeface="Calibri" panose="020F0502020204030204" charset="0"/>
                <a:sym typeface="阿里巴巴普惠体"/>
              </a:rPr>
              <a:t>Your Text</a:t>
            </a:r>
          </a:p>
        </p:txBody>
      </p:sp>
      <p:sp>
        <p:nvSpPr>
          <p:cNvPr id="20" name="TextBox 17"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9538424" y="4170012"/>
            <a:ext cx="1439631" cy="215444"/>
          </a:xfrm>
          <a:prstGeom prst="rect">
            <a:avLst/>
          </a:prstGeom>
          <a:noFill/>
          <a:ln>
            <a:noFill/>
          </a:ln>
        </p:spPr>
        <p:txBody>
          <a:bodyPr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400" b="0" i="0" u="none" strike="noStrike" kern="1200" cap="none" spc="0" normalizeH="0" baseline="0" noProof="0" dirty="0">
                <a:ln>
                  <a:noFill/>
                </a:ln>
                <a:solidFill>
                  <a:prstClr val="white"/>
                </a:solidFill>
                <a:effectLst/>
                <a:uLnTx/>
                <a:uFillTx/>
                <a:latin typeface="阿里巴巴普惠体"/>
                <a:ea typeface="微软雅黑"/>
                <a:cs typeface="Calibri" panose="020F0502020204030204" charset="0"/>
                <a:sym typeface="阿里巴巴普惠体"/>
              </a:rPr>
              <a:t>Your Text</a:t>
            </a:r>
          </a:p>
        </p:txBody>
      </p:sp>
      <p:sp>
        <p:nvSpPr>
          <p:cNvPr id="21" name="We are good on creating things"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1679026" y="1534192"/>
            <a:ext cx="3110307" cy="1445260"/>
          </a:xfrm>
          <a:prstGeom prst="rect">
            <a:avLst/>
          </a:prstGeom>
          <a:noFill/>
        </p:spPr>
        <p:txBody>
          <a:bodyPr wrap="square" rtlCol="0" anchor="ctr">
            <a:spAutoFit/>
          </a:bodyPr>
          <a:lstStyle>
            <a:defPPr>
              <a:defRPr lang="zh-CN"/>
            </a:defPPr>
            <a:lvl1pPr>
              <a:lnSpc>
                <a:spcPct val="100000"/>
              </a:lnSpc>
              <a:defRPr sz="4000">
                <a:solidFill>
                  <a:srgbClr val="68391D"/>
                </a:solidFill>
                <a:latin typeface="Baskerville Old Face" panose="02020602080505020303"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454140"/>
                </a:solidFill>
                <a:effectLst/>
                <a:uLnTx/>
                <a:uFillTx/>
                <a:latin typeface="Segoe Script" pitchFamily="34" charset="0"/>
                <a:ea typeface="微软雅黑"/>
                <a:cs typeface="Arial"/>
                <a:sym typeface="阿里巴巴普惠体"/>
              </a:rPr>
              <a:t>Mist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454140"/>
                </a:solidFill>
                <a:effectLst/>
                <a:uLnTx/>
                <a:uFillTx/>
                <a:latin typeface="Segoe Script" pitchFamily="34" charset="0"/>
                <a:ea typeface="微软雅黑"/>
                <a:cs typeface="Arial"/>
                <a:sym typeface="阿里巴巴普惠体"/>
              </a:rPr>
              <a:t>Forest</a:t>
            </a:r>
          </a:p>
        </p:txBody>
      </p:sp>
      <p:sp>
        <p:nvSpPr>
          <p:cNvPr id="2300" name="TextBox 6"/>
          <p:cNvSpPr txBox="1"/>
          <p:nvPr/>
        </p:nvSpPr>
        <p:spPr>
          <a:xfrm>
            <a:off x="1678940" y="3085187"/>
            <a:ext cx="3796311" cy="2311915"/>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rPr>
              <a:t>The theme of this slide is about Mist Forest. And it was created and designed by </a:t>
            </a:r>
            <a:r>
              <a:rPr kumimoji="0" lang="en-ID" sz="1400" b="0" i="0" u="none" strike="noStrike" kern="1200" cap="none" spc="0" normalizeH="0" baseline="0" noProof="0" dirty="0" err="1">
                <a:ln>
                  <a:noFill/>
                </a:ln>
                <a:solidFill>
                  <a:srgbClr val="454140"/>
                </a:solidFill>
                <a:effectLst/>
                <a:uLnTx/>
                <a:uFillTx/>
                <a:latin typeface="阿里巴巴普惠体"/>
                <a:ea typeface="微软雅黑"/>
                <a:cs typeface="Arial"/>
                <a:sym typeface="阿里巴巴普惠体"/>
              </a:rPr>
              <a:t>Windy.The</a:t>
            </a:r>
            <a:r>
              <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rPr>
              <a:t> theme of this slide is about Mist Forest. And it was created and designed by Windy. The theme of this slide is about Mist Forest. And it was created and designed by Windy. </a:t>
            </a:r>
          </a:p>
          <a:p>
            <a:pPr marL="0" marR="0" lvl="0" indent="0" algn="just" defTabSz="914400" rtl="0" eaLnBrk="1" fontAlgn="auto" latinLnBrk="0" hangingPunct="1">
              <a:lnSpc>
                <a:spcPct val="130000"/>
              </a:lnSpc>
              <a:spcBef>
                <a:spcPts val="0"/>
              </a:spcBef>
              <a:spcAft>
                <a:spcPts val="0"/>
              </a:spcAft>
              <a:buClrTx/>
              <a:buSzTx/>
              <a:buFontTx/>
              <a:buNone/>
              <a:tabLst/>
              <a:defRPr/>
            </a:pPr>
            <a:endPar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endParaRPr>
          </a:p>
        </p:txBody>
      </p:sp>
    </p:spTree>
    <p:extLst>
      <p:ext uri="{BB962C8B-B14F-4D97-AF65-F5344CB8AC3E}">
        <p14:creationId xmlns:p14="http://schemas.microsoft.com/office/powerpoint/2010/main" val="391563209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原始森林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矩形 6"/>
          <p:cNvSpPr/>
          <p:nvPr/>
        </p:nvSpPr>
        <p:spPr>
          <a:xfrm>
            <a:off x="0" y="0"/>
            <a:ext cx="6402070" cy="6858635"/>
          </a:xfrm>
          <a:prstGeom prst="rect">
            <a:avLst/>
          </a:prstGeom>
          <a:solidFill>
            <a:srgbClr val="E2E0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4" name="文本框 3"/>
          <p:cNvSpPr txBox="1"/>
          <p:nvPr/>
        </p:nvSpPr>
        <p:spPr>
          <a:xfrm>
            <a:off x="10489565" y="890270"/>
            <a:ext cx="1096010" cy="3615055"/>
          </a:xfrm>
          <a:prstGeom prst="rect">
            <a:avLst/>
          </a:prstGeom>
          <a:noFill/>
        </p:spPr>
        <p:txBody>
          <a:bodyPr vert="eaVert" wrap="square" rtlCol="0">
            <a:noAutofit/>
          </a:bodyPr>
          <a:lstStyle/>
          <a:p>
            <a:pPr algn="dist">
              <a:lnSpc>
                <a:spcPct val="150000"/>
              </a:lnSpc>
            </a:pPr>
            <a:r>
              <a:rPr lang="en-US" altLang="zh-CN" sz="3200" dirty="0">
                <a:solidFill>
                  <a:schemeClr val="bg1"/>
                </a:solidFill>
                <a:latin typeface="Segoe Script" pitchFamily="34" charset="0"/>
                <a:ea typeface="微软雅黑"/>
                <a:cs typeface="Dancing Script" panose="03080600040507000D00" charset="0"/>
                <a:sym typeface="阿里巴巴普惠体"/>
              </a:rPr>
              <a:t>Mist Forest</a:t>
            </a:r>
          </a:p>
        </p:txBody>
      </p:sp>
      <p:sp>
        <p:nvSpPr>
          <p:cNvPr id="6" name="文本框 5"/>
          <p:cNvSpPr txBox="1"/>
          <p:nvPr/>
        </p:nvSpPr>
        <p:spPr>
          <a:xfrm>
            <a:off x="9689802" y="890270"/>
            <a:ext cx="1015663" cy="3883025"/>
          </a:xfrm>
          <a:prstGeom prst="rect">
            <a:avLst/>
          </a:prstGeom>
          <a:noFill/>
        </p:spPr>
        <p:txBody>
          <a:bodyPr vert="eaVert" wrap="square" rtlCol="0" anchor="t">
            <a:spAutoFit/>
          </a:bodyPr>
          <a:lstStyle/>
          <a:p>
            <a:pPr algn="l">
              <a:lnSpc>
                <a:spcPct val="150000"/>
              </a:lnSpc>
            </a:pPr>
            <a:r>
              <a:rPr lang="zh-CN" altLang="en-US" sz="1200" dirty="0">
                <a:solidFill>
                  <a:schemeClr val="bg1"/>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dirty="0">
              <a:solidFill>
                <a:schemeClr val="bg1"/>
              </a:solidFill>
              <a:latin typeface="阿里巴巴普惠体"/>
              <a:ea typeface="微软雅黑"/>
              <a:cs typeface="Farewell" panose="020B7200000000000000" charset="0"/>
              <a:sym typeface="阿里巴巴普惠体"/>
            </a:endParaRPr>
          </a:p>
        </p:txBody>
      </p:sp>
      <p:sp>
        <p:nvSpPr>
          <p:cNvPr id="23" name="We are good on creating things"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1425661" y="1953927"/>
            <a:ext cx="3110307" cy="1445260"/>
          </a:xfrm>
          <a:prstGeom prst="rect">
            <a:avLst/>
          </a:prstGeom>
          <a:noFill/>
        </p:spPr>
        <p:txBody>
          <a:bodyPr wrap="square" rtlCol="0" anchor="ctr">
            <a:spAutoFit/>
          </a:bodyPr>
          <a:lstStyle>
            <a:defPPr>
              <a:defRPr lang="zh-CN"/>
            </a:defPPr>
            <a:lvl1pPr marR="0" lvl="0" indent="0" fontAlgn="auto">
              <a:lnSpc>
                <a:spcPct val="100000"/>
              </a:lnSpc>
              <a:spcBef>
                <a:spcPts val="0"/>
              </a:spcBef>
              <a:spcAft>
                <a:spcPts val="0"/>
              </a:spcAft>
              <a:buClrTx/>
              <a:buSzTx/>
              <a:buFontTx/>
              <a:buNone/>
              <a:tabLst/>
              <a:defRPr kumimoji="0" sz="4400" b="0" i="0" u="none" strike="noStrike" cap="none" spc="0" normalizeH="0" baseline="0">
                <a:ln>
                  <a:noFill/>
                </a:ln>
                <a:solidFill>
                  <a:srgbClr val="454140"/>
                </a:solidFill>
                <a:effectLst/>
                <a:uLnTx/>
                <a:uFillTx/>
                <a:latin typeface="Segoe Script" pitchFamily="34" charset="0"/>
                <a:ea typeface="微软雅黑"/>
                <a:cs typeface="Arial"/>
              </a:defRPr>
            </a:lvl1pPr>
          </a:lstStyle>
          <a:p>
            <a:r>
              <a:rPr lang="en-US" dirty="0">
                <a:sym typeface="阿里巴巴普惠体"/>
              </a:rPr>
              <a:t>Mist </a:t>
            </a:r>
          </a:p>
          <a:p>
            <a:r>
              <a:rPr lang="en-US" dirty="0">
                <a:sym typeface="阿里巴巴普惠体"/>
              </a:rPr>
              <a:t>Forest</a:t>
            </a:r>
          </a:p>
        </p:txBody>
      </p:sp>
      <p:sp>
        <p:nvSpPr>
          <p:cNvPr id="2300" name="TextBox 6"/>
          <p:cNvSpPr txBox="1"/>
          <p:nvPr/>
        </p:nvSpPr>
        <p:spPr>
          <a:xfrm>
            <a:off x="1425575" y="3504922"/>
            <a:ext cx="3796311" cy="2311915"/>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r>
              <a:rPr lang="en-ID" dirty="0">
                <a:solidFill>
                  <a:srgbClr val="454140"/>
                </a:solidFill>
                <a:latin typeface="阿里巴巴普惠体"/>
                <a:ea typeface="微软雅黑"/>
                <a:sym typeface="阿里巴巴普惠体"/>
              </a:rPr>
              <a:t>The theme of this slide is about Mist Forest. And it was created and designed by </a:t>
            </a:r>
            <a:r>
              <a:rPr lang="en-ID" dirty="0" err="1">
                <a:solidFill>
                  <a:srgbClr val="454140"/>
                </a:solidFill>
                <a:latin typeface="阿里巴巴普惠体"/>
                <a:ea typeface="微软雅黑"/>
                <a:sym typeface="阿里巴巴普惠体"/>
              </a:rPr>
              <a:t>Windy.The</a:t>
            </a:r>
            <a:r>
              <a:rPr lang="en-ID" dirty="0">
                <a:solidFill>
                  <a:srgbClr val="454140"/>
                </a:solidFill>
                <a:latin typeface="阿里巴巴普惠体"/>
                <a:ea typeface="微软雅黑"/>
                <a:sym typeface="阿里巴巴普惠体"/>
              </a:rPr>
              <a:t> theme of this slide is about Mist Forest. And it was created and designed by Windy. The theme of this slide is about Mist Forest. And it was created and designed by Windy. </a:t>
            </a:r>
          </a:p>
          <a:p>
            <a:endParaRPr lang="en-ID" dirty="0">
              <a:solidFill>
                <a:srgbClr val="454140"/>
              </a:solidFill>
              <a:latin typeface="阿里巴巴普惠体"/>
              <a:ea typeface="微软雅黑"/>
              <a:sym typeface="阿里巴巴普惠体"/>
            </a:endParaRPr>
          </a:p>
        </p:txBody>
      </p:sp>
    </p:spTree>
    <p:custDataLst>
      <p:tags r:id="rId1"/>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659745" y="537210"/>
            <a:ext cx="1096010" cy="2157095"/>
          </a:xfrm>
          <a:prstGeom prst="rect">
            <a:avLst/>
          </a:prstGeom>
          <a:noFill/>
        </p:spPr>
        <p:txBody>
          <a:bodyPr vert="eaVert" wrap="square" rtlCol="0">
            <a:noAutofit/>
          </a:bodyPr>
          <a:lstStyle/>
          <a:p>
            <a:pPr algn="dist">
              <a:lnSpc>
                <a:spcPct val="150000"/>
              </a:lnSpc>
            </a:pPr>
            <a:r>
              <a:rPr lang="en-US" altLang="zh-CN" sz="3200" dirty="0">
                <a:solidFill>
                  <a:srgbClr val="1F1E1D"/>
                </a:solidFill>
                <a:latin typeface="Segoe Script" pitchFamily="34" charset="0"/>
                <a:ea typeface="微软雅黑"/>
                <a:cs typeface="Dancing Script" panose="03080600040507000D00" charset="0"/>
                <a:sym typeface="阿里巴巴普惠体"/>
              </a:rPr>
              <a:t>Part Two</a:t>
            </a:r>
          </a:p>
        </p:txBody>
      </p:sp>
      <p:sp>
        <p:nvSpPr>
          <p:cNvPr id="7" name="文本框 6"/>
          <p:cNvSpPr txBox="1"/>
          <p:nvPr/>
        </p:nvSpPr>
        <p:spPr>
          <a:xfrm>
            <a:off x="9774892" y="537210"/>
            <a:ext cx="1015663" cy="3883025"/>
          </a:xfrm>
          <a:prstGeom prst="rect">
            <a:avLst/>
          </a:prstGeom>
          <a:noFill/>
        </p:spPr>
        <p:txBody>
          <a:bodyPr vert="eaVert" wrap="square" rtlCol="0" anchor="t">
            <a:spAutoFit/>
          </a:bodyPr>
          <a:lstStyle/>
          <a:p>
            <a:pPr algn="l">
              <a:lnSpc>
                <a:spcPct val="150000"/>
              </a:lnSpc>
            </a:pPr>
            <a:r>
              <a:rPr lang="zh-CN" altLang="en-US" sz="1200" dirty="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dirty="0">
              <a:solidFill>
                <a:srgbClr val="1F1E1D"/>
              </a:solidFill>
              <a:latin typeface="阿里巴巴普惠体"/>
              <a:ea typeface="微软雅黑"/>
              <a:cs typeface="Farewell" panose="020B7200000000000000" charset="0"/>
              <a:sym typeface="阿里巴巴普惠体"/>
            </a:endParaRPr>
          </a:p>
        </p:txBody>
      </p:sp>
      <p:sp>
        <p:nvSpPr>
          <p:cNvPr id="8" name="矩形 7"/>
          <p:cNvSpPr/>
          <p:nvPr/>
        </p:nvSpPr>
        <p:spPr>
          <a:xfrm>
            <a:off x="1217970" y="537210"/>
            <a:ext cx="3925529" cy="5690848"/>
          </a:xfrm>
          <a:prstGeom prst="rect">
            <a:avLst/>
          </a:prstGeom>
          <a:blipFill rotWithShape="1">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Tree>
    <p:custDataLst>
      <p:tags r:id="rId1"/>
    </p:custData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738879" y="1168464"/>
            <a:ext cx="1361627" cy="2164016"/>
          </a:xfrm>
          <a:prstGeom prst="rect">
            <a:avLst/>
          </a:prstGeom>
          <a:blipFill rotWithShape="1">
            <a:blip r:embed="rId2"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19" name="矩形 18"/>
          <p:cNvSpPr/>
          <p:nvPr/>
        </p:nvSpPr>
        <p:spPr>
          <a:xfrm>
            <a:off x="5333999" y="1168464"/>
            <a:ext cx="1361627" cy="2164016"/>
          </a:xfrm>
          <a:prstGeom prst="rect">
            <a:avLst/>
          </a:prstGeom>
          <a:blipFill rotWithShape="1">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22" name="矩形 21"/>
          <p:cNvSpPr/>
          <p:nvPr/>
        </p:nvSpPr>
        <p:spPr>
          <a:xfrm>
            <a:off x="5333998" y="3553453"/>
            <a:ext cx="1361627" cy="2164016"/>
          </a:xfrm>
          <a:prstGeom prst="rect">
            <a:avLst/>
          </a:prstGeom>
          <a:blipFill rotWithShape="1">
            <a:blip r:embed="rId4"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4" name="文本框 3"/>
          <p:cNvSpPr txBox="1"/>
          <p:nvPr/>
        </p:nvSpPr>
        <p:spPr>
          <a:xfrm>
            <a:off x="771862" y="1188720"/>
            <a:ext cx="1015663" cy="3883025"/>
          </a:xfrm>
          <a:prstGeom prst="rect">
            <a:avLst/>
          </a:prstGeom>
          <a:noFill/>
        </p:spPr>
        <p:txBody>
          <a:bodyPr vert="eaVert" wrap="square" rtlCol="0" anchor="t">
            <a:spAutoFit/>
          </a:bodyPr>
          <a:lstStyle/>
          <a:p>
            <a:pPr algn="l">
              <a:lnSpc>
                <a:spcPct val="150000"/>
              </a:lnSpc>
            </a:pPr>
            <a:r>
              <a:rPr lang="zh-CN" altLang="en-US" sz="1200" dirty="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dirty="0">
              <a:solidFill>
                <a:srgbClr val="1F1E1D"/>
              </a:solidFill>
              <a:latin typeface="阿里巴巴普惠体"/>
              <a:ea typeface="微软雅黑"/>
              <a:cs typeface="Farewell" panose="020B7200000000000000" charset="0"/>
              <a:sym typeface="阿里巴巴普惠体"/>
            </a:endParaRPr>
          </a:p>
        </p:txBody>
      </p:sp>
      <p:sp>
        <p:nvSpPr>
          <p:cNvPr id="5" name="We are good on creating things"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7775661" y="1742472"/>
            <a:ext cx="3110307" cy="1445260"/>
          </a:xfrm>
          <a:prstGeom prst="rect">
            <a:avLst/>
          </a:prstGeom>
          <a:noFill/>
        </p:spPr>
        <p:txBody>
          <a:bodyPr wrap="square" rtlCol="0" anchor="ctr">
            <a:spAutoFit/>
          </a:bodyPr>
          <a:lstStyle>
            <a:defPPr>
              <a:defRPr lang="zh-CN"/>
            </a:defPPr>
            <a:lvl1pPr>
              <a:lnSpc>
                <a:spcPct val="100000"/>
              </a:lnSpc>
              <a:defRPr sz="4000">
                <a:solidFill>
                  <a:srgbClr val="68391D"/>
                </a:solidFill>
                <a:latin typeface="Baskerville Old Face" panose="02020602080505020303" pitchFamily="18" charset="0"/>
              </a:defRPr>
            </a:lvl1pPr>
          </a:lstStyle>
          <a:p>
            <a:r>
              <a:rPr lang="en-US" sz="4400" dirty="0">
                <a:solidFill>
                  <a:srgbClr val="454140"/>
                </a:solidFill>
                <a:latin typeface="Segoe Script" pitchFamily="34" charset="0"/>
                <a:ea typeface="微软雅黑"/>
                <a:sym typeface="阿里巴巴普惠体"/>
              </a:rPr>
              <a:t>Mist </a:t>
            </a:r>
          </a:p>
          <a:p>
            <a:r>
              <a:rPr lang="en-US" sz="4400" dirty="0">
                <a:solidFill>
                  <a:srgbClr val="454140"/>
                </a:solidFill>
                <a:latin typeface="Segoe Script" pitchFamily="34" charset="0"/>
                <a:ea typeface="微软雅黑"/>
                <a:sym typeface="阿里巴巴普惠体"/>
              </a:rPr>
              <a:t>Forest</a:t>
            </a:r>
          </a:p>
        </p:txBody>
      </p:sp>
      <p:sp>
        <p:nvSpPr>
          <p:cNvPr id="2300" name="TextBox 6"/>
          <p:cNvSpPr txBox="1"/>
          <p:nvPr/>
        </p:nvSpPr>
        <p:spPr>
          <a:xfrm>
            <a:off x="7775575" y="3293467"/>
            <a:ext cx="3796311" cy="2311915"/>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r>
              <a:rPr lang="en-ID" dirty="0">
                <a:solidFill>
                  <a:srgbClr val="454140"/>
                </a:solidFill>
                <a:latin typeface="阿里巴巴普惠体"/>
                <a:ea typeface="微软雅黑"/>
                <a:sym typeface="阿里巴巴普惠体"/>
              </a:rPr>
              <a:t>The theme of this slide is about Mist Forest. And it was created and designed by </a:t>
            </a:r>
            <a:r>
              <a:rPr lang="en-ID" dirty="0" err="1">
                <a:solidFill>
                  <a:srgbClr val="454140"/>
                </a:solidFill>
                <a:latin typeface="阿里巴巴普惠体"/>
                <a:ea typeface="微软雅黑"/>
                <a:sym typeface="阿里巴巴普惠体"/>
              </a:rPr>
              <a:t>Windy.The</a:t>
            </a:r>
            <a:r>
              <a:rPr lang="en-ID" dirty="0">
                <a:solidFill>
                  <a:srgbClr val="454140"/>
                </a:solidFill>
                <a:latin typeface="阿里巴巴普惠体"/>
                <a:ea typeface="微软雅黑"/>
                <a:sym typeface="阿里巴巴普惠体"/>
              </a:rPr>
              <a:t> theme of this slide is about Mist Forest. And it was created and designed by Windy. The theme of this slide is about Mist Forest. And it was created and designed by Windy. </a:t>
            </a:r>
          </a:p>
          <a:p>
            <a:endParaRPr lang="en-ID" dirty="0">
              <a:solidFill>
                <a:srgbClr val="454140"/>
              </a:solidFill>
              <a:latin typeface="阿里巴巴普惠体"/>
              <a:ea typeface="微软雅黑"/>
              <a:sym typeface="阿里巴巴普惠体"/>
            </a:endParaRPr>
          </a:p>
        </p:txBody>
      </p:sp>
      <p:sp>
        <p:nvSpPr>
          <p:cNvPr id="11" name="矩形 10"/>
          <p:cNvSpPr/>
          <p:nvPr/>
        </p:nvSpPr>
        <p:spPr>
          <a:xfrm>
            <a:off x="3738879" y="3553524"/>
            <a:ext cx="1361627" cy="2164016"/>
          </a:xfrm>
          <a:prstGeom prst="rect">
            <a:avLst/>
          </a:prstGeom>
          <a:blipFill rotWithShape="1">
            <a:blip r:embed="rId5"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12" name="文本框 11"/>
          <p:cNvSpPr txBox="1"/>
          <p:nvPr/>
        </p:nvSpPr>
        <p:spPr>
          <a:xfrm>
            <a:off x="1787525" y="1188720"/>
            <a:ext cx="1096010" cy="3602355"/>
          </a:xfrm>
          <a:prstGeom prst="rect">
            <a:avLst/>
          </a:prstGeom>
          <a:noFill/>
        </p:spPr>
        <p:txBody>
          <a:bodyPr vert="eaVert" wrap="square" rtlCol="0">
            <a:noAutofit/>
          </a:bodyPr>
          <a:lstStyle/>
          <a:p>
            <a:pPr algn="dist">
              <a:lnSpc>
                <a:spcPct val="150000"/>
              </a:lnSpc>
            </a:pPr>
            <a:r>
              <a:rPr lang="en-US" altLang="zh-CN" sz="3200" dirty="0">
                <a:solidFill>
                  <a:srgbClr val="1F1E1D"/>
                </a:solidFill>
                <a:latin typeface="Segoe Script" pitchFamily="34" charset="0"/>
                <a:ea typeface="微软雅黑"/>
                <a:cs typeface="Dancing Script" panose="03080600040507000D00" charset="0"/>
                <a:sym typeface="阿里巴巴普惠体"/>
              </a:rPr>
              <a:t>Mist Forest</a:t>
            </a: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47377" y="835660"/>
            <a:ext cx="1015663" cy="3883025"/>
          </a:xfrm>
          <a:prstGeom prst="rect">
            <a:avLst/>
          </a:prstGeom>
          <a:noFill/>
        </p:spPr>
        <p:txBody>
          <a:bodyPr vert="eaVert"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1F1E1D"/>
                </a:solidFill>
                <a:effectLst/>
                <a:uLnTx/>
                <a:uFillTx/>
                <a:latin typeface="阿里巴巴普惠体"/>
                <a:ea typeface="微软雅黑"/>
                <a:cs typeface="Farewell" panose="020B7200000000000000" charset="0"/>
                <a:sym typeface="阿里巴巴普惠体"/>
              </a:rPr>
              <a:t>The theme of this slide is about Mist Forest. And it was created and designed by Windy.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F1E1D"/>
              </a:solidFill>
              <a:effectLst/>
              <a:uLnTx/>
              <a:uFillTx/>
              <a:latin typeface="阿里巴巴普惠体"/>
              <a:ea typeface="微软雅黑"/>
              <a:cs typeface="Farewell" panose="020B7200000000000000" charset="0"/>
              <a:sym typeface="阿里巴巴普惠体"/>
            </a:endParaRPr>
          </a:p>
        </p:txBody>
      </p:sp>
      <p:sp>
        <p:nvSpPr>
          <p:cNvPr id="12" name="文本框 11"/>
          <p:cNvSpPr txBox="1"/>
          <p:nvPr/>
        </p:nvSpPr>
        <p:spPr>
          <a:xfrm>
            <a:off x="1405255" y="835660"/>
            <a:ext cx="1096010" cy="3593465"/>
          </a:xfrm>
          <a:prstGeom prst="rect">
            <a:avLst/>
          </a:prstGeom>
          <a:noFill/>
        </p:spPr>
        <p:txBody>
          <a:bodyPr vert="eaVert" wrap="square" rtlCol="0">
            <a:noAutofit/>
          </a:bodyPr>
          <a:lstStyle/>
          <a:p>
            <a:pPr marL="0" marR="0" lvl="0" indent="0" algn="dist" defTabSz="914400" rtl="0" eaLnBrk="1" fontAlgn="auto" latinLnBrk="0" hangingPunct="1">
              <a:lnSpc>
                <a:spcPct val="15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1F1E1D"/>
                </a:solidFill>
                <a:effectLst/>
                <a:uLnTx/>
                <a:uFillTx/>
                <a:latin typeface="Segoe Script" pitchFamily="34" charset="0"/>
                <a:ea typeface="微软雅黑"/>
                <a:cs typeface="Dancing Script" panose="03080600040507000D00" charset="0"/>
                <a:sym typeface="阿里巴巴普惠体"/>
              </a:rPr>
              <a:t>Mist Forest</a:t>
            </a:r>
          </a:p>
        </p:txBody>
      </p:sp>
      <p:sp>
        <p:nvSpPr>
          <p:cNvPr id="2300" name="TextBox 6"/>
          <p:cNvSpPr txBox="1"/>
          <p:nvPr/>
        </p:nvSpPr>
        <p:spPr>
          <a:xfrm>
            <a:off x="6913880" y="3168372"/>
            <a:ext cx="3796311" cy="2311915"/>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rPr>
              <a:t>The theme of this slide is about Mist Forest. And it was created and designed by </a:t>
            </a:r>
            <a:r>
              <a:rPr kumimoji="0" lang="en-ID" sz="1400" b="0" i="0" u="none" strike="noStrike" kern="1200" cap="none" spc="0" normalizeH="0" baseline="0" noProof="0" dirty="0" err="1">
                <a:ln>
                  <a:noFill/>
                </a:ln>
                <a:solidFill>
                  <a:srgbClr val="454140"/>
                </a:solidFill>
                <a:effectLst/>
                <a:uLnTx/>
                <a:uFillTx/>
                <a:latin typeface="阿里巴巴普惠体"/>
                <a:ea typeface="微软雅黑"/>
                <a:cs typeface="Arial"/>
                <a:sym typeface="阿里巴巴普惠体"/>
              </a:rPr>
              <a:t>Windy.The</a:t>
            </a:r>
            <a:r>
              <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rPr>
              <a:t> theme of this slide is about Mist Forest. And it was created and designed by Windy. The theme of this slide is about Mist Forest. And it was created and designed by Windy. </a:t>
            </a:r>
          </a:p>
          <a:p>
            <a:pPr marL="0" marR="0" lvl="0" indent="0" algn="just" defTabSz="914400" rtl="0" eaLnBrk="1" fontAlgn="auto" latinLnBrk="0" hangingPunct="1">
              <a:lnSpc>
                <a:spcPct val="130000"/>
              </a:lnSpc>
              <a:spcBef>
                <a:spcPts val="0"/>
              </a:spcBef>
              <a:spcAft>
                <a:spcPts val="0"/>
              </a:spcAft>
              <a:buClrTx/>
              <a:buSzTx/>
              <a:buFontTx/>
              <a:buNone/>
              <a:tabLst/>
              <a:defRPr/>
            </a:pPr>
            <a:endPar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endParaRPr>
          </a:p>
        </p:txBody>
      </p:sp>
      <p:sp>
        <p:nvSpPr>
          <p:cNvPr id="21" name="We are good on creating things"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6913966" y="1547527"/>
            <a:ext cx="3110307" cy="1445260"/>
          </a:xfrm>
          <a:prstGeom prst="rect">
            <a:avLst/>
          </a:prstGeom>
          <a:noFill/>
        </p:spPr>
        <p:txBody>
          <a:bodyPr wrap="square" rtlCol="0" anchor="ctr">
            <a:spAutoFit/>
          </a:bodyPr>
          <a:lstStyle>
            <a:defPPr>
              <a:defRPr lang="zh-CN"/>
            </a:defPPr>
            <a:lvl1pPr>
              <a:lnSpc>
                <a:spcPct val="100000"/>
              </a:lnSpc>
              <a:defRPr sz="4000">
                <a:solidFill>
                  <a:srgbClr val="68391D"/>
                </a:solidFill>
                <a:latin typeface="Baskerville Old Face" panose="02020602080505020303"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454140"/>
                </a:solidFill>
                <a:effectLst/>
                <a:uLnTx/>
                <a:uFillTx/>
                <a:latin typeface="Segoe Script" pitchFamily="34" charset="0"/>
                <a:ea typeface="微软雅黑"/>
                <a:cs typeface="Arial"/>
                <a:sym typeface="阿里巴巴普惠体"/>
              </a:rPr>
              <a:t>Mist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454140"/>
                </a:solidFill>
                <a:effectLst/>
                <a:uLnTx/>
                <a:uFillTx/>
                <a:latin typeface="Segoe Script" pitchFamily="34" charset="0"/>
                <a:ea typeface="微软雅黑"/>
                <a:cs typeface="Arial"/>
                <a:sym typeface="阿里巴巴普惠体"/>
              </a:rPr>
              <a:t>Forest</a:t>
            </a:r>
          </a:p>
        </p:txBody>
      </p:sp>
      <p:sp>
        <p:nvSpPr>
          <p:cNvPr id="9" name="矩形 8"/>
          <p:cNvSpPr/>
          <p:nvPr/>
        </p:nvSpPr>
        <p:spPr>
          <a:xfrm>
            <a:off x="2501265" y="537210"/>
            <a:ext cx="3925529" cy="5690848"/>
          </a:xfrm>
          <a:prstGeom prst="rect">
            <a:avLst/>
          </a:prstGeom>
          <a:blipFill rotWithShape="1">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Tree>
    <p:custDataLst>
      <p:tags r:id="rId1"/>
    </p:custDataLst>
    <p:extLst>
      <p:ext uri="{BB962C8B-B14F-4D97-AF65-F5344CB8AC3E}">
        <p14:creationId xmlns:p14="http://schemas.microsoft.com/office/powerpoint/2010/main" val="330571997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原始森林 (7)"/>
          <p:cNvPicPr>
            <a:picLocks noChangeAspect="1"/>
          </p:cNvPicPr>
          <p:nvPr/>
        </p:nvPicPr>
        <p:blipFill>
          <a:blip r:embed="rId2" cstate="email">
            <a:alphaModFix amt="60000"/>
            <a:extLst>
              <a:ext uri="{28A0092B-C50C-407E-A947-70E740481C1C}">
                <a14:useLocalDpi xmlns:a14="http://schemas.microsoft.com/office/drawing/2010/main"/>
              </a:ext>
            </a:extLst>
          </a:blip>
          <a:stretch>
            <a:fillRect/>
          </a:stretch>
        </p:blipFill>
        <p:spPr>
          <a:xfrm>
            <a:off x="-635" y="0"/>
            <a:ext cx="12192635" cy="6858000"/>
          </a:xfrm>
          <a:prstGeom prst="rect">
            <a:avLst/>
          </a:prstGeom>
        </p:spPr>
      </p:pic>
      <p:sp>
        <p:nvSpPr>
          <p:cNvPr id="25" name="TextBox 6"/>
          <p:cNvSpPr txBox="1"/>
          <p:nvPr/>
        </p:nvSpPr>
        <p:spPr>
          <a:xfrm>
            <a:off x="2935883" y="1528808"/>
            <a:ext cx="2577212" cy="1212640"/>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r>
              <a:rPr lang="en-US" altLang="zh-CN" dirty="0">
                <a:solidFill>
                  <a:schemeClr val="bg1"/>
                </a:solidFill>
                <a:latin typeface="阿里巴巴普惠体"/>
                <a:ea typeface="微软雅黑"/>
                <a:sym typeface="阿里巴巴普惠体"/>
              </a:rPr>
              <a:t>The theme of this slide is about Mist Forest. And it was created and designed by Windy.</a:t>
            </a:r>
          </a:p>
        </p:txBody>
      </p:sp>
      <p:sp>
        <p:nvSpPr>
          <p:cNvPr id="15" name="TextBox 6"/>
          <p:cNvSpPr txBox="1"/>
          <p:nvPr/>
        </p:nvSpPr>
        <p:spPr>
          <a:xfrm>
            <a:off x="2928263" y="2711813"/>
            <a:ext cx="2577212" cy="1212640"/>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r>
              <a:rPr lang="en-US" altLang="zh-CN" dirty="0">
                <a:solidFill>
                  <a:schemeClr val="bg1"/>
                </a:solidFill>
                <a:latin typeface="阿里巴巴普惠体"/>
                <a:ea typeface="微软雅黑"/>
                <a:sym typeface="阿里巴巴普惠体"/>
              </a:rPr>
              <a:t>The theme of this slide is about Mist Forest. And it was created and designed by Windy.</a:t>
            </a:r>
          </a:p>
        </p:txBody>
      </p:sp>
      <p:sp>
        <p:nvSpPr>
          <p:cNvPr id="19" name="TextBox 6"/>
          <p:cNvSpPr txBox="1"/>
          <p:nvPr/>
        </p:nvSpPr>
        <p:spPr>
          <a:xfrm>
            <a:off x="2928263" y="3894818"/>
            <a:ext cx="2577212" cy="1212640"/>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r>
              <a:rPr lang="en-US" altLang="zh-CN" dirty="0">
                <a:solidFill>
                  <a:schemeClr val="bg1"/>
                </a:solidFill>
                <a:latin typeface="阿里巴巴普惠体"/>
                <a:ea typeface="微软雅黑"/>
                <a:sym typeface="阿里巴巴普惠体"/>
              </a:rPr>
              <a:t>The theme of this slide is about Mist Forest. And it was created and designed by Windy.</a:t>
            </a:r>
          </a:p>
        </p:txBody>
      </p:sp>
      <p:graphicFrame>
        <p:nvGraphicFramePr>
          <p:cNvPr id="20" name="2D Line Chart" descr="e7d195523061f1c0600ade85ab8d19863d296bbd6d3c8047FB0A4867354E4F1E3A7DEAE3C4C4B5C9777EC9E9D7F78045DB0296A4194571101A21F67FC7D6C39966CE50B69116E2EE84E571E25F3C0CCEADD1E9BCC6042296D4774969F627275D16F53E1D3063B25A4888AC40897F5AEBF29924AF0B6CAD4A05A51C6034791EC1E8B98CED4CC85C0177BB0484AE23C17D"/>
          <p:cNvGraphicFramePr/>
          <p:nvPr/>
        </p:nvGraphicFramePr>
        <p:xfrm>
          <a:off x="6604896" y="1681387"/>
          <a:ext cx="3662970" cy="3495075"/>
        </p:xfrm>
        <a:graphic>
          <a:graphicData uri="http://schemas.openxmlformats.org/drawingml/2006/chart">
            <c:chart xmlns:c="http://schemas.openxmlformats.org/drawingml/2006/chart" xmlns:r="http://schemas.openxmlformats.org/officeDocument/2006/relationships" r:id="rId3"/>
          </a:graphicData>
        </a:graphic>
      </p:graphicFrame>
      <p:sp>
        <p:nvSpPr>
          <p:cNvPr id="23" name="We are good on creating things"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508086" y="2590832"/>
            <a:ext cx="3110307" cy="1445260"/>
          </a:xfrm>
          <a:prstGeom prst="rect">
            <a:avLst/>
          </a:prstGeom>
          <a:noFill/>
        </p:spPr>
        <p:txBody>
          <a:bodyPr wrap="square" rtlCol="0" anchor="ctr">
            <a:spAutoFit/>
          </a:bodyPr>
          <a:lstStyle>
            <a:defPPr>
              <a:defRPr lang="zh-CN"/>
            </a:defPPr>
            <a:lvl1pPr>
              <a:lnSpc>
                <a:spcPct val="100000"/>
              </a:lnSpc>
              <a:defRPr sz="4000">
                <a:solidFill>
                  <a:srgbClr val="68391D"/>
                </a:solidFill>
                <a:latin typeface="Baskerville Old Face" panose="02020602080505020303" pitchFamily="18" charset="0"/>
              </a:defRPr>
            </a:lvl1pPr>
          </a:lstStyle>
          <a:p>
            <a:r>
              <a:rPr lang="en-US" sz="4400" dirty="0">
                <a:solidFill>
                  <a:schemeClr val="bg1"/>
                </a:solidFill>
                <a:latin typeface="Segoe Script" pitchFamily="34" charset="0"/>
                <a:ea typeface="微软雅黑"/>
                <a:sym typeface="阿里巴巴普惠体"/>
              </a:rPr>
              <a:t>Mist </a:t>
            </a:r>
          </a:p>
          <a:p>
            <a:r>
              <a:rPr lang="en-US" sz="4400" dirty="0">
                <a:solidFill>
                  <a:schemeClr val="bg1"/>
                </a:solidFill>
                <a:latin typeface="Segoe Script" pitchFamily="34" charset="0"/>
                <a:ea typeface="微软雅黑"/>
                <a:sym typeface="阿里巴巴普惠体"/>
              </a:rPr>
              <a:t>Forest</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659745" y="537210"/>
            <a:ext cx="1096010" cy="3053715"/>
          </a:xfrm>
          <a:prstGeom prst="rect">
            <a:avLst/>
          </a:prstGeom>
          <a:noFill/>
        </p:spPr>
        <p:txBody>
          <a:bodyPr vert="eaVert" wrap="square" rtlCol="0">
            <a:noAutofit/>
          </a:bodyPr>
          <a:lstStyle/>
          <a:p>
            <a:pPr algn="dist">
              <a:lnSpc>
                <a:spcPct val="150000"/>
              </a:lnSpc>
            </a:pPr>
            <a:r>
              <a:rPr lang="en-US" altLang="zh-CN" sz="3200" dirty="0">
                <a:solidFill>
                  <a:srgbClr val="1F1E1D"/>
                </a:solidFill>
                <a:latin typeface="Segoe Script" pitchFamily="34" charset="0"/>
                <a:ea typeface="微软雅黑"/>
                <a:cs typeface="Dancing Script" panose="03080600040507000D00" charset="0"/>
                <a:sym typeface="阿里巴巴普惠体"/>
              </a:rPr>
              <a:t>Part Three</a:t>
            </a:r>
          </a:p>
        </p:txBody>
      </p:sp>
      <p:sp>
        <p:nvSpPr>
          <p:cNvPr id="7" name="文本框 6"/>
          <p:cNvSpPr txBox="1"/>
          <p:nvPr/>
        </p:nvSpPr>
        <p:spPr>
          <a:xfrm>
            <a:off x="9774892" y="537210"/>
            <a:ext cx="1015663" cy="3883025"/>
          </a:xfrm>
          <a:prstGeom prst="rect">
            <a:avLst/>
          </a:prstGeom>
          <a:noFill/>
        </p:spPr>
        <p:txBody>
          <a:bodyPr vert="eaVert" wrap="square" rtlCol="0" anchor="t">
            <a:spAutoFit/>
          </a:bodyPr>
          <a:lstStyle/>
          <a:p>
            <a:pPr algn="l">
              <a:lnSpc>
                <a:spcPct val="150000"/>
              </a:lnSpc>
            </a:pPr>
            <a:r>
              <a:rPr lang="zh-CN" altLang="en-US" sz="120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a:solidFill>
                <a:srgbClr val="1F1E1D"/>
              </a:solidFill>
              <a:latin typeface="阿里巴巴普惠体"/>
              <a:ea typeface="微软雅黑"/>
              <a:cs typeface="Farewell" panose="020B7200000000000000" charset="0"/>
              <a:sym typeface="阿里巴巴普惠体"/>
            </a:endParaRPr>
          </a:p>
        </p:txBody>
      </p:sp>
      <p:sp>
        <p:nvSpPr>
          <p:cNvPr id="8" name="矩形 7"/>
          <p:cNvSpPr/>
          <p:nvPr/>
        </p:nvSpPr>
        <p:spPr>
          <a:xfrm>
            <a:off x="1217970" y="537210"/>
            <a:ext cx="3925529" cy="5690848"/>
          </a:xfrm>
          <a:prstGeom prst="rect">
            <a:avLst/>
          </a:prstGeom>
          <a:blipFill rotWithShape="1">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Tree>
    <p:custDataLst>
      <p:tags r:id="rId1"/>
    </p:custData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31770" y="1412305"/>
            <a:ext cx="2536372" cy="2536372"/>
          </a:xfrm>
          <a:prstGeom prst="rect">
            <a:avLst/>
          </a:prstGeom>
          <a:blipFill rotWithShape="1">
            <a:blip r:embed="rId2" cstate="email">
              <a:extLst>
                <a:ext uri="{28A0092B-C50C-407E-A947-70E740481C1C}">
                  <a14:useLocalDpi xmlns:a14="http://schemas.microsoft.com/office/drawing/2010/main"/>
                </a:ext>
              </a:extLst>
            </a:blip>
            <a:stretch>
              <a:fillRect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3" name="TextBox 13"/>
          <p:cNvSpPr txBox="1"/>
          <p:nvPr/>
        </p:nvSpPr>
        <p:spPr>
          <a:xfrm>
            <a:off x="3579274" y="4751174"/>
            <a:ext cx="3041361" cy="646331"/>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pPr algn="ctr"/>
            <a:r>
              <a:rPr lang="en-US" dirty="0">
                <a:solidFill>
                  <a:srgbClr val="454140"/>
                </a:solidFill>
                <a:latin typeface="阿里巴巴普惠体"/>
                <a:ea typeface="微软雅黑"/>
                <a:sym typeface="阿里巴巴普惠体"/>
              </a:rPr>
              <a:t>Helping you open windows of opportunity worldwide</a:t>
            </a:r>
          </a:p>
        </p:txBody>
      </p:sp>
      <p:sp>
        <p:nvSpPr>
          <p:cNvPr id="16" name="Title 3"/>
          <p:cNvSpPr txBox="1"/>
          <p:nvPr/>
        </p:nvSpPr>
        <p:spPr>
          <a:xfrm>
            <a:off x="4112300" y="4318450"/>
            <a:ext cx="1975311" cy="398780"/>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pPr algn="ctr">
              <a:lnSpc>
                <a:spcPct val="100000"/>
              </a:lnSpc>
            </a:pPr>
            <a:r>
              <a:rPr lang="en-US" altLang="zh-CN" sz="2000" dirty="0">
                <a:solidFill>
                  <a:srgbClr val="454140"/>
                </a:solidFill>
                <a:latin typeface="阿里巴巴普惠体"/>
                <a:ea typeface="微软雅黑"/>
                <a:sym typeface="阿里巴巴普惠体"/>
              </a:rPr>
              <a:t>Your  Title</a:t>
            </a:r>
          </a:p>
        </p:txBody>
      </p:sp>
      <p:sp>
        <p:nvSpPr>
          <p:cNvPr id="17" name="矩形 16"/>
          <p:cNvSpPr/>
          <p:nvPr/>
        </p:nvSpPr>
        <p:spPr>
          <a:xfrm>
            <a:off x="7962822" y="1412305"/>
            <a:ext cx="2536372" cy="2536372"/>
          </a:xfrm>
          <a:prstGeom prst="rect">
            <a:avLst/>
          </a:prstGeom>
          <a:blipFill rotWithShape="1">
            <a:blip r:embed="rId3" cstate="email">
              <a:extLst>
                <a:ext uri="{28A0092B-C50C-407E-A947-70E740481C1C}">
                  <a14:useLocalDpi xmlns:a14="http://schemas.microsoft.com/office/drawing/2010/main"/>
                </a:ext>
              </a:extLst>
            </a:blip>
            <a:stretch>
              <a:fillRect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18" name="TextBox 13"/>
          <p:cNvSpPr txBox="1"/>
          <p:nvPr/>
        </p:nvSpPr>
        <p:spPr>
          <a:xfrm>
            <a:off x="7710326" y="4751174"/>
            <a:ext cx="3041361" cy="646331"/>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pPr algn="ctr"/>
            <a:r>
              <a:rPr lang="en-US" dirty="0">
                <a:solidFill>
                  <a:srgbClr val="454140"/>
                </a:solidFill>
                <a:latin typeface="阿里巴巴普惠体"/>
                <a:ea typeface="微软雅黑"/>
                <a:sym typeface="阿里巴巴普惠体"/>
              </a:rPr>
              <a:t>Helping you open windows of opportunity worldwide</a:t>
            </a:r>
          </a:p>
        </p:txBody>
      </p:sp>
      <p:sp>
        <p:nvSpPr>
          <p:cNvPr id="19" name="Title 3"/>
          <p:cNvSpPr txBox="1"/>
          <p:nvPr/>
        </p:nvSpPr>
        <p:spPr>
          <a:xfrm>
            <a:off x="8243352" y="4317785"/>
            <a:ext cx="1975311" cy="400110"/>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pPr algn="ctr">
              <a:lnSpc>
                <a:spcPct val="100000"/>
              </a:lnSpc>
            </a:pPr>
            <a:r>
              <a:rPr lang="en-US" altLang="zh-CN" sz="2000" dirty="0">
                <a:solidFill>
                  <a:srgbClr val="454140"/>
                </a:solidFill>
                <a:latin typeface="阿里巴巴普惠体"/>
                <a:ea typeface="微软雅黑"/>
                <a:sym typeface="阿里巴巴普惠体"/>
              </a:rPr>
              <a:t>Your Title</a:t>
            </a:r>
          </a:p>
        </p:txBody>
      </p:sp>
      <p:sp>
        <p:nvSpPr>
          <p:cNvPr id="4" name="文本框 3"/>
          <p:cNvSpPr txBox="1"/>
          <p:nvPr/>
        </p:nvSpPr>
        <p:spPr>
          <a:xfrm>
            <a:off x="771862" y="1188720"/>
            <a:ext cx="1015663" cy="3883025"/>
          </a:xfrm>
          <a:prstGeom prst="rect">
            <a:avLst/>
          </a:prstGeom>
          <a:noFill/>
        </p:spPr>
        <p:txBody>
          <a:bodyPr vert="eaVert" wrap="square" rtlCol="0" anchor="t">
            <a:spAutoFit/>
          </a:bodyPr>
          <a:lstStyle/>
          <a:p>
            <a:pPr algn="l">
              <a:lnSpc>
                <a:spcPct val="150000"/>
              </a:lnSpc>
            </a:pPr>
            <a:r>
              <a:rPr lang="zh-CN" altLang="en-US" sz="120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a:solidFill>
                <a:srgbClr val="1F1E1D"/>
              </a:solidFill>
              <a:latin typeface="阿里巴巴普惠体"/>
              <a:ea typeface="微软雅黑"/>
              <a:cs typeface="Farewell" panose="020B7200000000000000" charset="0"/>
              <a:sym typeface="阿里巴巴普惠体"/>
            </a:endParaRPr>
          </a:p>
        </p:txBody>
      </p:sp>
      <p:sp>
        <p:nvSpPr>
          <p:cNvPr id="12" name="文本框 11"/>
          <p:cNvSpPr txBox="1"/>
          <p:nvPr/>
        </p:nvSpPr>
        <p:spPr>
          <a:xfrm>
            <a:off x="1787525" y="1188720"/>
            <a:ext cx="1096010" cy="3562454"/>
          </a:xfrm>
          <a:prstGeom prst="rect">
            <a:avLst/>
          </a:prstGeom>
          <a:noFill/>
        </p:spPr>
        <p:txBody>
          <a:bodyPr vert="eaVert" wrap="square" rtlCol="0">
            <a:noAutofit/>
          </a:bodyPr>
          <a:lstStyle/>
          <a:p>
            <a:pPr algn="dist">
              <a:lnSpc>
                <a:spcPct val="150000"/>
              </a:lnSpc>
            </a:pPr>
            <a:r>
              <a:rPr lang="en-US" altLang="zh-CN" sz="3200" dirty="0">
                <a:solidFill>
                  <a:srgbClr val="1F1E1D"/>
                </a:solidFill>
                <a:latin typeface="Segoe Script" pitchFamily="34" charset="0"/>
                <a:ea typeface="微软雅黑"/>
                <a:cs typeface="Dancing Script" panose="03080600040507000D00" charset="0"/>
                <a:sym typeface="阿里巴巴普惠体"/>
              </a:rPr>
              <a:t>Mist Forest</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3"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6870708" y="1533850"/>
            <a:ext cx="1653048" cy="1653048"/>
          </a:xfrm>
          <a:prstGeom prst="ellipse">
            <a:avLst/>
          </a:prstGeom>
          <a:solidFill>
            <a:srgbClr val="C1BBB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solidFill>
                <a:srgbClr val="D3B996"/>
              </a:solidFill>
              <a:latin typeface="阿里巴巴普惠体"/>
              <a:ea typeface="微软雅黑"/>
              <a:cs typeface="Calibri" panose="020F0502020204030204" charset="0"/>
              <a:sym typeface="阿里巴巴普惠体"/>
            </a:endParaRPr>
          </a:p>
        </p:txBody>
      </p:sp>
      <p:sp>
        <p:nvSpPr>
          <p:cNvPr id="8" name="Oval 4"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9431716" y="1533850"/>
            <a:ext cx="1653048" cy="1653048"/>
          </a:xfrm>
          <a:prstGeom prst="ellipse">
            <a:avLst/>
          </a:prstGeom>
          <a:solidFill>
            <a:srgbClr val="4541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solidFill>
                <a:srgbClr val="D3B996"/>
              </a:solidFill>
              <a:latin typeface="阿里巴巴普惠体"/>
              <a:ea typeface="微软雅黑"/>
              <a:cs typeface="Calibri" panose="020F0502020204030204" charset="0"/>
              <a:sym typeface="阿里巴巴普惠体"/>
            </a:endParaRPr>
          </a:p>
        </p:txBody>
      </p:sp>
      <p:sp>
        <p:nvSpPr>
          <p:cNvPr id="9" name="Oval 5"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6870708" y="3659421"/>
            <a:ext cx="1653048" cy="1653049"/>
          </a:xfrm>
          <a:prstGeom prst="ellipse">
            <a:avLst/>
          </a:prstGeom>
          <a:solidFill>
            <a:srgbClr val="4541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solidFill>
                <a:srgbClr val="D3B996"/>
              </a:solidFill>
              <a:latin typeface="阿里巴巴普惠体"/>
              <a:ea typeface="微软雅黑"/>
              <a:cs typeface="Calibri" panose="020F0502020204030204" charset="0"/>
              <a:sym typeface="阿里巴巴普惠体"/>
            </a:endParaRPr>
          </a:p>
        </p:txBody>
      </p:sp>
      <p:sp>
        <p:nvSpPr>
          <p:cNvPr id="10" name="Oval 6"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9431716" y="3659421"/>
            <a:ext cx="1653048" cy="1653049"/>
          </a:xfrm>
          <a:prstGeom prst="ellipse">
            <a:avLst/>
          </a:prstGeom>
          <a:solidFill>
            <a:srgbClr val="C1BBB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solidFill>
                <a:srgbClr val="D3B996"/>
              </a:solidFill>
              <a:latin typeface="阿里巴巴普惠体"/>
              <a:ea typeface="微软雅黑"/>
              <a:cs typeface="Calibri" panose="020F0502020204030204" charset="0"/>
              <a:sym typeface="阿里巴巴普惠体"/>
            </a:endParaRPr>
          </a:p>
        </p:txBody>
      </p:sp>
      <p:sp>
        <p:nvSpPr>
          <p:cNvPr id="11" name="Chevron 7"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8843883" y="2226521"/>
            <a:ext cx="265836" cy="265836"/>
          </a:xfrm>
          <a:prstGeom prst="chevron">
            <a:avLst/>
          </a:prstGeom>
          <a:noFill/>
          <a:ln>
            <a:solidFill>
              <a:srgbClr val="68391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solidFill>
                <a:srgbClr val="D3B996"/>
              </a:solidFill>
              <a:latin typeface="阿里巴巴普惠体"/>
              <a:ea typeface="微软雅黑"/>
              <a:cs typeface="Calibri" panose="020F0502020204030204" charset="0"/>
              <a:sym typeface="阿里巴巴普惠体"/>
            </a:endParaRPr>
          </a:p>
        </p:txBody>
      </p:sp>
      <p:sp>
        <p:nvSpPr>
          <p:cNvPr id="12" name="Chevron 8"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flipH="1">
            <a:off x="8843883" y="4352091"/>
            <a:ext cx="265836" cy="265836"/>
          </a:xfrm>
          <a:prstGeom prst="chevron">
            <a:avLst/>
          </a:prstGeom>
          <a:noFill/>
          <a:ln>
            <a:solidFill>
              <a:srgbClr val="68391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solidFill>
                <a:srgbClr val="D3B996"/>
              </a:solidFill>
              <a:latin typeface="阿里巴巴普惠体"/>
              <a:ea typeface="微软雅黑"/>
              <a:cs typeface="Calibri" panose="020F0502020204030204" charset="0"/>
              <a:sym typeface="阿里巴巴普惠体"/>
            </a:endParaRPr>
          </a:p>
        </p:txBody>
      </p:sp>
      <p:sp>
        <p:nvSpPr>
          <p:cNvPr id="13" name="Rectangle 9"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7093485" y="2211923"/>
            <a:ext cx="1205621" cy="576376"/>
          </a:xfrm>
          <a:prstGeom prst="rect">
            <a:avLst/>
          </a:prstGeom>
        </p:spPr>
        <p:txBody>
          <a:bodyPr>
            <a:spAutoFit/>
          </a:bodyPr>
          <a:lstStyle/>
          <a:p>
            <a:pPr algn="ctr">
              <a:lnSpc>
                <a:spcPct val="150000"/>
              </a:lnSpc>
              <a:defRPr/>
            </a:pPr>
            <a:r>
              <a:rPr lang="id-ID" sz="1100" dirty="0">
                <a:solidFill>
                  <a:schemeClr val="bg1"/>
                </a:solidFill>
                <a:latin typeface="阿里巴巴普惠体"/>
                <a:ea typeface="微软雅黑"/>
                <a:cs typeface="Calibri" panose="020F0502020204030204" charset="0"/>
                <a:sym typeface="阿里巴巴普惠体"/>
              </a:rPr>
              <a:t>Donec gravida leo porttitor</a:t>
            </a:r>
          </a:p>
        </p:txBody>
      </p:sp>
      <p:sp>
        <p:nvSpPr>
          <p:cNvPr id="14" name="Rectangle 10"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9654494" y="2197953"/>
            <a:ext cx="1205621" cy="576376"/>
          </a:xfrm>
          <a:prstGeom prst="rect">
            <a:avLst/>
          </a:prstGeom>
        </p:spPr>
        <p:txBody>
          <a:bodyPr>
            <a:spAutoFit/>
          </a:bodyPr>
          <a:lstStyle/>
          <a:p>
            <a:pPr algn="ctr">
              <a:lnSpc>
                <a:spcPct val="150000"/>
              </a:lnSpc>
              <a:defRPr/>
            </a:pPr>
            <a:r>
              <a:rPr lang="id-ID" sz="1100" dirty="0">
                <a:solidFill>
                  <a:schemeClr val="bg1"/>
                </a:solidFill>
                <a:latin typeface="阿里巴巴普惠体"/>
                <a:ea typeface="微软雅黑"/>
                <a:cs typeface="Calibri" panose="020F0502020204030204" charset="0"/>
                <a:sym typeface="阿里巴巴普惠体"/>
              </a:rPr>
              <a:t>Donec gravida leo porttitor</a:t>
            </a:r>
          </a:p>
        </p:txBody>
      </p:sp>
      <p:sp>
        <p:nvSpPr>
          <p:cNvPr id="15" name="Rectangle 12"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7093485" y="4380552"/>
            <a:ext cx="1205621" cy="576376"/>
          </a:xfrm>
          <a:prstGeom prst="rect">
            <a:avLst/>
          </a:prstGeom>
        </p:spPr>
        <p:txBody>
          <a:bodyPr>
            <a:spAutoFit/>
          </a:bodyPr>
          <a:lstStyle/>
          <a:p>
            <a:pPr algn="ctr">
              <a:lnSpc>
                <a:spcPct val="150000"/>
              </a:lnSpc>
              <a:defRPr/>
            </a:pPr>
            <a:r>
              <a:rPr lang="id-ID" sz="1100" dirty="0">
                <a:solidFill>
                  <a:schemeClr val="bg1"/>
                </a:solidFill>
                <a:latin typeface="阿里巴巴普惠体"/>
                <a:ea typeface="微软雅黑"/>
                <a:cs typeface="Calibri" panose="020F0502020204030204" charset="0"/>
                <a:sym typeface="阿里巴巴普惠体"/>
              </a:rPr>
              <a:t>Donec gravida leo porttitor</a:t>
            </a:r>
          </a:p>
        </p:txBody>
      </p:sp>
      <p:sp>
        <p:nvSpPr>
          <p:cNvPr id="16" name="Rectangle 13"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9654494" y="4366582"/>
            <a:ext cx="1205621" cy="576376"/>
          </a:xfrm>
          <a:prstGeom prst="rect">
            <a:avLst/>
          </a:prstGeom>
        </p:spPr>
        <p:txBody>
          <a:bodyPr>
            <a:spAutoFit/>
          </a:bodyPr>
          <a:lstStyle/>
          <a:p>
            <a:pPr algn="ctr">
              <a:lnSpc>
                <a:spcPct val="150000"/>
              </a:lnSpc>
              <a:defRPr/>
            </a:pPr>
            <a:r>
              <a:rPr lang="id-ID" sz="1100" dirty="0">
                <a:solidFill>
                  <a:schemeClr val="bg1"/>
                </a:solidFill>
                <a:latin typeface="阿里巴巴普惠体"/>
                <a:ea typeface="微软雅黑"/>
                <a:cs typeface="Calibri" panose="020F0502020204030204" charset="0"/>
                <a:sym typeface="阿里巴巴普惠体"/>
              </a:rPr>
              <a:t>Donec gravida leo porttitor</a:t>
            </a:r>
          </a:p>
        </p:txBody>
      </p:sp>
      <p:sp>
        <p:nvSpPr>
          <p:cNvPr id="17" name="TextBox 14"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6977416" y="2020971"/>
            <a:ext cx="1439631" cy="215444"/>
          </a:xfrm>
          <a:prstGeom prst="rect">
            <a:avLst/>
          </a:prstGeom>
          <a:noFill/>
          <a:ln>
            <a:noFill/>
          </a:ln>
        </p:spPr>
        <p:txBody>
          <a:bodyPr lIns="0" tIns="0" rIns="0" bIns="0">
            <a:spAutoFit/>
          </a:bodyPr>
          <a:lstStyle/>
          <a:p>
            <a:pPr algn="ctr">
              <a:defRPr/>
            </a:pPr>
            <a:r>
              <a:rPr lang="en-US" altLang="ko-KR" sz="1400" dirty="0">
                <a:solidFill>
                  <a:schemeClr val="bg1"/>
                </a:solidFill>
                <a:latin typeface="阿里巴巴普惠体"/>
                <a:ea typeface="微软雅黑"/>
                <a:cs typeface="Calibri" panose="020F0502020204030204" charset="0"/>
                <a:sym typeface="阿里巴巴普惠体"/>
              </a:rPr>
              <a:t>Your Text</a:t>
            </a:r>
          </a:p>
        </p:txBody>
      </p:sp>
      <p:sp>
        <p:nvSpPr>
          <p:cNvPr id="18" name="TextBox 15"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9538424" y="2003257"/>
            <a:ext cx="1439631" cy="215444"/>
          </a:xfrm>
          <a:prstGeom prst="rect">
            <a:avLst/>
          </a:prstGeom>
          <a:noFill/>
          <a:ln>
            <a:noFill/>
          </a:ln>
        </p:spPr>
        <p:txBody>
          <a:bodyPr lIns="0" tIns="0" rIns="0" bIns="0">
            <a:spAutoFit/>
          </a:bodyPr>
          <a:lstStyle/>
          <a:p>
            <a:pPr algn="ctr">
              <a:defRPr/>
            </a:pPr>
            <a:r>
              <a:rPr lang="en-US" altLang="ko-KR" sz="1400" dirty="0">
                <a:solidFill>
                  <a:schemeClr val="bg1"/>
                </a:solidFill>
                <a:latin typeface="阿里巴巴普惠体"/>
                <a:ea typeface="微软雅黑"/>
                <a:cs typeface="Calibri" panose="020F0502020204030204" charset="0"/>
                <a:sym typeface="阿里巴巴普惠体"/>
              </a:rPr>
              <a:t>Your Text</a:t>
            </a:r>
          </a:p>
        </p:txBody>
      </p:sp>
      <p:sp>
        <p:nvSpPr>
          <p:cNvPr id="19" name="TextBox 16"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6977416" y="4189600"/>
            <a:ext cx="1439631" cy="215444"/>
          </a:xfrm>
          <a:prstGeom prst="rect">
            <a:avLst/>
          </a:prstGeom>
          <a:noFill/>
          <a:ln>
            <a:noFill/>
          </a:ln>
        </p:spPr>
        <p:txBody>
          <a:bodyPr lIns="0" tIns="0" rIns="0" bIns="0">
            <a:spAutoFit/>
          </a:bodyPr>
          <a:lstStyle/>
          <a:p>
            <a:pPr algn="ctr">
              <a:defRPr/>
            </a:pPr>
            <a:r>
              <a:rPr lang="en-US" altLang="ko-KR" sz="1400" dirty="0">
                <a:solidFill>
                  <a:schemeClr val="bg1"/>
                </a:solidFill>
                <a:latin typeface="阿里巴巴普惠体"/>
                <a:ea typeface="微软雅黑"/>
                <a:cs typeface="Calibri" panose="020F0502020204030204" charset="0"/>
                <a:sym typeface="阿里巴巴普惠体"/>
              </a:rPr>
              <a:t>Your Text</a:t>
            </a:r>
          </a:p>
        </p:txBody>
      </p:sp>
      <p:sp>
        <p:nvSpPr>
          <p:cNvPr id="20" name="TextBox 17"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9538424" y="4170012"/>
            <a:ext cx="1439631" cy="215444"/>
          </a:xfrm>
          <a:prstGeom prst="rect">
            <a:avLst/>
          </a:prstGeom>
          <a:noFill/>
          <a:ln>
            <a:noFill/>
          </a:ln>
        </p:spPr>
        <p:txBody>
          <a:bodyPr lIns="0" tIns="0" rIns="0" bIns="0">
            <a:spAutoFit/>
          </a:bodyPr>
          <a:lstStyle/>
          <a:p>
            <a:pPr algn="ctr">
              <a:defRPr/>
            </a:pPr>
            <a:r>
              <a:rPr lang="en-US" altLang="ko-KR" sz="1400" dirty="0">
                <a:solidFill>
                  <a:schemeClr val="bg1"/>
                </a:solidFill>
                <a:latin typeface="阿里巴巴普惠体"/>
                <a:ea typeface="微软雅黑"/>
                <a:cs typeface="Calibri" panose="020F0502020204030204" charset="0"/>
                <a:sym typeface="阿里巴巴普惠体"/>
              </a:rPr>
              <a:t>Your Text</a:t>
            </a:r>
          </a:p>
        </p:txBody>
      </p:sp>
      <p:sp>
        <p:nvSpPr>
          <p:cNvPr id="21" name="We are good on creating things"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1679026" y="1534192"/>
            <a:ext cx="3110307" cy="1445260"/>
          </a:xfrm>
          <a:prstGeom prst="rect">
            <a:avLst/>
          </a:prstGeom>
          <a:noFill/>
        </p:spPr>
        <p:txBody>
          <a:bodyPr wrap="square" rtlCol="0" anchor="ctr">
            <a:spAutoFit/>
          </a:bodyPr>
          <a:lstStyle>
            <a:defPPr>
              <a:defRPr lang="zh-CN"/>
            </a:defPPr>
            <a:lvl1pPr>
              <a:lnSpc>
                <a:spcPct val="100000"/>
              </a:lnSpc>
              <a:defRPr sz="4000">
                <a:solidFill>
                  <a:srgbClr val="68391D"/>
                </a:solidFill>
                <a:latin typeface="Baskerville Old Face" panose="02020602080505020303" pitchFamily="18" charset="0"/>
              </a:defRPr>
            </a:lvl1pPr>
          </a:lstStyle>
          <a:p>
            <a:r>
              <a:rPr lang="en-US" sz="4400" dirty="0">
                <a:solidFill>
                  <a:srgbClr val="454140"/>
                </a:solidFill>
                <a:latin typeface="Segoe Script" pitchFamily="34" charset="0"/>
                <a:ea typeface="微软雅黑"/>
                <a:sym typeface="阿里巴巴普惠体"/>
              </a:rPr>
              <a:t>Mist </a:t>
            </a:r>
          </a:p>
          <a:p>
            <a:r>
              <a:rPr lang="en-US" sz="4400" dirty="0">
                <a:solidFill>
                  <a:srgbClr val="454140"/>
                </a:solidFill>
                <a:latin typeface="Segoe Script" pitchFamily="34" charset="0"/>
                <a:ea typeface="微软雅黑"/>
                <a:sym typeface="阿里巴巴普惠体"/>
              </a:rPr>
              <a:t>Forest</a:t>
            </a:r>
          </a:p>
        </p:txBody>
      </p:sp>
      <p:sp>
        <p:nvSpPr>
          <p:cNvPr id="2300" name="TextBox 6"/>
          <p:cNvSpPr txBox="1"/>
          <p:nvPr/>
        </p:nvSpPr>
        <p:spPr>
          <a:xfrm>
            <a:off x="1678940" y="3085187"/>
            <a:ext cx="3796311" cy="2311915"/>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r>
              <a:rPr lang="en-ID" dirty="0">
                <a:solidFill>
                  <a:srgbClr val="454140"/>
                </a:solidFill>
                <a:latin typeface="阿里巴巴普惠体"/>
                <a:ea typeface="微软雅黑"/>
                <a:sym typeface="阿里巴巴普惠体"/>
              </a:rPr>
              <a:t>The theme of this slide is about Mist Forest. And it was created and designed by </a:t>
            </a:r>
            <a:r>
              <a:rPr lang="en-ID" dirty="0" err="1">
                <a:solidFill>
                  <a:srgbClr val="454140"/>
                </a:solidFill>
                <a:latin typeface="阿里巴巴普惠体"/>
                <a:ea typeface="微软雅黑"/>
                <a:sym typeface="阿里巴巴普惠体"/>
              </a:rPr>
              <a:t>Windy.The</a:t>
            </a:r>
            <a:r>
              <a:rPr lang="en-ID" dirty="0">
                <a:solidFill>
                  <a:srgbClr val="454140"/>
                </a:solidFill>
                <a:latin typeface="阿里巴巴普惠体"/>
                <a:ea typeface="微软雅黑"/>
                <a:sym typeface="阿里巴巴普惠体"/>
              </a:rPr>
              <a:t> theme of this slide is about Mist Forest. And it was created and designed by Windy. The theme of this slide is about Mist Forest. And it was created and designed by Windy. </a:t>
            </a:r>
          </a:p>
          <a:p>
            <a:endParaRPr lang="en-ID" dirty="0">
              <a:solidFill>
                <a:srgbClr val="454140"/>
              </a:solidFill>
              <a:latin typeface="阿里巴巴普惠体"/>
              <a:ea typeface="微软雅黑"/>
              <a:sym typeface="阿里巴巴普惠体"/>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 name="矩形 2252"/>
          <p:cNvSpPr/>
          <p:nvPr/>
        </p:nvSpPr>
        <p:spPr>
          <a:xfrm>
            <a:off x="8418871" y="1440917"/>
            <a:ext cx="2742746" cy="3976165"/>
          </a:xfrm>
          <a:prstGeom prst="rect">
            <a:avLst/>
          </a:prstGeom>
          <a:blipFill rotWithShape="1">
            <a:blip r:embed="rId2"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阿里巴巴普惠体"/>
              <a:ea typeface="微软雅黑"/>
              <a:cs typeface="Arial"/>
              <a:sym typeface="阿里巴巴普惠体"/>
            </a:endParaRPr>
          </a:p>
        </p:txBody>
      </p:sp>
      <p:sp>
        <p:nvSpPr>
          <p:cNvPr id="2298" name="TextBox 25"/>
          <p:cNvSpPr txBox="1"/>
          <p:nvPr/>
        </p:nvSpPr>
        <p:spPr>
          <a:xfrm>
            <a:off x="4488497" y="3734198"/>
            <a:ext cx="2908264" cy="1212640"/>
          </a:xfrm>
          <a:prstGeom prst="rect">
            <a:avLst/>
          </a:prstGeom>
          <a:noFill/>
        </p:spPr>
        <p:txBody>
          <a:bodyPr wrap="square" rtlCol="0" anchor="ctr">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rPr>
              <a:t>“The theme of this slide is about Mist Forest. And it was created and designed by Windy.”</a:t>
            </a:r>
          </a:p>
        </p:txBody>
      </p:sp>
      <p:sp>
        <p:nvSpPr>
          <p:cNvPr id="2299" name="Freeform 30"/>
          <p:cNvSpPr/>
          <p:nvPr/>
        </p:nvSpPr>
        <p:spPr bwMode="auto">
          <a:xfrm flipH="1" flipV="1">
            <a:off x="3739971" y="3895075"/>
            <a:ext cx="381558" cy="342955"/>
          </a:xfrm>
          <a:custGeom>
            <a:avLst/>
            <a:gdLst/>
            <a:ahLst/>
            <a:cxnLst/>
            <a:rect l="l" t="t" r="r" b="b"/>
            <a:pathLst>
              <a:path w="129738" h="116614">
                <a:moveTo>
                  <a:pt x="97432" y="0"/>
                </a:moveTo>
                <a:cubicBezTo>
                  <a:pt x="107528" y="0"/>
                  <a:pt x="115437" y="3786"/>
                  <a:pt x="121158" y="11358"/>
                </a:cubicBezTo>
                <a:cubicBezTo>
                  <a:pt x="126880" y="18931"/>
                  <a:pt x="129740" y="29784"/>
                  <a:pt x="129740" y="43920"/>
                </a:cubicBezTo>
                <a:cubicBezTo>
                  <a:pt x="129740" y="57382"/>
                  <a:pt x="126711" y="69918"/>
                  <a:pt x="120654" y="81529"/>
                </a:cubicBezTo>
                <a:cubicBezTo>
                  <a:pt x="114596" y="93140"/>
                  <a:pt x="105677" y="104667"/>
                  <a:pt x="93898" y="116110"/>
                </a:cubicBezTo>
                <a:cubicBezTo>
                  <a:pt x="93561" y="116446"/>
                  <a:pt x="93056" y="116614"/>
                  <a:pt x="92383" y="116614"/>
                </a:cubicBezTo>
                <a:cubicBezTo>
                  <a:pt x="91374" y="116614"/>
                  <a:pt x="90532" y="116110"/>
                  <a:pt x="89859" y="115100"/>
                </a:cubicBezTo>
                <a:cubicBezTo>
                  <a:pt x="89186" y="114090"/>
                  <a:pt x="89186" y="113249"/>
                  <a:pt x="89859" y="112576"/>
                </a:cubicBezTo>
                <a:cubicBezTo>
                  <a:pt x="106350" y="95748"/>
                  <a:pt x="114596" y="75892"/>
                  <a:pt x="114596" y="53006"/>
                </a:cubicBezTo>
                <a:cubicBezTo>
                  <a:pt x="114596" y="43583"/>
                  <a:pt x="112913" y="36684"/>
                  <a:pt x="109547" y="32309"/>
                </a:cubicBezTo>
                <a:cubicBezTo>
                  <a:pt x="106518" y="37357"/>
                  <a:pt x="101302" y="39881"/>
                  <a:pt x="93898" y="39881"/>
                </a:cubicBezTo>
                <a:cubicBezTo>
                  <a:pt x="87840" y="39881"/>
                  <a:pt x="83044" y="38030"/>
                  <a:pt x="79510" y="34328"/>
                </a:cubicBezTo>
                <a:cubicBezTo>
                  <a:pt x="75977" y="30626"/>
                  <a:pt x="74210" y="25914"/>
                  <a:pt x="74210" y="20193"/>
                </a:cubicBezTo>
                <a:cubicBezTo>
                  <a:pt x="74210" y="6731"/>
                  <a:pt x="81950" y="0"/>
                  <a:pt x="97432" y="0"/>
                </a:cubicBezTo>
                <a:close/>
                <a:moveTo>
                  <a:pt x="23222" y="0"/>
                </a:moveTo>
                <a:cubicBezTo>
                  <a:pt x="33319" y="0"/>
                  <a:pt x="41228" y="3786"/>
                  <a:pt x="46949" y="11358"/>
                </a:cubicBezTo>
                <a:cubicBezTo>
                  <a:pt x="52670" y="18931"/>
                  <a:pt x="55531" y="29784"/>
                  <a:pt x="55531" y="43920"/>
                </a:cubicBezTo>
                <a:cubicBezTo>
                  <a:pt x="55531" y="57382"/>
                  <a:pt x="52502" y="69918"/>
                  <a:pt x="46444" y="81529"/>
                </a:cubicBezTo>
                <a:cubicBezTo>
                  <a:pt x="40386" y="93140"/>
                  <a:pt x="31468" y="104667"/>
                  <a:pt x="19689" y="116110"/>
                </a:cubicBezTo>
                <a:cubicBezTo>
                  <a:pt x="19352" y="116446"/>
                  <a:pt x="18847" y="116614"/>
                  <a:pt x="18174" y="116614"/>
                </a:cubicBezTo>
                <a:cubicBezTo>
                  <a:pt x="17164" y="116614"/>
                  <a:pt x="16323" y="116110"/>
                  <a:pt x="15650" y="115100"/>
                </a:cubicBezTo>
                <a:cubicBezTo>
                  <a:pt x="14977" y="114090"/>
                  <a:pt x="14977" y="113249"/>
                  <a:pt x="15650" y="112576"/>
                </a:cubicBezTo>
                <a:cubicBezTo>
                  <a:pt x="32141" y="95748"/>
                  <a:pt x="40386" y="75892"/>
                  <a:pt x="40386" y="53006"/>
                </a:cubicBezTo>
                <a:cubicBezTo>
                  <a:pt x="40386" y="43583"/>
                  <a:pt x="38704" y="36684"/>
                  <a:pt x="35338" y="32309"/>
                </a:cubicBezTo>
                <a:cubicBezTo>
                  <a:pt x="32309" y="37357"/>
                  <a:pt x="27093" y="39881"/>
                  <a:pt x="19689" y="39881"/>
                </a:cubicBezTo>
                <a:cubicBezTo>
                  <a:pt x="13631" y="39881"/>
                  <a:pt x="8835" y="38030"/>
                  <a:pt x="5301" y="34328"/>
                </a:cubicBezTo>
                <a:cubicBezTo>
                  <a:pt x="1767" y="30626"/>
                  <a:pt x="0" y="25914"/>
                  <a:pt x="0" y="20193"/>
                </a:cubicBezTo>
                <a:cubicBezTo>
                  <a:pt x="0" y="6731"/>
                  <a:pt x="7741" y="0"/>
                  <a:pt x="23222" y="0"/>
                </a:cubicBezTo>
                <a:close/>
              </a:path>
            </a:pathLst>
          </a:custGeom>
          <a:solidFill>
            <a:srgbClr val="454140"/>
          </a:solidFill>
          <a:ln w="0">
            <a:noFill/>
            <a:prstDash val="solid"/>
            <a:round/>
          </a:ln>
        </p:spPr>
        <p:txBody>
          <a:bodyPr vert="horz" wrap="square" lIns="91440" tIns="45720" rIns="91440" bIns="45720" numCol="1" rtlCol="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a:ea typeface="微软雅黑"/>
              <a:cs typeface="Arial"/>
              <a:sym typeface="阿里巴巴普惠体"/>
            </a:endParaRPr>
          </a:p>
        </p:txBody>
      </p:sp>
      <p:sp>
        <p:nvSpPr>
          <p:cNvPr id="2300" name="TextBox 6"/>
          <p:cNvSpPr txBox="1"/>
          <p:nvPr/>
        </p:nvSpPr>
        <p:spPr>
          <a:xfrm>
            <a:off x="3600450" y="1430402"/>
            <a:ext cx="3796311" cy="1492716"/>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rPr>
              <a:t>The theme of this slide is about Mist Forest. And it was created and designed by </a:t>
            </a:r>
            <a:r>
              <a:rPr kumimoji="0" lang="en-ID" sz="1400" b="0" i="0" u="none" strike="noStrike" kern="1200" cap="none" spc="0" normalizeH="0" baseline="0" noProof="0" dirty="0" err="1">
                <a:ln>
                  <a:noFill/>
                </a:ln>
                <a:solidFill>
                  <a:srgbClr val="454140"/>
                </a:solidFill>
                <a:effectLst/>
                <a:uLnTx/>
                <a:uFillTx/>
                <a:latin typeface="阿里巴巴普惠体"/>
                <a:ea typeface="微软雅黑"/>
                <a:cs typeface="Arial"/>
                <a:sym typeface="阿里巴巴普惠体"/>
              </a:rPr>
              <a:t>Windy.The</a:t>
            </a:r>
            <a:r>
              <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rPr>
              <a:t> theme of this slide is about Mist Forest. And it was created and designed by Windy. </a:t>
            </a:r>
          </a:p>
        </p:txBody>
      </p:sp>
      <p:sp>
        <p:nvSpPr>
          <p:cNvPr id="9" name="文本框 8"/>
          <p:cNvSpPr txBox="1"/>
          <p:nvPr/>
        </p:nvSpPr>
        <p:spPr>
          <a:xfrm>
            <a:off x="1628140" y="974725"/>
            <a:ext cx="1096010" cy="3635375"/>
          </a:xfrm>
          <a:prstGeom prst="rect">
            <a:avLst/>
          </a:prstGeom>
          <a:noFill/>
        </p:spPr>
        <p:txBody>
          <a:bodyPr vert="eaVert" wrap="square" rtlCol="0">
            <a:noAutofit/>
          </a:bodyPr>
          <a:lstStyle/>
          <a:p>
            <a:pPr marL="0" marR="0" lvl="0" indent="0" algn="dist" defTabSz="914400" rtl="0" eaLnBrk="1" fontAlgn="auto" latinLnBrk="0" hangingPunct="1">
              <a:lnSpc>
                <a:spcPct val="15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1F1E1D"/>
                </a:solidFill>
                <a:effectLst/>
                <a:uLnTx/>
                <a:uFillTx/>
                <a:latin typeface="Segoe Script" pitchFamily="34" charset="0"/>
                <a:ea typeface="微软雅黑"/>
                <a:cs typeface="Dancing Script" panose="03080600040507000D00" charset="0"/>
                <a:sym typeface="阿里巴巴普惠体"/>
              </a:rPr>
              <a:t>Mist Forest</a:t>
            </a:r>
          </a:p>
        </p:txBody>
      </p:sp>
      <p:sp>
        <p:nvSpPr>
          <p:cNvPr id="7" name="文本框 6"/>
          <p:cNvSpPr txBox="1"/>
          <p:nvPr/>
        </p:nvSpPr>
        <p:spPr>
          <a:xfrm>
            <a:off x="828377" y="974725"/>
            <a:ext cx="1015663" cy="3883025"/>
          </a:xfrm>
          <a:prstGeom prst="rect">
            <a:avLst/>
          </a:prstGeom>
          <a:noFill/>
        </p:spPr>
        <p:txBody>
          <a:bodyPr vert="eaVert"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1F1E1D"/>
                </a:solidFill>
                <a:effectLst/>
                <a:uLnTx/>
                <a:uFillTx/>
                <a:latin typeface="阿里巴巴普惠体"/>
                <a:ea typeface="微软雅黑"/>
                <a:cs typeface="Farewell" panose="020B7200000000000000" charset="0"/>
                <a:sym typeface="阿里巴巴普惠体"/>
              </a:rPr>
              <a:t>The theme of this slide is about Mist Forest. And it was created and designed by Windy.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F1E1D"/>
              </a:solidFill>
              <a:effectLst/>
              <a:uLnTx/>
              <a:uFillTx/>
              <a:latin typeface="阿里巴巴普惠体"/>
              <a:ea typeface="微软雅黑"/>
              <a:cs typeface="Farewell" panose="020B7200000000000000" charset="0"/>
              <a:sym typeface="阿里巴巴普惠体"/>
            </a:endParaRPr>
          </a:p>
        </p:txBody>
      </p:sp>
    </p:spTree>
    <p:extLst>
      <p:ext uri="{BB962C8B-B14F-4D97-AF65-F5344CB8AC3E}">
        <p14:creationId xmlns:p14="http://schemas.microsoft.com/office/powerpoint/2010/main" val="3852836475"/>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659745" y="537210"/>
            <a:ext cx="1096010" cy="2425065"/>
          </a:xfrm>
          <a:prstGeom prst="rect">
            <a:avLst/>
          </a:prstGeom>
          <a:noFill/>
        </p:spPr>
        <p:txBody>
          <a:bodyPr vert="eaVert" wrap="square" rtlCol="0">
            <a:noAutofit/>
          </a:bodyPr>
          <a:lstStyle/>
          <a:p>
            <a:pPr algn="dist">
              <a:lnSpc>
                <a:spcPct val="150000"/>
              </a:lnSpc>
            </a:pPr>
            <a:r>
              <a:rPr lang="en-US" altLang="zh-CN" sz="3200" dirty="0">
                <a:solidFill>
                  <a:srgbClr val="1F1E1D"/>
                </a:solidFill>
                <a:latin typeface="Segoe Script" pitchFamily="34" charset="0"/>
                <a:ea typeface="微软雅黑"/>
                <a:cs typeface="Dancing Script" panose="03080600040507000D00" charset="0"/>
                <a:sym typeface="阿里巴巴普惠体"/>
              </a:rPr>
              <a:t>Part Four</a:t>
            </a:r>
          </a:p>
        </p:txBody>
      </p:sp>
      <p:sp>
        <p:nvSpPr>
          <p:cNvPr id="7" name="文本框 6"/>
          <p:cNvSpPr txBox="1"/>
          <p:nvPr/>
        </p:nvSpPr>
        <p:spPr>
          <a:xfrm>
            <a:off x="9774892" y="537210"/>
            <a:ext cx="1015663" cy="3883025"/>
          </a:xfrm>
          <a:prstGeom prst="rect">
            <a:avLst/>
          </a:prstGeom>
          <a:noFill/>
        </p:spPr>
        <p:txBody>
          <a:bodyPr vert="eaVert" wrap="square" rtlCol="0" anchor="t">
            <a:spAutoFit/>
          </a:bodyPr>
          <a:lstStyle/>
          <a:p>
            <a:pPr algn="l">
              <a:lnSpc>
                <a:spcPct val="150000"/>
              </a:lnSpc>
            </a:pPr>
            <a:r>
              <a:rPr lang="zh-CN" altLang="en-US" sz="120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a:solidFill>
                <a:srgbClr val="1F1E1D"/>
              </a:solidFill>
              <a:latin typeface="阿里巴巴普惠体"/>
              <a:ea typeface="微软雅黑"/>
              <a:cs typeface="Farewell" panose="020B7200000000000000" charset="0"/>
              <a:sym typeface="阿里巴巴普惠体"/>
            </a:endParaRPr>
          </a:p>
        </p:txBody>
      </p:sp>
      <p:sp>
        <p:nvSpPr>
          <p:cNvPr id="8" name="矩形 7"/>
          <p:cNvSpPr/>
          <p:nvPr/>
        </p:nvSpPr>
        <p:spPr>
          <a:xfrm>
            <a:off x="1217970" y="537210"/>
            <a:ext cx="3925529" cy="5690848"/>
          </a:xfrm>
          <a:prstGeom prst="rect">
            <a:avLst/>
          </a:prstGeom>
          <a:blipFill rotWithShape="1">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Tree>
    <p:custDataLst>
      <p:tags r:id="rId1"/>
    </p:custData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47377" y="835660"/>
            <a:ext cx="1015663" cy="3883025"/>
          </a:xfrm>
          <a:prstGeom prst="rect">
            <a:avLst/>
          </a:prstGeom>
          <a:noFill/>
        </p:spPr>
        <p:txBody>
          <a:bodyPr vert="eaVert" wrap="square" rtlCol="0" anchor="t">
            <a:spAutoFit/>
          </a:bodyPr>
          <a:lstStyle/>
          <a:p>
            <a:pPr algn="l">
              <a:lnSpc>
                <a:spcPct val="150000"/>
              </a:lnSpc>
            </a:pPr>
            <a:r>
              <a:rPr lang="zh-CN" altLang="en-US" sz="120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a:solidFill>
                <a:srgbClr val="1F1E1D"/>
              </a:solidFill>
              <a:latin typeface="阿里巴巴普惠体"/>
              <a:ea typeface="微软雅黑"/>
              <a:cs typeface="Farewell" panose="020B7200000000000000" charset="0"/>
              <a:sym typeface="阿里巴巴普惠体"/>
            </a:endParaRPr>
          </a:p>
        </p:txBody>
      </p:sp>
      <p:sp>
        <p:nvSpPr>
          <p:cNvPr id="12" name="文本框 11"/>
          <p:cNvSpPr txBox="1"/>
          <p:nvPr/>
        </p:nvSpPr>
        <p:spPr>
          <a:xfrm>
            <a:off x="1405255" y="835660"/>
            <a:ext cx="1096010" cy="3583940"/>
          </a:xfrm>
          <a:prstGeom prst="rect">
            <a:avLst/>
          </a:prstGeom>
          <a:noFill/>
        </p:spPr>
        <p:txBody>
          <a:bodyPr vert="eaVert" wrap="square" rtlCol="0">
            <a:noAutofit/>
          </a:bodyPr>
          <a:lstStyle/>
          <a:p>
            <a:pPr algn="dist">
              <a:lnSpc>
                <a:spcPct val="150000"/>
              </a:lnSpc>
            </a:pPr>
            <a:r>
              <a:rPr lang="en-US" altLang="zh-CN" sz="3200" dirty="0">
                <a:solidFill>
                  <a:srgbClr val="1F1E1D"/>
                </a:solidFill>
                <a:latin typeface="Segoe Script" pitchFamily="34" charset="0"/>
                <a:ea typeface="微软雅黑"/>
                <a:cs typeface="Dancing Script" panose="03080600040507000D00" charset="0"/>
                <a:sym typeface="阿里巴巴普惠体"/>
              </a:rPr>
              <a:t>Mist Forest</a:t>
            </a:r>
          </a:p>
        </p:txBody>
      </p:sp>
      <p:sp>
        <p:nvSpPr>
          <p:cNvPr id="2300" name="TextBox 6"/>
          <p:cNvSpPr txBox="1"/>
          <p:nvPr/>
        </p:nvSpPr>
        <p:spPr>
          <a:xfrm>
            <a:off x="6913880" y="3168372"/>
            <a:ext cx="3796311" cy="2311915"/>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r>
              <a:rPr lang="en-ID" dirty="0">
                <a:solidFill>
                  <a:srgbClr val="454140"/>
                </a:solidFill>
                <a:latin typeface="阿里巴巴普惠体"/>
                <a:ea typeface="微软雅黑"/>
                <a:sym typeface="阿里巴巴普惠体"/>
              </a:rPr>
              <a:t>The theme of this slide is about Mist Forest. And it was created and designed by </a:t>
            </a:r>
            <a:r>
              <a:rPr lang="en-ID" dirty="0" err="1">
                <a:solidFill>
                  <a:srgbClr val="454140"/>
                </a:solidFill>
                <a:latin typeface="阿里巴巴普惠体"/>
                <a:ea typeface="微软雅黑"/>
                <a:sym typeface="阿里巴巴普惠体"/>
              </a:rPr>
              <a:t>Windy.The</a:t>
            </a:r>
            <a:r>
              <a:rPr lang="en-ID" dirty="0">
                <a:solidFill>
                  <a:srgbClr val="454140"/>
                </a:solidFill>
                <a:latin typeface="阿里巴巴普惠体"/>
                <a:ea typeface="微软雅黑"/>
                <a:sym typeface="阿里巴巴普惠体"/>
              </a:rPr>
              <a:t> theme of this slide is about Mist Forest. And it was created and designed by Windy. The theme of this slide is about Mist Forest. And it was created and designed by Windy. </a:t>
            </a:r>
          </a:p>
          <a:p>
            <a:endParaRPr lang="en-ID" dirty="0">
              <a:solidFill>
                <a:srgbClr val="454140"/>
              </a:solidFill>
              <a:latin typeface="阿里巴巴普惠体"/>
              <a:ea typeface="微软雅黑"/>
              <a:sym typeface="阿里巴巴普惠体"/>
            </a:endParaRPr>
          </a:p>
        </p:txBody>
      </p:sp>
      <p:sp>
        <p:nvSpPr>
          <p:cNvPr id="21" name="We are good on creating things"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6913966" y="1547527"/>
            <a:ext cx="3110307" cy="1445260"/>
          </a:xfrm>
          <a:prstGeom prst="rect">
            <a:avLst/>
          </a:prstGeom>
          <a:noFill/>
        </p:spPr>
        <p:txBody>
          <a:bodyPr wrap="square" rtlCol="0" anchor="ctr">
            <a:spAutoFit/>
          </a:bodyPr>
          <a:lstStyle>
            <a:defPPr>
              <a:defRPr lang="zh-CN"/>
            </a:defPPr>
            <a:lvl1pPr>
              <a:lnSpc>
                <a:spcPct val="100000"/>
              </a:lnSpc>
              <a:defRPr sz="4000">
                <a:solidFill>
                  <a:srgbClr val="68391D"/>
                </a:solidFill>
                <a:latin typeface="Baskerville Old Face" panose="02020602080505020303" pitchFamily="18" charset="0"/>
              </a:defRPr>
            </a:lvl1pPr>
          </a:lstStyle>
          <a:p>
            <a:r>
              <a:rPr lang="en-US" sz="4400" dirty="0">
                <a:solidFill>
                  <a:srgbClr val="454140"/>
                </a:solidFill>
                <a:latin typeface="Segoe Script" pitchFamily="34" charset="0"/>
                <a:ea typeface="微软雅黑"/>
                <a:sym typeface="阿里巴巴普惠体"/>
              </a:rPr>
              <a:t>Mist </a:t>
            </a:r>
          </a:p>
          <a:p>
            <a:r>
              <a:rPr lang="en-US" sz="4400" dirty="0">
                <a:solidFill>
                  <a:srgbClr val="454140"/>
                </a:solidFill>
                <a:latin typeface="Segoe Script" pitchFamily="34" charset="0"/>
                <a:ea typeface="微软雅黑"/>
                <a:sym typeface="阿里巴巴普惠体"/>
              </a:rPr>
              <a:t>Forest</a:t>
            </a:r>
          </a:p>
        </p:txBody>
      </p:sp>
      <p:sp>
        <p:nvSpPr>
          <p:cNvPr id="9" name="矩形 8"/>
          <p:cNvSpPr/>
          <p:nvPr/>
        </p:nvSpPr>
        <p:spPr>
          <a:xfrm>
            <a:off x="2501265" y="537210"/>
            <a:ext cx="3925529" cy="5690848"/>
          </a:xfrm>
          <a:prstGeom prst="rect">
            <a:avLst/>
          </a:prstGeom>
          <a:blipFill rotWithShape="1">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Tree>
    <p:custDataLst>
      <p:tags r:id="rId1"/>
    </p:custData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原始森林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635"/>
            <a:ext cx="12192000" cy="6858000"/>
          </a:xfrm>
          <a:prstGeom prst="rect">
            <a:avLst/>
          </a:prstGeom>
        </p:spPr>
      </p:pic>
      <p:sp>
        <p:nvSpPr>
          <p:cNvPr id="7" name="矩形 6"/>
          <p:cNvSpPr/>
          <p:nvPr/>
        </p:nvSpPr>
        <p:spPr>
          <a:xfrm>
            <a:off x="0" y="0"/>
            <a:ext cx="6402070" cy="6858635"/>
          </a:xfrm>
          <a:prstGeom prst="rect">
            <a:avLst/>
          </a:prstGeom>
          <a:solidFill>
            <a:srgbClr val="E2E0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阿里巴巴普惠体"/>
              <a:ea typeface="微软雅黑"/>
              <a:cs typeface="Arial"/>
              <a:sym typeface="阿里巴巴普惠体"/>
            </a:endParaRPr>
          </a:p>
        </p:txBody>
      </p:sp>
      <p:sp>
        <p:nvSpPr>
          <p:cNvPr id="4" name="文本框 3"/>
          <p:cNvSpPr txBox="1"/>
          <p:nvPr/>
        </p:nvSpPr>
        <p:spPr>
          <a:xfrm>
            <a:off x="10489565" y="890270"/>
            <a:ext cx="1096010" cy="3681730"/>
          </a:xfrm>
          <a:prstGeom prst="rect">
            <a:avLst/>
          </a:prstGeom>
          <a:noFill/>
        </p:spPr>
        <p:txBody>
          <a:bodyPr vert="eaVert" wrap="square" rtlCol="0">
            <a:noAutofit/>
          </a:bodyPr>
          <a:lstStyle/>
          <a:p>
            <a:pPr marL="0" marR="0" lvl="0" indent="0" algn="dist" defTabSz="914400" rtl="0" eaLnBrk="1" fontAlgn="auto" latinLnBrk="0" hangingPunct="1">
              <a:lnSpc>
                <a:spcPct val="15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prstClr val="white"/>
                </a:solidFill>
                <a:effectLst/>
                <a:uLnTx/>
                <a:uFillTx/>
                <a:latin typeface="Segoe Script" pitchFamily="34" charset="0"/>
                <a:ea typeface="微软雅黑"/>
                <a:cs typeface="Dancing Script" panose="03080600040507000D00" charset="0"/>
                <a:sym typeface="阿里巴巴普惠体"/>
              </a:rPr>
              <a:t>Mist Forest</a:t>
            </a:r>
          </a:p>
        </p:txBody>
      </p:sp>
      <p:sp>
        <p:nvSpPr>
          <p:cNvPr id="6" name="文本框 5"/>
          <p:cNvSpPr txBox="1"/>
          <p:nvPr/>
        </p:nvSpPr>
        <p:spPr>
          <a:xfrm>
            <a:off x="9689802" y="890270"/>
            <a:ext cx="1015663" cy="3883025"/>
          </a:xfrm>
          <a:prstGeom prst="rect">
            <a:avLst/>
          </a:prstGeom>
          <a:noFill/>
        </p:spPr>
        <p:txBody>
          <a:bodyPr vert="eaVert"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white"/>
                </a:solidFill>
                <a:effectLst/>
                <a:uLnTx/>
                <a:uFillTx/>
                <a:latin typeface="阿里巴巴普惠体"/>
                <a:ea typeface="微软雅黑"/>
                <a:cs typeface="Farewell" panose="020B7200000000000000" charset="0"/>
                <a:sym typeface="阿里巴巴普惠体"/>
              </a:rPr>
              <a:t>The theme of this slide is about Mist Forest. And it was created and designed by Windy.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white"/>
              </a:solidFill>
              <a:effectLst/>
              <a:uLnTx/>
              <a:uFillTx/>
              <a:latin typeface="阿里巴巴普惠体"/>
              <a:ea typeface="微软雅黑"/>
              <a:cs typeface="Farewell" panose="020B7200000000000000" charset="0"/>
              <a:sym typeface="阿里巴巴普惠体"/>
            </a:endParaRPr>
          </a:p>
        </p:txBody>
      </p:sp>
      <p:sp>
        <p:nvSpPr>
          <p:cNvPr id="23" name="We are good on creating things"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1425661" y="1953927"/>
            <a:ext cx="3110307" cy="1445260"/>
          </a:xfrm>
          <a:prstGeom prst="rect">
            <a:avLst/>
          </a:prstGeom>
          <a:noFill/>
        </p:spPr>
        <p:txBody>
          <a:bodyPr wrap="square" rtlCol="0" anchor="ctr">
            <a:spAutoFit/>
          </a:bodyPr>
          <a:lstStyle>
            <a:defPPr>
              <a:defRPr lang="zh-CN"/>
            </a:defPPr>
            <a:lvl1pPr>
              <a:lnSpc>
                <a:spcPct val="100000"/>
              </a:lnSpc>
              <a:defRPr sz="4000">
                <a:solidFill>
                  <a:srgbClr val="68391D"/>
                </a:solidFill>
                <a:latin typeface="Baskerville Old Face" panose="02020602080505020303"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454140"/>
                </a:solidFill>
                <a:effectLst/>
                <a:uLnTx/>
                <a:uFillTx/>
                <a:latin typeface="Segoe Script" pitchFamily="34" charset="0"/>
                <a:ea typeface="微软雅黑"/>
                <a:cs typeface="Arial"/>
                <a:sym typeface="阿里巴巴普惠体"/>
              </a:rPr>
              <a:t>Mist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454140"/>
                </a:solidFill>
                <a:effectLst/>
                <a:uLnTx/>
                <a:uFillTx/>
                <a:latin typeface="Segoe Script" pitchFamily="34" charset="0"/>
                <a:ea typeface="微软雅黑"/>
                <a:cs typeface="Arial"/>
                <a:sym typeface="阿里巴巴普惠体"/>
              </a:rPr>
              <a:t>Forest</a:t>
            </a:r>
          </a:p>
        </p:txBody>
      </p:sp>
      <p:sp>
        <p:nvSpPr>
          <p:cNvPr id="2300" name="TextBox 6"/>
          <p:cNvSpPr txBox="1"/>
          <p:nvPr/>
        </p:nvSpPr>
        <p:spPr>
          <a:xfrm>
            <a:off x="1425575" y="3504922"/>
            <a:ext cx="3796311" cy="2311915"/>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rPr>
              <a:t>The theme of this slide is about Mist Forest. And it was created and designed by </a:t>
            </a:r>
            <a:r>
              <a:rPr kumimoji="0" lang="en-ID" sz="1400" b="0" i="0" u="none" strike="noStrike" kern="1200" cap="none" spc="0" normalizeH="0" baseline="0" noProof="0" dirty="0" err="1">
                <a:ln>
                  <a:noFill/>
                </a:ln>
                <a:solidFill>
                  <a:srgbClr val="454140"/>
                </a:solidFill>
                <a:effectLst/>
                <a:uLnTx/>
                <a:uFillTx/>
                <a:latin typeface="阿里巴巴普惠体"/>
                <a:ea typeface="微软雅黑"/>
                <a:cs typeface="Arial"/>
                <a:sym typeface="阿里巴巴普惠体"/>
              </a:rPr>
              <a:t>Windy.The</a:t>
            </a:r>
            <a:r>
              <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rPr>
              <a:t> theme of this slide is about Mist Forest. And it was created and designed by Windy. The theme of this slide is about Mist Forest. And it was created and designed by Windy. </a:t>
            </a:r>
          </a:p>
          <a:p>
            <a:pPr marL="0" marR="0" lvl="0" indent="0" algn="just" defTabSz="914400" rtl="0" eaLnBrk="1" fontAlgn="auto" latinLnBrk="0" hangingPunct="1">
              <a:lnSpc>
                <a:spcPct val="130000"/>
              </a:lnSpc>
              <a:spcBef>
                <a:spcPts val="0"/>
              </a:spcBef>
              <a:spcAft>
                <a:spcPts val="0"/>
              </a:spcAft>
              <a:buClrTx/>
              <a:buSzTx/>
              <a:buFontTx/>
              <a:buNone/>
              <a:tabLst/>
              <a:defRPr/>
            </a:pPr>
            <a:endPar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endParaRPr>
          </a:p>
        </p:txBody>
      </p:sp>
    </p:spTree>
    <p:custDataLst>
      <p:tags r:id="rId1"/>
    </p:custDataLst>
    <p:extLst>
      <p:ext uri="{BB962C8B-B14F-4D97-AF65-F5344CB8AC3E}">
        <p14:creationId xmlns:p14="http://schemas.microsoft.com/office/powerpoint/2010/main" val="2034037793"/>
      </p:ext>
    </p:extLst>
  </p:cSld>
  <p:clrMapOvr>
    <a:masterClrMapping/>
  </p:clrMapOvr>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图片 2">
            <a:extLst>
              <a:ext uri="{FF2B5EF4-FFF2-40B4-BE49-F238E27FC236}">
                <a16:creationId xmlns:a16="http://schemas.microsoft.com/office/drawing/2014/main" id="{9B2D125E-5C79-1CBE-443E-9BB1ABA2BDE4}"/>
              </a:ext>
            </a:extLst>
          </p:cNvPr>
          <p:cNvPicPr>
            <a:picLocks noChangeAspect="1"/>
          </p:cNvPicPr>
          <p:nvPr/>
        </p:nvPicPr>
        <p:blipFill>
          <a:blip r:embed="rId2"/>
          <a:stretch>
            <a:fillRect/>
          </a:stretch>
        </p:blipFill>
        <p:spPr>
          <a:xfrm>
            <a:off x="-23813" y="0"/>
            <a:ext cx="12277259" cy="6858000"/>
          </a:xfrm>
          <a:prstGeom prst="rect">
            <a:avLst/>
          </a:prstGeom>
        </p:spPr>
      </p:pic>
      <p:grpSp>
        <p:nvGrpSpPr>
          <p:cNvPr id="6" name="组合 5">
            <a:extLst>
              <a:ext uri="{FF2B5EF4-FFF2-40B4-BE49-F238E27FC236}">
                <a16:creationId xmlns:a16="http://schemas.microsoft.com/office/drawing/2014/main" id="{8A77B51F-CD29-E624-ED75-A04D5DE79E98}"/>
              </a:ext>
            </a:extLst>
          </p:cNvPr>
          <p:cNvGrpSpPr/>
          <p:nvPr/>
        </p:nvGrpSpPr>
        <p:grpSpPr>
          <a:xfrm>
            <a:off x="136796" y="130153"/>
            <a:ext cx="1468671" cy="711479"/>
            <a:chOff x="-3380888" y="4559088"/>
            <a:chExt cx="2628479" cy="1741900"/>
          </a:xfrm>
        </p:grpSpPr>
        <p:sp>
          <p:nvSpPr>
            <p:cNvPr id="4" name="TextBox 1">
              <a:extLst>
                <a:ext uri="{FF2B5EF4-FFF2-40B4-BE49-F238E27FC236}">
                  <a16:creationId xmlns:a16="http://schemas.microsoft.com/office/drawing/2014/main" id="{7780A0CC-F2CA-AF47-5ECD-0E870A02D612}"/>
                </a:ext>
              </a:extLst>
            </p:cNvPr>
            <p:cNvSpPr txBox="1"/>
            <p:nvPr/>
          </p:nvSpPr>
          <p:spPr>
            <a:xfrm>
              <a:off x="-3380888" y="4559088"/>
              <a:ext cx="2628479" cy="1130285"/>
            </a:xfrm>
            <a:prstGeom prst="rect">
              <a:avLst/>
            </a:prstGeom>
            <a:noFill/>
          </p:spPr>
          <p:txBody>
            <a:bodyPr wrap="none">
              <a:spAutoFit/>
            </a:bodyPr>
            <a:lstStyle/>
            <a:p>
              <a:pPr algn="ctr">
                <a:defRPr sz="8000" b="1">
                  <a:solidFill>
                    <a:srgbClr val="323232"/>
                  </a:solidFill>
                  <a:latin typeface="Arial"/>
                </a:defRPr>
              </a:pPr>
              <a:r>
                <a:rPr sz="2400" dirty="0"/>
                <a:t>THANKS</a:t>
              </a:r>
            </a:p>
          </p:txBody>
        </p:sp>
        <p:sp>
          <p:nvSpPr>
            <p:cNvPr id="5" name="TextBox 2">
              <a:extLst>
                <a:ext uri="{FF2B5EF4-FFF2-40B4-BE49-F238E27FC236}">
                  <a16:creationId xmlns:a16="http://schemas.microsoft.com/office/drawing/2014/main" id="{D72165FC-EF53-946B-2A05-45AB55386D7E}"/>
                </a:ext>
              </a:extLst>
            </p:cNvPr>
            <p:cNvSpPr txBox="1"/>
            <p:nvPr/>
          </p:nvSpPr>
          <p:spPr>
            <a:xfrm>
              <a:off x="-3286215" y="5472113"/>
              <a:ext cx="2533806" cy="828875"/>
            </a:xfrm>
            <a:prstGeom prst="rect">
              <a:avLst/>
            </a:prstGeom>
            <a:noFill/>
          </p:spPr>
          <p:txBody>
            <a:bodyPr wrap="none">
              <a:spAutoFit/>
            </a:bodyPr>
            <a:lstStyle/>
            <a:p>
              <a:pPr algn="ctr">
                <a:defRPr sz="3200">
                  <a:solidFill>
                    <a:srgbClr val="646464"/>
                  </a:solidFill>
                  <a:latin typeface="Microsoft YaHei"/>
                </a:defRPr>
              </a:pPr>
              <a:r>
                <a:rPr sz="1600" dirty="0" err="1"/>
                <a:t>感谢您的观看</a:t>
              </a:r>
              <a:endParaRPr sz="1600" dirty="0"/>
            </a:p>
          </p:txBody>
        </p:sp>
      </p:grpSp>
      <p:sp>
        <p:nvSpPr>
          <p:cNvPr id="7" name="TextBox 3">
            <a:extLst>
              <a:ext uri="{FF2B5EF4-FFF2-40B4-BE49-F238E27FC236}">
                <a16:creationId xmlns:a16="http://schemas.microsoft.com/office/drawing/2014/main" id="{251ACDF2-D250-D947-6D2E-E9B3034ED6BF}"/>
              </a:ext>
            </a:extLst>
          </p:cNvPr>
          <p:cNvSpPr txBox="1"/>
          <p:nvPr/>
        </p:nvSpPr>
        <p:spPr>
          <a:xfrm>
            <a:off x="4195924" y="2503268"/>
            <a:ext cx="3837782" cy="400110"/>
          </a:xfrm>
          <a:prstGeom prst="rect">
            <a:avLst/>
          </a:prstGeom>
          <a:noFill/>
        </p:spPr>
        <p:txBody>
          <a:bodyPr wrap="none">
            <a:spAutoFit/>
          </a:bodyPr>
          <a:lstStyle/>
          <a:p>
            <a:pPr algn="ctr">
              <a:defRPr sz="2000">
                <a:solidFill>
                  <a:srgbClr val="0070C0"/>
                </a:solidFill>
                <a:latin typeface="Arial"/>
              </a:defRPr>
            </a:pPr>
            <a:r>
              <a:rPr sz="1600" dirty="0" err="1">
                <a:solidFill>
                  <a:srgbClr val="FF0000"/>
                </a:solidFill>
              </a:rPr>
              <a:t>更多精品模板</a:t>
            </a:r>
            <a:r>
              <a:rPr sz="1600" dirty="0">
                <a:solidFill>
                  <a:srgbClr val="FF0000"/>
                </a:solidFill>
              </a:rPr>
              <a:t>: https://</a:t>
            </a:r>
            <a:r>
              <a:rPr sz="1600" dirty="0" err="1">
                <a:solidFill>
                  <a:srgbClr val="FF0000"/>
                </a:solidFill>
              </a:rPr>
              <a:t>www.ppthub.shop</a:t>
            </a:r>
            <a:r>
              <a:rPr dirty="0"/>
              <a:t>/</a:t>
            </a:r>
          </a:p>
        </p:txBody>
      </p:sp>
      <p:pic>
        <p:nvPicPr>
          <p:cNvPr id="9" name="图片 8">
            <a:extLst>
              <a:ext uri="{FF2B5EF4-FFF2-40B4-BE49-F238E27FC236}">
                <a16:creationId xmlns:a16="http://schemas.microsoft.com/office/drawing/2014/main" id="{4607EF9D-7BEF-C5DE-8BE0-0613F0C0E57F}"/>
              </a:ext>
            </a:extLst>
          </p:cNvPr>
          <p:cNvPicPr>
            <a:picLocks noChangeAspect="1"/>
          </p:cNvPicPr>
          <p:nvPr/>
        </p:nvPicPr>
        <p:blipFill>
          <a:blip r:embed="rId3"/>
          <a:srcRect l="2389" t="7618" r="72244" b="11372"/>
          <a:stretch/>
        </p:blipFill>
        <p:spPr>
          <a:xfrm>
            <a:off x="3714750" y="2983074"/>
            <a:ext cx="1971675" cy="1943100"/>
          </a:xfrm>
          <a:prstGeom prst="rect">
            <a:avLst/>
          </a:prstGeom>
        </p:spPr>
      </p:pic>
      <p:pic>
        <p:nvPicPr>
          <p:cNvPr id="11" name="图片 10">
            <a:extLst>
              <a:ext uri="{FF2B5EF4-FFF2-40B4-BE49-F238E27FC236}">
                <a16:creationId xmlns:a16="http://schemas.microsoft.com/office/drawing/2014/main" id="{F6CE07EC-E767-4260-1A6E-0F5BE1DF332A}"/>
              </a:ext>
            </a:extLst>
          </p:cNvPr>
          <p:cNvPicPr>
            <a:picLocks noChangeAspect="1"/>
          </p:cNvPicPr>
          <p:nvPr/>
        </p:nvPicPr>
        <p:blipFill>
          <a:blip r:embed="rId4"/>
          <a:stretch>
            <a:fillRect/>
          </a:stretch>
        </p:blipFill>
        <p:spPr>
          <a:xfrm>
            <a:off x="6643453" y="3136900"/>
            <a:ext cx="1833317" cy="178927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图片 2">
            <a:extLst>
              <a:ext uri="{FF2B5EF4-FFF2-40B4-BE49-F238E27FC236}">
                <a16:creationId xmlns:a16="http://schemas.microsoft.com/office/drawing/2014/main" id="{9B2D125E-5C79-1CBE-443E-9BB1ABA2BDE4}"/>
              </a:ext>
            </a:extLst>
          </p:cNvPr>
          <p:cNvPicPr>
            <a:picLocks noChangeAspect="1"/>
          </p:cNvPicPr>
          <p:nvPr/>
        </p:nvPicPr>
        <p:blipFill>
          <a:blip r:embed="rId2"/>
          <a:stretch>
            <a:fillRect/>
          </a:stretch>
        </p:blipFill>
        <p:spPr>
          <a:xfrm>
            <a:off x="-23813" y="0"/>
            <a:ext cx="12277259" cy="6858000"/>
          </a:xfrm>
          <a:prstGeom prst="rect">
            <a:avLst/>
          </a:prstGeom>
        </p:spPr>
      </p:pic>
      <p:grpSp>
        <p:nvGrpSpPr>
          <p:cNvPr id="6" name="组合 5">
            <a:extLst>
              <a:ext uri="{FF2B5EF4-FFF2-40B4-BE49-F238E27FC236}">
                <a16:creationId xmlns:a16="http://schemas.microsoft.com/office/drawing/2014/main" id="{8A77B51F-CD29-E624-ED75-A04D5DE79E98}"/>
              </a:ext>
            </a:extLst>
          </p:cNvPr>
          <p:cNvGrpSpPr/>
          <p:nvPr/>
        </p:nvGrpSpPr>
        <p:grpSpPr>
          <a:xfrm>
            <a:off x="136796" y="130153"/>
            <a:ext cx="1468671" cy="711479"/>
            <a:chOff x="-3380888" y="4559088"/>
            <a:chExt cx="2628479" cy="1741900"/>
          </a:xfrm>
        </p:grpSpPr>
        <p:sp>
          <p:nvSpPr>
            <p:cNvPr id="4" name="TextBox 1">
              <a:extLst>
                <a:ext uri="{FF2B5EF4-FFF2-40B4-BE49-F238E27FC236}">
                  <a16:creationId xmlns:a16="http://schemas.microsoft.com/office/drawing/2014/main" id="{7780A0CC-F2CA-AF47-5ECD-0E870A02D612}"/>
                </a:ext>
              </a:extLst>
            </p:cNvPr>
            <p:cNvSpPr txBox="1"/>
            <p:nvPr/>
          </p:nvSpPr>
          <p:spPr>
            <a:xfrm>
              <a:off x="-3380888" y="4559088"/>
              <a:ext cx="2628479" cy="1130285"/>
            </a:xfrm>
            <a:prstGeom prst="rect">
              <a:avLst/>
            </a:prstGeom>
            <a:noFill/>
          </p:spPr>
          <p:txBody>
            <a:bodyPr wrap="none">
              <a:spAutoFit/>
            </a:bodyPr>
            <a:lstStyle/>
            <a:p>
              <a:pPr algn="ctr">
                <a:defRPr sz="8000" b="1">
                  <a:solidFill>
                    <a:srgbClr val="323232"/>
                  </a:solidFill>
                  <a:latin typeface="Arial"/>
                </a:defRPr>
              </a:pPr>
              <a:r>
                <a:rPr sz="2400" dirty="0"/>
                <a:t>THANKS</a:t>
              </a:r>
            </a:p>
          </p:txBody>
        </p:sp>
        <p:sp>
          <p:nvSpPr>
            <p:cNvPr id="5" name="TextBox 2">
              <a:extLst>
                <a:ext uri="{FF2B5EF4-FFF2-40B4-BE49-F238E27FC236}">
                  <a16:creationId xmlns:a16="http://schemas.microsoft.com/office/drawing/2014/main" id="{D72165FC-EF53-946B-2A05-45AB55386D7E}"/>
                </a:ext>
              </a:extLst>
            </p:cNvPr>
            <p:cNvSpPr txBox="1"/>
            <p:nvPr/>
          </p:nvSpPr>
          <p:spPr>
            <a:xfrm>
              <a:off x="-3286215" y="5472113"/>
              <a:ext cx="2533806" cy="828875"/>
            </a:xfrm>
            <a:prstGeom prst="rect">
              <a:avLst/>
            </a:prstGeom>
            <a:noFill/>
          </p:spPr>
          <p:txBody>
            <a:bodyPr wrap="none">
              <a:spAutoFit/>
            </a:bodyPr>
            <a:lstStyle/>
            <a:p>
              <a:pPr algn="ctr">
                <a:defRPr sz="3200">
                  <a:solidFill>
                    <a:srgbClr val="646464"/>
                  </a:solidFill>
                  <a:latin typeface="Microsoft YaHei"/>
                </a:defRPr>
              </a:pPr>
              <a:r>
                <a:rPr sz="1600" dirty="0" err="1"/>
                <a:t>感谢您的观看</a:t>
              </a:r>
              <a:endParaRPr sz="1600" dirty="0"/>
            </a:p>
          </p:txBody>
        </p:sp>
      </p:grpSp>
      <p:sp>
        <p:nvSpPr>
          <p:cNvPr id="7" name="TextBox 3">
            <a:extLst>
              <a:ext uri="{FF2B5EF4-FFF2-40B4-BE49-F238E27FC236}">
                <a16:creationId xmlns:a16="http://schemas.microsoft.com/office/drawing/2014/main" id="{251ACDF2-D250-D947-6D2E-E9B3034ED6BF}"/>
              </a:ext>
            </a:extLst>
          </p:cNvPr>
          <p:cNvSpPr txBox="1"/>
          <p:nvPr/>
        </p:nvSpPr>
        <p:spPr>
          <a:xfrm>
            <a:off x="4195924" y="2503268"/>
            <a:ext cx="3837782" cy="400110"/>
          </a:xfrm>
          <a:prstGeom prst="rect">
            <a:avLst/>
          </a:prstGeom>
          <a:noFill/>
        </p:spPr>
        <p:txBody>
          <a:bodyPr wrap="none">
            <a:spAutoFit/>
          </a:bodyPr>
          <a:lstStyle/>
          <a:p>
            <a:pPr algn="ctr">
              <a:defRPr sz="2000">
                <a:solidFill>
                  <a:srgbClr val="0070C0"/>
                </a:solidFill>
                <a:latin typeface="Arial"/>
              </a:defRPr>
            </a:pPr>
            <a:r>
              <a:rPr sz="1600" dirty="0" err="1">
                <a:solidFill>
                  <a:srgbClr val="FF0000"/>
                </a:solidFill>
              </a:rPr>
              <a:t>更多精品模板</a:t>
            </a:r>
            <a:r>
              <a:rPr sz="1600" dirty="0">
                <a:solidFill>
                  <a:srgbClr val="FF0000"/>
                </a:solidFill>
              </a:rPr>
              <a:t>: https://</a:t>
            </a:r>
            <a:r>
              <a:rPr sz="1600" dirty="0" err="1">
                <a:solidFill>
                  <a:srgbClr val="FF0000"/>
                </a:solidFill>
              </a:rPr>
              <a:t>www.ppthub.shop</a:t>
            </a:r>
            <a:r>
              <a:rPr dirty="0"/>
              <a:t>/</a:t>
            </a:r>
          </a:p>
        </p:txBody>
      </p:sp>
      <p:pic>
        <p:nvPicPr>
          <p:cNvPr id="9" name="图片 8">
            <a:extLst>
              <a:ext uri="{FF2B5EF4-FFF2-40B4-BE49-F238E27FC236}">
                <a16:creationId xmlns:a16="http://schemas.microsoft.com/office/drawing/2014/main" id="{4607EF9D-7BEF-C5DE-8BE0-0613F0C0E57F}"/>
              </a:ext>
            </a:extLst>
          </p:cNvPr>
          <p:cNvPicPr>
            <a:picLocks noChangeAspect="1"/>
          </p:cNvPicPr>
          <p:nvPr/>
        </p:nvPicPr>
        <p:blipFill>
          <a:blip r:embed="rId3"/>
          <a:srcRect l="2389" t="7618" r="72244" b="11372"/>
          <a:stretch/>
        </p:blipFill>
        <p:spPr>
          <a:xfrm>
            <a:off x="3714750" y="2983074"/>
            <a:ext cx="1971675" cy="1943100"/>
          </a:xfrm>
          <a:prstGeom prst="rect">
            <a:avLst/>
          </a:prstGeom>
        </p:spPr>
      </p:pic>
      <p:pic>
        <p:nvPicPr>
          <p:cNvPr id="11" name="图片 10">
            <a:extLst>
              <a:ext uri="{FF2B5EF4-FFF2-40B4-BE49-F238E27FC236}">
                <a16:creationId xmlns:a16="http://schemas.microsoft.com/office/drawing/2014/main" id="{F6CE07EC-E767-4260-1A6E-0F5BE1DF332A}"/>
              </a:ext>
            </a:extLst>
          </p:cNvPr>
          <p:cNvPicPr>
            <a:picLocks noChangeAspect="1"/>
          </p:cNvPicPr>
          <p:nvPr/>
        </p:nvPicPr>
        <p:blipFill>
          <a:blip r:embed="rId4"/>
          <a:stretch>
            <a:fillRect/>
          </a:stretch>
        </p:blipFill>
        <p:spPr>
          <a:xfrm>
            <a:off x="6643453" y="3136900"/>
            <a:ext cx="1833317" cy="178927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原始森林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635" cy="6858000"/>
          </a:xfrm>
          <a:prstGeom prst="rect">
            <a:avLst/>
          </a:prstGeom>
        </p:spPr>
      </p:pic>
      <p:sp>
        <p:nvSpPr>
          <p:cNvPr id="6" name="矩形 5"/>
          <p:cNvSpPr/>
          <p:nvPr/>
        </p:nvSpPr>
        <p:spPr>
          <a:xfrm>
            <a:off x="0" y="0"/>
            <a:ext cx="3363595" cy="6858000"/>
          </a:xfrm>
          <a:prstGeom prst="rect">
            <a:avLst/>
          </a:prstGeom>
          <a:solidFill>
            <a:schemeClr val="bg1">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9" name="文本框 8"/>
          <p:cNvSpPr txBox="1"/>
          <p:nvPr/>
        </p:nvSpPr>
        <p:spPr>
          <a:xfrm>
            <a:off x="1643380" y="791210"/>
            <a:ext cx="1096010" cy="3173095"/>
          </a:xfrm>
          <a:prstGeom prst="rect">
            <a:avLst/>
          </a:prstGeom>
          <a:noFill/>
        </p:spPr>
        <p:txBody>
          <a:bodyPr vert="eaVert" wrap="square" rtlCol="0">
            <a:noAutofit/>
          </a:bodyPr>
          <a:lstStyle/>
          <a:p>
            <a:pPr algn="dist">
              <a:lnSpc>
                <a:spcPct val="150000"/>
              </a:lnSpc>
            </a:pPr>
            <a:r>
              <a:rPr lang="en-US" altLang="zh-CN" sz="3600" dirty="0">
                <a:solidFill>
                  <a:srgbClr val="1F1E1D"/>
                </a:solidFill>
                <a:latin typeface="Segoe Script" pitchFamily="34" charset="0"/>
                <a:ea typeface="微软雅黑"/>
                <a:cs typeface="Dancing Script" panose="03080600040507000D00" charset="0"/>
                <a:sym typeface="阿里巴巴普惠体"/>
              </a:rPr>
              <a:t>Thank You</a:t>
            </a:r>
          </a:p>
        </p:txBody>
      </p:sp>
      <p:sp>
        <p:nvSpPr>
          <p:cNvPr id="10" name="文本框 9"/>
          <p:cNvSpPr txBox="1"/>
          <p:nvPr/>
        </p:nvSpPr>
        <p:spPr>
          <a:xfrm>
            <a:off x="769957" y="791210"/>
            <a:ext cx="1015663" cy="3869690"/>
          </a:xfrm>
          <a:prstGeom prst="rect">
            <a:avLst/>
          </a:prstGeom>
          <a:noFill/>
        </p:spPr>
        <p:txBody>
          <a:bodyPr vert="eaVert" wrap="square" rtlCol="0" anchor="t">
            <a:spAutoFit/>
          </a:bodyPr>
          <a:lstStyle/>
          <a:p>
            <a:pPr algn="l">
              <a:lnSpc>
                <a:spcPct val="150000"/>
              </a:lnSpc>
            </a:pPr>
            <a:r>
              <a:rPr lang="zh-CN" altLang="en-US" sz="120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a:solidFill>
                <a:srgbClr val="1F1E1D"/>
              </a:solidFill>
              <a:latin typeface="阿里巴巴普惠体"/>
              <a:ea typeface="微软雅黑"/>
              <a:cs typeface="Farewell" panose="020B7200000000000000" charset="0"/>
              <a:sym typeface="阿里巴巴普惠体"/>
            </a:endParaRPr>
          </a:p>
        </p:txBody>
      </p:sp>
      <p:sp>
        <p:nvSpPr>
          <p:cNvPr id="139" name="The theme of this slide is about Corner. And it was created and designed by Plura. Please put your content here."/>
          <p:cNvSpPr txBox="1"/>
          <p:nvPr/>
        </p:nvSpPr>
        <p:spPr>
          <a:xfrm>
            <a:off x="8252460" y="6135929"/>
            <a:ext cx="3612515" cy="383695"/>
          </a:xfrm>
          <a:prstGeom prst="rect">
            <a:avLst/>
          </a:prstGeom>
          <a:ln w="12700">
            <a:miter lim="400000"/>
          </a:ln>
        </p:spPr>
        <p:txBody>
          <a:bodyPr wrap="square" lIns="25400" tIns="25400" rIns="25400" bIns="25400" anchor="ctr">
            <a:spAutoFit/>
          </a:bodyPr>
          <a:lstStyle>
            <a:lvl1pPr algn="r">
              <a:lnSpc>
                <a:spcPct val="120000"/>
              </a:lnSpc>
              <a:defRPr sz="1800" b="0">
                <a:latin typeface="思源黑体 CN ExtraLight" panose="020B0200000000000000" charset="-122"/>
                <a:ea typeface="思源黑体 CN ExtraLight" panose="020B0200000000000000" charset="-122"/>
                <a:cs typeface="思源黑体 CN ExtraLight" panose="020B0200000000000000" charset="-122"/>
                <a:sym typeface="思源黑体 CN ExtraLight" panose="020B0200000000000000" charset="-122"/>
              </a:defRPr>
            </a:lvl1pPr>
          </a:lstStyle>
          <a:p>
            <a:r>
              <a:rPr sz="900" dirty="0">
                <a:solidFill>
                  <a:schemeClr val="bg1">
                    <a:lumMod val="95000"/>
                  </a:schemeClr>
                </a:solidFill>
                <a:latin typeface="阿里巴巴普惠体"/>
                <a:ea typeface="微软雅黑"/>
                <a:sym typeface="阿里巴巴普惠体"/>
              </a:rPr>
              <a:t>The theme of this slide is about </a:t>
            </a:r>
            <a:r>
              <a:rPr lang="en-US" sz="900" dirty="0">
                <a:solidFill>
                  <a:schemeClr val="bg1">
                    <a:lumMod val="95000"/>
                  </a:schemeClr>
                </a:solidFill>
                <a:latin typeface="阿里巴巴普惠体"/>
                <a:ea typeface="微软雅黑"/>
                <a:sym typeface="阿里巴巴普惠体"/>
              </a:rPr>
              <a:t>Mist Forest</a:t>
            </a:r>
            <a:r>
              <a:rPr sz="900" dirty="0">
                <a:solidFill>
                  <a:schemeClr val="bg1">
                    <a:lumMod val="95000"/>
                  </a:schemeClr>
                </a:solidFill>
                <a:latin typeface="阿里巴巴普惠体"/>
                <a:ea typeface="微软雅黑"/>
                <a:sym typeface="阿里巴巴普惠体"/>
              </a:rPr>
              <a:t>. And it was created and designed by </a:t>
            </a:r>
            <a:r>
              <a:rPr lang="en-US" sz="900" dirty="0">
                <a:solidFill>
                  <a:schemeClr val="bg1">
                    <a:lumMod val="95000"/>
                  </a:schemeClr>
                </a:solidFill>
                <a:latin typeface="阿里巴巴普惠体"/>
                <a:ea typeface="微软雅黑"/>
                <a:sym typeface="阿里巴巴普惠体"/>
              </a:rPr>
              <a:t>Windy</a:t>
            </a:r>
            <a:r>
              <a:rPr sz="900" dirty="0">
                <a:solidFill>
                  <a:schemeClr val="bg1">
                    <a:lumMod val="95000"/>
                  </a:schemeClr>
                </a:solidFill>
                <a:latin typeface="阿里巴巴普惠体"/>
                <a:ea typeface="微软雅黑"/>
                <a:sym typeface="阿里巴巴普惠体"/>
              </a:rPr>
              <a:t>. </a:t>
            </a:r>
          </a:p>
        </p:txBody>
      </p:sp>
      <p:sp>
        <p:nvSpPr>
          <p:cNvPr id="15" name="The theme of this slide is about Corner. And it was created and designed by Plura. Please put your content here."/>
          <p:cNvSpPr txBox="1"/>
          <p:nvPr/>
        </p:nvSpPr>
        <p:spPr>
          <a:xfrm>
            <a:off x="8151495" y="5834124"/>
            <a:ext cx="3713480" cy="295787"/>
          </a:xfrm>
          <a:prstGeom prst="rect">
            <a:avLst/>
          </a:prstGeom>
          <a:ln w="12700">
            <a:miter lim="400000"/>
          </a:ln>
        </p:spPr>
        <p:txBody>
          <a:bodyPr wrap="square" lIns="25400" tIns="25400" rIns="25400" bIns="25400" anchor="ctr">
            <a:spAutoFit/>
          </a:bodyPr>
          <a:lstStyle>
            <a:lvl1pPr algn="r">
              <a:lnSpc>
                <a:spcPct val="120000"/>
              </a:lnSpc>
              <a:defRPr sz="1800" b="0">
                <a:latin typeface="思源黑体 CN ExtraLight" panose="020B0200000000000000" charset="-122"/>
                <a:ea typeface="思源黑体 CN ExtraLight" panose="020B0200000000000000" charset="-122"/>
                <a:cs typeface="思源黑体 CN ExtraLight" panose="020B0200000000000000" charset="-122"/>
                <a:sym typeface="思源黑体 CN ExtraLight" panose="020B0200000000000000" charset="-122"/>
              </a:defRPr>
            </a:lvl1pPr>
          </a:lstStyle>
          <a:p>
            <a:r>
              <a:rPr lang="en-US" sz="1400" dirty="0">
                <a:solidFill>
                  <a:schemeClr val="bg1">
                    <a:lumMod val="95000"/>
                  </a:schemeClr>
                </a:solidFill>
                <a:latin typeface="阿里巴巴普惠体"/>
                <a:ea typeface="微软雅黑"/>
                <a:sym typeface="阿里巴巴普惠体"/>
              </a:rPr>
              <a:t>Mist Forest</a:t>
            </a:r>
            <a:r>
              <a:rPr sz="1400" dirty="0">
                <a:solidFill>
                  <a:schemeClr val="bg1">
                    <a:lumMod val="95000"/>
                  </a:schemeClr>
                </a:solidFill>
                <a:latin typeface="阿里巴巴普惠体"/>
                <a:ea typeface="微软雅黑"/>
                <a:sym typeface="阿里巴巴普惠体"/>
              </a:rPr>
              <a:t> </a:t>
            </a:r>
          </a:p>
        </p:txBody>
      </p:sp>
    </p:spTree>
    <p:custDataLst>
      <p:tags r:id="rId1"/>
    </p:custData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063552" y="4437112"/>
            <a:ext cx="9025003"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a:ea typeface="+mn-ea"/>
                <a:cs typeface="+mn-cs"/>
              </a:defRPr>
            </a:lvl1pPr>
            <a:lvl2pPr marL="457200" algn="l" defTabSz="914400" rtl="0" eaLnBrk="1" latinLnBrk="0" hangingPunct="1">
              <a:defRPr sz="1800" kern="1200">
                <a:solidFill>
                  <a:srgbClr val="FFFFFF"/>
                </a:solidFill>
                <a:latin typeface="Calibri"/>
                <a:ea typeface="+mn-ea"/>
                <a:cs typeface="+mn-cs"/>
              </a:defRPr>
            </a:lvl2pPr>
            <a:lvl3pPr marL="914400" algn="l" defTabSz="914400" rtl="0" eaLnBrk="1" latinLnBrk="0" hangingPunct="1">
              <a:defRPr sz="1800" kern="1200">
                <a:solidFill>
                  <a:srgbClr val="FFFFFF"/>
                </a:solidFill>
                <a:latin typeface="Calibri"/>
                <a:ea typeface="+mn-ea"/>
                <a:cs typeface="+mn-cs"/>
              </a:defRPr>
            </a:lvl3pPr>
            <a:lvl4pPr marL="1371600" algn="l" defTabSz="914400" rtl="0" eaLnBrk="1" latinLnBrk="0" hangingPunct="1">
              <a:defRPr sz="1800" kern="1200">
                <a:solidFill>
                  <a:srgbClr val="FFFFFF"/>
                </a:solidFill>
                <a:latin typeface="Calibri"/>
                <a:ea typeface="+mn-ea"/>
                <a:cs typeface="+mn-cs"/>
              </a:defRPr>
            </a:lvl4pPr>
            <a:lvl5pPr marL="1828800" algn="l" defTabSz="914400" rtl="0" eaLnBrk="1" latinLnBrk="0" hangingPunct="1">
              <a:defRPr sz="1800" kern="1200">
                <a:solidFill>
                  <a:srgbClr val="FFFFFF"/>
                </a:solidFill>
                <a:latin typeface="Calibri"/>
                <a:ea typeface="+mn-ea"/>
                <a:cs typeface="+mn-cs"/>
              </a:defRPr>
            </a:lvl5pPr>
            <a:lvl6pPr marL="2286000" algn="l" defTabSz="914400" rtl="0" eaLnBrk="1" latinLnBrk="0" hangingPunct="1">
              <a:defRPr sz="1800" kern="1200">
                <a:solidFill>
                  <a:srgbClr val="FFFFFF"/>
                </a:solidFill>
                <a:latin typeface="Calibri"/>
                <a:ea typeface="+mn-ea"/>
                <a:cs typeface="+mn-cs"/>
              </a:defRPr>
            </a:lvl6pPr>
            <a:lvl7pPr marL="2743200" algn="l" defTabSz="914400" rtl="0" eaLnBrk="1" latinLnBrk="0" hangingPunct="1">
              <a:defRPr sz="1800" kern="1200">
                <a:solidFill>
                  <a:srgbClr val="FFFFFF"/>
                </a:solidFill>
                <a:latin typeface="Calibri"/>
                <a:ea typeface="+mn-ea"/>
                <a:cs typeface="+mn-cs"/>
              </a:defRPr>
            </a:lvl7pPr>
            <a:lvl8pPr marL="3200400" algn="l" defTabSz="914400" rtl="0" eaLnBrk="1" latinLnBrk="0" hangingPunct="1">
              <a:defRPr sz="1800" kern="1200">
                <a:solidFill>
                  <a:srgbClr val="FFFFFF"/>
                </a:solidFill>
                <a:latin typeface="Calibri"/>
                <a:ea typeface="+mn-ea"/>
                <a:cs typeface="+mn-cs"/>
              </a:defRPr>
            </a:lvl8pPr>
            <a:lvl9pPr marL="3657600" algn="l" defTabSz="914400" rtl="0" eaLnBrk="1" latinLnBrk="0" hangingPunct="1">
              <a:defRPr sz="1800" kern="1200">
                <a:solidFill>
                  <a:srgbClr val="FFFFFF"/>
                </a:solidFill>
                <a:latin typeface="Calibri"/>
                <a:ea typeface="+mn-ea"/>
                <a:cs typeface="+mn-cs"/>
              </a:defRPr>
            </a:lvl9pPr>
          </a:lstStyle>
          <a:p>
            <a:r>
              <a:rPr lang="en-US" altLang="zh-CN" sz="1465">
                <a:solidFill>
                  <a:srgbClr val="EEECE1">
                    <a:lumMod val="25000"/>
                  </a:srgbClr>
                </a:solidFill>
                <a:latin typeface="阿里巴巴普惠体"/>
                <a:ea typeface="微软雅黑"/>
                <a:sym typeface="阿里巴巴普惠体"/>
              </a:rPr>
              <a:t>PPT</a:t>
            </a:r>
            <a:r>
              <a:rPr lang="zh-CN" altLang="en-US" sz="1465">
                <a:solidFill>
                  <a:srgbClr val="EEECE1">
                    <a:lumMod val="25000"/>
                  </a:srgbClr>
                </a:solidFill>
                <a:latin typeface="阿里巴巴普惠体"/>
                <a:ea typeface="微软雅黑"/>
                <a:sym typeface="阿里巴巴普惠体"/>
              </a:rPr>
              <a:t>模板：       </a:t>
            </a:r>
            <a:r>
              <a:rPr lang="en-US" altLang="zh-CN" sz="1465">
                <a:solidFill>
                  <a:srgbClr val="EEECE1">
                    <a:lumMod val="25000"/>
                  </a:srgbClr>
                </a:solidFill>
                <a:latin typeface="阿里巴巴普惠体"/>
                <a:ea typeface="微软雅黑"/>
                <a:sym typeface="阿里巴巴普惠体"/>
                <a:hlinkClick r:id="rId2"/>
              </a:rPr>
              <a:t>www.1ppt.com/moban/</a:t>
            </a:r>
            <a:r>
              <a:rPr lang="en-US" altLang="zh-CN" sz="1465">
                <a:solidFill>
                  <a:srgbClr val="EEECE1">
                    <a:lumMod val="25000"/>
                  </a:srgbClr>
                </a:solidFill>
                <a:latin typeface="阿里巴巴普惠体"/>
                <a:ea typeface="微软雅黑"/>
                <a:sym typeface="阿里巴巴普惠体"/>
              </a:rPr>
              <a:t>                    </a:t>
            </a:r>
            <a:r>
              <a:rPr lang="zh-CN" altLang="en-US" sz="1465">
                <a:solidFill>
                  <a:srgbClr val="EEECE1">
                    <a:lumMod val="25000"/>
                  </a:srgbClr>
                </a:solidFill>
                <a:latin typeface="阿里巴巴普惠体"/>
                <a:ea typeface="微软雅黑"/>
                <a:sym typeface="阿里巴巴普惠体"/>
              </a:rPr>
              <a:t>行业</a:t>
            </a:r>
            <a:r>
              <a:rPr lang="en-US" altLang="zh-CN" sz="1465">
                <a:solidFill>
                  <a:srgbClr val="EEECE1">
                    <a:lumMod val="25000"/>
                  </a:srgbClr>
                </a:solidFill>
                <a:latin typeface="阿里巴巴普惠体"/>
                <a:ea typeface="微软雅黑"/>
                <a:sym typeface="阿里巴巴普惠体"/>
              </a:rPr>
              <a:t>PPT</a:t>
            </a:r>
            <a:r>
              <a:rPr lang="zh-CN" altLang="en-US" sz="1465">
                <a:solidFill>
                  <a:srgbClr val="EEECE1">
                    <a:lumMod val="25000"/>
                  </a:srgbClr>
                </a:solidFill>
                <a:latin typeface="阿里巴巴普惠体"/>
                <a:ea typeface="微软雅黑"/>
                <a:sym typeface="阿里巴巴普惠体"/>
              </a:rPr>
              <a:t>模板：</a:t>
            </a:r>
            <a:r>
              <a:rPr lang="en-US" altLang="zh-CN" sz="1465">
                <a:solidFill>
                  <a:srgbClr val="EEECE1">
                    <a:lumMod val="25000"/>
                  </a:srgbClr>
                </a:solidFill>
                <a:latin typeface="阿里巴巴普惠体"/>
                <a:ea typeface="微软雅黑"/>
                <a:sym typeface="阿里巴巴普惠体"/>
                <a:hlinkClick r:id="rId3"/>
              </a:rPr>
              <a:t>www.1ppt.com/hangye/</a:t>
            </a:r>
            <a:r>
              <a:rPr lang="en-US" altLang="zh-CN" sz="1465">
                <a:solidFill>
                  <a:srgbClr val="EEECE1">
                    <a:lumMod val="25000"/>
                  </a:srgbClr>
                </a:solidFill>
                <a:latin typeface="阿里巴巴普惠体"/>
                <a:ea typeface="微软雅黑"/>
                <a:sym typeface="阿里巴巴普惠体"/>
              </a:rPr>
              <a:t> </a:t>
            </a:r>
          </a:p>
          <a:p>
            <a:r>
              <a:rPr lang="zh-CN" altLang="en-US" sz="1465">
                <a:solidFill>
                  <a:srgbClr val="EEECE1">
                    <a:lumMod val="25000"/>
                  </a:srgbClr>
                </a:solidFill>
                <a:latin typeface="阿里巴巴普惠体"/>
                <a:ea typeface="微软雅黑"/>
                <a:sym typeface="阿里巴巴普惠体"/>
              </a:rPr>
              <a:t>节日</a:t>
            </a:r>
            <a:r>
              <a:rPr lang="en-US" altLang="zh-CN" sz="1465">
                <a:solidFill>
                  <a:srgbClr val="EEECE1">
                    <a:lumMod val="25000"/>
                  </a:srgbClr>
                </a:solidFill>
                <a:latin typeface="阿里巴巴普惠体"/>
                <a:ea typeface="微软雅黑"/>
                <a:sym typeface="阿里巴巴普惠体"/>
              </a:rPr>
              <a:t>PPT</a:t>
            </a:r>
            <a:r>
              <a:rPr lang="zh-CN" altLang="en-US" sz="1465">
                <a:solidFill>
                  <a:srgbClr val="EEECE1">
                    <a:lumMod val="25000"/>
                  </a:srgbClr>
                </a:solidFill>
                <a:latin typeface="阿里巴巴普惠体"/>
                <a:ea typeface="微软雅黑"/>
                <a:sym typeface="阿里巴巴普惠体"/>
              </a:rPr>
              <a:t>模板：</a:t>
            </a:r>
            <a:r>
              <a:rPr lang="en-US" altLang="zh-CN" sz="1465">
                <a:solidFill>
                  <a:srgbClr val="EEECE1">
                    <a:lumMod val="25000"/>
                  </a:srgbClr>
                </a:solidFill>
                <a:latin typeface="阿里巴巴普惠体"/>
                <a:ea typeface="微软雅黑"/>
                <a:sym typeface="阿里巴巴普惠体"/>
                <a:hlinkClick r:id="rId4"/>
              </a:rPr>
              <a:t>www.1ppt.com/jieri/</a:t>
            </a:r>
            <a:r>
              <a:rPr lang="en-US" altLang="zh-CN" sz="1465">
                <a:solidFill>
                  <a:srgbClr val="EEECE1">
                    <a:lumMod val="25000"/>
                  </a:srgbClr>
                </a:solidFill>
                <a:latin typeface="阿里巴巴普惠体"/>
                <a:ea typeface="微软雅黑"/>
                <a:sym typeface="阿里巴巴普惠体"/>
              </a:rPr>
              <a:t>                          PPT</a:t>
            </a:r>
            <a:r>
              <a:rPr lang="zh-CN" altLang="en-US" sz="1465">
                <a:solidFill>
                  <a:srgbClr val="EEECE1">
                    <a:lumMod val="25000"/>
                  </a:srgbClr>
                </a:solidFill>
                <a:latin typeface="阿里巴巴普惠体"/>
                <a:ea typeface="微软雅黑"/>
                <a:sym typeface="阿里巴巴普惠体"/>
              </a:rPr>
              <a:t>素材：       </a:t>
            </a:r>
            <a:r>
              <a:rPr lang="en-US" altLang="zh-CN" sz="1465">
                <a:solidFill>
                  <a:srgbClr val="EEECE1">
                    <a:lumMod val="25000"/>
                  </a:srgbClr>
                </a:solidFill>
                <a:latin typeface="阿里巴巴普惠体"/>
                <a:ea typeface="微软雅黑"/>
                <a:sym typeface="阿里巴巴普惠体"/>
                <a:hlinkClick r:id="rId5"/>
              </a:rPr>
              <a:t>www.1ppt.com/sucai/</a:t>
            </a:r>
            <a:endParaRPr lang="en-US" altLang="zh-CN" sz="1465">
              <a:solidFill>
                <a:srgbClr val="EEECE1">
                  <a:lumMod val="25000"/>
                </a:srgbClr>
              </a:solidFill>
              <a:latin typeface="阿里巴巴普惠体"/>
              <a:ea typeface="微软雅黑"/>
              <a:sym typeface="阿里巴巴普惠体"/>
            </a:endParaRPr>
          </a:p>
          <a:p>
            <a:r>
              <a:rPr lang="en-US" altLang="zh-CN" sz="1465">
                <a:solidFill>
                  <a:srgbClr val="EEECE1">
                    <a:lumMod val="25000"/>
                  </a:srgbClr>
                </a:solidFill>
                <a:latin typeface="阿里巴巴普惠体"/>
                <a:ea typeface="微软雅黑"/>
                <a:sym typeface="阿里巴巴普惠体"/>
              </a:rPr>
              <a:t>PPT</a:t>
            </a:r>
            <a:r>
              <a:rPr lang="zh-CN" altLang="en-US" sz="1465">
                <a:solidFill>
                  <a:srgbClr val="EEECE1">
                    <a:lumMod val="25000"/>
                  </a:srgbClr>
                </a:solidFill>
                <a:latin typeface="阿里巴巴普惠体"/>
                <a:ea typeface="微软雅黑"/>
                <a:sym typeface="阿里巴巴普惠体"/>
              </a:rPr>
              <a:t>背景图片：</a:t>
            </a:r>
            <a:r>
              <a:rPr lang="en-US" altLang="zh-CN" sz="1465">
                <a:solidFill>
                  <a:srgbClr val="EEECE1">
                    <a:lumMod val="25000"/>
                  </a:srgbClr>
                </a:solidFill>
                <a:latin typeface="阿里巴巴普惠体"/>
                <a:ea typeface="微软雅黑"/>
                <a:sym typeface="阿里巴巴普惠体"/>
                <a:hlinkClick r:id="rId6"/>
              </a:rPr>
              <a:t>www.1ppt.com/beijing/</a:t>
            </a:r>
            <a:r>
              <a:rPr lang="en-US" altLang="zh-CN" sz="1465">
                <a:solidFill>
                  <a:srgbClr val="EEECE1">
                    <a:lumMod val="25000"/>
                  </a:srgbClr>
                </a:solidFill>
                <a:latin typeface="阿里巴巴普惠体"/>
                <a:ea typeface="微软雅黑"/>
                <a:sym typeface="阿里巴巴普惠体"/>
              </a:rPr>
              <a:t>                     PPT</a:t>
            </a:r>
            <a:r>
              <a:rPr lang="zh-CN" altLang="en-US" sz="1465">
                <a:solidFill>
                  <a:srgbClr val="EEECE1">
                    <a:lumMod val="25000"/>
                  </a:srgbClr>
                </a:solidFill>
                <a:latin typeface="阿里巴巴普惠体"/>
                <a:ea typeface="微软雅黑"/>
                <a:sym typeface="阿里巴巴普惠体"/>
              </a:rPr>
              <a:t>图表：       </a:t>
            </a:r>
            <a:r>
              <a:rPr lang="en-US" altLang="zh-CN" sz="1465">
                <a:solidFill>
                  <a:srgbClr val="EEECE1">
                    <a:lumMod val="25000"/>
                  </a:srgbClr>
                </a:solidFill>
                <a:latin typeface="阿里巴巴普惠体"/>
                <a:ea typeface="微软雅黑"/>
                <a:sym typeface="阿里巴巴普惠体"/>
                <a:hlinkClick r:id="rId7"/>
              </a:rPr>
              <a:t>www.1ppt.com/tubiao/</a:t>
            </a:r>
            <a:r>
              <a:rPr lang="en-US" altLang="zh-CN" sz="1465">
                <a:solidFill>
                  <a:srgbClr val="EEECE1">
                    <a:lumMod val="25000"/>
                  </a:srgbClr>
                </a:solidFill>
                <a:latin typeface="阿里巴巴普惠体"/>
                <a:ea typeface="微软雅黑"/>
                <a:sym typeface="阿里巴巴普惠体"/>
              </a:rPr>
              <a:t>      </a:t>
            </a:r>
          </a:p>
          <a:p>
            <a:r>
              <a:rPr lang="zh-CN" altLang="en-US" sz="1465">
                <a:solidFill>
                  <a:srgbClr val="EEECE1">
                    <a:lumMod val="25000"/>
                  </a:srgbClr>
                </a:solidFill>
                <a:latin typeface="阿里巴巴普惠体"/>
                <a:ea typeface="微软雅黑"/>
                <a:sym typeface="阿里巴巴普惠体"/>
              </a:rPr>
              <a:t>优秀</a:t>
            </a:r>
            <a:r>
              <a:rPr lang="en-US" altLang="zh-CN" sz="1465">
                <a:solidFill>
                  <a:srgbClr val="EEECE1">
                    <a:lumMod val="25000"/>
                  </a:srgbClr>
                </a:solidFill>
                <a:latin typeface="阿里巴巴普惠体"/>
                <a:ea typeface="微软雅黑"/>
                <a:sym typeface="阿里巴巴普惠体"/>
              </a:rPr>
              <a:t>PPT</a:t>
            </a:r>
            <a:r>
              <a:rPr lang="zh-CN" altLang="en-US" sz="1465">
                <a:solidFill>
                  <a:srgbClr val="EEECE1">
                    <a:lumMod val="25000"/>
                  </a:srgbClr>
                </a:solidFill>
                <a:latin typeface="阿里巴巴普惠体"/>
                <a:ea typeface="微软雅黑"/>
                <a:sym typeface="阿里巴巴普惠体"/>
              </a:rPr>
              <a:t>下载：</a:t>
            </a:r>
            <a:r>
              <a:rPr lang="en-US" altLang="zh-CN" sz="1465">
                <a:solidFill>
                  <a:srgbClr val="EEECE1">
                    <a:lumMod val="25000"/>
                  </a:srgbClr>
                </a:solidFill>
                <a:latin typeface="阿里巴巴普惠体"/>
                <a:ea typeface="微软雅黑"/>
                <a:sym typeface="阿里巴巴普惠体"/>
                <a:hlinkClick r:id="rId8"/>
              </a:rPr>
              <a:t>www.1ppt.com/xiazai/</a:t>
            </a:r>
            <a:r>
              <a:rPr lang="en-US" altLang="zh-CN" sz="1465">
                <a:solidFill>
                  <a:srgbClr val="EEECE1">
                    <a:lumMod val="25000"/>
                  </a:srgbClr>
                </a:solidFill>
                <a:latin typeface="阿里巴巴普惠体"/>
                <a:ea typeface="微软雅黑"/>
                <a:sym typeface="阿里巴巴普惠体"/>
              </a:rPr>
              <a:t>                       PPT</a:t>
            </a:r>
            <a:r>
              <a:rPr lang="zh-CN" altLang="en-US" sz="1465">
                <a:solidFill>
                  <a:srgbClr val="EEECE1">
                    <a:lumMod val="25000"/>
                  </a:srgbClr>
                </a:solidFill>
                <a:latin typeface="阿里巴巴普惠体"/>
                <a:ea typeface="微软雅黑"/>
                <a:sym typeface="阿里巴巴普惠体"/>
              </a:rPr>
              <a:t>教程：       </a:t>
            </a:r>
            <a:r>
              <a:rPr lang="en-US" altLang="zh-CN" sz="1465">
                <a:solidFill>
                  <a:srgbClr val="EEECE1">
                    <a:lumMod val="25000"/>
                  </a:srgbClr>
                </a:solidFill>
                <a:latin typeface="阿里巴巴普惠体"/>
                <a:ea typeface="微软雅黑"/>
                <a:sym typeface="阿里巴巴普惠体"/>
                <a:hlinkClick r:id="rId9"/>
              </a:rPr>
              <a:t>www.1ppt.com/powerpoint/</a:t>
            </a:r>
            <a:r>
              <a:rPr lang="en-US" altLang="zh-CN" sz="1465">
                <a:solidFill>
                  <a:srgbClr val="EEECE1">
                    <a:lumMod val="25000"/>
                  </a:srgbClr>
                </a:solidFill>
                <a:latin typeface="阿里巴巴普惠体"/>
                <a:ea typeface="微软雅黑"/>
                <a:sym typeface="阿里巴巴普惠体"/>
              </a:rPr>
              <a:t>      </a:t>
            </a:r>
          </a:p>
          <a:p>
            <a:r>
              <a:rPr lang="en-US" altLang="zh-CN" sz="1465">
                <a:solidFill>
                  <a:srgbClr val="EEECE1">
                    <a:lumMod val="25000"/>
                  </a:srgbClr>
                </a:solidFill>
                <a:latin typeface="阿里巴巴普惠体"/>
                <a:ea typeface="微软雅黑"/>
                <a:sym typeface="阿里巴巴普惠体"/>
              </a:rPr>
              <a:t>Word</a:t>
            </a:r>
            <a:r>
              <a:rPr lang="zh-CN" altLang="en-US" sz="1465">
                <a:solidFill>
                  <a:srgbClr val="EEECE1">
                    <a:lumMod val="25000"/>
                  </a:srgbClr>
                </a:solidFill>
                <a:latin typeface="阿里巴巴普惠体"/>
                <a:ea typeface="微软雅黑"/>
                <a:sym typeface="阿里巴巴普惠体"/>
              </a:rPr>
              <a:t>模板：    </a:t>
            </a:r>
            <a:r>
              <a:rPr lang="en-US" altLang="zh-CN" sz="1465">
                <a:solidFill>
                  <a:srgbClr val="EEECE1">
                    <a:lumMod val="25000"/>
                  </a:srgbClr>
                </a:solidFill>
                <a:latin typeface="阿里巴巴普惠体"/>
                <a:ea typeface="微软雅黑"/>
                <a:sym typeface="阿里巴巴普惠体"/>
                <a:hlinkClick r:id="rId10"/>
              </a:rPr>
              <a:t>www.1ppt.com/word/</a:t>
            </a:r>
            <a:r>
              <a:rPr lang="en-US" altLang="zh-CN" sz="1465">
                <a:solidFill>
                  <a:srgbClr val="EEECE1">
                    <a:lumMod val="25000"/>
                  </a:srgbClr>
                </a:solidFill>
                <a:latin typeface="阿里巴巴普惠体"/>
                <a:ea typeface="微软雅黑"/>
                <a:sym typeface="阿里巴巴普惠体"/>
              </a:rPr>
              <a:t>                        Excel</a:t>
            </a:r>
            <a:r>
              <a:rPr lang="zh-CN" altLang="en-US" sz="1465">
                <a:solidFill>
                  <a:srgbClr val="EEECE1">
                    <a:lumMod val="25000"/>
                  </a:srgbClr>
                </a:solidFill>
                <a:latin typeface="阿里巴巴普惠体"/>
                <a:ea typeface="微软雅黑"/>
                <a:sym typeface="阿里巴巴普惠体"/>
              </a:rPr>
              <a:t>模板：     </a:t>
            </a:r>
            <a:r>
              <a:rPr lang="en-US" altLang="zh-CN" sz="1465">
                <a:solidFill>
                  <a:srgbClr val="EEECE1">
                    <a:lumMod val="25000"/>
                  </a:srgbClr>
                </a:solidFill>
                <a:latin typeface="阿里巴巴普惠体"/>
                <a:ea typeface="微软雅黑"/>
                <a:sym typeface="阿里巴巴普惠体"/>
                <a:hlinkClick r:id="rId11"/>
              </a:rPr>
              <a:t>www.1ppt.com/excel/</a:t>
            </a:r>
            <a:r>
              <a:rPr lang="en-US" altLang="zh-CN" sz="1465">
                <a:solidFill>
                  <a:srgbClr val="EEECE1">
                    <a:lumMod val="25000"/>
                  </a:srgbClr>
                </a:solidFill>
                <a:latin typeface="阿里巴巴普惠体"/>
                <a:ea typeface="微软雅黑"/>
                <a:sym typeface="阿里巴巴普惠体"/>
              </a:rPr>
              <a:t>  </a:t>
            </a:r>
          </a:p>
          <a:p>
            <a:r>
              <a:rPr lang="zh-CN" altLang="en-US" sz="1465">
                <a:solidFill>
                  <a:srgbClr val="EEECE1">
                    <a:lumMod val="25000"/>
                  </a:srgbClr>
                </a:solidFill>
                <a:latin typeface="阿里巴巴普惠体"/>
                <a:ea typeface="微软雅黑"/>
                <a:sym typeface="阿里巴巴普惠体"/>
              </a:rPr>
              <a:t>个人简历：      </a:t>
            </a:r>
            <a:r>
              <a:rPr lang="en-US" altLang="zh-CN" sz="1465">
                <a:solidFill>
                  <a:srgbClr val="EEECE1">
                    <a:lumMod val="25000"/>
                  </a:srgbClr>
                </a:solidFill>
                <a:latin typeface="阿里巴巴普惠体"/>
                <a:ea typeface="微软雅黑"/>
                <a:sym typeface="阿里巴巴普惠体"/>
                <a:hlinkClick r:id="rId12"/>
              </a:rPr>
              <a:t>www.1ppt.com/jianli/</a:t>
            </a:r>
            <a:r>
              <a:rPr lang="en-US" altLang="zh-CN" sz="1465">
                <a:solidFill>
                  <a:srgbClr val="EEECE1">
                    <a:lumMod val="25000"/>
                  </a:srgbClr>
                </a:solidFill>
                <a:latin typeface="阿里巴巴普惠体"/>
                <a:ea typeface="微软雅黑"/>
                <a:sym typeface="阿里巴巴普惠体"/>
              </a:rPr>
              <a:t>                         PPT</a:t>
            </a:r>
            <a:r>
              <a:rPr lang="zh-CN" altLang="en-US" sz="1465">
                <a:solidFill>
                  <a:srgbClr val="EEECE1">
                    <a:lumMod val="25000"/>
                  </a:srgbClr>
                </a:solidFill>
                <a:latin typeface="阿里巴巴普惠体"/>
                <a:ea typeface="微软雅黑"/>
                <a:sym typeface="阿里巴巴普惠体"/>
              </a:rPr>
              <a:t>课件：       </a:t>
            </a:r>
            <a:r>
              <a:rPr lang="en-US" altLang="zh-CN" sz="1465">
                <a:solidFill>
                  <a:srgbClr val="EEECE1">
                    <a:lumMod val="25000"/>
                  </a:srgbClr>
                </a:solidFill>
                <a:latin typeface="阿里巴巴普惠体"/>
                <a:ea typeface="微软雅黑"/>
                <a:sym typeface="阿里巴巴普惠体"/>
                <a:hlinkClick r:id="rId13"/>
              </a:rPr>
              <a:t>www.1ppt.com/kejian/</a:t>
            </a:r>
            <a:r>
              <a:rPr lang="en-US" altLang="zh-CN" sz="1465">
                <a:solidFill>
                  <a:srgbClr val="EEECE1">
                    <a:lumMod val="25000"/>
                  </a:srgbClr>
                </a:solidFill>
                <a:latin typeface="阿里巴巴普惠体"/>
                <a:ea typeface="微软雅黑"/>
                <a:sym typeface="阿里巴巴普惠体"/>
              </a:rPr>
              <a:t> </a:t>
            </a:r>
          </a:p>
          <a:p>
            <a:r>
              <a:rPr lang="zh-CN" altLang="en-US" sz="1465">
                <a:solidFill>
                  <a:srgbClr val="EEECE1">
                    <a:lumMod val="25000"/>
                  </a:srgbClr>
                </a:solidFill>
                <a:latin typeface="阿里巴巴普惠体"/>
                <a:ea typeface="微软雅黑"/>
                <a:sym typeface="阿里巴巴普惠体"/>
              </a:rPr>
              <a:t>手抄报：          </a:t>
            </a:r>
            <a:r>
              <a:rPr lang="en-US" altLang="zh-CN" sz="1465">
                <a:solidFill>
                  <a:srgbClr val="EEECE1">
                    <a:lumMod val="25000"/>
                  </a:srgbClr>
                </a:solidFill>
                <a:latin typeface="阿里巴巴普惠体"/>
                <a:ea typeface="微软雅黑"/>
                <a:sym typeface="阿里巴巴普惠体"/>
                <a:hlinkClick r:id="rId14"/>
              </a:rPr>
              <a:t>www.1ppt.com/shouchaobao/</a:t>
            </a:r>
            <a:r>
              <a:rPr lang="en-US" altLang="zh-CN" sz="1465">
                <a:solidFill>
                  <a:srgbClr val="EEECE1">
                    <a:lumMod val="25000"/>
                  </a:srgbClr>
                </a:solidFill>
                <a:latin typeface="阿里巴巴普惠体"/>
                <a:ea typeface="微软雅黑"/>
                <a:sym typeface="阿里巴巴普惠体"/>
              </a:rPr>
              <a:t>          </a:t>
            </a:r>
            <a:r>
              <a:rPr lang="zh-CN" altLang="en-US" sz="1465">
                <a:solidFill>
                  <a:srgbClr val="EEECE1">
                    <a:lumMod val="25000"/>
                  </a:srgbClr>
                </a:solidFill>
                <a:latin typeface="阿里巴巴普惠体"/>
                <a:ea typeface="微软雅黑"/>
                <a:sym typeface="阿里巴巴普惠体"/>
              </a:rPr>
              <a:t>试题下载：      </a:t>
            </a:r>
            <a:r>
              <a:rPr lang="en-US" altLang="zh-CN" sz="1465">
                <a:solidFill>
                  <a:srgbClr val="EEECE1">
                    <a:lumMod val="25000"/>
                  </a:srgbClr>
                </a:solidFill>
                <a:latin typeface="阿里巴巴普惠体"/>
                <a:ea typeface="微软雅黑"/>
                <a:sym typeface="阿里巴巴普惠体"/>
                <a:hlinkClick r:id="rId15"/>
              </a:rPr>
              <a:t>www.1ppt.com/shiti/</a:t>
            </a:r>
            <a:r>
              <a:rPr lang="en-US" altLang="zh-CN" sz="1465">
                <a:solidFill>
                  <a:srgbClr val="EEECE1">
                    <a:lumMod val="25000"/>
                  </a:srgbClr>
                </a:solidFill>
                <a:latin typeface="阿里巴巴普惠体"/>
                <a:ea typeface="微软雅黑"/>
                <a:sym typeface="阿里巴巴普惠体"/>
              </a:rPr>
              <a:t>  </a:t>
            </a:r>
          </a:p>
          <a:p>
            <a:r>
              <a:rPr lang="zh-CN" altLang="en-US" sz="1465">
                <a:solidFill>
                  <a:srgbClr val="EEECE1">
                    <a:lumMod val="25000"/>
                  </a:srgbClr>
                </a:solidFill>
                <a:latin typeface="阿里巴巴普惠体"/>
                <a:ea typeface="微软雅黑"/>
                <a:sym typeface="阿里巴巴普惠体"/>
              </a:rPr>
              <a:t>教案下载：      </a:t>
            </a:r>
            <a:r>
              <a:rPr lang="en-US" altLang="zh-CN" sz="1465">
                <a:solidFill>
                  <a:srgbClr val="EEECE1">
                    <a:lumMod val="25000"/>
                  </a:srgbClr>
                </a:solidFill>
                <a:latin typeface="阿里巴巴普惠体"/>
                <a:ea typeface="微软雅黑"/>
                <a:sym typeface="阿里巴巴普惠体"/>
                <a:hlinkClick r:id="rId16"/>
              </a:rPr>
              <a:t>www.1ppt.com/jiaoan/</a:t>
            </a:r>
            <a:r>
              <a:rPr lang="en-US" altLang="zh-CN" sz="1465">
                <a:solidFill>
                  <a:srgbClr val="EEECE1">
                    <a:lumMod val="25000"/>
                  </a:srgbClr>
                </a:solidFill>
                <a:latin typeface="阿里巴巴普惠体"/>
                <a:ea typeface="微软雅黑"/>
                <a:sym typeface="阿里巴巴普惠体"/>
              </a:rPr>
              <a:t>                       </a:t>
            </a:r>
            <a:r>
              <a:rPr lang="zh-CN" altLang="en-US" sz="1465">
                <a:solidFill>
                  <a:srgbClr val="EEECE1">
                    <a:lumMod val="25000"/>
                  </a:srgbClr>
                </a:solidFill>
                <a:latin typeface="阿里巴巴普惠体"/>
                <a:ea typeface="微软雅黑"/>
                <a:sym typeface="阿里巴巴普惠体"/>
              </a:rPr>
              <a:t>字体下载：      </a:t>
            </a:r>
            <a:r>
              <a:rPr lang="en-US" altLang="zh-CN" sz="1465">
                <a:solidFill>
                  <a:srgbClr val="EEECE1">
                    <a:lumMod val="25000"/>
                  </a:srgbClr>
                </a:solidFill>
                <a:latin typeface="阿里巴巴普惠体"/>
                <a:ea typeface="微软雅黑"/>
                <a:sym typeface="阿里巴巴普惠体"/>
                <a:hlinkClick r:id="rId17"/>
              </a:rPr>
              <a:t>www.1ppt.com/ziti/</a:t>
            </a:r>
            <a:r>
              <a:rPr lang="en-US" altLang="zh-CN" sz="1465">
                <a:solidFill>
                  <a:srgbClr val="EEECE1">
                    <a:lumMod val="25000"/>
                  </a:srgbClr>
                </a:solidFill>
                <a:latin typeface="阿里巴巴普惠体"/>
                <a:ea typeface="微软雅黑"/>
                <a:sym typeface="阿里巴巴普惠体"/>
              </a:rPr>
              <a:t>              </a:t>
            </a:r>
            <a:endParaRPr lang="zh-CN" altLang="en-US" sz="1465">
              <a:solidFill>
                <a:srgbClr val="EEECE1">
                  <a:lumMod val="25000"/>
                </a:srgbClr>
              </a:solidFill>
              <a:latin typeface="阿里巴巴普惠体"/>
              <a:ea typeface="微软雅黑"/>
              <a:sym typeface="阿里巴巴普惠体"/>
            </a:endParaRPr>
          </a:p>
        </p:txBody>
      </p:sp>
      <p:sp>
        <p:nvSpPr>
          <p:cNvPr id="3" name="Rectangle 17"/>
          <p:cNvSpPr>
            <a:spLocks noChangeArrowheads="1"/>
          </p:cNvSpPr>
          <p:nvPr/>
        </p:nvSpPr>
        <p:spPr bwMode="gray">
          <a:xfrm>
            <a:off x="0" y="2998276"/>
            <a:ext cx="12192000" cy="1366829"/>
          </a:xfrm>
          <a:prstGeom prst="rect">
            <a:avLst/>
          </a:prstGeom>
          <a:solidFill>
            <a:schemeClr val="tx2">
              <a:lumMod val="75000"/>
            </a:schemeClr>
          </a:solidFill>
          <a:ln w="9525">
            <a:noFill/>
            <a:miter lim="800000"/>
          </a:ln>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2400" kern="0">
              <a:solidFill>
                <a:srgbClr val="005397"/>
              </a:solidFill>
              <a:latin typeface="阿里巴巴普惠体"/>
              <a:ea typeface="微软雅黑"/>
              <a:sym typeface="阿里巴巴普惠体"/>
            </a:endParaRPr>
          </a:p>
        </p:txBody>
      </p:sp>
      <p:sp>
        <p:nvSpPr>
          <p:cNvPr id="15" name="Rectangle 3"/>
          <p:cNvSpPr>
            <a:spLocks noChangeArrowheads="1"/>
          </p:cNvSpPr>
          <p:nvPr/>
        </p:nvSpPr>
        <p:spPr bwMode="auto">
          <a:xfrm>
            <a:off x="540251" y="3097353"/>
            <a:ext cx="5471583" cy="1195751"/>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2400" b="1" kern="0">
                <a:solidFill>
                  <a:prstClr val="white"/>
                </a:solidFill>
                <a:latin typeface="阿里巴巴普惠体"/>
                <a:ea typeface="微软雅黑"/>
                <a:sym typeface="阿里巴巴普惠体"/>
              </a:rPr>
              <a:t>可以在下列情况使用</a:t>
            </a:r>
            <a:endParaRPr lang="zh-CN" altLang="en-US" sz="1465" kern="0">
              <a:solidFill>
                <a:prstClr val="white"/>
              </a:solidFill>
              <a:latin typeface="阿里巴巴普惠体"/>
              <a:ea typeface="微软雅黑"/>
              <a:sym typeface="阿里巴巴普惠体"/>
            </a:endParaRPr>
          </a:p>
          <a:p>
            <a:pPr>
              <a:lnSpc>
                <a:spcPct val="150000"/>
              </a:lnSpc>
              <a:buClr>
                <a:srgbClr val="5B8CC1"/>
              </a:buClr>
              <a:buFont typeface="Wingdings" panose="05000000000000000000" pitchFamily="2" charset="2"/>
              <a:buChar char="n"/>
              <a:defRPr/>
            </a:pPr>
            <a:r>
              <a:rPr lang="zh-CN" altLang="en-US" sz="1465" kern="0">
                <a:solidFill>
                  <a:prstClr val="white"/>
                </a:solidFill>
                <a:latin typeface="阿里巴巴普惠体"/>
                <a:ea typeface="微软雅黑"/>
                <a:sym typeface="阿里巴巴普惠体"/>
              </a:rPr>
              <a:t>个人学习、研究。</a:t>
            </a:r>
          </a:p>
          <a:p>
            <a:pPr>
              <a:lnSpc>
                <a:spcPct val="150000"/>
              </a:lnSpc>
              <a:buClr>
                <a:srgbClr val="5B8CC1"/>
              </a:buClr>
              <a:buFont typeface="Wingdings" panose="05000000000000000000" pitchFamily="2" charset="2"/>
              <a:buChar char="n"/>
              <a:defRPr/>
            </a:pPr>
            <a:r>
              <a:rPr lang="zh-CN" altLang="en-US" sz="1465" kern="0">
                <a:solidFill>
                  <a:prstClr val="white"/>
                </a:solidFill>
                <a:latin typeface="阿里巴巴普惠体"/>
                <a:ea typeface="微软雅黑"/>
                <a:sym typeface="阿里巴巴普惠体"/>
              </a:rPr>
              <a:t>拷贝模板中的内容用于其它幻灯片母版中使用。</a:t>
            </a:r>
          </a:p>
        </p:txBody>
      </p:sp>
      <p:sp>
        <p:nvSpPr>
          <p:cNvPr id="16" name="Rectangle 4"/>
          <p:cNvSpPr>
            <a:spLocks noChangeArrowheads="1"/>
          </p:cNvSpPr>
          <p:nvPr/>
        </p:nvSpPr>
        <p:spPr bwMode="auto">
          <a:xfrm>
            <a:off x="6107840" y="3097353"/>
            <a:ext cx="5471584" cy="1195751"/>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2400" b="1" kern="0">
                <a:solidFill>
                  <a:prstClr val="white"/>
                </a:solidFill>
                <a:latin typeface="阿里巴巴普惠体"/>
                <a:ea typeface="微软雅黑"/>
                <a:sym typeface="阿里巴巴普惠体"/>
              </a:rPr>
              <a:t>不可以在以下情况使用</a:t>
            </a:r>
            <a:endParaRPr lang="zh-CN" altLang="en-US" sz="1335" b="1" kern="0">
              <a:solidFill>
                <a:prstClr val="white"/>
              </a:solidFill>
              <a:latin typeface="阿里巴巴普惠体"/>
              <a:ea typeface="微软雅黑"/>
              <a:sym typeface="阿里巴巴普惠体"/>
            </a:endParaRPr>
          </a:p>
          <a:p>
            <a:pPr>
              <a:lnSpc>
                <a:spcPct val="150000"/>
              </a:lnSpc>
              <a:buClr>
                <a:srgbClr val="5B8CC1"/>
              </a:buClr>
              <a:buFont typeface="Wingdings" panose="05000000000000000000" pitchFamily="2" charset="2"/>
              <a:buChar char="n"/>
              <a:defRPr/>
            </a:pPr>
            <a:r>
              <a:rPr lang="zh-CN" altLang="en-US" sz="1465" kern="0">
                <a:solidFill>
                  <a:prstClr val="white"/>
                </a:solidFill>
                <a:latin typeface="阿里巴巴普惠体"/>
                <a:ea typeface="微软雅黑"/>
                <a:sym typeface="阿里巴巴普惠体"/>
              </a:rPr>
              <a:t>任何形式的在线付费下载。</a:t>
            </a:r>
          </a:p>
          <a:p>
            <a:pPr>
              <a:lnSpc>
                <a:spcPct val="150000"/>
              </a:lnSpc>
              <a:buClr>
                <a:srgbClr val="5B8CC1"/>
              </a:buClr>
              <a:buFont typeface="Wingdings" panose="05000000000000000000" pitchFamily="2" charset="2"/>
              <a:buChar char="n"/>
              <a:defRPr/>
            </a:pPr>
            <a:r>
              <a:rPr lang="zh-CN" altLang="en-US" sz="1465" kern="0">
                <a:solidFill>
                  <a:prstClr val="white"/>
                </a:solidFill>
                <a:latin typeface="阿里巴巴普惠体"/>
                <a:ea typeface="微软雅黑"/>
                <a:sym typeface="阿里巴巴普惠体"/>
              </a:rPr>
              <a:t>网络转载、线上线下传播。</a:t>
            </a:r>
            <a:endParaRPr lang="zh-CN" altLang="en-GB" sz="1465" kern="0">
              <a:solidFill>
                <a:prstClr val="white"/>
              </a:solidFill>
              <a:latin typeface="阿里巴巴普惠体"/>
              <a:ea typeface="微软雅黑"/>
              <a:sym typeface="阿里巴巴普惠体"/>
            </a:endParaRPr>
          </a:p>
        </p:txBody>
      </p:sp>
      <p:pic>
        <p:nvPicPr>
          <p:cNvPr id="1027" name="Picture 3"/>
          <p:cNvPicPr>
            <a:picLocks noChangeAspect="1" noChangeArrowheads="1"/>
          </p:cNvPicPr>
          <p:nvPr/>
        </p:nvPicPr>
        <p:blipFill>
          <a:blip r:embed="rId18" cstate="email">
            <a:extLst>
              <a:ext uri="{28A0092B-C50C-407E-A947-70E740481C1C}">
                <a14:useLocalDpi xmlns:a14="http://schemas.microsoft.com/office/drawing/2010/main"/>
              </a:ext>
            </a:extLst>
          </a:blip>
          <a:stretch>
            <a:fillRect/>
          </a:stretch>
        </p:blipFill>
        <p:spPr bwMode="auto">
          <a:xfrm>
            <a:off x="1947382" y="-404505"/>
            <a:ext cx="7893049" cy="3402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墨迹 6"/>
          <p:cNvPicPr/>
          <p:nvPr/>
        </p:nvPicPr>
        <p:blipFill>
          <a:blip r:embed="rId19" cstate="email">
            <a:extLst>
              <a:ext uri="{28A0092B-C50C-407E-A947-70E740481C1C}">
                <a14:useLocalDpi xmlns:a14="http://schemas.microsoft.com/office/drawing/2010/main"/>
              </a:ext>
            </a:extLst>
          </a:blip>
          <a:stretch>
            <a:fillRect/>
          </a:stretch>
        </p:blipFill>
        <p:spPr>
          <a:xfrm>
            <a:off x="-1715569" y="629060"/>
            <a:ext cx="48000" cy="21600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1.7601 Service Pack 1"/>
  <p:tag name="AS_RELEASE_DATE" val="2022.11.14"/>
  <p:tag name="AS_TITLE" val="Aspose.Slides for .NET 4.0 Client Profile"/>
  <p:tag name="AS_VERSION" val="22.11"/>
  <p:tag name="COMMONDATA" val="eyJoZGlkIjoiOWE5YTZjMTlmODIxZjAxYjQyMTk3MDUwMmMxNjBhNDAifQ=="/>
  <p:tag name="KSO_WPP_MARK_KEY" val="2a11d2eb-780c-4d9d-9ceb-2720d9c4fc88"/>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heme/theme1.xml><?xml version="1.0" encoding="utf-8"?>
<a:theme xmlns:a="http://schemas.openxmlformats.org/drawingml/2006/main" name="第一PPT，www.1ppt.com">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Arial"/>
      </a:majorFont>
      <a:minorFont>
        <a:latin typeface="Arial"/>
        <a:ea typeface="微软雅黑"/>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91</TotalTime>
  <Words>1310</Words>
  <Application>Microsoft Office PowerPoint</Application>
  <PresentationFormat>自定义</PresentationFormat>
  <Paragraphs>112</Paragraphs>
  <Slides>20</Slides>
  <Notes>1</Notes>
  <HiddenSlides>0</HiddenSlides>
  <MMClips>0</MMClips>
  <ScaleCrop>false</ScaleCrop>
  <HeadingPairs>
    <vt:vector size="4" baseType="variant">
      <vt:variant>
        <vt:lpstr>主题</vt:lpstr>
      </vt:variant>
      <vt:variant>
        <vt:i4>2</vt:i4>
      </vt:variant>
      <vt:variant>
        <vt:lpstr>幻灯片标题</vt:lpstr>
      </vt:variant>
      <vt:variant>
        <vt:i4>20</vt:i4>
      </vt:variant>
    </vt:vector>
  </HeadingPairs>
  <TitlesOfParts>
    <vt:vector size="22" baseType="lpstr">
      <vt:lpstr>第一PPT，www.1ppt.com</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艺术感</dc:title>
  <dc:creator/>
  <cp:keywords>www..com</cp:keywords>
  <dc:description>www..com</dc:description>
  <cp:lastModifiedBy>123</cp:lastModifiedBy>
  <cp:revision>180</cp:revision>
  <dcterms:created xsi:type="dcterms:W3CDTF">2023-01-02T10:21:00Z</dcterms:created>
  <dcterms:modified xsi:type="dcterms:W3CDTF">2025-08-28T09:59:14Z</dcterms:modified>
  <dc:subject/>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2714BC2042754196817988410A36725A</vt:lpwstr>
  </property>
  <property fmtid="{D5CDD505-2E9C-101B-9397-08002B2CF9AE}" pid="3" name="KSOProductBuildVer">
    <vt:lpwstr>2052-12.1.0.21171</vt:lpwstr>
  </property>
</Properties>
</file>