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sldIdLst>
    <p:sldId id="256" r:id="rId3"/>
    <p:sldId id="308" r:id="rId4"/>
    <p:sldId id="309" r:id="rId5"/>
    <p:sldId id="310" r:id="rId6"/>
    <p:sldId id="313" r:id="rId7"/>
    <p:sldId id="314" r:id="rId8"/>
    <p:sldId id="315" r:id="rId9"/>
    <p:sldId id="316" r:id="rId10"/>
    <p:sldId id="317" r:id="rId11"/>
    <p:sldId id="319" r:id="rId12"/>
    <p:sldId id="318" r:id="rId13"/>
    <p:sldId id="320" r:id="rId14"/>
    <p:sldId id="321" r:id="rId15"/>
    <p:sldId id="322" r:id="rId16"/>
    <p:sldId id="323" r:id="rId17"/>
    <p:sldId id="324" r:id="rId18"/>
    <p:sldId id="325" r:id="rId19"/>
    <p:sldId id="326" r:id="rId20"/>
    <p:sldId id="327" r:id="rId21"/>
    <p:sldId id="328" r:id="rId22"/>
    <p:sldId id="329"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2">
          <p15:clr>
            <a:srgbClr val="A4A3A4"/>
          </p15:clr>
        </p15:guide>
        <p15:guide id="2" pos="387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6211B"/>
    <a:srgbClr val="F4F4F4"/>
    <a:srgbClr val="FEB51B"/>
    <a:srgbClr val="2E5BEA"/>
    <a:srgbClr val="4472C4"/>
    <a:srgbClr val="ED8429"/>
    <a:srgbClr val="FFB514"/>
    <a:srgbClr val="C2C2FB"/>
    <a:srgbClr val="6163BB"/>
    <a:srgbClr val="797B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36" autoAdjust="0"/>
    <p:restoredTop sz="94660"/>
  </p:normalViewPr>
  <p:slideViewPr>
    <p:cSldViewPr snapToGrid="0">
      <p:cViewPr>
        <p:scale>
          <a:sx n="75" d="100"/>
          <a:sy n="75" d="100"/>
        </p:scale>
        <p:origin x="1896" y="816"/>
      </p:cViewPr>
      <p:guideLst>
        <p:guide orient="horz" pos="2162"/>
        <p:guide pos="387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www.ppthub.shop/xiazai/" TargetMode="Externa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FA61A33B-A68D-4D24-AC3A-A6EAE234F692}" type="datetimeFigureOut">
              <a:rPr lang="zh-CN" altLang="en-US" smtClean="0"/>
              <a:t>2022/12/14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154AB2D-96D3-489D-B81B-09016E2501A3}"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DB6DBC-D8AF-D859-DD0D-C52A5456C931}"/>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EF104F03-FF72-75BE-FDF3-A94603237EA3}"/>
              </a:ext>
            </a:extLst>
          </p:cNvPr>
          <p:cNvSpPr>
            <a:spLocks noGrp="1"/>
          </p:cNvSpPr>
          <p:nvPr>
            <p:ph type="dt" sz="half" idx="10"/>
          </p:nvPr>
        </p:nvSpPr>
        <p:spPr/>
        <p:txBody>
          <a:bodyPr/>
          <a:lstStyle/>
          <a:p>
            <a:fld id="{FA61A33B-A68D-4D24-AC3A-A6EAE234F692}" type="datetimeFigureOut">
              <a:rPr lang="zh-CN" altLang="en-US" smtClean="0"/>
              <a:t>2022/12/14</a:t>
            </a:fld>
            <a:endParaRPr lang="zh-CN" altLang="en-US"/>
          </a:p>
        </p:txBody>
      </p:sp>
      <p:sp>
        <p:nvSpPr>
          <p:cNvPr id="4" name="页脚占位符 3">
            <a:extLst>
              <a:ext uri="{FF2B5EF4-FFF2-40B4-BE49-F238E27FC236}">
                <a16:creationId xmlns:a16="http://schemas.microsoft.com/office/drawing/2014/main" id="{31934078-66E3-7EC8-4622-FE3934C7DEFF}"/>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AFB4E478-30BE-8480-1C11-B3C7536AA2AD}"/>
              </a:ext>
            </a:extLst>
          </p:cNvPr>
          <p:cNvSpPr>
            <a:spLocks noGrp="1"/>
          </p:cNvSpPr>
          <p:nvPr>
            <p:ph type="sldNum" sz="quarter" idx="12"/>
          </p:nvPr>
        </p:nvSpPr>
        <p:spPr/>
        <p:txBody>
          <a:bodyPr/>
          <a:lstStyle/>
          <a:p>
            <a:fld id="{3154AB2D-96D3-489D-B81B-09016E2501A3}" type="slidenum">
              <a:rPr lang="zh-CN" altLang="en-US" smtClean="0"/>
              <a:t>‹#›</a:t>
            </a:fld>
            <a:endParaRPr lang="zh-CN" altLang="en-US"/>
          </a:p>
        </p:txBody>
      </p:sp>
    </p:spTree>
    <p:extLst>
      <p:ext uri="{BB962C8B-B14F-4D97-AF65-F5344CB8AC3E}">
        <p14:creationId xmlns:p14="http://schemas.microsoft.com/office/powerpoint/2010/main" val="20049745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0931F2-2995-8D01-106A-CD2C60791B98}"/>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6FB0681-0BFA-337F-EA64-5AB3127D9B97}"/>
              </a:ext>
            </a:extLst>
          </p:cNvPr>
          <p:cNvSpPr>
            <a:spLocks noGrp="1"/>
          </p:cNvSpPr>
          <p:nvPr>
            <p:ph type="dt" sz="half" idx="10"/>
          </p:nvPr>
        </p:nvSpPr>
        <p:spPr/>
        <p:txBody>
          <a:bodyPr/>
          <a:lstStyle/>
          <a:p>
            <a:fld id="{FA61A33B-A68D-4D24-AC3A-A6EAE234F692}" type="datetimeFigureOut">
              <a:rPr lang="zh-CN" altLang="en-US" smtClean="0"/>
              <a:t>2022/12/14</a:t>
            </a:fld>
            <a:endParaRPr lang="zh-CN" altLang="en-US"/>
          </a:p>
        </p:txBody>
      </p:sp>
      <p:sp>
        <p:nvSpPr>
          <p:cNvPr id="4" name="页脚占位符 3">
            <a:extLst>
              <a:ext uri="{FF2B5EF4-FFF2-40B4-BE49-F238E27FC236}">
                <a16:creationId xmlns:a16="http://schemas.microsoft.com/office/drawing/2014/main" id="{BA1697CB-3C43-8D4C-496F-87CA97934FD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7DCEAED-D6BE-467C-4FAD-949C1501F6C2}"/>
              </a:ext>
            </a:extLst>
          </p:cNvPr>
          <p:cNvSpPr>
            <a:spLocks noGrp="1"/>
          </p:cNvSpPr>
          <p:nvPr>
            <p:ph type="sldNum" sz="quarter" idx="12"/>
          </p:nvPr>
        </p:nvSpPr>
        <p:spPr/>
        <p:txBody>
          <a:bodyPr/>
          <a:lstStyle/>
          <a:p>
            <a:fld id="{3154AB2D-96D3-489D-B81B-09016E2501A3}" type="slidenum">
              <a:rPr lang="zh-CN" altLang="en-US" smtClean="0"/>
              <a:t>‹#›</a:t>
            </a:fld>
            <a:endParaRPr lang="zh-CN" altLang="en-US"/>
          </a:p>
        </p:txBody>
      </p:sp>
    </p:spTree>
    <p:extLst>
      <p:ext uri="{BB962C8B-B14F-4D97-AF65-F5344CB8AC3E}">
        <p14:creationId xmlns:p14="http://schemas.microsoft.com/office/powerpoint/2010/main" val="37240977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C47D5E-C9E5-1165-D841-0A4E1369A622}"/>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8923FAFA-5D98-5D02-E0BE-3E33115FA92F}"/>
              </a:ext>
            </a:extLst>
          </p:cNvPr>
          <p:cNvSpPr>
            <a:spLocks noGrp="1"/>
          </p:cNvSpPr>
          <p:nvPr>
            <p:ph type="dt" sz="half" idx="10"/>
          </p:nvPr>
        </p:nvSpPr>
        <p:spPr/>
        <p:txBody>
          <a:bodyPr/>
          <a:lstStyle/>
          <a:p>
            <a:fld id="{FA61A33B-A68D-4D24-AC3A-A6EAE234F692}" type="datetimeFigureOut">
              <a:rPr lang="zh-CN" altLang="en-US" smtClean="0"/>
              <a:t>2022/12/14</a:t>
            </a:fld>
            <a:endParaRPr lang="zh-CN" altLang="en-US"/>
          </a:p>
        </p:txBody>
      </p:sp>
      <p:sp>
        <p:nvSpPr>
          <p:cNvPr id="4" name="页脚占位符 3">
            <a:extLst>
              <a:ext uri="{FF2B5EF4-FFF2-40B4-BE49-F238E27FC236}">
                <a16:creationId xmlns:a16="http://schemas.microsoft.com/office/drawing/2014/main" id="{70573B8A-7B79-D2E0-70B1-B3F910EBC1BF}"/>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E699E959-A58E-7269-E317-8F5309F2E842}"/>
              </a:ext>
            </a:extLst>
          </p:cNvPr>
          <p:cNvSpPr>
            <a:spLocks noGrp="1"/>
          </p:cNvSpPr>
          <p:nvPr>
            <p:ph type="sldNum" sz="quarter" idx="12"/>
          </p:nvPr>
        </p:nvSpPr>
        <p:spPr/>
        <p:txBody>
          <a:bodyPr/>
          <a:lstStyle/>
          <a:p>
            <a:fld id="{3154AB2D-96D3-489D-B81B-09016E2501A3}" type="slidenum">
              <a:rPr lang="zh-CN" altLang="en-US" smtClean="0"/>
              <a:t>‹#›</a:t>
            </a:fld>
            <a:endParaRPr lang="zh-CN" altLang="en-US"/>
          </a:p>
        </p:txBody>
      </p:sp>
    </p:spTree>
    <p:extLst>
      <p:ext uri="{BB962C8B-B14F-4D97-AF65-F5344CB8AC3E}">
        <p14:creationId xmlns:p14="http://schemas.microsoft.com/office/powerpoint/2010/main" val="3583576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FE897E-B2C8-ACE7-7343-C063C4E9FFAF}"/>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3E8A572-0874-AFAB-BAC2-14859F2A8D5E}"/>
              </a:ext>
            </a:extLst>
          </p:cNvPr>
          <p:cNvSpPr>
            <a:spLocks noGrp="1"/>
          </p:cNvSpPr>
          <p:nvPr>
            <p:ph type="dt" sz="half" idx="10"/>
          </p:nvPr>
        </p:nvSpPr>
        <p:spPr/>
        <p:txBody>
          <a:bodyPr/>
          <a:lstStyle/>
          <a:p>
            <a:fld id="{FA61A33B-A68D-4D24-AC3A-A6EAE234F692}" type="datetimeFigureOut">
              <a:rPr lang="zh-CN" altLang="en-US" smtClean="0"/>
              <a:t>2022/12/14</a:t>
            </a:fld>
            <a:endParaRPr lang="zh-CN" altLang="en-US"/>
          </a:p>
        </p:txBody>
      </p:sp>
      <p:sp>
        <p:nvSpPr>
          <p:cNvPr id="4" name="页脚占位符 3">
            <a:extLst>
              <a:ext uri="{FF2B5EF4-FFF2-40B4-BE49-F238E27FC236}">
                <a16:creationId xmlns:a16="http://schemas.microsoft.com/office/drawing/2014/main" id="{04D8BD32-F60D-6417-9B47-6F04F0B389FD}"/>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30893B12-483A-0320-F243-07CC15A277C3}"/>
              </a:ext>
            </a:extLst>
          </p:cNvPr>
          <p:cNvSpPr>
            <a:spLocks noGrp="1"/>
          </p:cNvSpPr>
          <p:nvPr>
            <p:ph type="sldNum" sz="quarter" idx="12"/>
          </p:nvPr>
        </p:nvSpPr>
        <p:spPr/>
        <p:txBody>
          <a:bodyPr/>
          <a:lstStyle/>
          <a:p>
            <a:fld id="{3154AB2D-96D3-489D-B81B-09016E2501A3}" type="slidenum">
              <a:rPr lang="zh-CN" altLang="en-US" smtClean="0"/>
              <a:t>‹#›</a:t>
            </a:fld>
            <a:endParaRPr lang="zh-CN" altLang="en-US"/>
          </a:p>
        </p:txBody>
      </p:sp>
    </p:spTree>
    <p:extLst>
      <p:ext uri="{BB962C8B-B14F-4D97-AF65-F5344CB8AC3E}">
        <p14:creationId xmlns:p14="http://schemas.microsoft.com/office/powerpoint/2010/main" val="28382625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83EDD7-E559-0AFB-87CB-9D75E5CE9C9F}"/>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0C7A5F90-B14E-FE8E-E8B9-9A380EC8E85B}"/>
              </a:ext>
            </a:extLst>
          </p:cNvPr>
          <p:cNvSpPr>
            <a:spLocks noGrp="1"/>
          </p:cNvSpPr>
          <p:nvPr>
            <p:ph type="dt" sz="half" idx="10"/>
          </p:nvPr>
        </p:nvSpPr>
        <p:spPr/>
        <p:txBody>
          <a:bodyPr/>
          <a:lstStyle/>
          <a:p>
            <a:fld id="{FA61A33B-A68D-4D24-AC3A-A6EAE234F692}" type="datetimeFigureOut">
              <a:rPr lang="zh-CN" altLang="en-US" smtClean="0"/>
              <a:t>2022/12/14</a:t>
            </a:fld>
            <a:endParaRPr lang="zh-CN" altLang="en-US"/>
          </a:p>
        </p:txBody>
      </p:sp>
      <p:sp>
        <p:nvSpPr>
          <p:cNvPr id="4" name="页脚占位符 3">
            <a:extLst>
              <a:ext uri="{FF2B5EF4-FFF2-40B4-BE49-F238E27FC236}">
                <a16:creationId xmlns:a16="http://schemas.microsoft.com/office/drawing/2014/main" id="{C54BE36D-B250-1B9A-E857-ECEC135C03F1}"/>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8C1090F1-B0C8-9661-FD69-72507F44F1F8}"/>
              </a:ext>
            </a:extLst>
          </p:cNvPr>
          <p:cNvSpPr>
            <a:spLocks noGrp="1"/>
          </p:cNvSpPr>
          <p:nvPr>
            <p:ph type="sldNum" sz="quarter" idx="12"/>
          </p:nvPr>
        </p:nvSpPr>
        <p:spPr/>
        <p:txBody>
          <a:bodyPr/>
          <a:lstStyle/>
          <a:p>
            <a:fld id="{3154AB2D-96D3-489D-B81B-09016E2501A3}" type="slidenum">
              <a:rPr lang="zh-CN" altLang="en-US" smtClean="0"/>
              <a:t>‹#›</a:t>
            </a:fld>
            <a:endParaRPr lang="zh-CN" altLang="en-US"/>
          </a:p>
        </p:txBody>
      </p:sp>
    </p:spTree>
    <p:extLst>
      <p:ext uri="{BB962C8B-B14F-4D97-AF65-F5344CB8AC3E}">
        <p14:creationId xmlns:p14="http://schemas.microsoft.com/office/powerpoint/2010/main" val="22595555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8317DC-8A7E-F721-8814-F89BA100978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E744D076-4C35-E14B-9D8C-36225CAE55F9}"/>
              </a:ext>
            </a:extLst>
          </p:cNvPr>
          <p:cNvSpPr>
            <a:spLocks noGrp="1"/>
          </p:cNvSpPr>
          <p:nvPr>
            <p:ph type="dt" sz="half" idx="10"/>
          </p:nvPr>
        </p:nvSpPr>
        <p:spPr/>
        <p:txBody>
          <a:bodyPr/>
          <a:lstStyle/>
          <a:p>
            <a:fld id="{FA61A33B-A68D-4D24-AC3A-A6EAE234F692}" type="datetimeFigureOut">
              <a:rPr lang="zh-CN" altLang="en-US" smtClean="0"/>
              <a:t>2022/12/14</a:t>
            </a:fld>
            <a:endParaRPr lang="zh-CN" altLang="en-US"/>
          </a:p>
        </p:txBody>
      </p:sp>
      <p:sp>
        <p:nvSpPr>
          <p:cNvPr id="4" name="页脚占位符 3">
            <a:extLst>
              <a:ext uri="{FF2B5EF4-FFF2-40B4-BE49-F238E27FC236}">
                <a16:creationId xmlns:a16="http://schemas.microsoft.com/office/drawing/2014/main" id="{320955F8-964F-2D8B-8932-7308E4C8AE4D}"/>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4008F8CC-053C-AED1-E3BE-A649B3D552FC}"/>
              </a:ext>
            </a:extLst>
          </p:cNvPr>
          <p:cNvSpPr>
            <a:spLocks noGrp="1"/>
          </p:cNvSpPr>
          <p:nvPr>
            <p:ph type="sldNum" sz="quarter" idx="12"/>
          </p:nvPr>
        </p:nvSpPr>
        <p:spPr/>
        <p:txBody>
          <a:bodyPr/>
          <a:lstStyle/>
          <a:p>
            <a:fld id="{3154AB2D-96D3-489D-B81B-09016E2501A3}" type="slidenum">
              <a:rPr lang="zh-CN" altLang="en-US" smtClean="0"/>
              <a:t>‹#›</a:t>
            </a:fld>
            <a:endParaRPr lang="zh-CN" altLang="en-US"/>
          </a:p>
        </p:txBody>
      </p:sp>
    </p:spTree>
    <p:extLst>
      <p:ext uri="{BB962C8B-B14F-4D97-AF65-F5344CB8AC3E}">
        <p14:creationId xmlns:p14="http://schemas.microsoft.com/office/powerpoint/2010/main" val="1819854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178580-BECB-45B5-6F17-48B2D7E8F816}"/>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C9958AD-E54E-2697-B84D-C8BA0993D4FE}"/>
              </a:ext>
            </a:extLst>
          </p:cNvPr>
          <p:cNvSpPr>
            <a:spLocks noGrp="1"/>
          </p:cNvSpPr>
          <p:nvPr>
            <p:ph type="dt" sz="half" idx="10"/>
          </p:nvPr>
        </p:nvSpPr>
        <p:spPr/>
        <p:txBody>
          <a:bodyPr/>
          <a:lstStyle/>
          <a:p>
            <a:fld id="{FA61A33B-A68D-4D24-AC3A-A6EAE234F692}" type="datetimeFigureOut">
              <a:rPr lang="zh-CN" altLang="en-US" smtClean="0"/>
              <a:t>2022/12/14</a:t>
            </a:fld>
            <a:endParaRPr lang="zh-CN" altLang="en-US"/>
          </a:p>
        </p:txBody>
      </p:sp>
      <p:sp>
        <p:nvSpPr>
          <p:cNvPr id="4" name="页脚占位符 3">
            <a:extLst>
              <a:ext uri="{FF2B5EF4-FFF2-40B4-BE49-F238E27FC236}">
                <a16:creationId xmlns:a16="http://schemas.microsoft.com/office/drawing/2014/main" id="{AD1A8F0A-1C53-F07F-84AE-33737D4B927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8C978428-F980-BC78-1BCF-98B2AA97F496}"/>
              </a:ext>
            </a:extLst>
          </p:cNvPr>
          <p:cNvSpPr>
            <a:spLocks noGrp="1"/>
          </p:cNvSpPr>
          <p:nvPr>
            <p:ph type="sldNum" sz="quarter" idx="12"/>
          </p:nvPr>
        </p:nvSpPr>
        <p:spPr/>
        <p:txBody>
          <a:bodyPr/>
          <a:lstStyle/>
          <a:p>
            <a:fld id="{3154AB2D-96D3-489D-B81B-09016E2501A3}" type="slidenum">
              <a:rPr lang="zh-CN" altLang="en-US" smtClean="0"/>
              <a:t>‹#›</a:t>
            </a:fld>
            <a:endParaRPr lang="zh-CN" altLang="en-US"/>
          </a:p>
        </p:txBody>
      </p:sp>
    </p:spTree>
    <p:extLst>
      <p:ext uri="{BB962C8B-B14F-4D97-AF65-F5344CB8AC3E}">
        <p14:creationId xmlns:p14="http://schemas.microsoft.com/office/powerpoint/2010/main" val="28736478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F96F17-EAB4-2BC5-B92B-7E1F07A4145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2180CED-DA09-C20E-B0A8-E08DA28A15D4}"/>
              </a:ext>
            </a:extLst>
          </p:cNvPr>
          <p:cNvSpPr>
            <a:spLocks noGrp="1"/>
          </p:cNvSpPr>
          <p:nvPr>
            <p:ph type="dt" sz="half" idx="10"/>
          </p:nvPr>
        </p:nvSpPr>
        <p:spPr/>
        <p:txBody>
          <a:bodyPr/>
          <a:lstStyle/>
          <a:p>
            <a:fld id="{FA61A33B-A68D-4D24-AC3A-A6EAE234F692}" type="datetimeFigureOut">
              <a:rPr lang="zh-CN" altLang="en-US" smtClean="0"/>
              <a:t>2022/12/14</a:t>
            </a:fld>
            <a:endParaRPr lang="zh-CN" altLang="en-US"/>
          </a:p>
        </p:txBody>
      </p:sp>
      <p:sp>
        <p:nvSpPr>
          <p:cNvPr id="4" name="页脚占位符 3">
            <a:extLst>
              <a:ext uri="{FF2B5EF4-FFF2-40B4-BE49-F238E27FC236}">
                <a16:creationId xmlns:a16="http://schemas.microsoft.com/office/drawing/2014/main" id="{C16B0578-1B8B-4902-421E-7FE74710A211}"/>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F02DAE83-E8C5-E3BA-ECDE-B594F74C31E5}"/>
              </a:ext>
            </a:extLst>
          </p:cNvPr>
          <p:cNvSpPr>
            <a:spLocks noGrp="1"/>
          </p:cNvSpPr>
          <p:nvPr>
            <p:ph type="sldNum" sz="quarter" idx="12"/>
          </p:nvPr>
        </p:nvSpPr>
        <p:spPr/>
        <p:txBody>
          <a:bodyPr/>
          <a:lstStyle/>
          <a:p>
            <a:fld id="{3154AB2D-96D3-489D-B81B-09016E2501A3}" type="slidenum">
              <a:rPr lang="zh-CN" altLang="en-US" smtClean="0"/>
              <a:t>‹#›</a:t>
            </a:fld>
            <a:endParaRPr lang="zh-CN" altLang="en-US"/>
          </a:p>
        </p:txBody>
      </p:sp>
    </p:spTree>
    <p:extLst>
      <p:ext uri="{BB962C8B-B14F-4D97-AF65-F5344CB8AC3E}">
        <p14:creationId xmlns:p14="http://schemas.microsoft.com/office/powerpoint/2010/main" val="32545138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6D3063-C955-F268-15B3-36EC2457A02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0064F1FF-E604-0077-FE66-4B82443EB2CF}"/>
              </a:ext>
            </a:extLst>
          </p:cNvPr>
          <p:cNvSpPr>
            <a:spLocks noGrp="1"/>
          </p:cNvSpPr>
          <p:nvPr>
            <p:ph type="dt" sz="half" idx="10"/>
          </p:nvPr>
        </p:nvSpPr>
        <p:spPr/>
        <p:txBody>
          <a:bodyPr/>
          <a:lstStyle/>
          <a:p>
            <a:fld id="{FA61A33B-A68D-4D24-AC3A-A6EAE234F692}" type="datetimeFigureOut">
              <a:rPr lang="zh-CN" altLang="en-US" smtClean="0"/>
              <a:t>2022/12/14</a:t>
            </a:fld>
            <a:endParaRPr lang="zh-CN" altLang="en-US"/>
          </a:p>
        </p:txBody>
      </p:sp>
      <p:sp>
        <p:nvSpPr>
          <p:cNvPr id="4" name="页脚占位符 3">
            <a:extLst>
              <a:ext uri="{FF2B5EF4-FFF2-40B4-BE49-F238E27FC236}">
                <a16:creationId xmlns:a16="http://schemas.microsoft.com/office/drawing/2014/main" id="{1729B36D-A23F-788D-5AEF-3DDD14B54B7D}"/>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E4F64DA7-7344-4F91-934D-D14210413537}"/>
              </a:ext>
            </a:extLst>
          </p:cNvPr>
          <p:cNvSpPr>
            <a:spLocks noGrp="1"/>
          </p:cNvSpPr>
          <p:nvPr>
            <p:ph type="sldNum" sz="quarter" idx="12"/>
          </p:nvPr>
        </p:nvSpPr>
        <p:spPr/>
        <p:txBody>
          <a:bodyPr/>
          <a:lstStyle/>
          <a:p>
            <a:fld id="{3154AB2D-96D3-489D-B81B-09016E2501A3}" type="slidenum">
              <a:rPr lang="zh-CN" altLang="en-US" smtClean="0"/>
              <a:t>‹#›</a:t>
            </a:fld>
            <a:endParaRPr lang="zh-CN" altLang="en-US"/>
          </a:p>
        </p:txBody>
      </p:sp>
      <p:sp>
        <p:nvSpPr>
          <p:cNvPr id="7" name="TextBox 9">
            <a:extLst>
              <a:ext uri="{FF2B5EF4-FFF2-40B4-BE49-F238E27FC236}">
                <a16:creationId xmlns:a16="http://schemas.microsoft.com/office/drawing/2014/main" id="{1399D446-C829-EC5E-493D-5A00AEE46BC0}"/>
              </a:ext>
            </a:extLst>
          </p:cNvPr>
          <p:cNvSpPr txBox="1"/>
          <p:nvPr userDrawn="1"/>
        </p:nvSpPr>
        <p:spPr>
          <a:xfrm>
            <a:off x="1999196" y="6701470"/>
            <a:ext cx="1224136" cy="118430"/>
          </a:xfrm>
          <a:prstGeom prst="rect">
            <a:avLst/>
          </a:prstGeom>
          <a:noFill/>
        </p:spPr>
        <p:txBody>
          <a:bodyPr wrap="square" rtlCol="0">
            <a:spAutoFit/>
          </a:bodyPr>
          <a:lstStyle/>
          <a:p>
            <a:pPr marL="0" marR="0" lvl="0" indent="0" defTabSz="914400" eaLnBrk="1" fontAlgn="auto" latinLnBrk="0" hangingPunct="1">
              <a:lnSpc>
                <a:spcPct val="200000"/>
              </a:lnSpc>
              <a:spcBef>
                <a:spcPts val="0"/>
              </a:spcBef>
              <a:spcAft>
                <a:spcPts val="0"/>
              </a:spcAft>
              <a:buClrTx/>
              <a:buSzTx/>
              <a:buFontTx/>
              <a:buNone/>
              <a:tabLst/>
              <a:defRPr/>
            </a:pPr>
            <a:r>
              <a:t>PPT下载 https://www.ppthub.shop/xiazai/</a:t>
            </a:r>
          </a:p>
        </p:txBody>
      </p:sp>
    </p:spTree>
    <p:extLst>
      <p:ext uri="{BB962C8B-B14F-4D97-AF65-F5344CB8AC3E}">
        <p14:creationId xmlns:p14="http://schemas.microsoft.com/office/powerpoint/2010/main" val="22065936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E5B233-93B8-CD95-A2E8-11D3D73DE43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A841C1F-B31E-CCEA-949F-BBC0EE9DADEB}"/>
              </a:ext>
            </a:extLst>
          </p:cNvPr>
          <p:cNvSpPr>
            <a:spLocks noGrp="1"/>
          </p:cNvSpPr>
          <p:nvPr>
            <p:ph type="dt" sz="half" idx="10"/>
          </p:nvPr>
        </p:nvSpPr>
        <p:spPr/>
        <p:txBody>
          <a:bodyPr/>
          <a:lstStyle/>
          <a:p>
            <a:fld id="{FA61A33B-A68D-4D24-AC3A-A6EAE234F692}" type="datetimeFigureOut">
              <a:rPr lang="zh-CN" altLang="en-US" smtClean="0"/>
              <a:t>2022/12/14</a:t>
            </a:fld>
            <a:endParaRPr lang="zh-CN" altLang="en-US"/>
          </a:p>
        </p:txBody>
      </p:sp>
      <p:sp>
        <p:nvSpPr>
          <p:cNvPr id="4" name="页脚占位符 3">
            <a:extLst>
              <a:ext uri="{FF2B5EF4-FFF2-40B4-BE49-F238E27FC236}">
                <a16:creationId xmlns:a16="http://schemas.microsoft.com/office/drawing/2014/main" id="{838AB3E5-4D65-75CA-0F25-952DDB68E20A}"/>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4E55F780-7955-D703-5AD1-899E84B86EDD}"/>
              </a:ext>
            </a:extLst>
          </p:cNvPr>
          <p:cNvSpPr>
            <a:spLocks noGrp="1"/>
          </p:cNvSpPr>
          <p:nvPr>
            <p:ph type="sldNum" sz="quarter" idx="12"/>
          </p:nvPr>
        </p:nvSpPr>
        <p:spPr/>
        <p:txBody>
          <a:bodyPr/>
          <a:lstStyle/>
          <a:p>
            <a:fld id="{3154AB2D-96D3-489D-B81B-09016E2501A3}" type="slidenum">
              <a:rPr lang="zh-CN" altLang="en-US" smtClean="0"/>
              <a:t>‹#›</a:t>
            </a:fld>
            <a:endParaRPr lang="zh-CN" altLang="en-US"/>
          </a:p>
        </p:txBody>
      </p:sp>
    </p:spTree>
    <p:extLst>
      <p:ext uri="{BB962C8B-B14F-4D97-AF65-F5344CB8AC3E}">
        <p14:creationId xmlns:p14="http://schemas.microsoft.com/office/powerpoint/2010/main" val="38127731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0F9781-A37A-888A-0B07-4703258CC12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68010C6E-CBAE-2693-C901-0C8A1900637D}"/>
              </a:ext>
            </a:extLst>
          </p:cNvPr>
          <p:cNvSpPr>
            <a:spLocks noGrp="1"/>
          </p:cNvSpPr>
          <p:nvPr>
            <p:ph type="dt" sz="half" idx="10"/>
          </p:nvPr>
        </p:nvSpPr>
        <p:spPr/>
        <p:txBody>
          <a:bodyPr/>
          <a:lstStyle/>
          <a:p>
            <a:fld id="{FA61A33B-A68D-4D24-AC3A-A6EAE234F692}" type="datetimeFigureOut">
              <a:rPr lang="zh-CN" altLang="en-US" smtClean="0"/>
              <a:t>2022/12/14</a:t>
            </a:fld>
            <a:endParaRPr lang="zh-CN" altLang="en-US"/>
          </a:p>
        </p:txBody>
      </p:sp>
      <p:sp>
        <p:nvSpPr>
          <p:cNvPr id="4" name="页脚占位符 3">
            <a:extLst>
              <a:ext uri="{FF2B5EF4-FFF2-40B4-BE49-F238E27FC236}">
                <a16:creationId xmlns:a16="http://schemas.microsoft.com/office/drawing/2014/main" id="{7B3F3161-EE69-9297-2138-621C267928DD}"/>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7BCE106D-E555-0B06-52EC-752222018BDE}"/>
              </a:ext>
            </a:extLst>
          </p:cNvPr>
          <p:cNvSpPr>
            <a:spLocks noGrp="1"/>
          </p:cNvSpPr>
          <p:nvPr>
            <p:ph type="sldNum" sz="quarter" idx="12"/>
          </p:nvPr>
        </p:nvSpPr>
        <p:spPr/>
        <p:txBody>
          <a:bodyPr/>
          <a:lstStyle/>
          <a:p>
            <a:fld id="{3154AB2D-96D3-489D-B81B-09016E2501A3}" type="slidenum">
              <a:rPr lang="zh-CN" altLang="en-US" smtClean="0"/>
              <a:t>‹#›</a:t>
            </a:fld>
            <a:endParaRPr lang="zh-CN" altLang="en-US"/>
          </a:p>
        </p:txBody>
      </p:sp>
    </p:spTree>
    <p:extLst>
      <p:ext uri="{BB962C8B-B14F-4D97-AF65-F5344CB8AC3E}">
        <p14:creationId xmlns:p14="http://schemas.microsoft.com/office/powerpoint/2010/main" val="6316500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t>2022/12/14</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t>‹#›</a:t>
            </a:fld>
            <a:endParaRPr lang="zh-CN" altLang="en-US"/>
          </a:p>
        </p:txBody>
      </p:sp>
    </p:spTree>
    <p:extLst>
      <p:ext uri="{BB962C8B-B14F-4D97-AF65-F5344CB8AC3E}">
        <p14:creationId xmlns:p14="http://schemas.microsoft.com/office/powerpoint/2010/main" val="17011782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t>2022/12/14</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t>‹#›</a:t>
            </a:fld>
            <a:endParaRPr lang="zh-CN" altLang="en-US"/>
          </a:p>
        </p:txBody>
      </p:sp>
    </p:spTree>
    <p:extLst>
      <p:ext uri="{BB962C8B-B14F-4D97-AF65-F5344CB8AC3E}">
        <p14:creationId xmlns:p14="http://schemas.microsoft.com/office/powerpoint/2010/main" val="11456750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276931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61A33B-A68D-4D24-AC3A-A6EAE234F692}" type="datetimeFigureOut">
              <a:rPr lang="zh-CN" altLang="en-US" smtClean="0"/>
              <a:t>2022/12/14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54AB2D-96D3-489D-B81B-09016E2501A3}"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9191857"/>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3.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42" name="矩形 41"/>
          <p:cNvSpPr/>
          <p:nvPr/>
        </p:nvSpPr>
        <p:spPr>
          <a:xfrm>
            <a:off x="635" y="0"/>
            <a:ext cx="12211050" cy="6865620"/>
          </a:xfrm>
          <a:prstGeom prst="rect">
            <a:avLst/>
          </a:prstGeom>
          <a:solidFill>
            <a:srgbClr val="F4F4F4">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p:cNvSpPr txBox="1"/>
          <p:nvPr/>
        </p:nvSpPr>
        <p:spPr>
          <a:xfrm>
            <a:off x="5942965" y="457200"/>
            <a:ext cx="5516880" cy="2646045"/>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6600" dirty="0">
                <a:ln>
                  <a:gradFill>
                    <a:gsLst>
                      <a:gs pos="12000">
                        <a:srgbClr val="26211B"/>
                      </a:gs>
                      <a:gs pos="77000">
                        <a:srgbClr val="F4F4F4"/>
                      </a:gs>
                    </a:gsLst>
                    <a:lin ang="5400000" scaled="1"/>
                  </a:gradFill>
                </a:ln>
                <a:noFill/>
                <a:latin typeface="字魂151号-联盟综艺体" panose="00000500000000000000" charset="-122"/>
                <a:ea typeface="字魂151号-联盟综艺体" panose="00000500000000000000" charset="-122"/>
                <a:cs typeface="思源黑体 CN Heavy" panose="020B0A00000000000000" charset="-122"/>
              </a:rPr>
              <a:t>2029</a:t>
            </a:r>
            <a:endParaRPr kumimoji="0" lang="en-US" altLang="zh-CN" sz="16600" i="0" u="none" strike="noStrike" kern="1200" cap="none" spc="0" normalizeH="0" baseline="0" noProof="0" dirty="0">
              <a:ln>
                <a:gradFill>
                  <a:gsLst>
                    <a:gs pos="12000">
                      <a:srgbClr val="26211B"/>
                    </a:gs>
                    <a:gs pos="77000">
                      <a:srgbClr val="F4F4F4"/>
                    </a:gs>
                  </a:gsLst>
                  <a:lin ang="5400000" scaled="1"/>
                </a:gradFill>
              </a:ln>
              <a:noFill/>
              <a:effectLst/>
              <a:uLnTx/>
              <a:uFillTx/>
              <a:latin typeface="字魂151号-联盟综艺体" panose="00000500000000000000" charset="-122"/>
              <a:ea typeface="字魂151号-联盟综艺体" panose="00000500000000000000" charset="-122"/>
              <a:cs typeface="思源黑体 CN Heavy" panose="020B0A00000000000000" charset="-122"/>
            </a:endParaRPr>
          </a:p>
        </p:txBody>
      </p:sp>
      <p:sp>
        <p:nvSpPr>
          <p:cNvPr id="30" name="椭圆 29"/>
          <p:cNvSpPr/>
          <p:nvPr/>
        </p:nvSpPr>
        <p:spPr>
          <a:xfrm>
            <a:off x="-3256915" y="23813"/>
            <a:ext cx="6810375" cy="6810375"/>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同心圆 32"/>
          <p:cNvSpPr/>
          <p:nvPr/>
        </p:nvSpPr>
        <p:spPr>
          <a:xfrm>
            <a:off x="762953" y="885508"/>
            <a:ext cx="5086985" cy="5086985"/>
          </a:xfrm>
          <a:prstGeom prst="donut">
            <a:avLst>
              <a:gd name="adj" fmla="val 4983"/>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1265555" y="1388110"/>
            <a:ext cx="4081780" cy="4081780"/>
          </a:xfrm>
          <a:prstGeom prst="ellipse">
            <a:avLst/>
          </a:prstGeom>
          <a:blipFill rotWithShape="1">
            <a:blip r:embed="rId3"/>
            <a:stretch>
              <a:fillRect/>
            </a:stretch>
          </a:blipFill>
          <a:ln w="25400">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p:cNvSpPr txBox="1"/>
          <p:nvPr/>
        </p:nvSpPr>
        <p:spPr>
          <a:xfrm>
            <a:off x="6078220" y="2896235"/>
            <a:ext cx="5532755" cy="922020"/>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5400" dirty="0">
                <a:solidFill>
                  <a:srgbClr val="FEB51B"/>
                </a:solidFill>
                <a:latin typeface="字魂151号-联盟综艺体" panose="00000500000000000000" charset="-122"/>
                <a:ea typeface="字魂151号-联盟综艺体" panose="00000500000000000000" charset="-122"/>
                <a:cs typeface="思源黑体 CN Heavy" panose="020B0A00000000000000" charset="-122"/>
              </a:rPr>
              <a:t>年终工作总结</a:t>
            </a:r>
            <a:endParaRPr kumimoji="0" lang="zh-CN" altLang="en-US" sz="5400" i="0" u="none" strike="noStrike" kern="1200" cap="none" spc="0" normalizeH="0" baseline="0" noProof="0" dirty="0">
              <a:ln>
                <a:noFill/>
              </a:ln>
              <a:solidFill>
                <a:srgbClr val="FEB51B"/>
              </a:solidFill>
              <a:effectLst/>
              <a:uLnTx/>
              <a:uFillTx/>
              <a:latin typeface="字魂151号-联盟综艺体" panose="00000500000000000000" charset="-122"/>
              <a:ea typeface="字魂151号-联盟综艺体" panose="00000500000000000000" charset="-122"/>
              <a:cs typeface="思源黑体 CN Heavy" panose="020B0A00000000000000" charset="-122"/>
            </a:endParaRPr>
          </a:p>
        </p:txBody>
      </p:sp>
      <p:sp>
        <p:nvSpPr>
          <p:cNvPr id="37" name="文本框 36"/>
          <p:cNvSpPr txBox="1"/>
          <p:nvPr/>
        </p:nvSpPr>
        <p:spPr>
          <a:xfrm>
            <a:off x="6078220" y="1932940"/>
            <a:ext cx="3855085" cy="1106805"/>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sz="6600" dirty="0">
                <a:solidFill>
                  <a:srgbClr val="26211B"/>
                </a:solidFill>
                <a:latin typeface="字魂151号-联盟综艺体" panose="00000500000000000000" charset="-122"/>
                <a:ea typeface="字魂151号-联盟综艺体" panose="00000500000000000000" charset="-122"/>
                <a:cs typeface="思源黑体 CN Heavy" panose="020B0A00000000000000" charset="-122"/>
              </a:rPr>
              <a:t>简约风格</a:t>
            </a:r>
            <a:endParaRPr kumimoji="0" lang="zh-CN" sz="6600" i="0" u="none" strike="noStrike" kern="1200" cap="none" spc="0" normalizeH="0" baseline="0" noProof="0" dirty="0">
              <a:ln>
                <a:noFill/>
              </a:ln>
              <a:solidFill>
                <a:srgbClr val="26211B"/>
              </a:solidFill>
              <a:effectLst/>
              <a:uLnTx/>
              <a:uFillTx/>
              <a:latin typeface="字魂151号-联盟综艺体" panose="00000500000000000000" charset="-122"/>
              <a:ea typeface="字魂151号-联盟综艺体" panose="00000500000000000000" charset="-122"/>
              <a:cs typeface="思源黑体 CN Heavy" panose="020B0A00000000000000" charset="-122"/>
            </a:endParaRPr>
          </a:p>
        </p:txBody>
      </p:sp>
      <p:grpSp>
        <p:nvGrpSpPr>
          <p:cNvPr id="78" name="组合 77"/>
          <p:cNvGrpSpPr/>
          <p:nvPr/>
        </p:nvGrpSpPr>
        <p:grpSpPr>
          <a:xfrm>
            <a:off x="560705" y="164783"/>
            <a:ext cx="11071225" cy="6483032"/>
            <a:chOff x="1038" y="260"/>
            <a:chExt cx="17435" cy="10209"/>
          </a:xfrm>
        </p:grpSpPr>
        <p:sp>
          <p:nvSpPr>
            <p:cNvPr id="144" name="文本框 143"/>
            <p:cNvSpPr txBox="1"/>
            <p:nvPr/>
          </p:nvSpPr>
          <p:spPr>
            <a:xfrm>
              <a:off x="1038" y="10035"/>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sp>
          <p:nvSpPr>
            <p:cNvPr id="77" name="文本框 76"/>
            <p:cNvSpPr txBox="1"/>
            <p:nvPr/>
          </p:nvSpPr>
          <p:spPr>
            <a:xfrm>
              <a:off x="1038" y="260"/>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grpSp>
      <p:sp>
        <p:nvSpPr>
          <p:cNvPr id="39" name="圆角矩形 38"/>
          <p:cNvSpPr/>
          <p:nvPr/>
        </p:nvSpPr>
        <p:spPr>
          <a:xfrm>
            <a:off x="6116320" y="3844925"/>
            <a:ext cx="5817870" cy="549910"/>
          </a:xfrm>
          <a:prstGeom prst="roundRect">
            <a:avLst>
              <a:gd name="adj" fmla="val 0"/>
            </a:avLst>
          </a:prstGeom>
          <a:noFill/>
          <a:ln>
            <a:no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b="1" dirty="0">
                <a:solidFill>
                  <a:schemeClr val="tx1">
                    <a:lumMod val="75000"/>
                    <a:lumOff val="25000"/>
                  </a:schemeClr>
                </a:solidFill>
                <a:latin typeface="思源黑体 CN Medium" panose="020B0600000000000000" charset="-122"/>
                <a:ea typeface="思源黑体 CN Medium" panose="020B0600000000000000" charset="-122"/>
                <a:cs typeface="思源黑体 CN Heavy" panose="020B0A00000000000000" charset="-122"/>
                <a:sym typeface="+mn-ea"/>
              </a:rPr>
              <a:t>BLUE COLOR BUSINESS PLANNING TEMPLATE</a:t>
            </a:r>
          </a:p>
        </p:txBody>
      </p:sp>
      <p:sp>
        <p:nvSpPr>
          <p:cNvPr id="40" name="圆角矩形 39"/>
          <p:cNvSpPr/>
          <p:nvPr/>
        </p:nvSpPr>
        <p:spPr>
          <a:xfrm>
            <a:off x="6177915" y="4815205"/>
            <a:ext cx="2279650" cy="549910"/>
          </a:xfrm>
          <a:prstGeom prst="roundRect">
            <a:avLst>
              <a:gd name="adj" fmla="val 50000"/>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t>汇报人：</a:t>
            </a:r>
            <a:endParaRPr lang="zh-CN" altLang="en-US" sz="1600" dirty="0">
              <a:solidFill>
                <a:schemeClr val="bg1"/>
              </a:solidFill>
              <a:latin typeface="字魂151号-联盟综艺体" panose="00000500000000000000" charset="-122"/>
              <a:ea typeface="字魂151号-联盟综艺体" panose="00000500000000000000" charset="-122"/>
              <a:cs typeface="思源黑体 CN Heavy" panose="020B0A00000000000000" charset="-122"/>
              <a:sym typeface="+mn-ea"/>
            </a:endParaRPr>
          </a:p>
        </p:txBody>
      </p:sp>
      <p:sp>
        <p:nvSpPr>
          <p:cNvPr id="41" name="圆角矩形 40"/>
          <p:cNvSpPr/>
          <p:nvPr/>
        </p:nvSpPr>
        <p:spPr>
          <a:xfrm>
            <a:off x="8876030" y="4815205"/>
            <a:ext cx="2279650" cy="549910"/>
          </a:xfrm>
          <a:prstGeom prst="roundRect">
            <a:avLst>
              <a:gd name="adj" fmla="val 50000"/>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dirty="0">
                <a:solidFill>
                  <a:schemeClr val="bg1"/>
                </a:solidFill>
                <a:latin typeface="字魂151号-联盟综艺体" panose="00000500000000000000" charset="-122"/>
                <a:ea typeface="字魂151号-联盟综艺体" panose="00000500000000000000" charset="-122"/>
                <a:cs typeface="字魂151号-联盟综艺体" panose="00000500000000000000" charset="-122"/>
                <a:sym typeface="+mn-ea"/>
              </a:rPr>
              <a:t>时间：</a:t>
            </a:r>
            <a:r>
              <a:rPr lang="en-US" altLang="zh-CN" sz="1600" dirty="0">
                <a:solidFill>
                  <a:schemeClr val="bg1"/>
                </a:solidFill>
                <a:latin typeface="字魂151号-联盟综艺体" panose="00000500000000000000" charset="-122"/>
                <a:ea typeface="字魂151号-联盟综艺体" panose="00000500000000000000" charset="-122"/>
                <a:cs typeface="字魂151号-联盟综艺体" panose="00000500000000000000" charset="-122"/>
                <a:sym typeface="+mn-ea"/>
              </a:rPr>
              <a:t>20XX</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p:cTn id="7" dur="1000" fill="hold"/>
                                        <p:tgtEl>
                                          <p:spTgt spid="30"/>
                                        </p:tgtEl>
                                        <p:attrNameLst>
                                          <p:attrName>ppt_x</p:attrName>
                                        </p:attrNameLst>
                                      </p:cBhvr>
                                      <p:tavLst>
                                        <p:tav tm="0">
                                          <p:val>
                                            <p:strVal val="#ppt_x-.2"/>
                                          </p:val>
                                        </p:tav>
                                        <p:tav tm="100000">
                                          <p:val>
                                            <p:strVal val="#ppt_x"/>
                                          </p:val>
                                        </p:tav>
                                      </p:tavLst>
                                    </p:anim>
                                    <p:anim calcmode="lin" valueType="num">
                                      <p:cBhvr>
                                        <p:cTn id="8" dur="1000" fill="hold"/>
                                        <p:tgtEl>
                                          <p:spTgt spid="30"/>
                                        </p:tgtEl>
                                        <p:attrNameLst>
                                          <p:attrName>ppt_y</p:attrName>
                                        </p:attrNameLst>
                                      </p:cBhvr>
                                      <p:tavLst>
                                        <p:tav tm="0">
                                          <p:val>
                                            <p:strVal val="#ppt_y"/>
                                          </p:val>
                                        </p:tav>
                                        <p:tav tm="100000">
                                          <p:val>
                                            <p:strVal val="#ppt_y"/>
                                          </p:val>
                                        </p:tav>
                                      </p:tavLst>
                                    </p:anim>
                                    <p:animEffect transition="in" filter="wipe(right)" prLst="gradientSize: 0.1">
                                      <p:cBhvr>
                                        <p:cTn id="9" dur="1000"/>
                                        <p:tgtEl>
                                          <p:spTgt spid="30"/>
                                        </p:tgtEl>
                                      </p:cBhvr>
                                    </p:animEffect>
                                  </p:childTnLst>
                                </p:cTn>
                              </p:par>
                            </p:childTnLst>
                          </p:cTn>
                        </p:par>
                      </p:childTnLst>
                    </p:cTn>
                  </p:par>
                  <p:par>
                    <p:cTn id="10" fill="hold">
                      <p:stCondLst>
                        <p:cond delay="indefinite"/>
                      </p:stCondLst>
                      <p:childTnLst>
                        <p:par>
                          <p:cTn id="11" fill="hold">
                            <p:stCondLst>
                              <p:cond delay="0"/>
                            </p:stCondLst>
                            <p:childTnLst>
                              <p:par>
                                <p:cTn id="12" presetID="4" presetClass="entr" presetSubtype="16" fill="hold" grpId="0" nodeType="clickEffect">
                                  <p:stCondLst>
                                    <p:cond delay="0"/>
                                  </p:stCondLst>
                                  <p:childTnLst>
                                    <p:set>
                                      <p:cBhvr>
                                        <p:cTn id="13" dur="1" fill="hold">
                                          <p:stCondLst>
                                            <p:cond delay="0"/>
                                          </p:stCondLst>
                                        </p:cTn>
                                        <p:tgtEl>
                                          <p:spTgt spid="35"/>
                                        </p:tgtEl>
                                        <p:attrNameLst>
                                          <p:attrName>style.visibility</p:attrName>
                                        </p:attrNameLst>
                                      </p:cBhvr>
                                      <p:to>
                                        <p:strVal val="visible"/>
                                      </p:to>
                                    </p:set>
                                    <p:animEffect transition="in" filter="box(in)">
                                      <p:cBhvr>
                                        <p:cTn id="14" dur="2000"/>
                                        <p:tgtEl>
                                          <p:spTgt spid="35"/>
                                        </p:tgtEl>
                                      </p:cBhvr>
                                    </p:animEffect>
                                  </p:childTnLst>
                                </p:cTn>
                              </p:par>
                            </p:childTnLst>
                          </p:cTn>
                        </p:par>
                      </p:childTnLst>
                    </p:cTn>
                  </p:par>
                  <p:par>
                    <p:cTn id="15" fill="hold">
                      <p:stCondLst>
                        <p:cond delay="indefinite"/>
                      </p:stCondLst>
                      <p:childTnLst>
                        <p:par>
                          <p:cTn id="16" fill="hold">
                            <p:stCondLst>
                              <p:cond delay="0"/>
                            </p:stCondLst>
                            <p:childTnLst>
                              <p:par>
                                <p:cTn id="17" presetID="13" presetClass="entr" presetSubtype="16" fill="hold" grpId="0" nodeType="click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plus(in)">
                                      <p:cBhvr>
                                        <p:cTn id="19" dur="2000"/>
                                        <p:tgtEl>
                                          <p:spTgt spid="33"/>
                                        </p:tgtEl>
                                      </p:cBhvr>
                                    </p:animEffect>
                                  </p:childTnLst>
                                </p:cTn>
                              </p:par>
                            </p:childTnLst>
                          </p:cTn>
                        </p:par>
                      </p:childTnLst>
                    </p:cTn>
                  </p:par>
                  <p:par>
                    <p:cTn id="20" fill="hold">
                      <p:stCondLst>
                        <p:cond delay="indefinite"/>
                      </p:stCondLst>
                      <p:childTnLst>
                        <p:par>
                          <p:cTn id="21" fill="hold">
                            <p:stCondLst>
                              <p:cond delay="0"/>
                            </p:stCondLst>
                            <p:childTnLst>
                              <p:par>
                                <p:cTn id="22" presetID="56" presetClass="entr" presetSubtype="0" fill="hold" grpId="0" nodeType="clickEffect">
                                  <p:stCondLst>
                                    <p:cond delay="0"/>
                                  </p:stCondLst>
                                  <p:iterate type="lt">
                                    <p:tmPct val="10000"/>
                                  </p:iterate>
                                  <p:childTnLst>
                                    <p:set>
                                      <p:cBhvr>
                                        <p:cTn id="23" dur="1" fill="hold">
                                          <p:stCondLst>
                                            <p:cond delay="0"/>
                                          </p:stCondLst>
                                        </p:cTn>
                                        <p:tgtEl>
                                          <p:spTgt spid="37"/>
                                        </p:tgtEl>
                                        <p:attrNameLst>
                                          <p:attrName>style.visibility</p:attrName>
                                        </p:attrNameLst>
                                      </p:cBhvr>
                                      <p:to>
                                        <p:strVal val="visible"/>
                                      </p:to>
                                    </p:set>
                                    <p:anim by="(-#ppt_w*2)" calcmode="lin" valueType="num">
                                      <p:cBhvr rctx="PPT">
                                        <p:cTn id="24" dur="500" autoRev="1" fill="hold">
                                          <p:stCondLst>
                                            <p:cond delay="0"/>
                                          </p:stCondLst>
                                        </p:cTn>
                                        <p:tgtEl>
                                          <p:spTgt spid="37"/>
                                        </p:tgtEl>
                                        <p:attrNameLst>
                                          <p:attrName>ppt_w</p:attrName>
                                        </p:attrNameLst>
                                      </p:cBhvr>
                                    </p:anim>
                                    <p:anim by="(#ppt_w*0.50)" calcmode="lin" valueType="num">
                                      <p:cBhvr>
                                        <p:cTn id="25" dur="500" decel="50000" autoRev="1" fill="hold">
                                          <p:stCondLst>
                                            <p:cond delay="0"/>
                                          </p:stCondLst>
                                        </p:cTn>
                                        <p:tgtEl>
                                          <p:spTgt spid="37"/>
                                        </p:tgtEl>
                                        <p:attrNameLst>
                                          <p:attrName>ppt_x</p:attrName>
                                        </p:attrNameLst>
                                      </p:cBhvr>
                                    </p:anim>
                                    <p:anim from="(-#ppt_h/2)" to="(#ppt_y)" calcmode="lin" valueType="num">
                                      <p:cBhvr>
                                        <p:cTn id="26" dur="1000" fill="hold">
                                          <p:stCondLst>
                                            <p:cond delay="0"/>
                                          </p:stCondLst>
                                        </p:cTn>
                                        <p:tgtEl>
                                          <p:spTgt spid="37"/>
                                        </p:tgtEl>
                                        <p:attrNameLst>
                                          <p:attrName>ppt_y</p:attrName>
                                        </p:attrNameLst>
                                      </p:cBhvr>
                                    </p:anim>
                                    <p:animRot by="21600000">
                                      <p:cBhvr>
                                        <p:cTn id="27" dur="1000" fill="hold">
                                          <p:stCondLst>
                                            <p:cond delay="0"/>
                                          </p:stCondLst>
                                        </p:cTn>
                                        <p:tgtEl>
                                          <p:spTgt spid="37"/>
                                        </p:tgtEl>
                                        <p:attrNameLst>
                                          <p:attrName>r</p:attrName>
                                        </p:attrNameLst>
                                      </p:cBhvr>
                                    </p:animRot>
                                  </p:childTnLst>
                                </p:cTn>
                              </p:par>
                            </p:childTnLst>
                          </p:cTn>
                        </p:par>
                      </p:childTnLst>
                    </p:cTn>
                  </p:par>
                  <p:par>
                    <p:cTn id="28" fill="hold">
                      <p:stCondLst>
                        <p:cond delay="indefinite"/>
                      </p:stCondLst>
                      <p:childTnLst>
                        <p:par>
                          <p:cTn id="29" fill="hold">
                            <p:stCondLst>
                              <p:cond delay="0"/>
                            </p:stCondLst>
                            <p:childTnLst>
                              <p:par>
                                <p:cTn id="30" presetID="56" presetClass="entr" presetSubtype="0" fill="hold" grpId="0" nodeType="clickEffect">
                                  <p:stCondLst>
                                    <p:cond delay="0"/>
                                  </p:stCondLst>
                                  <p:iterate type="lt">
                                    <p:tmPct val="10000"/>
                                  </p:iterate>
                                  <p:childTnLst>
                                    <p:set>
                                      <p:cBhvr>
                                        <p:cTn id="31" dur="1" fill="hold">
                                          <p:stCondLst>
                                            <p:cond delay="0"/>
                                          </p:stCondLst>
                                        </p:cTn>
                                        <p:tgtEl>
                                          <p:spTgt spid="36"/>
                                        </p:tgtEl>
                                        <p:attrNameLst>
                                          <p:attrName>style.visibility</p:attrName>
                                        </p:attrNameLst>
                                      </p:cBhvr>
                                      <p:to>
                                        <p:strVal val="visible"/>
                                      </p:to>
                                    </p:set>
                                    <p:anim by="(-#ppt_w*2)" calcmode="lin" valueType="num">
                                      <p:cBhvr rctx="PPT">
                                        <p:cTn id="32" dur="500" autoRev="1" fill="hold">
                                          <p:stCondLst>
                                            <p:cond delay="0"/>
                                          </p:stCondLst>
                                        </p:cTn>
                                        <p:tgtEl>
                                          <p:spTgt spid="36"/>
                                        </p:tgtEl>
                                        <p:attrNameLst>
                                          <p:attrName>ppt_w</p:attrName>
                                        </p:attrNameLst>
                                      </p:cBhvr>
                                    </p:anim>
                                    <p:anim by="(#ppt_w*0.50)" calcmode="lin" valueType="num">
                                      <p:cBhvr>
                                        <p:cTn id="33" dur="500" decel="50000" autoRev="1" fill="hold">
                                          <p:stCondLst>
                                            <p:cond delay="0"/>
                                          </p:stCondLst>
                                        </p:cTn>
                                        <p:tgtEl>
                                          <p:spTgt spid="36"/>
                                        </p:tgtEl>
                                        <p:attrNameLst>
                                          <p:attrName>ppt_x</p:attrName>
                                        </p:attrNameLst>
                                      </p:cBhvr>
                                    </p:anim>
                                    <p:anim from="(-#ppt_h/2)" to="(#ppt_y)" calcmode="lin" valueType="num">
                                      <p:cBhvr>
                                        <p:cTn id="34" dur="1000" fill="hold">
                                          <p:stCondLst>
                                            <p:cond delay="0"/>
                                          </p:stCondLst>
                                        </p:cTn>
                                        <p:tgtEl>
                                          <p:spTgt spid="36"/>
                                        </p:tgtEl>
                                        <p:attrNameLst>
                                          <p:attrName>ppt_y</p:attrName>
                                        </p:attrNameLst>
                                      </p:cBhvr>
                                    </p:anim>
                                    <p:animRot by="21600000">
                                      <p:cBhvr>
                                        <p:cTn id="35" dur="1000" fill="hold">
                                          <p:stCondLst>
                                            <p:cond delay="0"/>
                                          </p:stCondLst>
                                        </p:cTn>
                                        <p:tgtEl>
                                          <p:spTgt spid="36"/>
                                        </p:tgtEl>
                                        <p:attrNameLst>
                                          <p:attrName>r</p:attrName>
                                        </p:attrNameLst>
                                      </p:cBhvr>
                                    </p:animRot>
                                  </p:childTnLst>
                                </p:cTn>
                              </p:par>
                            </p:childTnLst>
                          </p:cTn>
                        </p:par>
                      </p:childTnLst>
                    </p:cTn>
                  </p:par>
                  <p:par>
                    <p:cTn id="36" fill="hold">
                      <p:stCondLst>
                        <p:cond delay="indefinite"/>
                      </p:stCondLst>
                      <p:childTnLst>
                        <p:par>
                          <p:cTn id="37" fill="hold">
                            <p:stCondLst>
                              <p:cond delay="0"/>
                            </p:stCondLst>
                            <p:childTnLst>
                              <p:par>
                                <p:cTn id="38" presetID="12" presetClass="entr" presetSubtype="4" fill="hold" grpId="0" nodeType="clickEffect">
                                  <p:stCondLst>
                                    <p:cond delay="0"/>
                                  </p:stCondLst>
                                  <p:childTnLst>
                                    <p:set>
                                      <p:cBhvr>
                                        <p:cTn id="39" dur="1" fill="hold">
                                          <p:stCondLst>
                                            <p:cond delay="0"/>
                                          </p:stCondLst>
                                        </p:cTn>
                                        <p:tgtEl>
                                          <p:spTgt spid="39"/>
                                        </p:tgtEl>
                                        <p:attrNameLst>
                                          <p:attrName>style.visibility</p:attrName>
                                        </p:attrNameLst>
                                      </p:cBhvr>
                                      <p:to>
                                        <p:strVal val="visible"/>
                                      </p:to>
                                    </p:set>
                                    <p:anim calcmode="lin" valueType="num">
                                      <p:cBhvr additive="base">
                                        <p:cTn id="40" dur="500"/>
                                        <p:tgtEl>
                                          <p:spTgt spid="39"/>
                                        </p:tgtEl>
                                        <p:attrNameLst>
                                          <p:attrName>ppt_y</p:attrName>
                                        </p:attrNameLst>
                                      </p:cBhvr>
                                      <p:tavLst>
                                        <p:tav tm="0">
                                          <p:val>
                                            <p:strVal val="#ppt_y+#ppt_h*1.125000"/>
                                          </p:val>
                                        </p:tav>
                                        <p:tav tm="100000">
                                          <p:val>
                                            <p:strVal val="#ppt_y"/>
                                          </p:val>
                                        </p:tav>
                                      </p:tavLst>
                                    </p:anim>
                                    <p:animEffect transition="in" filter="wipe(up)">
                                      <p:cBhvr>
                                        <p:cTn id="41" dur="500"/>
                                        <p:tgtEl>
                                          <p:spTgt spid="39"/>
                                        </p:tgtEl>
                                      </p:cBhvr>
                                    </p:animEffect>
                                  </p:childTnLst>
                                </p:cTn>
                              </p:par>
                            </p:childTnLst>
                          </p:cTn>
                        </p:par>
                      </p:childTnLst>
                    </p:cTn>
                  </p:par>
                  <p:par>
                    <p:cTn id="42" fill="hold">
                      <p:stCondLst>
                        <p:cond delay="indefinite"/>
                      </p:stCondLst>
                      <p:childTnLst>
                        <p:par>
                          <p:cTn id="43" fill="hold">
                            <p:stCondLst>
                              <p:cond delay="0"/>
                            </p:stCondLst>
                            <p:childTnLst>
                              <p:par>
                                <p:cTn id="44" presetID="50" presetClass="entr" presetSubtype="0" decel="100000" fill="hold" grpId="0" nodeType="clickEffect">
                                  <p:stCondLst>
                                    <p:cond delay="0"/>
                                  </p:stCondLst>
                                  <p:childTnLst>
                                    <p:set>
                                      <p:cBhvr>
                                        <p:cTn id="45" dur="1" fill="hold">
                                          <p:stCondLst>
                                            <p:cond delay="0"/>
                                          </p:stCondLst>
                                        </p:cTn>
                                        <p:tgtEl>
                                          <p:spTgt spid="38"/>
                                        </p:tgtEl>
                                        <p:attrNameLst>
                                          <p:attrName>style.visibility</p:attrName>
                                        </p:attrNameLst>
                                      </p:cBhvr>
                                      <p:to>
                                        <p:strVal val="visible"/>
                                      </p:to>
                                    </p:set>
                                    <p:anim calcmode="lin" valueType="num">
                                      <p:cBhvr>
                                        <p:cTn id="46" dur="1000" fill="hold"/>
                                        <p:tgtEl>
                                          <p:spTgt spid="38"/>
                                        </p:tgtEl>
                                        <p:attrNameLst>
                                          <p:attrName>ppt_w</p:attrName>
                                        </p:attrNameLst>
                                      </p:cBhvr>
                                      <p:tavLst>
                                        <p:tav tm="0">
                                          <p:val>
                                            <p:strVal val="#ppt_w+.3"/>
                                          </p:val>
                                        </p:tav>
                                        <p:tav tm="100000">
                                          <p:val>
                                            <p:strVal val="#ppt_w"/>
                                          </p:val>
                                        </p:tav>
                                      </p:tavLst>
                                    </p:anim>
                                    <p:anim calcmode="lin" valueType="num">
                                      <p:cBhvr>
                                        <p:cTn id="47" dur="1000" fill="hold"/>
                                        <p:tgtEl>
                                          <p:spTgt spid="38"/>
                                        </p:tgtEl>
                                        <p:attrNameLst>
                                          <p:attrName>ppt_h</p:attrName>
                                        </p:attrNameLst>
                                      </p:cBhvr>
                                      <p:tavLst>
                                        <p:tav tm="0">
                                          <p:val>
                                            <p:strVal val="#ppt_h"/>
                                          </p:val>
                                        </p:tav>
                                        <p:tav tm="100000">
                                          <p:val>
                                            <p:strVal val="#ppt_h"/>
                                          </p:val>
                                        </p:tav>
                                      </p:tavLst>
                                    </p:anim>
                                    <p:animEffect transition="in" filter="fade">
                                      <p:cBhvr>
                                        <p:cTn id="48" dur="1000"/>
                                        <p:tgtEl>
                                          <p:spTgt spid="38"/>
                                        </p:tgtEl>
                                      </p:cBhvr>
                                    </p:animEffect>
                                  </p:childTnLst>
                                </p:cTn>
                              </p:par>
                            </p:childTnLst>
                          </p:cTn>
                        </p:par>
                      </p:childTnLst>
                    </p:cTn>
                  </p:par>
                  <p:par>
                    <p:cTn id="49" fill="hold">
                      <p:stCondLst>
                        <p:cond delay="indefinite"/>
                      </p:stCondLst>
                      <p:childTnLst>
                        <p:par>
                          <p:cTn id="50" fill="hold">
                            <p:stCondLst>
                              <p:cond delay="0"/>
                            </p:stCondLst>
                            <p:childTnLst>
                              <p:par>
                                <p:cTn id="51" presetID="43" presetClass="entr" presetSubtype="0" fill="hold" grpId="0" nodeType="clickEffect">
                                  <p:stCondLst>
                                    <p:cond delay="0"/>
                                  </p:stCondLst>
                                  <p:childTnLst>
                                    <p:set>
                                      <p:cBhvr>
                                        <p:cTn id="52" dur="1" fill="hold">
                                          <p:stCondLst>
                                            <p:cond delay="0"/>
                                          </p:stCondLst>
                                        </p:cTn>
                                        <p:tgtEl>
                                          <p:spTgt spid="40"/>
                                        </p:tgtEl>
                                        <p:attrNameLst>
                                          <p:attrName>style.visibility</p:attrName>
                                        </p:attrNameLst>
                                      </p:cBhvr>
                                      <p:to>
                                        <p:strVal val="visible"/>
                                      </p:to>
                                    </p:set>
                                    <p:animEffect transition="in" filter="fade">
                                      <p:cBhvr>
                                        <p:cTn id="53" dur="100"/>
                                        <p:tgtEl>
                                          <p:spTgt spid="40"/>
                                        </p:tgtEl>
                                      </p:cBhvr>
                                    </p:animEffect>
                                    <p:anim calcmode="lin" valueType="num">
                                      <p:cBhvr>
                                        <p:cTn id="54" dur="400" fill="hold"/>
                                        <p:tgtEl>
                                          <p:spTgt spid="40"/>
                                        </p:tgtEl>
                                        <p:attrNameLst>
                                          <p:attrName>ppt_x</p:attrName>
                                        </p:attrNameLst>
                                      </p:cBhvr>
                                      <p:tavLst>
                                        <p:tav tm="0">
                                          <p:val>
                                            <p:strVal val="#ppt_x"/>
                                          </p:val>
                                        </p:tav>
                                        <p:tav tm="100000">
                                          <p:val>
                                            <p:strVal val="#ppt_x"/>
                                          </p:val>
                                        </p:tav>
                                      </p:tavLst>
                                    </p:anim>
                                    <p:anim calcmode="lin" valueType="num">
                                      <p:cBhvr>
                                        <p:cTn id="55" dur="400" fill="hold"/>
                                        <p:tgtEl>
                                          <p:spTgt spid="40"/>
                                        </p:tgtEl>
                                        <p:attrNameLst>
                                          <p:attrName>ppt_y</p:attrName>
                                        </p:attrNameLst>
                                      </p:cBhvr>
                                      <p:tavLst>
                                        <p:tav tm="0">
                                          <p:val>
                                            <p:strVal val="#ppt_y+0.31"/>
                                          </p:val>
                                        </p:tav>
                                        <p:tav tm="100000">
                                          <p:val>
                                            <p:strVal val="#ppt_y+0.31"/>
                                          </p:val>
                                        </p:tav>
                                      </p:tavLst>
                                    </p:anim>
                                    <p:anim calcmode="lin" valueType="num">
                                      <p:cBhvr>
                                        <p:cTn id="56" dur="600" decel="50000" fill="hold">
                                          <p:stCondLst>
                                            <p:cond delay="400"/>
                                          </p:stCondLst>
                                        </p:cTn>
                                        <p:tgtEl>
                                          <p:spTgt spid="40"/>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57" dur="600" decel="50000" fill="hold">
                                          <p:stCondLst>
                                            <p:cond delay="400"/>
                                          </p:stCondLst>
                                        </p:cTn>
                                        <p:tgtEl>
                                          <p:spTgt spid="40"/>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3" presetClass="entr" presetSubtype="0" fill="hold" grpId="0" nodeType="clickEffect">
                                  <p:stCondLst>
                                    <p:cond delay="0"/>
                                  </p:stCondLst>
                                  <p:childTnLst>
                                    <p:set>
                                      <p:cBhvr>
                                        <p:cTn id="61" dur="1" fill="hold">
                                          <p:stCondLst>
                                            <p:cond delay="0"/>
                                          </p:stCondLst>
                                        </p:cTn>
                                        <p:tgtEl>
                                          <p:spTgt spid="41"/>
                                        </p:tgtEl>
                                        <p:attrNameLst>
                                          <p:attrName>style.visibility</p:attrName>
                                        </p:attrNameLst>
                                      </p:cBhvr>
                                      <p:to>
                                        <p:strVal val="visible"/>
                                      </p:to>
                                    </p:set>
                                    <p:animEffect transition="in" filter="fade">
                                      <p:cBhvr>
                                        <p:cTn id="62" dur="100"/>
                                        <p:tgtEl>
                                          <p:spTgt spid="41"/>
                                        </p:tgtEl>
                                      </p:cBhvr>
                                    </p:animEffect>
                                    <p:anim calcmode="lin" valueType="num">
                                      <p:cBhvr>
                                        <p:cTn id="63" dur="400" fill="hold"/>
                                        <p:tgtEl>
                                          <p:spTgt spid="41"/>
                                        </p:tgtEl>
                                        <p:attrNameLst>
                                          <p:attrName>ppt_x</p:attrName>
                                        </p:attrNameLst>
                                      </p:cBhvr>
                                      <p:tavLst>
                                        <p:tav tm="0">
                                          <p:val>
                                            <p:strVal val="#ppt_x"/>
                                          </p:val>
                                        </p:tav>
                                        <p:tav tm="100000">
                                          <p:val>
                                            <p:strVal val="#ppt_x"/>
                                          </p:val>
                                        </p:tav>
                                      </p:tavLst>
                                    </p:anim>
                                    <p:anim calcmode="lin" valueType="num">
                                      <p:cBhvr>
                                        <p:cTn id="64" dur="400" fill="hold"/>
                                        <p:tgtEl>
                                          <p:spTgt spid="41"/>
                                        </p:tgtEl>
                                        <p:attrNameLst>
                                          <p:attrName>ppt_y</p:attrName>
                                        </p:attrNameLst>
                                      </p:cBhvr>
                                      <p:tavLst>
                                        <p:tav tm="0">
                                          <p:val>
                                            <p:strVal val="#ppt_y+0.31"/>
                                          </p:val>
                                        </p:tav>
                                        <p:tav tm="100000">
                                          <p:val>
                                            <p:strVal val="#ppt_y+0.31"/>
                                          </p:val>
                                        </p:tav>
                                      </p:tavLst>
                                    </p:anim>
                                    <p:anim calcmode="lin" valueType="num">
                                      <p:cBhvr>
                                        <p:cTn id="65" dur="600" decel="50000" fill="hold">
                                          <p:stCondLst>
                                            <p:cond delay="400"/>
                                          </p:stCondLst>
                                        </p:cTn>
                                        <p:tgtEl>
                                          <p:spTgt spid="41"/>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66" dur="600" decel="50000" fill="hold">
                                          <p:stCondLst>
                                            <p:cond delay="400"/>
                                          </p:stCondLst>
                                        </p:cTn>
                                        <p:tgtEl>
                                          <p:spTgt spid="41"/>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13" presetClass="entr" presetSubtype="16" fill="hold" nodeType="clickEffect">
                                  <p:stCondLst>
                                    <p:cond delay="0"/>
                                  </p:stCondLst>
                                  <p:childTnLst>
                                    <p:set>
                                      <p:cBhvr>
                                        <p:cTn id="70" dur="1" fill="hold">
                                          <p:stCondLst>
                                            <p:cond delay="0"/>
                                          </p:stCondLst>
                                        </p:cTn>
                                        <p:tgtEl>
                                          <p:spTgt spid="78"/>
                                        </p:tgtEl>
                                        <p:attrNameLst>
                                          <p:attrName>style.visibility</p:attrName>
                                        </p:attrNameLst>
                                      </p:cBhvr>
                                      <p:to>
                                        <p:strVal val="visible"/>
                                      </p:to>
                                    </p:set>
                                    <p:animEffect transition="in" filter="plus(in)">
                                      <p:cBhvr>
                                        <p:cTn id="71" dur="20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8" grpId="1"/>
      <p:bldP spid="30" grpId="0" animBg="1"/>
      <p:bldP spid="30" grpId="1" animBg="1"/>
      <p:bldP spid="33" grpId="0" animBg="1"/>
      <p:bldP spid="33" grpId="1" animBg="1"/>
      <p:bldP spid="35" grpId="0" animBg="1"/>
      <p:bldP spid="35" grpId="1" animBg="1"/>
      <p:bldP spid="36" grpId="0"/>
      <p:bldP spid="36" grpId="1"/>
      <p:bldP spid="37" grpId="0"/>
      <p:bldP spid="37" grpId="1"/>
      <p:bldP spid="39" grpId="0" animBg="1"/>
      <p:bldP spid="39" grpId="1" animBg="1"/>
      <p:bldP spid="40" grpId="0" animBg="1"/>
      <p:bldP spid="40" grpId="1" animBg="1"/>
      <p:bldP spid="41" grpId="0" animBg="1"/>
      <p:bldP spid="41" grpId="1"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42" name="矩形 41"/>
          <p:cNvSpPr/>
          <p:nvPr/>
        </p:nvSpPr>
        <p:spPr>
          <a:xfrm>
            <a:off x="635" y="0"/>
            <a:ext cx="12211050" cy="6865620"/>
          </a:xfrm>
          <a:prstGeom prst="rect">
            <a:avLst/>
          </a:prstGeom>
          <a:solidFill>
            <a:srgbClr val="F4F4F4">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flipV="1">
            <a:off x="9562465" y="4060825"/>
            <a:ext cx="4440555" cy="4440555"/>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同心圆 3"/>
          <p:cNvSpPr/>
          <p:nvPr/>
        </p:nvSpPr>
        <p:spPr>
          <a:xfrm flipV="1">
            <a:off x="9979025" y="4060825"/>
            <a:ext cx="1903095" cy="1903095"/>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1445895" y="-2014855"/>
            <a:ext cx="4440555" cy="4440555"/>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8" name="组合 77"/>
          <p:cNvGrpSpPr/>
          <p:nvPr/>
        </p:nvGrpSpPr>
        <p:grpSpPr>
          <a:xfrm>
            <a:off x="560705" y="164783"/>
            <a:ext cx="11071225" cy="6483032"/>
            <a:chOff x="1038" y="260"/>
            <a:chExt cx="17435" cy="10209"/>
          </a:xfrm>
        </p:grpSpPr>
        <p:sp>
          <p:nvSpPr>
            <p:cNvPr id="144" name="文本框 143"/>
            <p:cNvSpPr txBox="1"/>
            <p:nvPr/>
          </p:nvSpPr>
          <p:spPr>
            <a:xfrm>
              <a:off x="1038" y="10035"/>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sp>
          <p:nvSpPr>
            <p:cNvPr id="77" name="文本框 76"/>
            <p:cNvSpPr txBox="1"/>
            <p:nvPr/>
          </p:nvSpPr>
          <p:spPr>
            <a:xfrm>
              <a:off x="1038" y="260"/>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grpSp>
      <p:sp>
        <p:nvSpPr>
          <p:cNvPr id="2" name="同心圆 1"/>
          <p:cNvSpPr/>
          <p:nvPr/>
        </p:nvSpPr>
        <p:spPr>
          <a:xfrm>
            <a:off x="509905" y="784225"/>
            <a:ext cx="1903095" cy="1903095"/>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8541460" y="5363929"/>
            <a:ext cx="966066" cy="798214"/>
            <a:chOff x="9608895" y="5661744"/>
            <a:chExt cx="966066" cy="798214"/>
          </a:xfrm>
          <a:solidFill>
            <a:srgbClr val="26211B"/>
          </a:solidFill>
        </p:grpSpPr>
        <p:sp>
          <p:nvSpPr>
            <p:cNvPr id="8" name="Freeform: Shape 72"/>
            <p:cNvSpPr/>
            <p:nvPr/>
          </p:nvSpPr>
          <p:spPr>
            <a:xfrm rot="900000">
              <a:off x="10086716" y="5661744"/>
              <a:ext cx="488245" cy="486465"/>
            </a:xfrm>
            <a:custGeom>
              <a:avLst/>
              <a:gdLst>
                <a:gd name="connsiteX0" fmla="*/ 0 w 1225398"/>
                <a:gd name="connsiteY0" fmla="*/ 169222 h 1220932"/>
                <a:gd name="connsiteX1" fmla="*/ 144732 w 1225398"/>
                <a:gd name="connsiteY1" fmla="*/ 5194 h 1220932"/>
                <a:gd name="connsiteX2" fmla="*/ 279815 w 1225398"/>
                <a:gd name="connsiteY2" fmla="*/ 53438 h 1220932"/>
                <a:gd name="connsiteX3" fmla="*/ 1206101 w 1225398"/>
                <a:gd name="connsiteY3" fmla="*/ 1124446 h 1220932"/>
                <a:gd name="connsiteX4" fmla="*/ 1225399 w 1225398"/>
                <a:gd name="connsiteY4" fmla="*/ 1211284 h 1220932"/>
                <a:gd name="connsiteX5" fmla="*/ 1138560 w 1225398"/>
                <a:gd name="connsiteY5" fmla="*/ 1220933 h 1220932"/>
                <a:gd name="connsiteX6" fmla="*/ 125434 w 1225398"/>
                <a:gd name="connsiteY6" fmla="*/ 400792 h 1220932"/>
                <a:gd name="connsiteX7" fmla="*/ 0 w 1225398"/>
                <a:gd name="connsiteY7" fmla="*/ 169222 h 1220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5398" h="1220932">
                  <a:moveTo>
                    <a:pt x="0" y="169222"/>
                  </a:moveTo>
                  <a:cubicBezTo>
                    <a:pt x="48244" y="111330"/>
                    <a:pt x="86839" y="43789"/>
                    <a:pt x="144732" y="5194"/>
                  </a:cubicBezTo>
                  <a:cubicBezTo>
                    <a:pt x="173679" y="-14103"/>
                    <a:pt x="250869" y="24492"/>
                    <a:pt x="279815" y="53438"/>
                  </a:cubicBezTo>
                  <a:cubicBezTo>
                    <a:pt x="607875" y="391143"/>
                    <a:pt x="955232" y="719200"/>
                    <a:pt x="1206101" y="1124446"/>
                  </a:cubicBezTo>
                  <a:cubicBezTo>
                    <a:pt x="1215750" y="1143743"/>
                    <a:pt x="1215750" y="1182338"/>
                    <a:pt x="1225399" y="1211284"/>
                  </a:cubicBezTo>
                  <a:cubicBezTo>
                    <a:pt x="1196452" y="1211284"/>
                    <a:pt x="1157857" y="1220933"/>
                    <a:pt x="1138560" y="1220933"/>
                  </a:cubicBezTo>
                  <a:cubicBezTo>
                    <a:pt x="685065" y="1095500"/>
                    <a:pt x="366655" y="786741"/>
                    <a:pt x="125434" y="400792"/>
                  </a:cubicBezTo>
                  <a:cubicBezTo>
                    <a:pt x="77190" y="333251"/>
                    <a:pt x="48244" y="256061"/>
                    <a:pt x="0" y="169222"/>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9" name="Freeform: Shape 73"/>
            <p:cNvSpPr/>
            <p:nvPr/>
          </p:nvSpPr>
          <p:spPr>
            <a:xfrm rot="900000">
              <a:off x="9797933" y="6071856"/>
              <a:ext cx="293229" cy="298545"/>
            </a:xfrm>
            <a:custGeom>
              <a:avLst/>
              <a:gdLst>
                <a:gd name="connsiteX0" fmla="*/ 611818 w 735946"/>
                <a:gd name="connsiteY0" fmla="*/ 749289 h 749289"/>
                <a:gd name="connsiteX1" fmla="*/ 457437 w 735946"/>
                <a:gd name="connsiteY1" fmla="*/ 691397 h 749289"/>
                <a:gd name="connsiteX2" fmla="*/ 23241 w 735946"/>
                <a:gd name="connsiteY2" fmla="*/ 247556 h 749289"/>
                <a:gd name="connsiteX3" fmla="*/ 90782 w 735946"/>
                <a:gd name="connsiteY3" fmla="*/ 6338 h 749289"/>
                <a:gd name="connsiteX4" fmla="*/ 196919 w 735946"/>
                <a:gd name="connsiteY4" fmla="*/ 15987 h 749289"/>
                <a:gd name="connsiteX5" fmla="*/ 727604 w 735946"/>
                <a:gd name="connsiteY5" fmla="*/ 604559 h 749289"/>
                <a:gd name="connsiteX6" fmla="*/ 611818 w 735946"/>
                <a:gd name="connsiteY6" fmla="*/ 749289 h 74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5946" h="749289">
                  <a:moveTo>
                    <a:pt x="611818" y="749289"/>
                  </a:moveTo>
                  <a:cubicBezTo>
                    <a:pt x="573223" y="739641"/>
                    <a:pt x="515330" y="720343"/>
                    <a:pt x="457437" y="691397"/>
                  </a:cubicBezTo>
                  <a:cubicBezTo>
                    <a:pt x="264461" y="594910"/>
                    <a:pt x="129378" y="440530"/>
                    <a:pt x="23241" y="247556"/>
                  </a:cubicBezTo>
                  <a:cubicBezTo>
                    <a:pt x="-25003" y="160717"/>
                    <a:pt x="3943" y="54581"/>
                    <a:pt x="90782" y="6338"/>
                  </a:cubicBezTo>
                  <a:cubicBezTo>
                    <a:pt x="119729" y="-3311"/>
                    <a:pt x="167973" y="-3311"/>
                    <a:pt x="196919" y="15987"/>
                  </a:cubicBezTo>
                  <a:cubicBezTo>
                    <a:pt x="438140" y="151069"/>
                    <a:pt x="611818" y="353692"/>
                    <a:pt x="727604" y="604559"/>
                  </a:cubicBezTo>
                  <a:cubicBezTo>
                    <a:pt x="756550" y="672100"/>
                    <a:pt x="708306" y="749289"/>
                    <a:pt x="611818" y="749289"/>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0" name="Freeform: Shape 74"/>
            <p:cNvSpPr/>
            <p:nvPr/>
          </p:nvSpPr>
          <p:spPr>
            <a:xfrm rot="900000">
              <a:off x="9985044" y="5926402"/>
              <a:ext cx="291519" cy="279323"/>
            </a:xfrm>
            <a:custGeom>
              <a:avLst/>
              <a:gdLst>
                <a:gd name="connsiteX0" fmla="*/ 731654 w 731654"/>
                <a:gd name="connsiteY0" fmla="*/ 701046 h 701045"/>
                <a:gd name="connsiteX1" fmla="*/ 268511 w 731654"/>
                <a:gd name="connsiteY1" fmla="*/ 450179 h 701045"/>
                <a:gd name="connsiteX2" fmla="*/ 7993 w 731654"/>
                <a:gd name="connsiteY2" fmla="*/ 102825 h 701045"/>
                <a:gd name="connsiteX3" fmla="*/ 27291 w 731654"/>
                <a:gd name="connsiteY3" fmla="*/ 6338 h 701045"/>
                <a:gd name="connsiteX4" fmla="*/ 104481 w 731654"/>
                <a:gd name="connsiteY4" fmla="*/ 15986 h 701045"/>
                <a:gd name="connsiteX5" fmla="*/ 413243 w 731654"/>
                <a:gd name="connsiteY5" fmla="*/ 334394 h 701045"/>
                <a:gd name="connsiteX6" fmla="*/ 693059 w 731654"/>
                <a:gd name="connsiteY6" fmla="*/ 643153 h 701045"/>
                <a:gd name="connsiteX7" fmla="*/ 731654 w 731654"/>
                <a:gd name="connsiteY7" fmla="*/ 701046 h 701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1654" h="701045">
                  <a:moveTo>
                    <a:pt x="731654" y="701046"/>
                  </a:moveTo>
                  <a:cubicBezTo>
                    <a:pt x="529029" y="691397"/>
                    <a:pt x="384297" y="575612"/>
                    <a:pt x="268511" y="450179"/>
                  </a:cubicBezTo>
                  <a:cubicBezTo>
                    <a:pt x="172023" y="344043"/>
                    <a:pt x="85184" y="228258"/>
                    <a:pt x="7993" y="102825"/>
                  </a:cubicBezTo>
                  <a:cubicBezTo>
                    <a:pt x="-11304" y="83528"/>
                    <a:pt x="7993" y="25635"/>
                    <a:pt x="27291" y="6338"/>
                  </a:cubicBezTo>
                  <a:cubicBezTo>
                    <a:pt x="27291" y="-3311"/>
                    <a:pt x="85184" y="-3311"/>
                    <a:pt x="104481" y="15986"/>
                  </a:cubicBezTo>
                  <a:cubicBezTo>
                    <a:pt x="210618" y="122122"/>
                    <a:pt x="316755" y="228258"/>
                    <a:pt x="413243" y="334394"/>
                  </a:cubicBezTo>
                  <a:cubicBezTo>
                    <a:pt x="509731" y="440530"/>
                    <a:pt x="596571" y="546666"/>
                    <a:pt x="693059" y="643153"/>
                  </a:cubicBezTo>
                  <a:cubicBezTo>
                    <a:pt x="712356" y="652802"/>
                    <a:pt x="722005" y="672100"/>
                    <a:pt x="731654" y="701046"/>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1" name="Freeform: Shape 75"/>
            <p:cNvSpPr/>
            <p:nvPr/>
          </p:nvSpPr>
          <p:spPr>
            <a:xfrm rot="900000">
              <a:off x="9608895" y="6329170"/>
              <a:ext cx="128789" cy="130788"/>
            </a:xfrm>
            <a:custGeom>
              <a:avLst/>
              <a:gdLst>
                <a:gd name="connsiteX0" fmla="*/ 323235 w 323235"/>
                <a:gd name="connsiteY0" fmla="*/ 250867 h 328251"/>
                <a:gd name="connsiteX1" fmla="*/ 217098 w 323235"/>
                <a:gd name="connsiteY1" fmla="*/ 318408 h 328251"/>
                <a:gd name="connsiteX2" fmla="*/ 14473 w 323235"/>
                <a:gd name="connsiteY2" fmla="*/ 164028 h 328251"/>
                <a:gd name="connsiteX3" fmla="*/ 14473 w 323235"/>
                <a:gd name="connsiteY3" fmla="*/ 67541 h 328251"/>
                <a:gd name="connsiteX4" fmla="*/ 110961 w 323235"/>
                <a:gd name="connsiteY4" fmla="*/ 0 h 328251"/>
                <a:gd name="connsiteX5" fmla="*/ 323235 w 323235"/>
                <a:gd name="connsiteY5" fmla="*/ 250867 h 328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3235" h="328251">
                  <a:moveTo>
                    <a:pt x="323235" y="250867"/>
                  </a:moveTo>
                  <a:cubicBezTo>
                    <a:pt x="323235" y="308759"/>
                    <a:pt x="255693" y="347354"/>
                    <a:pt x="217098" y="318408"/>
                  </a:cubicBezTo>
                  <a:cubicBezTo>
                    <a:pt x="149557" y="270164"/>
                    <a:pt x="72366" y="221921"/>
                    <a:pt x="14473" y="164028"/>
                  </a:cubicBezTo>
                  <a:cubicBezTo>
                    <a:pt x="-4824" y="144731"/>
                    <a:pt x="-4824" y="96487"/>
                    <a:pt x="14473" y="67541"/>
                  </a:cubicBezTo>
                  <a:cubicBezTo>
                    <a:pt x="33771" y="38595"/>
                    <a:pt x="82015" y="0"/>
                    <a:pt x="110961" y="0"/>
                  </a:cubicBezTo>
                  <a:cubicBezTo>
                    <a:pt x="168854" y="9649"/>
                    <a:pt x="313586" y="192974"/>
                    <a:pt x="323235" y="250867"/>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grpSp>
      <p:sp>
        <p:nvSpPr>
          <p:cNvPr id="56" name="圆角矩形 55"/>
          <p:cNvSpPr/>
          <p:nvPr/>
        </p:nvSpPr>
        <p:spPr>
          <a:xfrm>
            <a:off x="838835" y="1198245"/>
            <a:ext cx="10514330" cy="4461510"/>
          </a:xfrm>
          <a:prstGeom prst="roundRect">
            <a:avLst/>
          </a:prstGeom>
          <a:solidFill>
            <a:srgbClr val="F4F4F4">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1" name="组合 50"/>
          <p:cNvGrpSpPr/>
          <p:nvPr/>
        </p:nvGrpSpPr>
        <p:grpSpPr>
          <a:xfrm>
            <a:off x="1503680" y="2879725"/>
            <a:ext cx="4533265" cy="712470"/>
            <a:chOff x="9628" y="2104"/>
            <a:chExt cx="7139" cy="1122"/>
          </a:xfrm>
        </p:grpSpPr>
        <p:grpSp>
          <p:nvGrpSpPr>
            <p:cNvPr id="6" name="组合 5"/>
            <p:cNvGrpSpPr/>
            <p:nvPr/>
          </p:nvGrpSpPr>
          <p:grpSpPr>
            <a:xfrm>
              <a:off x="9628" y="2104"/>
              <a:ext cx="1123" cy="1123"/>
              <a:chOff x="5384682" y="2168242"/>
              <a:chExt cx="713358" cy="713358"/>
            </a:xfrm>
          </p:grpSpPr>
          <p:sp>
            <p:nvSpPr>
              <p:cNvPr id="34" name="Flowchart: Connector 21"/>
              <p:cNvSpPr/>
              <p:nvPr/>
            </p:nvSpPr>
            <p:spPr>
              <a:xfrm>
                <a:off x="5384682" y="2168242"/>
                <a:ext cx="713358" cy="713358"/>
              </a:xfrm>
              <a:prstGeom prst="flowChartConnector">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bg1"/>
                  </a:solidFill>
                  <a:cs typeface="+mn-ea"/>
                  <a:sym typeface="+mn-lt"/>
                </a:endParaRPr>
              </a:p>
            </p:txBody>
          </p:sp>
          <p:sp>
            <p:nvSpPr>
              <p:cNvPr id="7" name="Shape"/>
              <p:cNvSpPr>
                <a:spLocks noChangeAspect="1"/>
              </p:cNvSpPr>
              <p:nvPr/>
            </p:nvSpPr>
            <p:spPr>
              <a:xfrm>
                <a:off x="5568489" y="2352050"/>
                <a:ext cx="345743" cy="345743"/>
              </a:xfrm>
              <a:custGeom>
                <a:avLst/>
                <a:gdLst>
                  <a:gd name="connsiteX0" fmla="*/ 474017 w 514350"/>
                  <a:gd name="connsiteY0" fmla="*/ 243036 h 514189"/>
                  <a:gd name="connsiteX1" fmla="*/ 474017 w 514350"/>
                  <a:gd name="connsiteY1" fmla="*/ 284209 h 514189"/>
                  <a:gd name="connsiteX2" fmla="*/ 494101 w 514350"/>
                  <a:gd name="connsiteY2" fmla="*/ 304297 h 514189"/>
                  <a:gd name="connsiteX3" fmla="*/ 514185 w 514350"/>
                  <a:gd name="connsiteY3" fmla="*/ 284209 h 514189"/>
                  <a:gd name="connsiteX4" fmla="*/ 514185 w 514350"/>
                  <a:gd name="connsiteY4" fmla="*/ 161727 h 514189"/>
                  <a:gd name="connsiteX5" fmla="*/ 433845 w 514350"/>
                  <a:gd name="connsiteY5" fmla="*/ 81384 h 514189"/>
                  <a:gd name="connsiteX6" fmla="*/ 347404 w 514350"/>
                  <a:gd name="connsiteY6" fmla="*/ 81384 h 514189"/>
                  <a:gd name="connsiteX7" fmla="*/ 347404 w 514350"/>
                  <a:gd name="connsiteY7" fmla="*/ 55198 h 514189"/>
                  <a:gd name="connsiteX8" fmla="*/ 292206 w 514350"/>
                  <a:gd name="connsiteY8" fmla="*/ 0 h 514189"/>
                  <a:gd name="connsiteX9" fmla="*/ 221979 w 514350"/>
                  <a:gd name="connsiteY9" fmla="*/ 0 h 514189"/>
                  <a:gd name="connsiteX10" fmla="*/ 166782 w 514350"/>
                  <a:gd name="connsiteY10" fmla="*/ 55198 h 514189"/>
                  <a:gd name="connsiteX11" fmla="*/ 166782 w 514350"/>
                  <a:gd name="connsiteY11" fmla="*/ 81384 h 514189"/>
                  <a:gd name="connsiteX12" fmla="*/ 80340 w 514350"/>
                  <a:gd name="connsiteY12" fmla="*/ 81384 h 514189"/>
                  <a:gd name="connsiteX13" fmla="*/ 0 w 514350"/>
                  <a:gd name="connsiteY13" fmla="*/ 161723 h 514189"/>
                  <a:gd name="connsiteX14" fmla="*/ 0 w 514350"/>
                  <a:gd name="connsiteY14" fmla="*/ 395718 h 514189"/>
                  <a:gd name="connsiteX15" fmla="*/ 80340 w 514350"/>
                  <a:gd name="connsiteY15" fmla="*/ 476062 h 514189"/>
                  <a:gd name="connsiteX16" fmla="*/ 250064 w 514350"/>
                  <a:gd name="connsiteY16" fmla="*/ 476062 h 514189"/>
                  <a:gd name="connsiteX17" fmla="*/ 270148 w 514350"/>
                  <a:gd name="connsiteY17" fmla="*/ 455974 h 514189"/>
                  <a:gd name="connsiteX18" fmla="*/ 250064 w 514350"/>
                  <a:gd name="connsiteY18" fmla="*/ 435890 h 514189"/>
                  <a:gd name="connsiteX19" fmla="*/ 80340 w 514350"/>
                  <a:gd name="connsiteY19" fmla="*/ 435890 h 514189"/>
                  <a:gd name="connsiteX20" fmla="*/ 40172 w 514350"/>
                  <a:gd name="connsiteY20" fmla="*/ 395718 h 514189"/>
                  <a:gd name="connsiteX21" fmla="*/ 40172 w 514350"/>
                  <a:gd name="connsiteY21" fmla="*/ 243036 h 514189"/>
                  <a:gd name="connsiteX22" fmla="*/ 238013 w 514350"/>
                  <a:gd name="connsiteY22" fmla="*/ 243036 h 514189"/>
                  <a:gd name="connsiteX23" fmla="*/ 238013 w 514350"/>
                  <a:gd name="connsiteY23" fmla="*/ 273201 h 514189"/>
                  <a:gd name="connsiteX24" fmla="*/ 258097 w 514350"/>
                  <a:gd name="connsiteY24" fmla="*/ 293285 h 514189"/>
                  <a:gd name="connsiteX25" fmla="*/ 278181 w 514350"/>
                  <a:gd name="connsiteY25" fmla="*/ 273201 h 514189"/>
                  <a:gd name="connsiteX26" fmla="*/ 278181 w 514350"/>
                  <a:gd name="connsiteY26" fmla="*/ 243036 h 514189"/>
                  <a:gd name="connsiteX27" fmla="*/ 206953 w 514350"/>
                  <a:gd name="connsiteY27" fmla="*/ 55198 h 514189"/>
                  <a:gd name="connsiteX28" fmla="*/ 221979 w 514350"/>
                  <a:gd name="connsiteY28" fmla="*/ 40172 h 514189"/>
                  <a:gd name="connsiteX29" fmla="*/ 292206 w 514350"/>
                  <a:gd name="connsiteY29" fmla="*/ 40172 h 514189"/>
                  <a:gd name="connsiteX30" fmla="*/ 307232 w 514350"/>
                  <a:gd name="connsiteY30" fmla="*/ 55198 h 514189"/>
                  <a:gd name="connsiteX31" fmla="*/ 307232 w 514350"/>
                  <a:gd name="connsiteY31" fmla="*/ 81384 h 514189"/>
                  <a:gd name="connsiteX32" fmla="*/ 206953 w 514350"/>
                  <a:gd name="connsiteY32" fmla="*/ 81384 h 514189"/>
                  <a:gd name="connsiteX33" fmla="*/ 40172 w 514350"/>
                  <a:gd name="connsiteY33" fmla="*/ 161727 h 514189"/>
                  <a:gd name="connsiteX34" fmla="*/ 80340 w 514350"/>
                  <a:gd name="connsiteY34" fmla="*/ 121555 h 514189"/>
                  <a:gd name="connsiteX35" fmla="*/ 433845 w 514350"/>
                  <a:gd name="connsiteY35" fmla="*/ 121555 h 514189"/>
                  <a:gd name="connsiteX36" fmla="*/ 474017 w 514350"/>
                  <a:gd name="connsiteY36" fmla="*/ 161727 h 514189"/>
                  <a:gd name="connsiteX37" fmla="*/ 474017 w 514350"/>
                  <a:gd name="connsiteY37" fmla="*/ 202864 h 514189"/>
                  <a:gd name="connsiteX38" fmla="*/ 40172 w 514350"/>
                  <a:gd name="connsiteY38" fmla="*/ 202864 h 514189"/>
                  <a:gd name="connsiteX39" fmla="*/ 508468 w 514350"/>
                  <a:gd name="connsiteY39" fmla="*/ 479900 h 514189"/>
                  <a:gd name="connsiteX40" fmla="*/ 462198 w 514350"/>
                  <a:gd name="connsiteY40" fmla="*/ 433630 h 514189"/>
                  <a:gd name="connsiteX41" fmla="*/ 476023 w 514350"/>
                  <a:gd name="connsiteY41" fmla="*/ 385641 h 514189"/>
                  <a:gd name="connsiteX42" fmla="*/ 385641 w 514350"/>
                  <a:gd name="connsiteY42" fmla="*/ 295255 h 514189"/>
                  <a:gd name="connsiteX43" fmla="*/ 295255 w 514350"/>
                  <a:gd name="connsiteY43" fmla="*/ 385641 h 514189"/>
                  <a:gd name="connsiteX44" fmla="*/ 385641 w 514350"/>
                  <a:gd name="connsiteY44" fmla="*/ 476026 h 514189"/>
                  <a:gd name="connsiteX45" fmla="*/ 433830 w 514350"/>
                  <a:gd name="connsiteY45" fmla="*/ 462072 h 514189"/>
                  <a:gd name="connsiteX46" fmla="*/ 480061 w 514350"/>
                  <a:gd name="connsiteY46" fmla="*/ 508303 h 514189"/>
                  <a:gd name="connsiteX47" fmla="*/ 494266 w 514350"/>
                  <a:gd name="connsiteY47" fmla="*/ 514189 h 514189"/>
                  <a:gd name="connsiteX48" fmla="*/ 508468 w 514350"/>
                  <a:gd name="connsiteY48" fmla="*/ 508303 h 514189"/>
                  <a:gd name="connsiteX49" fmla="*/ 508468 w 514350"/>
                  <a:gd name="connsiteY49" fmla="*/ 479900 h 514189"/>
                  <a:gd name="connsiteX50" fmla="*/ 335427 w 514350"/>
                  <a:gd name="connsiteY50" fmla="*/ 385641 h 514189"/>
                  <a:gd name="connsiteX51" fmla="*/ 385641 w 514350"/>
                  <a:gd name="connsiteY51" fmla="*/ 335427 h 514189"/>
                  <a:gd name="connsiteX52" fmla="*/ 435855 w 514350"/>
                  <a:gd name="connsiteY52" fmla="*/ 385641 h 514189"/>
                  <a:gd name="connsiteX53" fmla="*/ 385641 w 514350"/>
                  <a:gd name="connsiteY53" fmla="*/ 435855 h 514189"/>
                  <a:gd name="connsiteX54" fmla="*/ 335427 w 514350"/>
                  <a:gd name="connsiteY54" fmla="*/ 385641 h 51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14350" h="514189">
                    <a:moveTo>
                      <a:pt x="474017" y="243036"/>
                    </a:moveTo>
                    <a:lnTo>
                      <a:pt x="474017" y="284209"/>
                    </a:lnTo>
                    <a:cubicBezTo>
                      <a:pt x="474017" y="295302"/>
                      <a:pt x="483008" y="304297"/>
                      <a:pt x="494101" y="304297"/>
                    </a:cubicBezTo>
                    <a:cubicBezTo>
                      <a:pt x="505195" y="304297"/>
                      <a:pt x="514185" y="295302"/>
                      <a:pt x="514185" y="284209"/>
                    </a:cubicBezTo>
                    <a:lnTo>
                      <a:pt x="514185" y="161727"/>
                    </a:lnTo>
                    <a:cubicBezTo>
                      <a:pt x="514185" y="117427"/>
                      <a:pt x="478146" y="81384"/>
                      <a:pt x="433845" y="81384"/>
                    </a:cubicBezTo>
                    <a:lnTo>
                      <a:pt x="347404" y="81384"/>
                    </a:lnTo>
                    <a:lnTo>
                      <a:pt x="347404" y="55198"/>
                    </a:lnTo>
                    <a:cubicBezTo>
                      <a:pt x="347404" y="24762"/>
                      <a:pt x="322642" y="0"/>
                      <a:pt x="292206" y="0"/>
                    </a:cubicBezTo>
                    <a:lnTo>
                      <a:pt x="221979" y="0"/>
                    </a:lnTo>
                    <a:cubicBezTo>
                      <a:pt x="191543" y="0"/>
                      <a:pt x="166782" y="24762"/>
                      <a:pt x="166782" y="55198"/>
                    </a:cubicBezTo>
                    <a:lnTo>
                      <a:pt x="166782" y="81384"/>
                    </a:lnTo>
                    <a:lnTo>
                      <a:pt x="80340" y="81384"/>
                    </a:lnTo>
                    <a:cubicBezTo>
                      <a:pt x="36040" y="81384"/>
                      <a:pt x="0" y="117423"/>
                      <a:pt x="0" y="161723"/>
                    </a:cubicBezTo>
                    <a:lnTo>
                      <a:pt x="0" y="395718"/>
                    </a:lnTo>
                    <a:cubicBezTo>
                      <a:pt x="0" y="440018"/>
                      <a:pt x="36040" y="476062"/>
                      <a:pt x="80340" y="476062"/>
                    </a:cubicBezTo>
                    <a:lnTo>
                      <a:pt x="250064" y="476062"/>
                    </a:lnTo>
                    <a:cubicBezTo>
                      <a:pt x="261158" y="476062"/>
                      <a:pt x="270148" y="467068"/>
                      <a:pt x="270148" y="455974"/>
                    </a:cubicBezTo>
                    <a:cubicBezTo>
                      <a:pt x="270148" y="444884"/>
                      <a:pt x="261158" y="435890"/>
                      <a:pt x="250064" y="435890"/>
                    </a:cubicBezTo>
                    <a:lnTo>
                      <a:pt x="80340" y="435890"/>
                    </a:lnTo>
                    <a:cubicBezTo>
                      <a:pt x="58192" y="435890"/>
                      <a:pt x="40172" y="417870"/>
                      <a:pt x="40172" y="395718"/>
                    </a:cubicBezTo>
                    <a:lnTo>
                      <a:pt x="40172" y="243036"/>
                    </a:lnTo>
                    <a:lnTo>
                      <a:pt x="238013" y="243036"/>
                    </a:lnTo>
                    <a:lnTo>
                      <a:pt x="238013" y="273201"/>
                    </a:lnTo>
                    <a:cubicBezTo>
                      <a:pt x="238013" y="284291"/>
                      <a:pt x="247004" y="293285"/>
                      <a:pt x="258097" y="293285"/>
                    </a:cubicBezTo>
                    <a:cubicBezTo>
                      <a:pt x="269191" y="293285"/>
                      <a:pt x="278181" y="284291"/>
                      <a:pt x="278181" y="273201"/>
                    </a:cubicBezTo>
                    <a:lnTo>
                      <a:pt x="278181" y="243036"/>
                    </a:lnTo>
                    <a:close/>
                    <a:moveTo>
                      <a:pt x="206953" y="55198"/>
                    </a:moveTo>
                    <a:cubicBezTo>
                      <a:pt x="206953" y="46914"/>
                      <a:pt x="213695" y="40172"/>
                      <a:pt x="221979" y="40172"/>
                    </a:cubicBezTo>
                    <a:lnTo>
                      <a:pt x="292206" y="40172"/>
                    </a:lnTo>
                    <a:cubicBezTo>
                      <a:pt x="300490" y="40172"/>
                      <a:pt x="307232" y="46910"/>
                      <a:pt x="307232" y="55198"/>
                    </a:cubicBezTo>
                    <a:lnTo>
                      <a:pt x="307232" y="81384"/>
                    </a:lnTo>
                    <a:lnTo>
                      <a:pt x="206953" y="81384"/>
                    </a:lnTo>
                    <a:close/>
                    <a:moveTo>
                      <a:pt x="40172" y="161727"/>
                    </a:moveTo>
                    <a:cubicBezTo>
                      <a:pt x="40172" y="139575"/>
                      <a:pt x="58192" y="121555"/>
                      <a:pt x="80340" y="121555"/>
                    </a:cubicBezTo>
                    <a:lnTo>
                      <a:pt x="433845" y="121555"/>
                    </a:lnTo>
                    <a:cubicBezTo>
                      <a:pt x="455994" y="121555"/>
                      <a:pt x="474017" y="139575"/>
                      <a:pt x="474017" y="161727"/>
                    </a:cubicBezTo>
                    <a:lnTo>
                      <a:pt x="474017" y="202864"/>
                    </a:lnTo>
                    <a:lnTo>
                      <a:pt x="40172" y="202864"/>
                    </a:lnTo>
                    <a:close/>
                    <a:moveTo>
                      <a:pt x="508468" y="479900"/>
                    </a:moveTo>
                    <a:lnTo>
                      <a:pt x="462198" y="433630"/>
                    </a:lnTo>
                    <a:cubicBezTo>
                      <a:pt x="470953" y="419715"/>
                      <a:pt x="476023" y="403260"/>
                      <a:pt x="476023" y="385641"/>
                    </a:cubicBezTo>
                    <a:cubicBezTo>
                      <a:pt x="476023" y="335804"/>
                      <a:pt x="435478" y="295255"/>
                      <a:pt x="385641" y="295255"/>
                    </a:cubicBezTo>
                    <a:cubicBezTo>
                      <a:pt x="335804" y="295255"/>
                      <a:pt x="295255" y="335804"/>
                      <a:pt x="295255" y="385641"/>
                    </a:cubicBezTo>
                    <a:cubicBezTo>
                      <a:pt x="295255" y="435478"/>
                      <a:pt x="335804" y="476026"/>
                      <a:pt x="385641" y="476026"/>
                    </a:cubicBezTo>
                    <a:cubicBezTo>
                      <a:pt x="403343" y="476026"/>
                      <a:pt x="419871" y="470905"/>
                      <a:pt x="433830" y="462072"/>
                    </a:cubicBezTo>
                    <a:lnTo>
                      <a:pt x="480061" y="508303"/>
                    </a:lnTo>
                    <a:cubicBezTo>
                      <a:pt x="483985" y="512227"/>
                      <a:pt x="489125" y="514189"/>
                      <a:pt x="494266" y="514189"/>
                    </a:cubicBezTo>
                    <a:cubicBezTo>
                      <a:pt x="499407" y="514189"/>
                      <a:pt x="504543" y="512227"/>
                      <a:pt x="508468" y="508303"/>
                    </a:cubicBezTo>
                    <a:cubicBezTo>
                      <a:pt x="516312" y="500458"/>
                      <a:pt x="516312" y="487744"/>
                      <a:pt x="508468" y="479900"/>
                    </a:cubicBezTo>
                    <a:close/>
                    <a:moveTo>
                      <a:pt x="335427" y="385641"/>
                    </a:moveTo>
                    <a:cubicBezTo>
                      <a:pt x="335427" y="357952"/>
                      <a:pt x="357952" y="335427"/>
                      <a:pt x="385641" y="335427"/>
                    </a:cubicBezTo>
                    <a:cubicBezTo>
                      <a:pt x="413326" y="335427"/>
                      <a:pt x="435855" y="357952"/>
                      <a:pt x="435855" y="385641"/>
                    </a:cubicBezTo>
                    <a:cubicBezTo>
                      <a:pt x="435855" y="413330"/>
                      <a:pt x="413326" y="435855"/>
                      <a:pt x="385641" y="435855"/>
                    </a:cubicBezTo>
                    <a:cubicBezTo>
                      <a:pt x="357952" y="435855"/>
                      <a:pt x="335427" y="413326"/>
                      <a:pt x="335427" y="385641"/>
                    </a:cubicBezTo>
                    <a:close/>
                  </a:path>
                </a:pathLst>
              </a:custGeom>
              <a:solidFill>
                <a:schemeClr val="bg1"/>
              </a:solidFill>
              <a:ln w="1005" cap="flat">
                <a:noFill/>
                <a:prstDash val="solid"/>
                <a:miter/>
              </a:ln>
            </p:spPr>
            <p:txBody>
              <a:bodyPr rtlCol="0" anchor="ctr"/>
              <a:lstStyle/>
              <a:p>
                <a:endParaRPr lang="en-US">
                  <a:cs typeface="+mn-ea"/>
                  <a:sym typeface="+mn-lt"/>
                </a:endParaRPr>
              </a:p>
            </p:txBody>
          </p:sp>
        </p:grpSp>
        <p:grpSp>
          <p:nvGrpSpPr>
            <p:cNvPr id="23" name="组合 22"/>
            <p:cNvGrpSpPr/>
            <p:nvPr/>
          </p:nvGrpSpPr>
          <p:grpSpPr>
            <a:xfrm>
              <a:off x="10835" y="2104"/>
              <a:ext cx="5932" cy="1065"/>
              <a:chOff x="11126" y="1970"/>
              <a:chExt cx="5932" cy="1065"/>
            </a:xfrm>
          </p:grpSpPr>
          <p:sp>
            <p:nvSpPr>
              <p:cNvPr id="21" name="圆角矩形 20"/>
              <p:cNvSpPr/>
              <p:nvPr/>
            </p:nvSpPr>
            <p:spPr>
              <a:xfrm>
                <a:off x="11126" y="1970"/>
                <a:ext cx="2570" cy="866"/>
              </a:xfrm>
              <a:prstGeom prst="roundRect">
                <a:avLst>
                  <a:gd name="adj" fmla="val 0"/>
                </a:avLst>
              </a:prstGeom>
              <a:noFill/>
              <a:ln>
                <a:no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rPr>
                  <a:t>年度重点工作</a:t>
                </a:r>
              </a:p>
            </p:txBody>
          </p:sp>
          <p:sp>
            <p:nvSpPr>
              <p:cNvPr id="24" name="文本框 23"/>
              <p:cNvSpPr txBox="1"/>
              <p:nvPr/>
            </p:nvSpPr>
            <p:spPr>
              <a:xfrm>
                <a:off x="11126" y="2601"/>
                <a:ext cx="5932" cy="434"/>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noProof="0" dirty="0">
                    <a:ln>
                      <a:noFill/>
                    </a:ln>
                    <a:solidFill>
                      <a:schemeClr val="tx1"/>
                    </a:solidFill>
                    <a:effectLst/>
                    <a:uLnTx/>
                    <a:uFillTx/>
                    <a:latin typeface="思源黑体 Light" panose="020B0300000000000000" charset="-122"/>
                    <a:ea typeface="思源黑体 Light" panose="020B0300000000000000" charset="-122"/>
                    <a:sym typeface="+mn-ea"/>
                  </a:rPr>
                  <a:t>Click here to change your need text or word</a:t>
                </a:r>
              </a:p>
            </p:txBody>
          </p:sp>
        </p:grpSp>
      </p:grpSp>
      <p:grpSp>
        <p:nvGrpSpPr>
          <p:cNvPr id="52" name="组合 51"/>
          <p:cNvGrpSpPr/>
          <p:nvPr/>
        </p:nvGrpSpPr>
        <p:grpSpPr>
          <a:xfrm>
            <a:off x="1503680" y="4093845"/>
            <a:ext cx="4524375" cy="721995"/>
            <a:chOff x="9642" y="4061"/>
            <a:chExt cx="7125" cy="1137"/>
          </a:xfrm>
        </p:grpSpPr>
        <p:grpSp>
          <p:nvGrpSpPr>
            <p:cNvPr id="14" name="组合 13"/>
            <p:cNvGrpSpPr/>
            <p:nvPr/>
          </p:nvGrpSpPr>
          <p:grpSpPr>
            <a:xfrm>
              <a:off x="9642" y="4076"/>
              <a:ext cx="1123" cy="1123"/>
              <a:chOff x="5384682" y="3061831"/>
              <a:chExt cx="713358" cy="713358"/>
            </a:xfrm>
          </p:grpSpPr>
          <p:sp>
            <p:nvSpPr>
              <p:cNvPr id="15" name="Flowchart: Connector 55"/>
              <p:cNvSpPr/>
              <p:nvPr/>
            </p:nvSpPr>
            <p:spPr>
              <a:xfrm>
                <a:off x="5384682" y="3061831"/>
                <a:ext cx="713358" cy="713358"/>
              </a:xfrm>
              <a:prstGeom prst="flowChartConnector">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bg1"/>
                  </a:solidFill>
                  <a:cs typeface="+mn-ea"/>
                  <a:sym typeface="+mn-lt"/>
                </a:endParaRPr>
              </a:p>
            </p:txBody>
          </p:sp>
          <p:sp>
            <p:nvSpPr>
              <p:cNvPr id="16" name="Shape"/>
              <p:cNvSpPr>
                <a:spLocks noChangeAspect="1"/>
              </p:cNvSpPr>
              <p:nvPr/>
            </p:nvSpPr>
            <p:spPr>
              <a:xfrm>
                <a:off x="5568489" y="3245639"/>
                <a:ext cx="345743" cy="345743"/>
              </a:xfrm>
              <a:custGeom>
                <a:avLst/>
                <a:gdLst>
                  <a:gd name="connsiteX0" fmla="*/ 167089 w 515357"/>
                  <a:gd name="connsiteY0" fmla="*/ 474166 h 514350"/>
                  <a:gd name="connsiteX1" fmla="*/ 61090 w 515357"/>
                  <a:gd name="connsiteY1" fmla="*/ 474166 h 514350"/>
                  <a:gd name="connsiteX2" fmla="*/ 44989 w 515357"/>
                  <a:gd name="connsiteY2" fmla="*/ 466526 h 514350"/>
                  <a:gd name="connsiteX3" fmla="*/ 40723 w 515357"/>
                  <a:gd name="connsiteY3" fmla="*/ 448926 h 514350"/>
                  <a:gd name="connsiteX4" fmla="*/ 252548 w 515357"/>
                  <a:gd name="connsiteY4" fmla="*/ 273143 h 514350"/>
                  <a:gd name="connsiteX5" fmla="*/ 257679 w 515357"/>
                  <a:gd name="connsiteY5" fmla="*/ 273248 h 514350"/>
                  <a:gd name="connsiteX6" fmla="*/ 262774 w 515357"/>
                  <a:gd name="connsiteY6" fmla="*/ 273143 h 514350"/>
                  <a:gd name="connsiteX7" fmla="*/ 341427 w 515357"/>
                  <a:gd name="connsiteY7" fmla="*/ 289840 h 514350"/>
                  <a:gd name="connsiteX8" fmla="*/ 367676 w 515357"/>
                  <a:gd name="connsiteY8" fmla="*/ 278836 h 514350"/>
                  <a:gd name="connsiteX9" fmla="*/ 356652 w 515357"/>
                  <a:gd name="connsiteY9" fmla="*/ 252639 h 514350"/>
                  <a:gd name="connsiteX10" fmla="*/ 339300 w 515357"/>
                  <a:gd name="connsiteY10" fmla="*/ 246238 h 514350"/>
                  <a:gd name="connsiteX11" fmla="*/ 394570 w 515357"/>
                  <a:gd name="connsiteY11" fmla="*/ 136624 h 514350"/>
                  <a:gd name="connsiteX12" fmla="*/ 257679 w 515357"/>
                  <a:gd name="connsiteY12" fmla="*/ 0 h 514350"/>
                  <a:gd name="connsiteX13" fmla="*/ 120787 w 515357"/>
                  <a:gd name="connsiteY13" fmla="*/ 136624 h 514350"/>
                  <a:gd name="connsiteX14" fmla="*/ 175790 w 515357"/>
                  <a:gd name="connsiteY14" fmla="*/ 246042 h 514350"/>
                  <a:gd name="connsiteX15" fmla="*/ 91424 w 515357"/>
                  <a:gd name="connsiteY15" fmla="*/ 292316 h 514350"/>
                  <a:gd name="connsiteX16" fmla="*/ 1306 w 515357"/>
                  <a:gd name="connsiteY16" fmla="*/ 440736 h 514350"/>
                  <a:gd name="connsiteX17" fmla="*/ 13750 w 515357"/>
                  <a:gd name="connsiteY17" fmla="*/ 491876 h 514350"/>
                  <a:gd name="connsiteX18" fmla="*/ 61090 w 515357"/>
                  <a:gd name="connsiteY18" fmla="*/ 514350 h 514350"/>
                  <a:gd name="connsiteX19" fmla="*/ 167089 w 515357"/>
                  <a:gd name="connsiteY19" fmla="*/ 514350 h 514350"/>
                  <a:gd name="connsiteX20" fmla="*/ 187220 w 515357"/>
                  <a:gd name="connsiteY20" fmla="*/ 494258 h 514350"/>
                  <a:gd name="connsiteX21" fmla="*/ 167089 w 515357"/>
                  <a:gd name="connsiteY21" fmla="*/ 474166 h 514350"/>
                  <a:gd name="connsiteX22" fmla="*/ 161049 w 515357"/>
                  <a:gd name="connsiteY22" fmla="*/ 136624 h 514350"/>
                  <a:gd name="connsiteX23" fmla="*/ 257679 w 515357"/>
                  <a:gd name="connsiteY23" fmla="*/ 40184 h 514350"/>
                  <a:gd name="connsiteX24" fmla="*/ 354308 w 515357"/>
                  <a:gd name="connsiteY24" fmla="*/ 136624 h 514350"/>
                  <a:gd name="connsiteX25" fmla="*/ 262255 w 515357"/>
                  <a:gd name="connsiteY25" fmla="*/ 232955 h 514350"/>
                  <a:gd name="connsiteX26" fmla="*/ 257679 w 515357"/>
                  <a:gd name="connsiteY26" fmla="*/ 232896 h 514350"/>
                  <a:gd name="connsiteX27" fmla="*/ 252961 w 515357"/>
                  <a:gd name="connsiteY27" fmla="*/ 232947 h 514350"/>
                  <a:gd name="connsiteX28" fmla="*/ 161049 w 515357"/>
                  <a:gd name="connsiteY28" fmla="*/ 136624 h 514350"/>
                  <a:gd name="connsiteX29" fmla="*/ 515357 w 515357"/>
                  <a:gd name="connsiteY29" fmla="*/ 361652 h 514350"/>
                  <a:gd name="connsiteX30" fmla="*/ 515357 w 515357"/>
                  <a:gd name="connsiteY30" fmla="*/ 430969 h 514350"/>
                  <a:gd name="connsiteX31" fmla="*/ 495226 w 515357"/>
                  <a:gd name="connsiteY31" fmla="*/ 451061 h 514350"/>
                  <a:gd name="connsiteX32" fmla="*/ 475095 w 515357"/>
                  <a:gd name="connsiteY32" fmla="*/ 430969 h 514350"/>
                  <a:gd name="connsiteX33" fmla="*/ 475095 w 515357"/>
                  <a:gd name="connsiteY33" fmla="*/ 382243 h 514350"/>
                  <a:gd name="connsiteX34" fmla="*/ 406213 w 515357"/>
                  <a:gd name="connsiteY34" fmla="*/ 450821 h 514350"/>
                  <a:gd name="connsiteX35" fmla="*/ 342556 w 515357"/>
                  <a:gd name="connsiteY35" fmla="*/ 452195 h 514350"/>
                  <a:gd name="connsiteX36" fmla="*/ 332286 w 515357"/>
                  <a:gd name="connsiteY36" fmla="*/ 442816 h 514350"/>
                  <a:gd name="connsiteX37" fmla="*/ 324143 w 515357"/>
                  <a:gd name="connsiteY37" fmla="*/ 443087 h 514350"/>
                  <a:gd name="connsiteX38" fmla="*/ 262200 w 515357"/>
                  <a:gd name="connsiteY38" fmla="*/ 508103 h 514350"/>
                  <a:gd name="connsiteX39" fmla="*/ 247609 w 515357"/>
                  <a:gd name="connsiteY39" fmla="*/ 514350 h 514350"/>
                  <a:gd name="connsiteX40" fmla="*/ 233742 w 515357"/>
                  <a:gd name="connsiteY40" fmla="*/ 508817 h 514350"/>
                  <a:gd name="connsiteX41" fmla="*/ 233026 w 515357"/>
                  <a:gd name="connsiteY41" fmla="*/ 480414 h 514350"/>
                  <a:gd name="connsiteX42" fmla="*/ 294996 w 515357"/>
                  <a:gd name="connsiteY42" fmla="*/ 415367 h 514350"/>
                  <a:gd name="connsiteX43" fmla="*/ 326801 w 515357"/>
                  <a:gd name="connsiteY43" fmla="*/ 401134 h 514350"/>
                  <a:gd name="connsiteX44" fmla="*/ 359463 w 515357"/>
                  <a:gd name="connsiteY44" fmla="*/ 413169 h 514350"/>
                  <a:gd name="connsiteX45" fmla="*/ 369733 w 515357"/>
                  <a:gd name="connsiteY45" fmla="*/ 422548 h 514350"/>
                  <a:gd name="connsiteX46" fmla="*/ 377777 w 515357"/>
                  <a:gd name="connsiteY46" fmla="*/ 422371 h 514350"/>
                  <a:gd name="connsiteX47" fmla="*/ 448858 w 515357"/>
                  <a:gd name="connsiteY47" fmla="*/ 351606 h 514350"/>
                  <a:gd name="connsiteX48" fmla="*/ 398597 w 515357"/>
                  <a:gd name="connsiteY48" fmla="*/ 351606 h 514350"/>
                  <a:gd name="connsiteX49" fmla="*/ 378465 w 515357"/>
                  <a:gd name="connsiteY49" fmla="*/ 331515 h 514350"/>
                  <a:gd name="connsiteX50" fmla="*/ 398597 w 515357"/>
                  <a:gd name="connsiteY50" fmla="*/ 311423 h 514350"/>
                  <a:gd name="connsiteX51" fmla="*/ 465029 w 515357"/>
                  <a:gd name="connsiteY51" fmla="*/ 311423 h 514350"/>
                  <a:gd name="connsiteX52" fmla="*/ 515357 w 515357"/>
                  <a:gd name="connsiteY52" fmla="*/ 361652 h 514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515357" h="514350">
                    <a:moveTo>
                      <a:pt x="167089" y="474166"/>
                    </a:moveTo>
                    <a:lnTo>
                      <a:pt x="61090" y="474166"/>
                    </a:lnTo>
                    <a:cubicBezTo>
                      <a:pt x="52499" y="474166"/>
                      <a:pt x="47313" y="469379"/>
                      <a:pt x="44989" y="466526"/>
                    </a:cubicBezTo>
                    <a:cubicBezTo>
                      <a:pt x="40970" y="461597"/>
                      <a:pt x="39417" y="455185"/>
                      <a:pt x="40723" y="448926"/>
                    </a:cubicBezTo>
                    <a:cubicBezTo>
                      <a:pt x="61628" y="348706"/>
                      <a:pt x="150245" y="275517"/>
                      <a:pt x="252548" y="273143"/>
                    </a:cubicBezTo>
                    <a:cubicBezTo>
                      <a:pt x="254250" y="273205"/>
                      <a:pt x="255961" y="273248"/>
                      <a:pt x="257679" y="273248"/>
                    </a:cubicBezTo>
                    <a:cubicBezTo>
                      <a:pt x="259385" y="273248"/>
                      <a:pt x="261080" y="273205"/>
                      <a:pt x="262774" y="273143"/>
                    </a:cubicBezTo>
                    <a:cubicBezTo>
                      <a:pt x="289354" y="273778"/>
                      <a:pt x="315792" y="279386"/>
                      <a:pt x="341427" y="289840"/>
                    </a:cubicBezTo>
                    <a:cubicBezTo>
                      <a:pt x="351721" y="294035"/>
                      <a:pt x="363473" y="289110"/>
                      <a:pt x="367676" y="278836"/>
                    </a:cubicBezTo>
                    <a:cubicBezTo>
                      <a:pt x="371880" y="268567"/>
                      <a:pt x="366945" y="256838"/>
                      <a:pt x="356652" y="252639"/>
                    </a:cubicBezTo>
                    <a:cubicBezTo>
                      <a:pt x="350903" y="250296"/>
                      <a:pt x="345119" y="248169"/>
                      <a:pt x="339300" y="246238"/>
                    </a:cubicBezTo>
                    <a:cubicBezTo>
                      <a:pt x="372819" y="221312"/>
                      <a:pt x="394570" y="181458"/>
                      <a:pt x="394570" y="136624"/>
                    </a:cubicBezTo>
                    <a:cubicBezTo>
                      <a:pt x="394570" y="61292"/>
                      <a:pt x="333159" y="0"/>
                      <a:pt x="257679" y="0"/>
                    </a:cubicBezTo>
                    <a:cubicBezTo>
                      <a:pt x="182195" y="0"/>
                      <a:pt x="120787" y="61292"/>
                      <a:pt x="120787" y="136624"/>
                    </a:cubicBezTo>
                    <a:cubicBezTo>
                      <a:pt x="120787" y="181336"/>
                      <a:pt x="142420" y="221104"/>
                      <a:pt x="175790" y="246042"/>
                    </a:cubicBezTo>
                    <a:cubicBezTo>
                      <a:pt x="145220" y="256084"/>
                      <a:pt x="116533" y="271706"/>
                      <a:pt x="91424" y="292316"/>
                    </a:cubicBezTo>
                    <a:cubicBezTo>
                      <a:pt x="45394" y="330106"/>
                      <a:pt x="13388" y="382815"/>
                      <a:pt x="1306" y="440736"/>
                    </a:cubicBezTo>
                    <a:cubicBezTo>
                      <a:pt x="-2481" y="458886"/>
                      <a:pt x="2057" y="477526"/>
                      <a:pt x="13750" y="491876"/>
                    </a:cubicBezTo>
                    <a:cubicBezTo>
                      <a:pt x="25389" y="506160"/>
                      <a:pt x="42641" y="514350"/>
                      <a:pt x="61090" y="514350"/>
                    </a:cubicBezTo>
                    <a:lnTo>
                      <a:pt x="167089" y="514350"/>
                    </a:lnTo>
                    <a:cubicBezTo>
                      <a:pt x="178208" y="514350"/>
                      <a:pt x="187220" y="505356"/>
                      <a:pt x="187220" y="494258"/>
                    </a:cubicBezTo>
                    <a:cubicBezTo>
                      <a:pt x="187220" y="483161"/>
                      <a:pt x="178208" y="474166"/>
                      <a:pt x="167089" y="474166"/>
                    </a:cubicBezTo>
                    <a:close/>
                    <a:moveTo>
                      <a:pt x="161049" y="136624"/>
                    </a:moveTo>
                    <a:cubicBezTo>
                      <a:pt x="161049" y="83448"/>
                      <a:pt x="204398" y="40184"/>
                      <a:pt x="257679" y="40184"/>
                    </a:cubicBezTo>
                    <a:cubicBezTo>
                      <a:pt x="310959" y="40184"/>
                      <a:pt x="354308" y="83448"/>
                      <a:pt x="354308" y="136624"/>
                    </a:cubicBezTo>
                    <a:cubicBezTo>
                      <a:pt x="354308" y="188270"/>
                      <a:pt x="313421" y="230561"/>
                      <a:pt x="262255" y="232955"/>
                    </a:cubicBezTo>
                    <a:cubicBezTo>
                      <a:pt x="260730" y="232928"/>
                      <a:pt x="259204" y="232896"/>
                      <a:pt x="257679" y="232896"/>
                    </a:cubicBezTo>
                    <a:cubicBezTo>
                      <a:pt x="256106" y="232896"/>
                      <a:pt x="254529" y="232920"/>
                      <a:pt x="252961" y="232947"/>
                    </a:cubicBezTo>
                    <a:cubicBezTo>
                      <a:pt x="201862" y="230483"/>
                      <a:pt x="161049" y="188223"/>
                      <a:pt x="161049" y="136624"/>
                    </a:cubicBezTo>
                    <a:close/>
                    <a:moveTo>
                      <a:pt x="515357" y="361652"/>
                    </a:moveTo>
                    <a:lnTo>
                      <a:pt x="515357" y="430969"/>
                    </a:lnTo>
                    <a:cubicBezTo>
                      <a:pt x="515357" y="442067"/>
                      <a:pt x="506345" y="451061"/>
                      <a:pt x="495226" y="451061"/>
                    </a:cubicBezTo>
                    <a:cubicBezTo>
                      <a:pt x="484107" y="451061"/>
                      <a:pt x="475095" y="442067"/>
                      <a:pt x="475095" y="430969"/>
                    </a:cubicBezTo>
                    <a:lnTo>
                      <a:pt x="475095" y="382243"/>
                    </a:lnTo>
                    <a:lnTo>
                      <a:pt x="406213" y="450821"/>
                    </a:lnTo>
                    <a:cubicBezTo>
                      <a:pt x="388732" y="468225"/>
                      <a:pt x="360768" y="468826"/>
                      <a:pt x="342556" y="452195"/>
                    </a:cubicBezTo>
                    <a:lnTo>
                      <a:pt x="332286" y="442816"/>
                    </a:lnTo>
                    <a:cubicBezTo>
                      <a:pt x="329966" y="440701"/>
                      <a:pt x="326313" y="440819"/>
                      <a:pt x="324143" y="443087"/>
                    </a:cubicBezTo>
                    <a:lnTo>
                      <a:pt x="262200" y="508103"/>
                    </a:lnTo>
                    <a:cubicBezTo>
                      <a:pt x="258245" y="512255"/>
                      <a:pt x="252933" y="514350"/>
                      <a:pt x="247609" y="514350"/>
                    </a:cubicBezTo>
                    <a:cubicBezTo>
                      <a:pt x="242628" y="514350"/>
                      <a:pt x="237638" y="512517"/>
                      <a:pt x="233742" y="508817"/>
                    </a:cubicBezTo>
                    <a:cubicBezTo>
                      <a:pt x="225685" y="501173"/>
                      <a:pt x="225363" y="488454"/>
                      <a:pt x="233026" y="480414"/>
                    </a:cubicBezTo>
                    <a:lnTo>
                      <a:pt x="294996" y="415367"/>
                    </a:lnTo>
                    <a:cubicBezTo>
                      <a:pt x="303402" y="406584"/>
                      <a:pt x="314687" y="401542"/>
                      <a:pt x="326801" y="401134"/>
                    </a:cubicBezTo>
                    <a:cubicBezTo>
                      <a:pt x="338923" y="400733"/>
                      <a:pt x="350518" y="404999"/>
                      <a:pt x="359463" y="413169"/>
                    </a:cubicBezTo>
                    <a:lnTo>
                      <a:pt x="369733" y="422548"/>
                    </a:lnTo>
                    <a:cubicBezTo>
                      <a:pt x="372033" y="424647"/>
                      <a:pt x="375568" y="424573"/>
                      <a:pt x="377777" y="422371"/>
                    </a:cubicBezTo>
                    <a:lnTo>
                      <a:pt x="448858" y="351606"/>
                    </a:lnTo>
                    <a:lnTo>
                      <a:pt x="398597" y="351606"/>
                    </a:lnTo>
                    <a:cubicBezTo>
                      <a:pt x="387477" y="351606"/>
                      <a:pt x="378465" y="342612"/>
                      <a:pt x="378465" y="331515"/>
                    </a:cubicBezTo>
                    <a:cubicBezTo>
                      <a:pt x="378465" y="320417"/>
                      <a:pt x="387477" y="311423"/>
                      <a:pt x="398597" y="311423"/>
                    </a:cubicBezTo>
                    <a:lnTo>
                      <a:pt x="465029" y="311423"/>
                    </a:lnTo>
                    <a:cubicBezTo>
                      <a:pt x="492780" y="311423"/>
                      <a:pt x="515357" y="333956"/>
                      <a:pt x="515357" y="361652"/>
                    </a:cubicBezTo>
                    <a:close/>
                  </a:path>
                </a:pathLst>
              </a:custGeom>
              <a:solidFill>
                <a:schemeClr val="bg1"/>
              </a:solidFill>
              <a:ln w="1007" cap="flat">
                <a:noFill/>
                <a:prstDash val="solid"/>
                <a:miter/>
              </a:ln>
            </p:spPr>
            <p:txBody>
              <a:bodyPr rtlCol="0" anchor="ctr"/>
              <a:lstStyle/>
              <a:p>
                <a:endParaRPr lang="en-US">
                  <a:cs typeface="+mn-ea"/>
                  <a:sym typeface="+mn-lt"/>
                </a:endParaRPr>
              </a:p>
            </p:txBody>
          </p:sp>
        </p:grpSp>
        <p:grpSp>
          <p:nvGrpSpPr>
            <p:cNvPr id="25" name="组合 24"/>
            <p:cNvGrpSpPr/>
            <p:nvPr/>
          </p:nvGrpSpPr>
          <p:grpSpPr>
            <a:xfrm>
              <a:off x="10835" y="4061"/>
              <a:ext cx="5932" cy="1065"/>
              <a:chOff x="11126" y="1970"/>
              <a:chExt cx="5932" cy="1065"/>
            </a:xfrm>
          </p:grpSpPr>
          <p:sp>
            <p:nvSpPr>
              <p:cNvPr id="43" name="圆角矩形 42"/>
              <p:cNvSpPr/>
              <p:nvPr/>
            </p:nvSpPr>
            <p:spPr>
              <a:xfrm>
                <a:off x="11126" y="1970"/>
                <a:ext cx="2570" cy="866"/>
              </a:xfrm>
              <a:prstGeom prst="roundRect">
                <a:avLst>
                  <a:gd name="adj" fmla="val 0"/>
                </a:avLst>
              </a:prstGeom>
              <a:noFill/>
              <a:ln>
                <a:no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rPr>
                  <a:t>存在问题不足</a:t>
                </a:r>
              </a:p>
            </p:txBody>
          </p:sp>
          <p:sp>
            <p:nvSpPr>
              <p:cNvPr id="44" name="文本框 43"/>
              <p:cNvSpPr txBox="1"/>
              <p:nvPr/>
            </p:nvSpPr>
            <p:spPr>
              <a:xfrm>
                <a:off x="11126" y="2601"/>
                <a:ext cx="5932" cy="434"/>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noProof="0" dirty="0">
                    <a:ln>
                      <a:noFill/>
                    </a:ln>
                    <a:solidFill>
                      <a:schemeClr val="tx1"/>
                    </a:solidFill>
                    <a:effectLst/>
                    <a:uLnTx/>
                    <a:uFillTx/>
                    <a:latin typeface="思源黑体 Light" panose="020B0300000000000000" charset="-122"/>
                    <a:ea typeface="思源黑体 Light" panose="020B0300000000000000" charset="-122"/>
                    <a:sym typeface="+mn-ea"/>
                  </a:rPr>
                  <a:t>Click here to change your need text or word</a:t>
                </a:r>
              </a:p>
            </p:txBody>
          </p:sp>
        </p:grpSp>
      </p:grpSp>
      <p:grpSp>
        <p:nvGrpSpPr>
          <p:cNvPr id="53" name="组合 52"/>
          <p:cNvGrpSpPr/>
          <p:nvPr/>
        </p:nvGrpSpPr>
        <p:grpSpPr>
          <a:xfrm>
            <a:off x="6437630" y="4093845"/>
            <a:ext cx="4533265" cy="731520"/>
            <a:chOff x="9628" y="6018"/>
            <a:chExt cx="7139" cy="1152"/>
          </a:xfrm>
        </p:grpSpPr>
        <p:grpSp>
          <p:nvGrpSpPr>
            <p:cNvPr id="27" name="组合 26"/>
            <p:cNvGrpSpPr/>
            <p:nvPr/>
          </p:nvGrpSpPr>
          <p:grpSpPr>
            <a:xfrm>
              <a:off x="9628" y="6048"/>
              <a:ext cx="1123" cy="1123"/>
              <a:chOff x="9078719" y="2162555"/>
              <a:chExt cx="713358" cy="713358"/>
            </a:xfrm>
          </p:grpSpPr>
          <p:sp>
            <p:nvSpPr>
              <p:cNvPr id="28" name="Flowchart: Connector 61"/>
              <p:cNvSpPr/>
              <p:nvPr/>
            </p:nvSpPr>
            <p:spPr>
              <a:xfrm>
                <a:off x="9078719" y="2162555"/>
                <a:ext cx="713358" cy="713358"/>
              </a:xfrm>
              <a:prstGeom prst="flowChartConnector">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bg1"/>
                  </a:solidFill>
                  <a:cs typeface="+mn-ea"/>
                  <a:sym typeface="+mn-lt"/>
                </a:endParaRPr>
              </a:p>
            </p:txBody>
          </p:sp>
          <p:sp>
            <p:nvSpPr>
              <p:cNvPr id="29" name="Shape"/>
              <p:cNvSpPr>
                <a:spLocks noChangeAspect="1"/>
              </p:cNvSpPr>
              <p:nvPr/>
            </p:nvSpPr>
            <p:spPr>
              <a:xfrm>
                <a:off x="9262526" y="2346362"/>
                <a:ext cx="345743" cy="345743"/>
              </a:xfrm>
              <a:custGeom>
                <a:avLst/>
                <a:gdLst>
                  <a:gd name="connsiteX0" fmla="*/ 514350 w 514350"/>
                  <a:gd name="connsiteY0" fmla="*/ 80367 h 458092"/>
                  <a:gd name="connsiteX1" fmla="*/ 514350 w 514350"/>
                  <a:gd name="connsiteY1" fmla="*/ 196900 h 458092"/>
                  <a:gd name="connsiteX2" fmla="*/ 494258 w 514350"/>
                  <a:gd name="connsiteY2" fmla="*/ 216991 h 458092"/>
                  <a:gd name="connsiteX3" fmla="*/ 474166 w 514350"/>
                  <a:gd name="connsiteY3" fmla="*/ 196900 h 458092"/>
                  <a:gd name="connsiteX4" fmla="*/ 474166 w 514350"/>
                  <a:gd name="connsiteY4" fmla="*/ 80367 h 458092"/>
                  <a:gd name="connsiteX5" fmla="*/ 433983 w 514350"/>
                  <a:gd name="connsiteY5" fmla="*/ 40184 h 458092"/>
                  <a:gd name="connsiteX6" fmla="*/ 80367 w 514350"/>
                  <a:gd name="connsiteY6" fmla="*/ 40184 h 458092"/>
                  <a:gd name="connsiteX7" fmla="*/ 40184 w 514350"/>
                  <a:gd name="connsiteY7" fmla="*/ 80367 h 458092"/>
                  <a:gd name="connsiteX8" fmla="*/ 40184 w 514350"/>
                  <a:gd name="connsiteY8" fmla="*/ 196900 h 458092"/>
                  <a:gd name="connsiteX9" fmla="*/ 20092 w 514350"/>
                  <a:gd name="connsiteY9" fmla="*/ 216991 h 458092"/>
                  <a:gd name="connsiteX10" fmla="*/ 0 w 514350"/>
                  <a:gd name="connsiteY10" fmla="*/ 196900 h 458092"/>
                  <a:gd name="connsiteX11" fmla="*/ 0 w 514350"/>
                  <a:gd name="connsiteY11" fmla="*/ 80367 h 458092"/>
                  <a:gd name="connsiteX12" fmla="*/ 80367 w 514350"/>
                  <a:gd name="connsiteY12" fmla="*/ 0 h 458092"/>
                  <a:gd name="connsiteX13" fmla="*/ 433983 w 514350"/>
                  <a:gd name="connsiteY13" fmla="*/ 0 h 458092"/>
                  <a:gd name="connsiteX14" fmla="*/ 514350 w 514350"/>
                  <a:gd name="connsiteY14" fmla="*/ 80367 h 458092"/>
                  <a:gd name="connsiteX15" fmla="*/ 494258 w 514350"/>
                  <a:gd name="connsiteY15" fmla="*/ 277267 h 458092"/>
                  <a:gd name="connsiteX16" fmla="*/ 474166 w 514350"/>
                  <a:gd name="connsiteY16" fmla="*/ 297359 h 458092"/>
                  <a:gd name="connsiteX17" fmla="*/ 433983 w 514350"/>
                  <a:gd name="connsiteY17" fmla="*/ 337542 h 458092"/>
                  <a:gd name="connsiteX18" fmla="*/ 234069 w 514350"/>
                  <a:gd name="connsiteY18" fmla="*/ 337542 h 458092"/>
                  <a:gd name="connsiteX19" fmla="*/ 213978 w 514350"/>
                  <a:gd name="connsiteY19" fmla="*/ 357634 h 458092"/>
                  <a:gd name="connsiteX20" fmla="*/ 234069 w 514350"/>
                  <a:gd name="connsiteY20" fmla="*/ 377726 h 458092"/>
                  <a:gd name="connsiteX21" fmla="*/ 433983 w 514350"/>
                  <a:gd name="connsiteY21" fmla="*/ 377726 h 458092"/>
                  <a:gd name="connsiteX22" fmla="*/ 514350 w 514350"/>
                  <a:gd name="connsiteY22" fmla="*/ 297359 h 458092"/>
                  <a:gd name="connsiteX23" fmla="*/ 494258 w 514350"/>
                  <a:gd name="connsiteY23" fmla="*/ 277267 h 458092"/>
                  <a:gd name="connsiteX24" fmla="*/ 262316 w 514350"/>
                  <a:gd name="connsiteY24" fmla="*/ 256818 h 458092"/>
                  <a:gd name="connsiteX25" fmla="*/ 244159 w 514350"/>
                  <a:gd name="connsiteY25" fmla="*/ 278672 h 458092"/>
                  <a:gd name="connsiteX26" fmla="*/ 264144 w 514350"/>
                  <a:gd name="connsiteY26" fmla="*/ 296915 h 458092"/>
                  <a:gd name="connsiteX27" fmla="*/ 266016 w 514350"/>
                  <a:gd name="connsiteY27" fmla="*/ 296829 h 458092"/>
                  <a:gd name="connsiteX28" fmla="*/ 332292 w 514350"/>
                  <a:gd name="connsiteY28" fmla="*/ 261696 h 458092"/>
                  <a:gd name="connsiteX29" fmla="*/ 358639 w 514350"/>
                  <a:gd name="connsiteY29" fmla="*/ 188741 h 458092"/>
                  <a:gd name="connsiteX30" fmla="*/ 257175 w 514350"/>
                  <a:gd name="connsiteY30" fmla="*/ 80246 h 458092"/>
                  <a:gd name="connsiteX31" fmla="*/ 155711 w 514350"/>
                  <a:gd name="connsiteY31" fmla="*/ 188741 h 458092"/>
                  <a:gd name="connsiteX32" fmla="*/ 156488 w 514350"/>
                  <a:gd name="connsiteY32" fmla="*/ 202233 h 458092"/>
                  <a:gd name="connsiteX33" fmla="*/ 178762 w 514350"/>
                  <a:gd name="connsiteY33" fmla="*/ 219872 h 458092"/>
                  <a:gd name="connsiteX34" fmla="*/ 196405 w 514350"/>
                  <a:gd name="connsiteY34" fmla="*/ 197598 h 458092"/>
                  <a:gd name="connsiteX35" fmla="*/ 195895 w 514350"/>
                  <a:gd name="connsiteY35" fmla="*/ 188741 h 458092"/>
                  <a:gd name="connsiteX36" fmla="*/ 257175 w 514350"/>
                  <a:gd name="connsiteY36" fmla="*/ 120429 h 458092"/>
                  <a:gd name="connsiteX37" fmla="*/ 318455 w 514350"/>
                  <a:gd name="connsiteY37" fmla="*/ 188741 h 458092"/>
                  <a:gd name="connsiteX38" fmla="*/ 262316 w 514350"/>
                  <a:gd name="connsiteY38" fmla="*/ 256818 h 458092"/>
                  <a:gd name="connsiteX39" fmla="*/ 436997 w 514350"/>
                  <a:gd name="connsiteY39" fmla="*/ 187858 h 458092"/>
                  <a:gd name="connsiteX40" fmla="*/ 416905 w 514350"/>
                  <a:gd name="connsiteY40" fmla="*/ 167767 h 458092"/>
                  <a:gd name="connsiteX41" fmla="*/ 396813 w 514350"/>
                  <a:gd name="connsiteY41" fmla="*/ 187858 h 458092"/>
                  <a:gd name="connsiteX42" fmla="*/ 416905 w 514350"/>
                  <a:gd name="connsiteY42" fmla="*/ 207950 h 458092"/>
                  <a:gd name="connsiteX43" fmla="*/ 436997 w 514350"/>
                  <a:gd name="connsiteY43" fmla="*/ 187858 h 458092"/>
                  <a:gd name="connsiteX44" fmla="*/ 117537 w 514350"/>
                  <a:gd name="connsiteY44" fmla="*/ 187858 h 458092"/>
                  <a:gd name="connsiteX45" fmla="*/ 97445 w 514350"/>
                  <a:gd name="connsiteY45" fmla="*/ 167767 h 458092"/>
                  <a:gd name="connsiteX46" fmla="*/ 77353 w 514350"/>
                  <a:gd name="connsiteY46" fmla="*/ 187858 h 458092"/>
                  <a:gd name="connsiteX47" fmla="*/ 97445 w 514350"/>
                  <a:gd name="connsiteY47" fmla="*/ 207950 h 458092"/>
                  <a:gd name="connsiteX48" fmla="*/ 117537 w 514350"/>
                  <a:gd name="connsiteY48" fmla="*/ 187858 h 458092"/>
                  <a:gd name="connsiteX49" fmla="*/ 153702 w 514350"/>
                  <a:gd name="connsiteY49" fmla="*/ 337542 h 458092"/>
                  <a:gd name="connsiteX50" fmla="*/ 20092 w 514350"/>
                  <a:gd name="connsiteY50" fmla="*/ 337542 h 458092"/>
                  <a:gd name="connsiteX51" fmla="*/ 0 w 514350"/>
                  <a:gd name="connsiteY51" fmla="*/ 357634 h 458092"/>
                  <a:gd name="connsiteX52" fmla="*/ 20092 w 514350"/>
                  <a:gd name="connsiteY52" fmla="*/ 377726 h 458092"/>
                  <a:gd name="connsiteX53" fmla="*/ 153702 w 514350"/>
                  <a:gd name="connsiteY53" fmla="*/ 377726 h 458092"/>
                  <a:gd name="connsiteX54" fmla="*/ 173794 w 514350"/>
                  <a:gd name="connsiteY54" fmla="*/ 357634 h 458092"/>
                  <a:gd name="connsiteX55" fmla="*/ 153702 w 514350"/>
                  <a:gd name="connsiteY55" fmla="*/ 337542 h 458092"/>
                  <a:gd name="connsiteX56" fmla="*/ 183840 w 514350"/>
                  <a:gd name="connsiteY56" fmla="*/ 257175 h 458092"/>
                  <a:gd name="connsiteX57" fmla="*/ 20092 w 514350"/>
                  <a:gd name="connsiteY57" fmla="*/ 257175 h 458092"/>
                  <a:gd name="connsiteX58" fmla="*/ 0 w 514350"/>
                  <a:gd name="connsiteY58" fmla="*/ 277267 h 458092"/>
                  <a:gd name="connsiteX59" fmla="*/ 20092 w 514350"/>
                  <a:gd name="connsiteY59" fmla="*/ 297359 h 458092"/>
                  <a:gd name="connsiteX60" fmla="*/ 183840 w 514350"/>
                  <a:gd name="connsiteY60" fmla="*/ 297359 h 458092"/>
                  <a:gd name="connsiteX61" fmla="*/ 203932 w 514350"/>
                  <a:gd name="connsiteY61" fmla="*/ 277267 h 458092"/>
                  <a:gd name="connsiteX62" fmla="*/ 183840 w 514350"/>
                  <a:gd name="connsiteY62" fmla="*/ 257175 h 458092"/>
                  <a:gd name="connsiteX63" fmla="*/ 123565 w 514350"/>
                  <a:gd name="connsiteY63" fmla="*/ 417909 h 458092"/>
                  <a:gd name="connsiteX64" fmla="*/ 20092 w 514350"/>
                  <a:gd name="connsiteY64" fmla="*/ 417909 h 458092"/>
                  <a:gd name="connsiteX65" fmla="*/ 0 w 514350"/>
                  <a:gd name="connsiteY65" fmla="*/ 438001 h 458092"/>
                  <a:gd name="connsiteX66" fmla="*/ 20092 w 514350"/>
                  <a:gd name="connsiteY66" fmla="*/ 458093 h 458092"/>
                  <a:gd name="connsiteX67" fmla="*/ 123565 w 514350"/>
                  <a:gd name="connsiteY67" fmla="*/ 458093 h 458092"/>
                  <a:gd name="connsiteX68" fmla="*/ 143656 w 514350"/>
                  <a:gd name="connsiteY68" fmla="*/ 438001 h 458092"/>
                  <a:gd name="connsiteX69" fmla="*/ 123565 w 514350"/>
                  <a:gd name="connsiteY69" fmla="*/ 417909 h 458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514350" h="458092">
                    <a:moveTo>
                      <a:pt x="514350" y="80367"/>
                    </a:moveTo>
                    <a:lnTo>
                      <a:pt x="514350" y="196900"/>
                    </a:lnTo>
                    <a:cubicBezTo>
                      <a:pt x="514350" y="207997"/>
                      <a:pt x="505356" y="216991"/>
                      <a:pt x="494258" y="216991"/>
                    </a:cubicBezTo>
                    <a:cubicBezTo>
                      <a:pt x="483161" y="216991"/>
                      <a:pt x="474166" y="207997"/>
                      <a:pt x="474166" y="196900"/>
                    </a:cubicBezTo>
                    <a:lnTo>
                      <a:pt x="474166" y="80367"/>
                    </a:lnTo>
                    <a:cubicBezTo>
                      <a:pt x="474166" y="58211"/>
                      <a:pt x="456139" y="40184"/>
                      <a:pt x="433983" y="40184"/>
                    </a:cubicBezTo>
                    <a:lnTo>
                      <a:pt x="80367" y="40184"/>
                    </a:lnTo>
                    <a:cubicBezTo>
                      <a:pt x="58211" y="40184"/>
                      <a:pt x="40184" y="58211"/>
                      <a:pt x="40184" y="80367"/>
                    </a:cubicBezTo>
                    <a:lnTo>
                      <a:pt x="40184" y="196900"/>
                    </a:lnTo>
                    <a:cubicBezTo>
                      <a:pt x="40184" y="207997"/>
                      <a:pt x="31189" y="216991"/>
                      <a:pt x="20092" y="216991"/>
                    </a:cubicBezTo>
                    <a:cubicBezTo>
                      <a:pt x="8994" y="216991"/>
                      <a:pt x="0" y="207997"/>
                      <a:pt x="0" y="196900"/>
                    </a:cubicBezTo>
                    <a:lnTo>
                      <a:pt x="0" y="80367"/>
                    </a:lnTo>
                    <a:cubicBezTo>
                      <a:pt x="0" y="36051"/>
                      <a:pt x="36051" y="0"/>
                      <a:pt x="80367" y="0"/>
                    </a:cubicBezTo>
                    <a:lnTo>
                      <a:pt x="433983" y="0"/>
                    </a:lnTo>
                    <a:cubicBezTo>
                      <a:pt x="478299" y="0"/>
                      <a:pt x="514350" y="36051"/>
                      <a:pt x="514350" y="80367"/>
                    </a:cubicBezTo>
                    <a:close/>
                    <a:moveTo>
                      <a:pt x="494258" y="277267"/>
                    </a:moveTo>
                    <a:cubicBezTo>
                      <a:pt x="483161" y="277267"/>
                      <a:pt x="474166" y="286261"/>
                      <a:pt x="474166" y="297359"/>
                    </a:cubicBezTo>
                    <a:cubicBezTo>
                      <a:pt x="474166" y="319515"/>
                      <a:pt x="456139" y="337542"/>
                      <a:pt x="433983" y="337542"/>
                    </a:cubicBezTo>
                    <a:lnTo>
                      <a:pt x="234069" y="337542"/>
                    </a:lnTo>
                    <a:cubicBezTo>
                      <a:pt x="222972" y="337542"/>
                      <a:pt x="213978" y="346536"/>
                      <a:pt x="213978" y="357634"/>
                    </a:cubicBezTo>
                    <a:cubicBezTo>
                      <a:pt x="213978" y="368732"/>
                      <a:pt x="222972" y="377726"/>
                      <a:pt x="234069" y="377726"/>
                    </a:cubicBezTo>
                    <a:lnTo>
                      <a:pt x="433983" y="377726"/>
                    </a:lnTo>
                    <a:cubicBezTo>
                      <a:pt x="478299" y="377726"/>
                      <a:pt x="514350" y="341674"/>
                      <a:pt x="514350" y="297359"/>
                    </a:cubicBezTo>
                    <a:cubicBezTo>
                      <a:pt x="514350" y="286261"/>
                      <a:pt x="505356" y="277267"/>
                      <a:pt x="494258" y="277267"/>
                    </a:cubicBezTo>
                    <a:close/>
                    <a:moveTo>
                      <a:pt x="262316" y="256818"/>
                    </a:moveTo>
                    <a:cubicBezTo>
                      <a:pt x="251265" y="257838"/>
                      <a:pt x="243138" y="267621"/>
                      <a:pt x="244159" y="278672"/>
                    </a:cubicBezTo>
                    <a:cubicBezTo>
                      <a:pt x="245124" y="289094"/>
                      <a:pt x="253879" y="296915"/>
                      <a:pt x="264144" y="296915"/>
                    </a:cubicBezTo>
                    <a:cubicBezTo>
                      <a:pt x="264760" y="296915"/>
                      <a:pt x="265388" y="296888"/>
                      <a:pt x="266016" y="296829"/>
                    </a:cubicBezTo>
                    <a:cubicBezTo>
                      <a:pt x="291508" y="294474"/>
                      <a:pt x="315045" y="281995"/>
                      <a:pt x="332292" y="261696"/>
                    </a:cubicBezTo>
                    <a:cubicBezTo>
                      <a:pt x="349283" y="241702"/>
                      <a:pt x="358639" y="215791"/>
                      <a:pt x="358639" y="188741"/>
                    </a:cubicBezTo>
                    <a:cubicBezTo>
                      <a:pt x="358639" y="128913"/>
                      <a:pt x="313122" y="80246"/>
                      <a:pt x="257175" y="80246"/>
                    </a:cubicBezTo>
                    <a:cubicBezTo>
                      <a:pt x="201228" y="80246"/>
                      <a:pt x="155711" y="128913"/>
                      <a:pt x="155711" y="188741"/>
                    </a:cubicBezTo>
                    <a:cubicBezTo>
                      <a:pt x="155711" y="193246"/>
                      <a:pt x="155974" y="197786"/>
                      <a:pt x="156488" y="202233"/>
                    </a:cubicBezTo>
                    <a:cubicBezTo>
                      <a:pt x="157768" y="213252"/>
                      <a:pt x="167747" y="221155"/>
                      <a:pt x="178762" y="219872"/>
                    </a:cubicBezTo>
                    <a:cubicBezTo>
                      <a:pt x="189785" y="218592"/>
                      <a:pt x="197684" y="208621"/>
                      <a:pt x="196405" y="197598"/>
                    </a:cubicBezTo>
                    <a:cubicBezTo>
                      <a:pt x="196068" y="194686"/>
                      <a:pt x="195895" y="191704"/>
                      <a:pt x="195895" y="188741"/>
                    </a:cubicBezTo>
                    <a:cubicBezTo>
                      <a:pt x="195895" y="151073"/>
                      <a:pt x="223384" y="120429"/>
                      <a:pt x="257175" y="120429"/>
                    </a:cubicBezTo>
                    <a:cubicBezTo>
                      <a:pt x="290966" y="120429"/>
                      <a:pt x="318455" y="151073"/>
                      <a:pt x="318455" y="188741"/>
                    </a:cubicBezTo>
                    <a:cubicBezTo>
                      <a:pt x="318455" y="224004"/>
                      <a:pt x="293795" y="253906"/>
                      <a:pt x="262316" y="256818"/>
                    </a:cubicBezTo>
                    <a:close/>
                    <a:moveTo>
                      <a:pt x="436997" y="187858"/>
                    </a:moveTo>
                    <a:cubicBezTo>
                      <a:pt x="436997" y="176761"/>
                      <a:pt x="428002" y="167767"/>
                      <a:pt x="416905" y="167767"/>
                    </a:cubicBezTo>
                    <a:cubicBezTo>
                      <a:pt x="405807" y="167767"/>
                      <a:pt x="396813" y="176761"/>
                      <a:pt x="396813" y="187858"/>
                    </a:cubicBezTo>
                    <a:cubicBezTo>
                      <a:pt x="396813" y="198956"/>
                      <a:pt x="405807" y="207950"/>
                      <a:pt x="416905" y="207950"/>
                    </a:cubicBezTo>
                    <a:cubicBezTo>
                      <a:pt x="428002" y="207950"/>
                      <a:pt x="436997" y="198956"/>
                      <a:pt x="436997" y="187858"/>
                    </a:cubicBezTo>
                    <a:close/>
                    <a:moveTo>
                      <a:pt x="117537" y="187858"/>
                    </a:moveTo>
                    <a:cubicBezTo>
                      <a:pt x="117537" y="176761"/>
                      <a:pt x="108543" y="167767"/>
                      <a:pt x="97445" y="167767"/>
                    </a:cubicBezTo>
                    <a:cubicBezTo>
                      <a:pt x="86348" y="167767"/>
                      <a:pt x="77353" y="176761"/>
                      <a:pt x="77353" y="187858"/>
                    </a:cubicBezTo>
                    <a:cubicBezTo>
                      <a:pt x="77353" y="198956"/>
                      <a:pt x="86348" y="207950"/>
                      <a:pt x="97445" y="207950"/>
                    </a:cubicBezTo>
                    <a:cubicBezTo>
                      <a:pt x="108543" y="207950"/>
                      <a:pt x="117537" y="198956"/>
                      <a:pt x="117537" y="187858"/>
                    </a:cubicBezTo>
                    <a:close/>
                    <a:moveTo>
                      <a:pt x="153702" y="337542"/>
                    </a:moveTo>
                    <a:lnTo>
                      <a:pt x="20092" y="337542"/>
                    </a:lnTo>
                    <a:cubicBezTo>
                      <a:pt x="8994" y="337542"/>
                      <a:pt x="0" y="346536"/>
                      <a:pt x="0" y="357634"/>
                    </a:cubicBezTo>
                    <a:cubicBezTo>
                      <a:pt x="0" y="368732"/>
                      <a:pt x="8994" y="377726"/>
                      <a:pt x="20092" y="377726"/>
                    </a:cubicBezTo>
                    <a:lnTo>
                      <a:pt x="153702" y="377726"/>
                    </a:lnTo>
                    <a:cubicBezTo>
                      <a:pt x="164800" y="377726"/>
                      <a:pt x="173794" y="368732"/>
                      <a:pt x="173794" y="357634"/>
                    </a:cubicBezTo>
                    <a:cubicBezTo>
                      <a:pt x="173794" y="346536"/>
                      <a:pt x="164800" y="337542"/>
                      <a:pt x="153702" y="337542"/>
                    </a:cubicBezTo>
                    <a:close/>
                    <a:moveTo>
                      <a:pt x="183840" y="257175"/>
                    </a:moveTo>
                    <a:lnTo>
                      <a:pt x="20092" y="257175"/>
                    </a:lnTo>
                    <a:cubicBezTo>
                      <a:pt x="8994" y="257175"/>
                      <a:pt x="0" y="266169"/>
                      <a:pt x="0" y="277267"/>
                    </a:cubicBezTo>
                    <a:cubicBezTo>
                      <a:pt x="0" y="288364"/>
                      <a:pt x="8994" y="297359"/>
                      <a:pt x="20092" y="297359"/>
                    </a:cubicBezTo>
                    <a:lnTo>
                      <a:pt x="183840" y="297359"/>
                    </a:lnTo>
                    <a:cubicBezTo>
                      <a:pt x="194938" y="297359"/>
                      <a:pt x="203932" y="288364"/>
                      <a:pt x="203932" y="277267"/>
                    </a:cubicBezTo>
                    <a:cubicBezTo>
                      <a:pt x="203932" y="266169"/>
                      <a:pt x="194938" y="257175"/>
                      <a:pt x="183840" y="257175"/>
                    </a:cubicBezTo>
                    <a:close/>
                    <a:moveTo>
                      <a:pt x="123565" y="417909"/>
                    </a:moveTo>
                    <a:lnTo>
                      <a:pt x="20092" y="417909"/>
                    </a:lnTo>
                    <a:cubicBezTo>
                      <a:pt x="8994" y="417909"/>
                      <a:pt x="0" y="426904"/>
                      <a:pt x="0" y="438001"/>
                    </a:cubicBezTo>
                    <a:cubicBezTo>
                      <a:pt x="0" y="449099"/>
                      <a:pt x="8994" y="458093"/>
                      <a:pt x="20092" y="458093"/>
                    </a:cubicBezTo>
                    <a:lnTo>
                      <a:pt x="123565" y="458093"/>
                    </a:lnTo>
                    <a:cubicBezTo>
                      <a:pt x="134662" y="458093"/>
                      <a:pt x="143656" y="449099"/>
                      <a:pt x="143656" y="438001"/>
                    </a:cubicBezTo>
                    <a:cubicBezTo>
                      <a:pt x="143656" y="426904"/>
                      <a:pt x="134662" y="417909"/>
                      <a:pt x="123565" y="417909"/>
                    </a:cubicBezTo>
                    <a:close/>
                  </a:path>
                </a:pathLst>
              </a:custGeom>
              <a:solidFill>
                <a:schemeClr val="bg1"/>
              </a:solidFill>
              <a:ln w="1005" cap="flat">
                <a:noFill/>
                <a:prstDash val="solid"/>
                <a:miter/>
              </a:ln>
            </p:spPr>
            <p:txBody>
              <a:bodyPr rtlCol="0" anchor="ctr"/>
              <a:lstStyle/>
              <a:p>
                <a:endParaRPr lang="en-US">
                  <a:cs typeface="+mn-ea"/>
                  <a:sym typeface="+mn-lt"/>
                </a:endParaRPr>
              </a:p>
            </p:txBody>
          </p:sp>
        </p:grpSp>
        <p:grpSp>
          <p:nvGrpSpPr>
            <p:cNvPr id="45" name="组合 44"/>
            <p:cNvGrpSpPr/>
            <p:nvPr/>
          </p:nvGrpSpPr>
          <p:grpSpPr>
            <a:xfrm>
              <a:off x="10835" y="6018"/>
              <a:ext cx="5932" cy="1065"/>
              <a:chOff x="11126" y="1970"/>
              <a:chExt cx="5932" cy="1065"/>
            </a:xfrm>
          </p:grpSpPr>
          <p:sp>
            <p:nvSpPr>
              <p:cNvPr id="46" name="圆角矩形 45"/>
              <p:cNvSpPr/>
              <p:nvPr/>
            </p:nvSpPr>
            <p:spPr>
              <a:xfrm>
                <a:off x="11126" y="1970"/>
                <a:ext cx="2570" cy="866"/>
              </a:xfrm>
              <a:prstGeom prst="roundRect">
                <a:avLst>
                  <a:gd name="adj" fmla="val 0"/>
                </a:avLst>
              </a:prstGeom>
              <a:noFill/>
              <a:ln>
                <a:no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rPr>
                  <a:t>未来发展规划</a:t>
                </a:r>
              </a:p>
            </p:txBody>
          </p:sp>
          <p:sp>
            <p:nvSpPr>
              <p:cNvPr id="47" name="文本框 46"/>
              <p:cNvSpPr txBox="1"/>
              <p:nvPr/>
            </p:nvSpPr>
            <p:spPr>
              <a:xfrm>
                <a:off x="11126" y="2601"/>
                <a:ext cx="5932" cy="434"/>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noProof="0" dirty="0">
                    <a:ln>
                      <a:noFill/>
                    </a:ln>
                    <a:solidFill>
                      <a:schemeClr val="tx1"/>
                    </a:solidFill>
                    <a:effectLst/>
                    <a:uLnTx/>
                    <a:uFillTx/>
                    <a:latin typeface="思源黑体 Light" panose="020B0300000000000000" charset="-122"/>
                    <a:ea typeface="思源黑体 Light" panose="020B0300000000000000" charset="-122"/>
                    <a:sym typeface="+mn-ea"/>
                  </a:rPr>
                  <a:t>Click here to change your need text or word</a:t>
                </a:r>
              </a:p>
            </p:txBody>
          </p:sp>
        </p:grpSp>
      </p:grpSp>
      <p:grpSp>
        <p:nvGrpSpPr>
          <p:cNvPr id="54" name="组合 53"/>
          <p:cNvGrpSpPr/>
          <p:nvPr/>
        </p:nvGrpSpPr>
        <p:grpSpPr>
          <a:xfrm>
            <a:off x="6437630" y="2879725"/>
            <a:ext cx="4524375" cy="741680"/>
            <a:chOff x="9642" y="7975"/>
            <a:chExt cx="7125" cy="1168"/>
          </a:xfrm>
        </p:grpSpPr>
        <p:grpSp>
          <p:nvGrpSpPr>
            <p:cNvPr id="5" name="组合 4"/>
            <p:cNvGrpSpPr/>
            <p:nvPr/>
          </p:nvGrpSpPr>
          <p:grpSpPr>
            <a:xfrm>
              <a:off x="9642" y="8021"/>
              <a:ext cx="1123" cy="1123"/>
              <a:chOff x="9078719" y="3056144"/>
              <a:chExt cx="713358" cy="713358"/>
            </a:xfrm>
          </p:grpSpPr>
          <p:sp>
            <p:nvSpPr>
              <p:cNvPr id="31" name="Flowchart: Connector 67"/>
              <p:cNvSpPr/>
              <p:nvPr/>
            </p:nvSpPr>
            <p:spPr>
              <a:xfrm>
                <a:off x="9078719" y="3056144"/>
                <a:ext cx="713358" cy="713358"/>
              </a:xfrm>
              <a:prstGeom prst="flowChartConnector">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solidFill>
                    <a:schemeClr val="bg1"/>
                  </a:solidFill>
                  <a:cs typeface="+mn-ea"/>
                  <a:sym typeface="+mn-lt"/>
                </a:endParaRPr>
              </a:p>
            </p:txBody>
          </p:sp>
          <p:sp>
            <p:nvSpPr>
              <p:cNvPr id="32" name="Shape"/>
              <p:cNvSpPr>
                <a:spLocks noChangeAspect="1"/>
              </p:cNvSpPr>
              <p:nvPr/>
            </p:nvSpPr>
            <p:spPr>
              <a:xfrm>
                <a:off x="9262526" y="3239952"/>
                <a:ext cx="345743" cy="345743"/>
              </a:xfrm>
              <a:custGeom>
                <a:avLst/>
                <a:gdLst>
                  <a:gd name="connsiteX0" fmla="*/ 499356 w 514349"/>
                  <a:gd name="connsiteY0" fmla="*/ 121551 h 514350"/>
                  <a:gd name="connsiteX1" fmla="*/ 456680 w 514349"/>
                  <a:gd name="connsiteY1" fmla="*/ 57670 h 514350"/>
                  <a:gd name="connsiteX2" fmla="*/ 392799 w 514349"/>
                  <a:gd name="connsiteY2" fmla="*/ 14994 h 514350"/>
                  <a:gd name="connsiteX3" fmla="*/ 317450 w 514349"/>
                  <a:gd name="connsiteY3" fmla="*/ 0 h 514350"/>
                  <a:gd name="connsiteX4" fmla="*/ 297359 w 514349"/>
                  <a:gd name="connsiteY4" fmla="*/ 20092 h 514350"/>
                  <a:gd name="connsiteX5" fmla="*/ 297359 w 514349"/>
                  <a:gd name="connsiteY5" fmla="*/ 138080 h 514350"/>
                  <a:gd name="connsiteX6" fmla="*/ 297359 w 514349"/>
                  <a:gd name="connsiteY6" fmla="*/ 138084 h 514350"/>
                  <a:gd name="connsiteX7" fmla="*/ 297359 w 514349"/>
                  <a:gd name="connsiteY7" fmla="*/ 176808 h 514350"/>
                  <a:gd name="connsiteX8" fmla="*/ 337542 w 514349"/>
                  <a:gd name="connsiteY8" fmla="*/ 216991 h 514350"/>
                  <a:gd name="connsiteX9" fmla="*/ 494258 w 514349"/>
                  <a:gd name="connsiteY9" fmla="*/ 216991 h 514350"/>
                  <a:gd name="connsiteX10" fmla="*/ 514350 w 514349"/>
                  <a:gd name="connsiteY10" fmla="*/ 196900 h 514350"/>
                  <a:gd name="connsiteX11" fmla="*/ 499356 w 514349"/>
                  <a:gd name="connsiteY11" fmla="*/ 121551 h 514350"/>
                  <a:gd name="connsiteX12" fmla="*/ 375630 w 514349"/>
                  <a:gd name="connsiteY12" fmla="*/ 51485 h 514350"/>
                  <a:gd name="connsiteX13" fmla="*/ 337542 w 514349"/>
                  <a:gd name="connsiteY13" fmla="*/ 89573 h 514350"/>
                  <a:gd name="connsiteX14" fmla="*/ 337542 w 514349"/>
                  <a:gd name="connsiteY14" fmla="*/ 41502 h 514350"/>
                  <a:gd name="connsiteX15" fmla="*/ 375630 w 514349"/>
                  <a:gd name="connsiteY15" fmla="*/ 51485 h 514350"/>
                  <a:gd name="connsiteX16" fmla="*/ 337542 w 514349"/>
                  <a:gd name="connsiteY16" fmla="*/ 146403 h 514350"/>
                  <a:gd name="connsiteX17" fmla="*/ 411988 w 514349"/>
                  <a:gd name="connsiteY17" fmla="*/ 71958 h 514350"/>
                  <a:gd name="connsiteX18" fmla="*/ 428265 w 514349"/>
                  <a:gd name="connsiteY18" fmla="*/ 86085 h 514350"/>
                  <a:gd name="connsiteX19" fmla="*/ 442573 w 514349"/>
                  <a:gd name="connsiteY19" fmla="*/ 102594 h 514350"/>
                  <a:gd name="connsiteX20" fmla="*/ 367417 w 514349"/>
                  <a:gd name="connsiteY20" fmla="*/ 176808 h 514350"/>
                  <a:gd name="connsiteX21" fmla="*/ 337542 w 514349"/>
                  <a:gd name="connsiteY21" fmla="*/ 176808 h 514350"/>
                  <a:gd name="connsiteX22" fmla="*/ 424608 w 514349"/>
                  <a:gd name="connsiteY22" fmla="*/ 176808 h 514350"/>
                  <a:gd name="connsiteX23" fmla="*/ 462955 w 514349"/>
                  <a:gd name="connsiteY23" fmla="*/ 138939 h 514350"/>
                  <a:gd name="connsiteX24" fmla="*/ 472848 w 514349"/>
                  <a:gd name="connsiteY24" fmla="*/ 176808 h 514350"/>
                  <a:gd name="connsiteX25" fmla="*/ 474166 w 514349"/>
                  <a:gd name="connsiteY25" fmla="*/ 277267 h 514350"/>
                  <a:gd name="connsiteX26" fmla="*/ 437797 w 514349"/>
                  <a:gd name="connsiteY26" fmla="*/ 403508 h 514350"/>
                  <a:gd name="connsiteX27" fmla="*/ 410085 w 514349"/>
                  <a:gd name="connsiteY27" fmla="*/ 409794 h 514350"/>
                  <a:gd name="connsiteX28" fmla="*/ 403798 w 514349"/>
                  <a:gd name="connsiteY28" fmla="*/ 382082 h 514350"/>
                  <a:gd name="connsiteX29" fmla="*/ 432963 w 514349"/>
                  <a:gd name="connsiteY29" fmla="*/ 297359 h 514350"/>
                  <a:gd name="connsiteX30" fmla="*/ 277267 w 514349"/>
                  <a:gd name="connsiteY30" fmla="*/ 297359 h 514350"/>
                  <a:gd name="connsiteX31" fmla="*/ 216991 w 514349"/>
                  <a:gd name="connsiteY31" fmla="*/ 237083 h 514350"/>
                  <a:gd name="connsiteX32" fmla="*/ 216991 w 514349"/>
                  <a:gd name="connsiteY32" fmla="*/ 81384 h 514350"/>
                  <a:gd name="connsiteX33" fmla="*/ 40184 w 514349"/>
                  <a:gd name="connsiteY33" fmla="*/ 277267 h 514350"/>
                  <a:gd name="connsiteX34" fmla="*/ 237083 w 514349"/>
                  <a:gd name="connsiteY34" fmla="*/ 474166 h 514350"/>
                  <a:gd name="connsiteX35" fmla="*/ 339163 w 514349"/>
                  <a:gd name="connsiteY35" fmla="*/ 445677 h 514350"/>
                  <a:gd name="connsiteX36" fmla="*/ 366769 w 514349"/>
                  <a:gd name="connsiteY36" fmla="*/ 452415 h 514350"/>
                  <a:gd name="connsiteX37" fmla="*/ 360032 w 514349"/>
                  <a:gd name="connsiteY37" fmla="*/ 480017 h 514350"/>
                  <a:gd name="connsiteX38" fmla="*/ 237083 w 514349"/>
                  <a:gd name="connsiteY38" fmla="*/ 514350 h 514350"/>
                  <a:gd name="connsiteX39" fmla="*/ 69309 w 514349"/>
                  <a:gd name="connsiteY39" fmla="*/ 445041 h 514350"/>
                  <a:gd name="connsiteX40" fmla="*/ 0 w 514349"/>
                  <a:gd name="connsiteY40" fmla="*/ 277267 h 514350"/>
                  <a:gd name="connsiteX41" fmla="*/ 69438 w 514349"/>
                  <a:gd name="connsiteY41" fmla="*/ 109622 h 514350"/>
                  <a:gd name="connsiteX42" fmla="*/ 237083 w 514349"/>
                  <a:gd name="connsiteY42" fmla="*/ 40184 h 514350"/>
                  <a:gd name="connsiteX43" fmla="*/ 257175 w 514349"/>
                  <a:gd name="connsiteY43" fmla="*/ 60275 h 514350"/>
                  <a:gd name="connsiteX44" fmla="*/ 257175 w 514349"/>
                  <a:gd name="connsiteY44" fmla="*/ 237083 h 514350"/>
                  <a:gd name="connsiteX45" fmla="*/ 277267 w 514349"/>
                  <a:gd name="connsiteY45" fmla="*/ 257175 h 514350"/>
                  <a:gd name="connsiteX46" fmla="*/ 454075 w 514349"/>
                  <a:gd name="connsiteY46" fmla="*/ 257175 h 514350"/>
                  <a:gd name="connsiteX47" fmla="*/ 474166 w 514349"/>
                  <a:gd name="connsiteY47" fmla="*/ 277267 h 514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14349" h="514350">
                    <a:moveTo>
                      <a:pt x="499356" y="121551"/>
                    </a:moveTo>
                    <a:cubicBezTo>
                      <a:pt x="489408" y="97535"/>
                      <a:pt x="475049" y="76043"/>
                      <a:pt x="456680" y="57670"/>
                    </a:cubicBezTo>
                    <a:cubicBezTo>
                      <a:pt x="438311" y="39301"/>
                      <a:pt x="416815" y="24942"/>
                      <a:pt x="392799" y="14994"/>
                    </a:cubicBezTo>
                    <a:cubicBezTo>
                      <a:pt x="368783" y="5043"/>
                      <a:pt x="343428" y="0"/>
                      <a:pt x="317450" y="0"/>
                    </a:cubicBezTo>
                    <a:cubicBezTo>
                      <a:pt x="306353" y="0"/>
                      <a:pt x="297359" y="8994"/>
                      <a:pt x="297359" y="20092"/>
                    </a:cubicBezTo>
                    <a:lnTo>
                      <a:pt x="297359" y="138080"/>
                    </a:lnTo>
                    <a:lnTo>
                      <a:pt x="297359" y="138084"/>
                    </a:lnTo>
                    <a:lnTo>
                      <a:pt x="297359" y="176808"/>
                    </a:lnTo>
                    <a:cubicBezTo>
                      <a:pt x="297359" y="198964"/>
                      <a:pt x="315386" y="216991"/>
                      <a:pt x="337542" y="216991"/>
                    </a:cubicBezTo>
                    <a:lnTo>
                      <a:pt x="494258" y="216991"/>
                    </a:lnTo>
                    <a:cubicBezTo>
                      <a:pt x="505356" y="216991"/>
                      <a:pt x="514350" y="207997"/>
                      <a:pt x="514350" y="196900"/>
                    </a:cubicBezTo>
                    <a:cubicBezTo>
                      <a:pt x="514350" y="170922"/>
                      <a:pt x="509307" y="145567"/>
                      <a:pt x="499356" y="121551"/>
                    </a:cubicBezTo>
                    <a:close/>
                    <a:moveTo>
                      <a:pt x="375630" y="51485"/>
                    </a:moveTo>
                    <a:lnTo>
                      <a:pt x="337542" y="89573"/>
                    </a:lnTo>
                    <a:lnTo>
                      <a:pt x="337542" y="41502"/>
                    </a:lnTo>
                    <a:cubicBezTo>
                      <a:pt x="350618" y="43221"/>
                      <a:pt x="363426" y="46600"/>
                      <a:pt x="375630" y="51485"/>
                    </a:cubicBezTo>
                    <a:close/>
                    <a:moveTo>
                      <a:pt x="337542" y="146403"/>
                    </a:moveTo>
                    <a:lnTo>
                      <a:pt x="411988" y="71958"/>
                    </a:lnTo>
                    <a:cubicBezTo>
                      <a:pt x="417721" y="76270"/>
                      <a:pt x="423164" y="80983"/>
                      <a:pt x="428265" y="86085"/>
                    </a:cubicBezTo>
                    <a:cubicBezTo>
                      <a:pt x="433433" y="91253"/>
                      <a:pt x="438205" y="96778"/>
                      <a:pt x="442573" y="102594"/>
                    </a:cubicBezTo>
                    <a:lnTo>
                      <a:pt x="367417" y="176808"/>
                    </a:lnTo>
                    <a:lnTo>
                      <a:pt x="337542" y="176808"/>
                    </a:lnTo>
                    <a:close/>
                    <a:moveTo>
                      <a:pt x="424608" y="176808"/>
                    </a:moveTo>
                    <a:lnTo>
                      <a:pt x="462955" y="138939"/>
                    </a:lnTo>
                    <a:cubicBezTo>
                      <a:pt x="467790" y="151077"/>
                      <a:pt x="471137" y="163811"/>
                      <a:pt x="472848" y="176808"/>
                    </a:cubicBezTo>
                    <a:close/>
                    <a:moveTo>
                      <a:pt x="474166" y="277267"/>
                    </a:moveTo>
                    <a:cubicBezTo>
                      <a:pt x="474166" y="322097"/>
                      <a:pt x="461589" y="365749"/>
                      <a:pt x="437797" y="403508"/>
                    </a:cubicBezTo>
                    <a:cubicBezTo>
                      <a:pt x="431879" y="412894"/>
                      <a:pt x="419475" y="415708"/>
                      <a:pt x="410085" y="409794"/>
                    </a:cubicBezTo>
                    <a:cubicBezTo>
                      <a:pt x="400698" y="403877"/>
                      <a:pt x="397884" y="391472"/>
                      <a:pt x="403798" y="382082"/>
                    </a:cubicBezTo>
                    <a:cubicBezTo>
                      <a:pt x="419974" y="356418"/>
                      <a:pt x="429902" y="327461"/>
                      <a:pt x="432963" y="297359"/>
                    </a:cubicBezTo>
                    <a:lnTo>
                      <a:pt x="277267" y="297359"/>
                    </a:lnTo>
                    <a:cubicBezTo>
                      <a:pt x="244029" y="297359"/>
                      <a:pt x="216991" y="270321"/>
                      <a:pt x="216991" y="237083"/>
                    </a:cubicBezTo>
                    <a:lnTo>
                      <a:pt x="216991" y="81384"/>
                    </a:lnTo>
                    <a:cubicBezTo>
                      <a:pt x="117820" y="91477"/>
                      <a:pt x="40184" y="175474"/>
                      <a:pt x="40184" y="277267"/>
                    </a:cubicBezTo>
                    <a:cubicBezTo>
                      <a:pt x="40184" y="385837"/>
                      <a:pt x="128513" y="474166"/>
                      <a:pt x="237083" y="474166"/>
                    </a:cubicBezTo>
                    <a:cubicBezTo>
                      <a:pt x="273186" y="474166"/>
                      <a:pt x="308488" y="464313"/>
                      <a:pt x="339163" y="445677"/>
                    </a:cubicBezTo>
                    <a:cubicBezTo>
                      <a:pt x="348648" y="439916"/>
                      <a:pt x="361005" y="442930"/>
                      <a:pt x="366769" y="452415"/>
                    </a:cubicBezTo>
                    <a:cubicBezTo>
                      <a:pt x="372530" y="461896"/>
                      <a:pt x="369512" y="474257"/>
                      <a:pt x="360032" y="480017"/>
                    </a:cubicBezTo>
                    <a:cubicBezTo>
                      <a:pt x="323062" y="502479"/>
                      <a:pt x="280547" y="514350"/>
                      <a:pt x="237083" y="514350"/>
                    </a:cubicBezTo>
                    <a:cubicBezTo>
                      <a:pt x="173586" y="514350"/>
                      <a:pt x="114001" y="489738"/>
                      <a:pt x="69309" y="445041"/>
                    </a:cubicBezTo>
                    <a:cubicBezTo>
                      <a:pt x="24612" y="400349"/>
                      <a:pt x="0" y="340764"/>
                      <a:pt x="0" y="277267"/>
                    </a:cubicBezTo>
                    <a:cubicBezTo>
                      <a:pt x="0" y="213938"/>
                      <a:pt x="24660" y="154401"/>
                      <a:pt x="69438" y="109622"/>
                    </a:cubicBezTo>
                    <a:cubicBezTo>
                      <a:pt x="114217" y="64843"/>
                      <a:pt x="173755" y="40184"/>
                      <a:pt x="237083" y="40184"/>
                    </a:cubicBezTo>
                    <a:cubicBezTo>
                      <a:pt x="248181" y="40184"/>
                      <a:pt x="257175" y="49178"/>
                      <a:pt x="257175" y="60275"/>
                    </a:cubicBezTo>
                    <a:lnTo>
                      <a:pt x="257175" y="237083"/>
                    </a:lnTo>
                    <a:cubicBezTo>
                      <a:pt x="257175" y="248161"/>
                      <a:pt x="266189" y="257175"/>
                      <a:pt x="277267" y="257175"/>
                    </a:cubicBezTo>
                    <a:lnTo>
                      <a:pt x="454075" y="257175"/>
                    </a:lnTo>
                    <a:cubicBezTo>
                      <a:pt x="465172" y="257175"/>
                      <a:pt x="474166" y="266169"/>
                      <a:pt x="474166" y="277267"/>
                    </a:cubicBezTo>
                    <a:close/>
                  </a:path>
                </a:pathLst>
              </a:custGeom>
              <a:solidFill>
                <a:schemeClr val="bg1"/>
              </a:solidFill>
              <a:ln w="1005" cap="flat">
                <a:noFill/>
                <a:prstDash val="solid"/>
                <a:miter/>
              </a:ln>
            </p:spPr>
            <p:txBody>
              <a:bodyPr rtlCol="0" anchor="ctr"/>
              <a:lstStyle/>
              <a:p>
                <a:endParaRPr lang="en-US">
                  <a:cs typeface="+mn-ea"/>
                  <a:sym typeface="+mn-lt"/>
                </a:endParaRPr>
              </a:p>
            </p:txBody>
          </p:sp>
        </p:grpSp>
        <p:grpSp>
          <p:nvGrpSpPr>
            <p:cNvPr id="48" name="组合 47"/>
            <p:cNvGrpSpPr/>
            <p:nvPr/>
          </p:nvGrpSpPr>
          <p:grpSpPr>
            <a:xfrm>
              <a:off x="10835" y="7975"/>
              <a:ext cx="5932" cy="1065"/>
              <a:chOff x="11126" y="1970"/>
              <a:chExt cx="5932" cy="1065"/>
            </a:xfrm>
          </p:grpSpPr>
          <p:sp>
            <p:nvSpPr>
              <p:cNvPr id="49" name="圆角矩形 48"/>
              <p:cNvSpPr/>
              <p:nvPr/>
            </p:nvSpPr>
            <p:spPr>
              <a:xfrm>
                <a:off x="11126" y="1970"/>
                <a:ext cx="2570" cy="866"/>
              </a:xfrm>
              <a:prstGeom prst="roundRect">
                <a:avLst>
                  <a:gd name="adj" fmla="val 0"/>
                </a:avLst>
              </a:prstGeom>
              <a:noFill/>
              <a:ln>
                <a:no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rPr>
                  <a:t>绩效考核情况</a:t>
                </a:r>
              </a:p>
            </p:txBody>
          </p:sp>
          <p:sp>
            <p:nvSpPr>
              <p:cNvPr id="50" name="文本框 49"/>
              <p:cNvSpPr txBox="1"/>
              <p:nvPr/>
            </p:nvSpPr>
            <p:spPr>
              <a:xfrm>
                <a:off x="11126" y="2601"/>
                <a:ext cx="5932" cy="434"/>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noProof="0" dirty="0">
                    <a:ln>
                      <a:noFill/>
                    </a:ln>
                    <a:solidFill>
                      <a:schemeClr val="tx1"/>
                    </a:solidFill>
                    <a:effectLst/>
                    <a:uLnTx/>
                    <a:uFillTx/>
                    <a:latin typeface="思源黑体 Light" panose="020B0300000000000000" charset="-122"/>
                    <a:ea typeface="思源黑体 Light" panose="020B0300000000000000" charset="-122"/>
                    <a:sym typeface="+mn-ea"/>
                  </a:rPr>
                  <a:t>Click here to change your need text or word</a:t>
                </a:r>
              </a:p>
            </p:txBody>
          </p:sp>
        </p:grpSp>
      </p:grpSp>
      <p:sp>
        <p:nvSpPr>
          <p:cNvPr id="58" name="文本框 57"/>
          <p:cNvSpPr txBox="1"/>
          <p:nvPr/>
        </p:nvSpPr>
        <p:spPr>
          <a:xfrm>
            <a:off x="3347720" y="808990"/>
            <a:ext cx="5516880" cy="1861185"/>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1500" dirty="0">
                <a:ln>
                  <a:gradFill>
                    <a:gsLst>
                      <a:gs pos="12000">
                        <a:srgbClr val="26211B"/>
                      </a:gs>
                      <a:gs pos="65000">
                        <a:srgbClr val="F4F4F4"/>
                      </a:gs>
                    </a:gsLst>
                    <a:lin ang="5400000" scaled="1"/>
                  </a:gradFill>
                </a:ln>
                <a:noFill/>
                <a:latin typeface="字魂151号-联盟综艺体" panose="00000500000000000000" charset="-122"/>
                <a:ea typeface="字魂151号-联盟综艺体" panose="00000500000000000000" charset="-122"/>
                <a:cs typeface="思源黑体 CN Heavy" panose="020B0A00000000000000" charset="-122"/>
              </a:rPr>
              <a:t>2029</a:t>
            </a:r>
            <a:endParaRPr kumimoji="0" lang="en-US" altLang="zh-CN" sz="11500" i="0" u="none" strike="noStrike" kern="1200" cap="none" spc="0" normalizeH="0" baseline="0" noProof="0" dirty="0">
              <a:ln>
                <a:gradFill>
                  <a:gsLst>
                    <a:gs pos="12000">
                      <a:srgbClr val="26211B"/>
                    </a:gs>
                    <a:gs pos="65000">
                      <a:srgbClr val="F4F4F4"/>
                    </a:gs>
                  </a:gsLst>
                  <a:lin ang="5400000" scaled="1"/>
                </a:gradFill>
              </a:ln>
              <a:noFill/>
              <a:effectLst/>
              <a:uLnTx/>
              <a:uFillTx/>
              <a:latin typeface="字魂151号-联盟综艺体" panose="00000500000000000000" charset="-122"/>
              <a:ea typeface="字魂151号-联盟综艺体" panose="00000500000000000000" charset="-122"/>
              <a:cs typeface="思源黑体 CN Heavy" panose="020B0A00000000000000" charset="-122"/>
            </a:endParaRPr>
          </a:p>
        </p:txBody>
      </p:sp>
      <p:sp>
        <p:nvSpPr>
          <p:cNvPr id="57" name="文本框 56"/>
          <p:cNvSpPr txBox="1"/>
          <p:nvPr/>
        </p:nvSpPr>
        <p:spPr>
          <a:xfrm>
            <a:off x="4578350" y="1917065"/>
            <a:ext cx="3035300" cy="460375"/>
          </a:xfrm>
          <a:prstGeom prst="rect">
            <a:avLst/>
          </a:prstGeom>
          <a:noFill/>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lang="zh-CN" sz="2400" dirty="0">
                <a:solidFill>
                  <a:srgbClr val="26211B"/>
                </a:solidFill>
                <a:latin typeface="字魂151号-联盟综艺体" panose="00000500000000000000" charset="-122"/>
                <a:ea typeface="字魂151号-联盟综艺体" panose="00000500000000000000" charset="-122"/>
                <a:cs typeface="思源黑体 CN Heavy" panose="020B0A00000000000000" charset="-122"/>
              </a:rPr>
              <a:t>标</a:t>
            </a:r>
            <a:r>
              <a:rPr lang="en-US" altLang="zh-CN" sz="2400" dirty="0">
                <a:solidFill>
                  <a:srgbClr val="26211B"/>
                </a:solidFill>
                <a:latin typeface="字魂151号-联盟综艺体" panose="00000500000000000000" charset="-122"/>
                <a:ea typeface="字魂151号-联盟综艺体" panose="00000500000000000000" charset="-122"/>
                <a:cs typeface="思源黑体 CN Heavy" panose="020B0A00000000000000" charset="-122"/>
              </a:rPr>
              <a:t>|</a:t>
            </a:r>
            <a:r>
              <a:rPr lang="zh-CN" sz="2400" dirty="0">
                <a:solidFill>
                  <a:srgbClr val="26211B"/>
                </a:solidFill>
                <a:latin typeface="字魂151号-联盟综艺体" panose="00000500000000000000" charset="-122"/>
                <a:ea typeface="字魂151号-联盟综艺体" panose="00000500000000000000" charset="-122"/>
                <a:cs typeface="思源黑体 CN Heavy" panose="020B0A00000000000000" charset="-122"/>
              </a:rPr>
              <a:t>题</a:t>
            </a:r>
            <a:r>
              <a:rPr lang="en-US" altLang="zh-CN" sz="2400" dirty="0">
                <a:solidFill>
                  <a:srgbClr val="26211B"/>
                </a:solidFill>
                <a:latin typeface="字魂151号-联盟综艺体" panose="00000500000000000000" charset="-122"/>
                <a:ea typeface="字魂151号-联盟综艺体" panose="00000500000000000000" charset="-122"/>
                <a:cs typeface="思源黑体 CN Heavy" panose="020B0A00000000000000" charset="-122"/>
              </a:rPr>
              <a:t>|</a:t>
            </a:r>
            <a:r>
              <a:rPr lang="zh-CN" sz="2400" dirty="0">
                <a:solidFill>
                  <a:srgbClr val="26211B"/>
                </a:solidFill>
                <a:latin typeface="字魂151号-联盟综艺体" panose="00000500000000000000" charset="-122"/>
                <a:ea typeface="字魂151号-联盟综艺体" panose="00000500000000000000" charset="-122"/>
                <a:cs typeface="思源黑体 CN Heavy" panose="020B0A00000000000000" charset="-122"/>
              </a:rPr>
              <a:t>目</a:t>
            </a:r>
            <a:r>
              <a:rPr lang="en-US" altLang="zh-CN" sz="2400" dirty="0">
                <a:solidFill>
                  <a:srgbClr val="26211B"/>
                </a:solidFill>
                <a:latin typeface="字魂151号-联盟综艺体" panose="00000500000000000000" charset="-122"/>
                <a:ea typeface="字魂151号-联盟综艺体" panose="00000500000000000000" charset="-122"/>
                <a:cs typeface="思源黑体 CN Heavy" panose="020B0A00000000000000" charset="-122"/>
              </a:rPr>
              <a:t>|</a:t>
            </a:r>
            <a:r>
              <a:rPr lang="zh-CN" sz="2400" dirty="0">
                <a:solidFill>
                  <a:srgbClr val="26211B"/>
                </a:solidFill>
                <a:latin typeface="字魂151号-联盟综艺体" panose="00000500000000000000" charset="-122"/>
                <a:ea typeface="字魂151号-联盟综艺体" panose="00000500000000000000" charset="-122"/>
                <a:cs typeface="思源黑体 CN Heavy" panose="020B0A00000000000000" charset="-122"/>
              </a:rPr>
              <a:t>录</a:t>
            </a:r>
            <a:endParaRPr kumimoji="0" lang="zh-CN" sz="2400" i="0" u="none" strike="noStrike" kern="1200" cap="none" spc="0" normalizeH="0" baseline="0" noProof="0" dirty="0">
              <a:ln>
                <a:noFill/>
              </a:ln>
              <a:solidFill>
                <a:srgbClr val="26211B"/>
              </a:solidFill>
              <a:effectLst/>
              <a:uLnTx/>
              <a:uFillTx/>
              <a:latin typeface="字魂151号-联盟综艺体" panose="00000500000000000000" charset="-122"/>
              <a:ea typeface="字魂151号-联盟综艺体" panose="00000500000000000000" charset="-122"/>
              <a:cs typeface="思源黑体 CN Heavy" panose="020B0A00000000000000"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p:cTn id="7" dur="1000" fill="hold"/>
                                        <p:tgtEl>
                                          <p:spTgt spid="30"/>
                                        </p:tgtEl>
                                        <p:attrNameLst>
                                          <p:attrName>ppt_x</p:attrName>
                                        </p:attrNameLst>
                                      </p:cBhvr>
                                      <p:tavLst>
                                        <p:tav tm="0">
                                          <p:val>
                                            <p:strVal val="#ppt_x-.2"/>
                                          </p:val>
                                        </p:tav>
                                        <p:tav tm="100000">
                                          <p:val>
                                            <p:strVal val="#ppt_x"/>
                                          </p:val>
                                        </p:tav>
                                      </p:tavLst>
                                    </p:anim>
                                    <p:anim calcmode="lin" valueType="num">
                                      <p:cBhvr>
                                        <p:cTn id="8" dur="1000" fill="hold"/>
                                        <p:tgtEl>
                                          <p:spTgt spid="30"/>
                                        </p:tgtEl>
                                        <p:attrNameLst>
                                          <p:attrName>ppt_y</p:attrName>
                                        </p:attrNameLst>
                                      </p:cBhvr>
                                      <p:tavLst>
                                        <p:tav tm="0">
                                          <p:val>
                                            <p:strVal val="#ppt_y"/>
                                          </p:val>
                                        </p:tav>
                                        <p:tav tm="100000">
                                          <p:val>
                                            <p:strVal val="#ppt_y"/>
                                          </p:val>
                                        </p:tav>
                                      </p:tavLst>
                                    </p:anim>
                                    <p:animEffect transition="in" filter="wipe(right)" prLst="gradientSize: 0.1">
                                      <p:cBhvr>
                                        <p:cTn id="9" dur="1000"/>
                                        <p:tgtEl>
                                          <p:spTgt spid="30"/>
                                        </p:tgtEl>
                                      </p:cBhvr>
                                    </p:animEffect>
                                  </p:childTnLst>
                                </p:cTn>
                              </p:par>
                            </p:childTnLst>
                          </p:cTn>
                        </p:par>
                      </p:childTnLst>
                    </p:cTn>
                  </p:par>
                  <p:par>
                    <p:cTn id="10" fill="hold">
                      <p:stCondLst>
                        <p:cond delay="indefinite"/>
                      </p:stCondLst>
                      <p:childTnLst>
                        <p:par>
                          <p:cTn id="11" fill="hold">
                            <p:stCondLst>
                              <p:cond delay="0"/>
                            </p:stCondLst>
                            <p:childTnLst>
                              <p:par>
                                <p:cTn id="12" presetID="13" presetClass="entr" presetSubtype="16" fill="hold" nodeType="clickEffect">
                                  <p:stCondLst>
                                    <p:cond delay="0"/>
                                  </p:stCondLst>
                                  <p:childTnLst>
                                    <p:set>
                                      <p:cBhvr>
                                        <p:cTn id="13" dur="1" fill="hold">
                                          <p:stCondLst>
                                            <p:cond delay="0"/>
                                          </p:stCondLst>
                                        </p:cTn>
                                        <p:tgtEl>
                                          <p:spTgt spid="78"/>
                                        </p:tgtEl>
                                        <p:attrNameLst>
                                          <p:attrName>style.visibility</p:attrName>
                                        </p:attrNameLst>
                                      </p:cBhvr>
                                      <p:to>
                                        <p:strVal val="visible"/>
                                      </p:to>
                                    </p:set>
                                    <p:animEffect transition="in" filter="plus(in)">
                                      <p:cBhvr>
                                        <p:cTn id="14" dur="2000"/>
                                        <p:tgtEl>
                                          <p:spTgt spid="78"/>
                                        </p:tgtEl>
                                      </p:cBhvr>
                                    </p:animEffect>
                                  </p:childTnLst>
                                </p:cTn>
                              </p:par>
                            </p:childTnLst>
                          </p:cTn>
                        </p:par>
                      </p:childTnLst>
                    </p:cTn>
                  </p:par>
                  <p:par>
                    <p:cTn id="15" fill="hold">
                      <p:stCondLst>
                        <p:cond delay="indefinite"/>
                      </p:stCondLst>
                      <p:childTnLst>
                        <p:par>
                          <p:cTn id="16" fill="hold">
                            <p:stCondLst>
                              <p:cond delay="0"/>
                            </p:stCondLst>
                            <p:childTnLst>
                              <p:par>
                                <p:cTn id="17" presetID="29"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1000" fill="hold"/>
                                        <p:tgtEl>
                                          <p:spTgt spid="2"/>
                                        </p:tgtEl>
                                        <p:attrNameLst>
                                          <p:attrName>ppt_x</p:attrName>
                                        </p:attrNameLst>
                                      </p:cBhvr>
                                      <p:tavLst>
                                        <p:tav tm="0">
                                          <p:val>
                                            <p:strVal val="#ppt_x-.2"/>
                                          </p:val>
                                        </p:tav>
                                        <p:tav tm="100000">
                                          <p:val>
                                            <p:strVal val="#ppt_x"/>
                                          </p:val>
                                        </p:tav>
                                      </p:tavLst>
                                    </p:anim>
                                    <p:anim calcmode="lin" valueType="num">
                                      <p:cBhvr>
                                        <p:cTn id="20" dur="1000" fill="hold"/>
                                        <p:tgtEl>
                                          <p:spTgt spid="2"/>
                                        </p:tgtEl>
                                        <p:attrNameLst>
                                          <p:attrName>ppt_y</p:attrName>
                                        </p:attrNameLst>
                                      </p:cBhvr>
                                      <p:tavLst>
                                        <p:tav tm="0">
                                          <p:val>
                                            <p:strVal val="#ppt_y"/>
                                          </p:val>
                                        </p:tav>
                                        <p:tav tm="100000">
                                          <p:val>
                                            <p:strVal val="#ppt_y"/>
                                          </p:val>
                                        </p:tav>
                                      </p:tavLst>
                                    </p:anim>
                                    <p:animEffect transition="in" filter="wipe(right)" prLst="gradientSize: 0.1">
                                      <p:cBhvr>
                                        <p:cTn id="21" dur="10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29" presetClass="entr" presetSubtype="0" fill="hold" grpId="0" nodeType="clickEffect">
                                  <p:stCondLst>
                                    <p:cond delay="0"/>
                                  </p:stCondLst>
                                  <p:childTnLst>
                                    <p:set>
                                      <p:cBhvr>
                                        <p:cTn id="25" dur="1" fill="hold">
                                          <p:stCondLst>
                                            <p:cond delay="0"/>
                                          </p:stCondLst>
                                        </p:cTn>
                                        <p:tgtEl>
                                          <p:spTgt spid="3"/>
                                        </p:tgtEl>
                                        <p:attrNameLst>
                                          <p:attrName>style.visibility</p:attrName>
                                        </p:attrNameLst>
                                      </p:cBhvr>
                                      <p:to>
                                        <p:strVal val="visible"/>
                                      </p:to>
                                    </p:set>
                                    <p:anim calcmode="lin" valueType="num">
                                      <p:cBhvr>
                                        <p:cTn id="26" dur="1000" fill="hold"/>
                                        <p:tgtEl>
                                          <p:spTgt spid="3"/>
                                        </p:tgtEl>
                                        <p:attrNameLst>
                                          <p:attrName>ppt_x</p:attrName>
                                        </p:attrNameLst>
                                      </p:cBhvr>
                                      <p:tavLst>
                                        <p:tav tm="0">
                                          <p:val>
                                            <p:strVal val="#ppt_x-.2"/>
                                          </p:val>
                                        </p:tav>
                                        <p:tav tm="100000">
                                          <p:val>
                                            <p:strVal val="#ppt_x"/>
                                          </p:val>
                                        </p:tav>
                                      </p:tavLst>
                                    </p:anim>
                                    <p:anim calcmode="lin" valueType="num">
                                      <p:cBhvr>
                                        <p:cTn id="27" dur="1000" fill="hold"/>
                                        <p:tgtEl>
                                          <p:spTgt spid="3"/>
                                        </p:tgtEl>
                                        <p:attrNameLst>
                                          <p:attrName>ppt_y</p:attrName>
                                        </p:attrNameLst>
                                      </p:cBhvr>
                                      <p:tavLst>
                                        <p:tav tm="0">
                                          <p:val>
                                            <p:strVal val="#ppt_y"/>
                                          </p:val>
                                        </p:tav>
                                        <p:tav tm="100000">
                                          <p:val>
                                            <p:strVal val="#ppt_y"/>
                                          </p:val>
                                        </p:tav>
                                      </p:tavLst>
                                    </p:anim>
                                    <p:animEffect transition="in" filter="wipe(right)" prLst="gradientSize: 0.1">
                                      <p:cBhvr>
                                        <p:cTn id="28" dur="1000"/>
                                        <p:tgtEl>
                                          <p:spTgt spid="3"/>
                                        </p:tgtEl>
                                      </p:cBhvr>
                                    </p:animEffect>
                                  </p:childTnLst>
                                </p:cTn>
                              </p:par>
                            </p:childTnLst>
                          </p:cTn>
                        </p:par>
                      </p:childTnLst>
                    </p:cTn>
                  </p:par>
                  <p:par>
                    <p:cTn id="29" fill="hold">
                      <p:stCondLst>
                        <p:cond delay="indefinite"/>
                      </p:stCondLst>
                      <p:childTnLst>
                        <p:par>
                          <p:cTn id="30" fill="hold">
                            <p:stCondLst>
                              <p:cond delay="0"/>
                            </p:stCondLst>
                            <p:childTnLst>
                              <p:par>
                                <p:cTn id="31" presetID="29" presetClass="entr" presetSubtype="0"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p:cTn id="33" dur="1000" fill="hold"/>
                                        <p:tgtEl>
                                          <p:spTgt spid="4"/>
                                        </p:tgtEl>
                                        <p:attrNameLst>
                                          <p:attrName>ppt_x</p:attrName>
                                        </p:attrNameLst>
                                      </p:cBhvr>
                                      <p:tavLst>
                                        <p:tav tm="0">
                                          <p:val>
                                            <p:strVal val="#ppt_x-.2"/>
                                          </p:val>
                                        </p:tav>
                                        <p:tav tm="100000">
                                          <p:val>
                                            <p:strVal val="#ppt_x"/>
                                          </p:val>
                                        </p:tav>
                                      </p:tavLst>
                                    </p:anim>
                                    <p:anim calcmode="lin" valueType="num">
                                      <p:cBhvr>
                                        <p:cTn id="34" dur="1000" fill="hold"/>
                                        <p:tgtEl>
                                          <p:spTgt spid="4"/>
                                        </p:tgtEl>
                                        <p:attrNameLst>
                                          <p:attrName>ppt_y</p:attrName>
                                        </p:attrNameLst>
                                      </p:cBhvr>
                                      <p:tavLst>
                                        <p:tav tm="0">
                                          <p:val>
                                            <p:strVal val="#ppt_y"/>
                                          </p:val>
                                        </p:tav>
                                        <p:tav tm="100000">
                                          <p:val>
                                            <p:strVal val="#ppt_y"/>
                                          </p:val>
                                        </p:tav>
                                      </p:tavLst>
                                    </p:anim>
                                    <p:animEffect transition="in" filter="wipe(right)" prLst="gradientSize: 0.1">
                                      <p:cBhvr>
                                        <p:cTn id="35" dur="1000"/>
                                        <p:tgtEl>
                                          <p:spTgt spid="4"/>
                                        </p:tgtEl>
                                      </p:cBhvr>
                                    </p:animEffect>
                                  </p:childTnLst>
                                </p:cTn>
                              </p:par>
                              <p:par>
                                <p:cTn id="36" presetID="2" presetClass="entr" presetSubtype="2" decel="100000" fill="hold" nodeType="withEffect">
                                  <p:stCondLst>
                                    <p:cond delay="0"/>
                                  </p:stCondLst>
                                  <p:childTnLst>
                                    <p:set>
                                      <p:cBhvr>
                                        <p:cTn id="37" dur="1" fill="hold">
                                          <p:stCondLst>
                                            <p:cond delay="0"/>
                                          </p:stCondLst>
                                        </p:cTn>
                                        <p:tgtEl>
                                          <p:spTgt spid="12"/>
                                        </p:tgtEl>
                                        <p:attrNameLst>
                                          <p:attrName>style.visibility</p:attrName>
                                        </p:attrNameLst>
                                      </p:cBhvr>
                                      <p:to>
                                        <p:strVal val="visible"/>
                                      </p:to>
                                    </p:set>
                                    <p:anim calcmode="lin" valueType="num">
                                      <p:cBhvr additive="base">
                                        <p:cTn id="38" dur="1000" fill="hold"/>
                                        <p:tgtEl>
                                          <p:spTgt spid="12"/>
                                        </p:tgtEl>
                                        <p:attrNameLst>
                                          <p:attrName>ppt_x</p:attrName>
                                        </p:attrNameLst>
                                      </p:cBhvr>
                                      <p:tavLst>
                                        <p:tav tm="0">
                                          <p:val>
                                            <p:strVal val="1+#ppt_w/2"/>
                                          </p:val>
                                        </p:tav>
                                        <p:tav tm="100000">
                                          <p:val>
                                            <p:strVal val="#ppt_x"/>
                                          </p:val>
                                        </p:tav>
                                      </p:tavLst>
                                    </p:anim>
                                    <p:anim calcmode="lin" valueType="num">
                                      <p:cBhvr additive="base">
                                        <p:cTn id="39" dur="10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56" presetClass="entr" presetSubtype="0" fill="hold" grpId="0" nodeType="clickEffect">
                                  <p:stCondLst>
                                    <p:cond delay="0"/>
                                  </p:stCondLst>
                                  <p:iterate type="lt">
                                    <p:tmPct val="10000"/>
                                  </p:iterate>
                                  <p:childTnLst>
                                    <p:set>
                                      <p:cBhvr>
                                        <p:cTn id="43" dur="1" fill="hold">
                                          <p:stCondLst>
                                            <p:cond delay="0"/>
                                          </p:stCondLst>
                                        </p:cTn>
                                        <p:tgtEl>
                                          <p:spTgt spid="57"/>
                                        </p:tgtEl>
                                        <p:attrNameLst>
                                          <p:attrName>style.visibility</p:attrName>
                                        </p:attrNameLst>
                                      </p:cBhvr>
                                      <p:to>
                                        <p:strVal val="visible"/>
                                      </p:to>
                                    </p:set>
                                    <p:anim by="(-#ppt_w*2)" calcmode="lin" valueType="num">
                                      <p:cBhvr rctx="PPT">
                                        <p:cTn id="44" dur="500" autoRev="1" fill="hold">
                                          <p:stCondLst>
                                            <p:cond delay="0"/>
                                          </p:stCondLst>
                                        </p:cTn>
                                        <p:tgtEl>
                                          <p:spTgt spid="57"/>
                                        </p:tgtEl>
                                        <p:attrNameLst>
                                          <p:attrName>ppt_w</p:attrName>
                                        </p:attrNameLst>
                                      </p:cBhvr>
                                    </p:anim>
                                    <p:anim by="(#ppt_w*0.50)" calcmode="lin" valueType="num">
                                      <p:cBhvr>
                                        <p:cTn id="45" dur="500" decel="50000" autoRev="1" fill="hold">
                                          <p:stCondLst>
                                            <p:cond delay="0"/>
                                          </p:stCondLst>
                                        </p:cTn>
                                        <p:tgtEl>
                                          <p:spTgt spid="57"/>
                                        </p:tgtEl>
                                        <p:attrNameLst>
                                          <p:attrName>ppt_x</p:attrName>
                                        </p:attrNameLst>
                                      </p:cBhvr>
                                    </p:anim>
                                    <p:anim from="(-#ppt_h/2)" to="(#ppt_y)" calcmode="lin" valueType="num">
                                      <p:cBhvr>
                                        <p:cTn id="46" dur="1000" fill="hold">
                                          <p:stCondLst>
                                            <p:cond delay="0"/>
                                          </p:stCondLst>
                                        </p:cTn>
                                        <p:tgtEl>
                                          <p:spTgt spid="57"/>
                                        </p:tgtEl>
                                        <p:attrNameLst>
                                          <p:attrName>ppt_y</p:attrName>
                                        </p:attrNameLst>
                                      </p:cBhvr>
                                    </p:anim>
                                    <p:animRot by="21600000">
                                      <p:cBhvr>
                                        <p:cTn id="47" dur="1000" fill="hold">
                                          <p:stCondLst>
                                            <p:cond delay="0"/>
                                          </p:stCondLst>
                                        </p:cTn>
                                        <p:tgtEl>
                                          <p:spTgt spid="57"/>
                                        </p:tgtEl>
                                        <p:attrNameLst>
                                          <p:attrName>r</p:attrName>
                                        </p:attrNameLst>
                                      </p:cBhvr>
                                    </p:animRot>
                                  </p:childTnLst>
                                </p:cTn>
                              </p:par>
                            </p:childTnLst>
                          </p:cTn>
                        </p:par>
                      </p:childTnLst>
                    </p:cTn>
                  </p:par>
                  <p:par>
                    <p:cTn id="48" fill="hold">
                      <p:stCondLst>
                        <p:cond delay="indefinite"/>
                      </p:stCondLst>
                      <p:childTnLst>
                        <p:par>
                          <p:cTn id="49" fill="hold">
                            <p:stCondLst>
                              <p:cond delay="0"/>
                            </p:stCondLst>
                            <p:childTnLst>
                              <p:par>
                                <p:cTn id="50" presetID="13" presetClass="entr" presetSubtype="16" fill="hold" nodeType="clickEffect">
                                  <p:stCondLst>
                                    <p:cond delay="0"/>
                                  </p:stCondLst>
                                  <p:childTnLst>
                                    <p:set>
                                      <p:cBhvr>
                                        <p:cTn id="51" dur="1" fill="hold">
                                          <p:stCondLst>
                                            <p:cond delay="0"/>
                                          </p:stCondLst>
                                        </p:cTn>
                                        <p:tgtEl>
                                          <p:spTgt spid="51"/>
                                        </p:tgtEl>
                                        <p:attrNameLst>
                                          <p:attrName>style.visibility</p:attrName>
                                        </p:attrNameLst>
                                      </p:cBhvr>
                                      <p:to>
                                        <p:strVal val="visible"/>
                                      </p:to>
                                    </p:set>
                                    <p:animEffect transition="in" filter="plus(in)">
                                      <p:cBhvr>
                                        <p:cTn id="52" dur="2000"/>
                                        <p:tgtEl>
                                          <p:spTgt spid="51"/>
                                        </p:tgtEl>
                                      </p:cBhvr>
                                    </p:animEffect>
                                  </p:childTnLst>
                                </p:cTn>
                              </p:par>
                            </p:childTnLst>
                          </p:cTn>
                        </p:par>
                      </p:childTnLst>
                    </p:cTn>
                  </p:par>
                  <p:par>
                    <p:cTn id="53" fill="hold">
                      <p:stCondLst>
                        <p:cond delay="indefinite"/>
                      </p:stCondLst>
                      <p:childTnLst>
                        <p:par>
                          <p:cTn id="54" fill="hold">
                            <p:stCondLst>
                              <p:cond delay="0"/>
                            </p:stCondLst>
                            <p:childTnLst>
                              <p:par>
                                <p:cTn id="55" presetID="13" presetClass="entr" presetSubtype="16" fill="hold" nodeType="clickEffect">
                                  <p:stCondLst>
                                    <p:cond delay="0"/>
                                  </p:stCondLst>
                                  <p:childTnLst>
                                    <p:set>
                                      <p:cBhvr>
                                        <p:cTn id="56" dur="1" fill="hold">
                                          <p:stCondLst>
                                            <p:cond delay="0"/>
                                          </p:stCondLst>
                                        </p:cTn>
                                        <p:tgtEl>
                                          <p:spTgt spid="54"/>
                                        </p:tgtEl>
                                        <p:attrNameLst>
                                          <p:attrName>style.visibility</p:attrName>
                                        </p:attrNameLst>
                                      </p:cBhvr>
                                      <p:to>
                                        <p:strVal val="visible"/>
                                      </p:to>
                                    </p:set>
                                    <p:animEffect transition="in" filter="plus(in)">
                                      <p:cBhvr>
                                        <p:cTn id="57" dur="2000"/>
                                        <p:tgtEl>
                                          <p:spTgt spid="54"/>
                                        </p:tgtEl>
                                      </p:cBhvr>
                                    </p:animEffect>
                                  </p:childTnLst>
                                </p:cTn>
                              </p:par>
                            </p:childTnLst>
                          </p:cTn>
                        </p:par>
                      </p:childTnLst>
                    </p:cTn>
                  </p:par>
                  <p:par>
                    <p:cTn id="58" fill="hold">
                      <p:stCondLst>
                        <p:cond delay="indefinite"/>
                      </p:stCondLst>
                      <p:childTnLst>
                        <p:par>
                          <p:cTn id="59" fill="hold">
                            <p:stCondLst>
                              <p:cond delay="0"/>
                            </p:stCondLst>
                            <p:childTnLst>
                              <p:par>
                                <p:cTn id="60" presetID="13" presetClass="entr" presetSubtype="16" fill="hold" nodeType="clickEffect">
                                  <p:stCondLst>
                                    <p:cond delay="0"/>
                                  </p:stCondLst>
                                  <p:childTnLst>
                                    <p:set>
                                      <p:cBhvr>
                                        <p:cTn id="61" dur="1" fill="hold">
                                          <p:stCondLst>
                                            <p:cond delay="0"/>
                                          </p:stCondLst>
                                        </p:cTn>
                                        <p:tgtEl>
                                          <p:spTgt spid="52"/>
                                        </p:tgtEl>
                                        <p:attrNameLst>
                                          <p:attrName>style.visibility</p:attrName>
                                        </p:attrNameLst>
                                      </p:cBhvr>
                                      <p:to>
                                        <p:strVal val="visible"/>
                                      </p:to>
                                    </p:set>
                                    <p:animEffect transition="in" filter="plus(in)">
                                      <p:cBhvr>
                                        <p:cTn id="62" dur="2000"/>
                                        <p:tgtEl>
                                          <p:spTgt spid="52"/>
                                        </p:tgtEl>
                                      </p:cBhvr>
                                    </p:animEffect>
                                  </p:childTnLst>
                                </p:cTn>
                              </p:par>
                            </p:childTnLst>
                          </p:cTn>
                        </p:par>
                      </p:childTnLst>
                    </p:cTn>
                  </p:par>
                  <p:par>
                    <p:cTn id="63" fill="hold">
                      <p:stCondLst>
                        <p:cond delay="indefinite"/>
                      </p:stCondLst>
                      <p:childTnLst>
                        <p:par>
                          <p:cTn id="64" fill="hold">
                            <p:stCondLst>
                              <p:cond delay="0"/>
                            </p:stCondLst>
                            <p:childTnLst>
                              <p:par>
                                <p:cTn id="65" presetID="13" presetClass="entr" presetSubtype="16" fill="hold" nodeType="clickEffect">
                                  <p:stCondLst>
                                    <p:cond delay="0"/>
                                  </p:stCondLst>
                                  <p:childTnLst>
                                    <p:set>
                                      <p:cBhvr>
                                        <p:cTn id="66" dur="1" fill="hold">
                                          <p:stCondLst>
                                            <p:cond delay="0"/>
                                          </p:stCondLst>
                                        </p:cTn>
                                        <p:tgtEl>
                                          <p:spTgt spid="53"/>
                                        </p:tgtEl>
                                        <p:attrNameLst>
                                          <p:attrName>style.visibility</p:attrName>
                                        </p:attrNameLst>
                                      </p:cBhvr>
                                      <p:to>
                                        <p:strVal val="visible"/>
                                      </p:to>
                                    </p:set>
                                    <p:animEffect transition="in" filter="plus(in)">
                                      <p:cBhvr>
                                        <p:cTn id="67" dur="2000"/>
                                        <p:tgtEl>
                                          <p:spTgt spid="53"/>
                                        </p:tgtEl>
                                      </p:cBhvr>
                                    </p:animEffect>
                                  </p:childTnLst>
                                </p:cTn>
                              </p:par>
                            </p:childTnLst>
                          </p:cTn>
                        </p:par>
                      </p:childTnLst>
                    </p:cTn>
                  </p:par>
                  <p:par>
                    <p:cTn id="68" fill="hold">
                      <p:stCondLst>
                        <p:cond delay="indefinite"/>
                      </p:stCondLst>
                      <p:childTnLst>
                        <p:par>
                          <p:cTn id="69" fill="hold">
                            <p:stCondLst>
                              <p:cond delay="0"/>
                            </p:stCondLst>
                            <p:childTnLst>
                              <p:par>
                                <p:cTn id="70" presetID="50" presetClass="entr" presetSubtype="0" decel="100000" fill="hold" grpId="0" nodeType="clickEffect">
                                  <p:stCondLst>
                                    <p:cond delay="0"/>
                                  </p:stCondLst>
                                  <p:childTnLst>
                                    <p:set>
                                      <p:cBhvr>
                                        <p:cTn id="71" dur="1" fill="hold">
                                          <p:stCondLst>
                                            <p:cond delay="0"/>
                                          </p:stCondLst>
                                        </p:cTn>
                                        <p:tgtEl>
                                          <p:spTgt spid="58"/>
                                        </p:tgtEl>
                                        <p:attrNameLst>
                                          <p:attrName>style.visibility</p:attrName>
                                        </p:attrNameLst>
                                      </p:cBhvr>
                                      <p:to>
                                        <p:strVal val="visible"/>
                                      </p:to>
                                    </p:set>
                                    <p:anim calcmode="lin" valueType="num">
                                      <p:cBhvr>
                                        <p:cTn id="72" dur="1000" fill="hold"/>
                                        <p:tgtEl>
                                          <p:spTgt spid="58"/>
                                        </p:tgtEl>
                                        <p:attrNameLst>
                                          <p:attrName>ppt_w</p:attrName>
                                        </p:attrNameLst>
                                      </p:cBhvr>
                                      <p:tavLst>
                                        <p:tav tm="0">
                                          <p:val>
                                            <p:strVal val="#ppt_w+.3"/>
                                          </p:val>
                                        </p:tav>
                                        <p:tav tm="100000">
                                          <p:val>
                                            <p:strVal val="#ppt_w"/>
                                          </p:val>
                                        </p:tav>
                                      </p:tavLst>
                                    </p:anim>
                                    <p:anim calcmode="lin" valueType="num">
                                      <p:cBhvr>
                                        <p:cTn id="73" dur="1000" fill="hold"/>
                                        <p:tgtEl>
                                          <p:spTgt spid="58"/>
                                        </p:tgtEl>
                                        <p:attrNameLst>
                                          <p:attrName>ppt_h</p:attrName>
                                        </p:attrNameLst>
                                      </p:cBhvr>
                                      <p:tavLst>
                                        <p:tav tm="0">
                                          <p:val>
                                            <p:strVal val="#ppt_h"/>
                                          </p:val>
                                        </p:tav>
                                        <p:tav tm="100000">
                                          <p:val>
                                            <p:strVal val="#ppt_h"/>
                                          </p:val>
                                        </p:tav>
                                      </p:tavLst>
                                    </p:anim>
                                    <p:animEffect transition="in" filter="fade">
                                      <p:cBhvr>
                                        <p:cTn id="74" dur="10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 grpId="1" animBg="1"/>
      <p:bldP spid="4" grpId="0" bldLvl="0" animBg="1"/>
      <p:bldP spid="4" grpId="1" animBg="1"/>
      <p:bldP spid="30" grpId="0" bldLvl="0" animBg="1"/>
      <p:bldP spid="30" grpId="1" animBg="1"/>
      <p:bldP spid="2" grpId="0" bldLvl="0" animBg="1"/>
      <p:bldP spid="2" grpId="1" animBg="1"/>
      <p:bldP spid="58" grpId="0"/>
      <p:bldP spid="58" grpId="1"/>
      <p:bldP spid="57" grpId="0"/>
      <p:bldP spid="57" grpId="1"/>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42" name="矩形 41"/>
          <p:cNvSpPr/>
          <p:nvPr/>
        </p:nvSpPr>
        <p:spPr>
          <a:xfrm>
            <a:off x="635" y="0"/>
            <a:ext cx="12211050" cy="6865620"/>
          </a:xfrm>
          <a:prstGeom prst="rect">
            <a:avLst/>
          </a:prstGeom>
          <a:solidFill>
            <a:srgbClr val="F4F4F4">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同心圆 2"/>
          <p:cNvSpPr/>
          <p:nvPr/>
        </p:nvSpPr>
        <p:spPr>
          <a:xfrm flipV="1">
            <a:off x="9562465" y="4060825"/>
            <a:ext cx="4440555" cy="4440555"/>
          </a:xfrm>
          <a:prstGeom prst="donut">
            <a:avLst>
              <a:gd name="adj" fmla="val 12758"/>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445895" y="-2014855"/>
            <a:ext cx="4440555" cy="4440555"/>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p:cNvSpPr txBox="1"/>
          <p:nvPr/>
        </p:nvSpPr>
        <p:spPr>
          <a:xfrm>
            <a:off x="404178" y="457200"/>
            <a:ext cx="11403965" cy="2646045"/>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600" dirty="0">
                <a:ln>
                  <a:gradFill>
                    <a:gsLst>
                      <a:gs pos="12000">
                        <a:srgbClr val="26211B"/>
                      </a:gs>
                      <a:gs pos="77000">
                        <a:srgbClr val="F4F4F4"/>
                      </a:gs>
                    </a:gsLst>
                    <a:lin ang="5400000" scaled="1"/>
                  </a:gradFill>
                </a:ln>
                <a:noFill/>
                <a:latin typeface="字魂151号-联盟综艺体" panose="00000500000000000000" charset="-122"/>
                <a:ea typeface="字魂151号-联盟综艺体" panose="00000500000000000000" charset="-122"/>
                <a:cs typeface="思源黑体 CN Heavy" panose="020B0A00000000000000" charset="-122"/>
              </a:rPr>
              <a:t>PART 01</a:t>
            </a:r>
            <a:endParaRPr kumimoji="0" lang="en-US" altLang="zh-CN" sz="16600" i="0" u="none" strike="noStrike" kern="1200" cap="none" spc="0" normalizeH="0" baseline="0" noProof="0" dirty="0">
              <a:ln>
                <a:gradFill>
                  <a:gsLst>
                    <a:gs pos="12000">
                      <a:srgbClr val="26211B"/>
                    </a:gs>
                    <a:gs pos="77000">
                      <a:srgbClr val="F4F4F4"/>
                    </a:gs>
                  </a:gsLst>
                  <a:lin ang="5400000" scaled="1"/>
                </a:gradFill>
              </a:ln>
              <a:noFill/>
              <a:effectLst/>
              <a:uLnTx/>
              <a:uFillTx/>
              <a:latin typeface="字魂151号-联盟综艺体" panose="00000500000000000000" charset="-122"/>
              <a:ea typeface="字魂151号-联盟综艺体" panose="00000500000000000000" charset="-122"/>
              <a:cs typeface="思源黑体 CN Heavy" panose="020B0A00000000000000" charset="-122"/>
            </a:endParaRPr>
          </a:p>
        </p:txBody>
      </p:sp>
      <p:sp>
        <p:nvSpPr>
          <p:cNvPr id="36" name="文本框 35"/>
          <p:cNvSpPr txBox="1"/>
          <p:nvPr/>
        </p:nvSpPr>
        <p:spPr>
          <a:xfrm>
            <a:off x="3339783" y="2896235"/>
            <a:ext cx="5532755" cy="922020"/>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5400" dirty="0">
                <a:solidFill>
                  <a:srgbClr val="FEB51B"/>
                </a:solidFill>
                <a:latin typeface="字魂151号-联盟综艺体" panose="00000500000000000000" charset="-122"/>
                <a:ea typeface="字魂151号-联盟综艺体" panose="00000500000000000000" charset="-122"/>
                <a:cs typeface="思源黑体 CN Heavy" panose="020B0A00000000000000" charset="-122"/>
              </a:rPr>
              <a:t>年终工作总结</a:t>
            </a:r>
            <a:endParaRPr kumimoji="0" lang="zh-CN" altLang="en-US" sz="5400" i="0" u="none" strike="noStrike" kern="1200" cap="none" spc="0" normalizeH="0" baseline="0" noProof="0" dirty="0">
              <a:ln>
                <a:noFill/>
              </a:ln>
              <a:solidFill>
                <a:srgbClr val="FEB51B"/>
              </a:solidFill>
              <a:effectLst/>
              <a:uLnTx/>
              <a:uFillTx/>
              <a:latin typeface="字魂151号-联盟综艺体" panose="00000500000000000000" charset="-122"/>
              <a:ea typeface="字魂151号-联盟综艺体" panose="00000500000000000000" charset="-122"/>
              <a:cs typeface="思源黑体 CN Heavy" panose="020B0A00000000000000" charset="-122"/>
            </a:endParaRPr>
          </a:p>
        </p:txBody>
      </p:sp>
      <p:sp>
        <p:nvSpPr>
          <p:cNvPr id="37" name="文本框 36"/>
          <p:cNvSpPr txBox="1"/>
          <p:nvPr/>
        </p:nvSpPr>
        <p:spPr>
          <a:xfrm>
            <a:off x="3370263" y="1932940"/>
            <a:ext cx="5471795" cy="1106805"/>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sz="6600" dirty="0">
                <a:solidFill>
                  <a:srgbClr val="26211B"/>
                </a:solidFill>
                <a:latin typeface="字魂151号-联盟综艺体" panose="00000500000000000000" charset="-122"/>
                <a:ea typeface="字魂151号-联盟综艺体" panose="00000500000000000000" charset="-122"/>
                <a:cs typeface="思源黑体 CN Heavy" panose="020B0A00000000000000" charset="-122"/>
              </a:rPr>
              <a:t>年度重点工作</a:t>
            </a:r>
          </a:p>
        </p:txBody>
      </p:sp>
      <p:grpSp>
        <p:nvGrpSpPr>
          <p:cNvPr id="78" name="组合 77"/>
          <p:cNvGrpSpPr/>
          <p:nvPr/>
        </p:nvGrpSpPr>
        <p:grpSpPr>
          <a:xfrm>
            <a:off x="560705" y="164783"/>
            <a:ext cx="11071225" cy="6483032"/>
            <a:chOff x="1038" y="260"/>
            <a:chExt cx="17435" cy="10209"/>
          </a:xfrm>
        </p:grpSpPr>
        <p:sp>
          <p:nvSpPr>
            <p:cNvPr id="144" name="文本框 143"/>
            <p:cNvSpPr txBox="1"/>
            <p:nvPr/>
          </p:nvSpPr>
          <p:spPr>
            <a:xfrm>
              <a:off x="1038" y="10035"/>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sp>
          <p:nvSpPr>
            <p:cNvPr id="77" name="文本框 76"/>
            <p:cNvSpPr txBox="1"/>
            <p:nvPr/>
          </p:nvSpPr>
          <p:spPr>
            <a:xfrm>
              <a:off x="1038" y="260"/>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grpSp>
      <p:sp>
        <p:nvSpPr>
          <p:cNvPr id="39" name="圆角矩形 38"/>
          <p:cNvSpPr/>
          <p:nvPr/>
        </p:nvSpPr>
        <p:spPr>
          <a:xfrm>
            <a:off x="3197225" y="3844925"/>
            <a:ext cx="5817870" cy="549910"/>
          </a:xfrm>
          <a:prstGeom prst="roundRect">
            <a:avLst>
              <a:gd name="adj" fmla="val 0"/>
            </a:avLst>
          </a:prstGeom>
          <a:noFill/>
          <a:ln>
            <a:no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b="1" dirty="0">
                <a:solidFill>
                  <a:schemeClr val="tx1">
                    <a:lumMod val="75000"/>
                    <a:lumOff val="25000"/>
                  </a:schemeClr>
                </a:solidFill>
                <a:latin typeface="思源黑体 CN Medium" panose="020B0600000000000000" charset="-122"/>
                <a:ea typeface="思源黑体 CN Medium" panose="020B0600000000000000" charset="-122"/>
                <a:cs typeface="思源黑体 CN Heavy" panose="020B0A00000000000000" charset="-122"/>
                <a:sym typeface="+mn-ea"/>
              </a:rPr>
              <a:t>BLUE COLOR BUSINESS PLANNING TEMPLATE</a:t>
            </a:r>
          </a:p>
        </p:txBody>
      </p:sp>
      <p:sp>
        <p:nvSpPr>
          <p:cNvPr id="40" name="圆角矩形 39"/>
          <p:cNvSpPr/>
          <p:nvPr/>
        </p:nvSpPr>
        <p:spPr>
          <a:xfrm>
            <a:off x="3606800" y="4815205"/>
            <a:ext cx="2279650" cy="549910"/>
          </a:xfrm>
          <a:prstGeom prst="roundRect">
            <a:avLst>
              <a:gd name="adj" fmla="val 50000"/>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t>汇报人：</a:t>
            </a:r>
            <a:endParaRPr lang="zh-CN" altLang="en-US" sz="1600" dirty="0">
              <a:solidFill>
                <a:schemeClr val="bg1"/>
              </a:solidFill>
              <a:latin typeface="字魂151号-联盟综艺体" panose="00000500000000000000" charset="-122"/>
              <a:ea typeface="字魂151号-联盟综艺体" panose="00000500000000000000" charset="-122"/>
              <a:cs typeface="思源黑体 CN Heavy" panose="020B0A00000000000000" charset="-122"/>
              <a:sym typeface="+mn-ea"/>
            </a:endParaRPr>
          </a:p>
        </p:txBody>
      </p:sp>
      <p:sp>
        <p:nvSpPr>
          <p:cNvPr id="41" name="圆角矩形 40"/>
          <p:cNvSpPr/>
          <p:nvPr/>
        </p:nvSpPr>
        <p:spPr>
          <a:xfrm>
            <a:off x="6304915" y="4815205"/>
            <a:ext cx="2279650" cy="549910"/>
          </a:xfrm>
          <a:prstGeom prst="roundRect">
            <a:avLst>
              <a:gd name="adj" fmla="val 50000"/>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zh-CN" altLang="en-US" sz="1600" dirty="0">
                <a:solidFill>
                  <a:schemeClr val="bg1"/>
                </a:solidFill>
                <a:latin typeface="字魂151号-联盟综艺体" panose="00000500000000000000" charset="-122"/>
                <a:ea typeface="字魂151号-联盟综艺体" panose="00000500000000000000" charset="-122"/>
                <a:cs typeface="字魂151号-联盟综艺体" panose="00000500000000000000" charset="-122"/>
                <a:sym typeface="+mn-ea"/>
              </a:rPr>
              <a:t>时间：</a:t>
            </a:r>
            <a:r>
              <a:rPr lang="en-US" altLang="zh-CN" sz="1600" dirty="0">
                <a:solidFill>
                  <a:schemeClr val="bg1"/>
                </a:solidFill>
                <a:latin typeface="字魂151号-联盟综艺体" panose="00000500000000000000" charset="-122"/>
                <a:ea typeface="字魂151号-联盟综艺体" panose="00000500000000000000" charset="-122"/>
                <a:cs typeface="字魂151号-联盟综艺体" panose="00000500000000000000" charset="-122"/>
                <a:sym typeface="+mn-ea"/>
              </a:rPr>
              <a:t>20XX</a:t>
            </a:r>
          </a:p>
        </p:txBody>
      </p:sp>
      <p:grpSp>
        <p:nvGrpSpPr>
          <p:cNvPr id="12" name="组合 11"/>
          <p:cNvGrpSpPr/>
          <p:nvPr/>
        </p:nvGrpSpPr>
        <p:grpSpPr>
          <a:xfrm>
            <a:off x="8541460" y="5363929"/>
            <a:ext cx="966066" cy="798214"/>
            <a:chOff x="9608895" y="5661744"/>
            <a:chExt cx="966066" cy="798214"/>
          </a:xfrm>
          <a:solidFill>
            <a:srgbClr val="26211B"/>
          </a:solidFill>
        </p:grpSpPr>
        <p:sp>
          <p:nvSpPr>
            <p:cNvPr id="8" name="Freeform: Shape 72"/>
            <p:cNvSpPr/>
            <p:nvPr/>
          </p:nvSpPr>
          <p:spPr>
            <a:xfrm rot="900000">
              <a:off x="10086716" y="5661744"/>
              <a:ext cx="488245" cy="486465"/>
            </a:xfrm>
            <a:custGeom>
              <a:avLst/>
              <a:gdLst>
                <a:gd name="connsiteX0" fmla="*/ 0 w 1225398"/>
                <a:gd name="connsiteY0" fmla="*/ 169222 h 1220932"/>
                <a:gd name="connsiteX1" fmla="*/ 144732 w 1225398"/>
                <a:gd name="connsiteY1" fmla="*/ 5194 h 1220932"/>
                <a:gd name="connsiteX2" fmla="*/ 279815 w 1225398"/>
                <a:gd name="connsiteY2" fmla="*/ 53438 h 1220932"/>
                <a:gd name="connsiteX3" fmla="*/ 1206101 w 1225398"/>
                <a:gd name="connsiteY3" fmla="*/ 1124446 h 1220932"/>
                <a:gd name="connsiteX4" fmla="*/ 1225399 w 1225398"/>
                <a:gd name="connsiteY4" fmla="*/ 1211284 h 1220932"/>
                <a:gd name="connsiteX5" fmla="*/ 1138560 w 1225398"/>
                <a:gd name="connsiteY5" fmla="*/ 1220933 h 1220932"/>
                <a:gd name="connsiteX6" fmla="*/ 125434 w 1225398"/>
                <a:gd name="connsiteY6" fmla="*/ 400792 h 1220932"/>
                <a:gd name="connsiteX7" fmla="*/ 0 w 1225398"/>
                <a:gd name="connsiteY7" fmla="*/ 169222 h 1220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5398" h="1220932">
                  <a:moveTo>
                    <a:pt x="0" y="169222"/>
                  </a:moveTo>
                  <a:cubicBezTo>
                    <a:pt x="48244" y="111330"/>
                    <a:pt x="86839" y="43789"/>
                    <a:pt x="144732" y="5194"/>
                  </a:cubicBezTo>
                  <a:cubicBezTo>
                    <a:pt x="173679" y="-14103"/>
                    <a:pt x="250869" y="24492"/>
                    <a:pt x="279815" y="53438"/>
                  </a:cubicBezTo>
                  <a:cubicBezTo>
                    <a:pt x="607875" y="391143"/>
                    <a:pt x="955232" y="719200"/>
                    <a:pt x="1206101" y="1124446"/>
                  </a:cubicBezTo>
                  <a:cubicBezTo>
                    <a:pt x="1215750" y="1143743"/>
                    <a:pt x="1215750" y="1182338"/>
                    <a:pt x="1225399" y="1211284"/>
                  </a:cubicBezTo>
                  <a:cubicBezTo>
                    <a:pt x="1196452" y="1211284"/>
                    <a:pt x="1157857" y="1220933"/>
                    <a:pt x="1138560" y="1220933"/>
                  </a:cubicBezTo>
                  <a:cubicBezTo>
                    <a:pt x="685065" y="1095500"/>
                    <a:pt x="366655" y="786741"/>
                    <a:pt x="125434" y="400792"/>
                  </a:cubicBezTo>
                  <a:cubicBezTo>
                    <a:pt x="77190" y="333251"/>
                    <a:pt x="48244" y="256061"/>
                    <a:pt x="0" y="169222"/>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9" name="Freeform: Shape 73"/>
            <p:cNvSpPr/>
            <p:nvPr/>
          </p:nvSpPr>
          <p:spPr>
            <a:xfrm rot="900000">
              <a:off x="9797933" y="6071856"/>
              <a:ext cx="293229" cy="298545"/>
            </a:xfrm>
            <a:custGeom>
              <a:avLst/>
              <a:gdLst>
                <a:gd name="connsiteX0" fmla="*/ 611818 w 735946"/>
                <a:gd name="connsiteY0" fmla="*/ 749289 h 749289"/>
                <a:gd name="connsiteX1" fmla="*/ 457437 w 735946"/>
                <a:gd name="connsiteY1" fmla="*/ 691397 h 749289"/>
                <a:gd name="connsiteX2" fmla="*/ 23241 w 735946"/>
                <a:gd name="connsiteY2" fmla="*/ 247556 h 749289"/>
                <a:gd name="connsiteX3" fmla="*/ 90782 w 735946"/>
                <a:gd name="connsiteY3" fmla="*/ 6338 h 749289"/>
                <a:gd name="connsiteX4" fmla="*/ 196919 w 735946"/>
                <a:gd name="connsiteY4" fmla="*/ 15987 h 749289"/>
                <a:gd name="connsiteX5" fmla="*/ 727604 w 735946"/>
                <a:gd name="connsiteY5" fmla="*/ 604559 h 749289"/>
                <a:gd name="connsiteX6" fmla="*/ 611818 w 735946"/>
                <a:gd name="connsiteY6" fmla="*/ 749289 h 74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5946" h="749289">
                  <a:moveTo>
                    <a:pt x="611818" y="749289"/>
                  </a:moveTo>
                  <a:cubicBezTo>
                    <a:pt x="573223" y="739641"/>
                    <a:pt x="515330" y="720343"/>
                    <a:pt x="457437" y="691397"/>
                  </a:cubicBezTo>
                  <a:cubicBezTo>
                    <a:pt x="264461" y="594910"/>
                    <a:pt x="129378" y="440530"/>
                    <a:pt x="23241" y="247556"/>
                  </a:cubicBezTo>
                  <a:cubicBezTo>
                    <a:pt x="-25003" y="160717"/>
                    <a:pt x="3943" y="54581"/>
                    <a:pt x="90782" y="6338"/>
                  </a:cubicBezTo>
                  <a:cubicBezTo>
                    <a:pt x="119729" y="-3311"/>
                    <a:pt x="167973" y="-3311"/>
                    <a:pt x="196919" y="15987"/>
                  </a:cubicBezTo>
                  <a:cubicBezTo>
                    <a:pt x="438140" y="151069"/>
                    <a:pt x="611818" y="353692"/>
                    <a:pt x="727604" y="604559"/>
                  </a:cubicBezTo>
                  <a:cubicBezTo>
                    <a:pt x="756550" y="672100"/>
                    <a:pt x="708306" y="749289"/>
                    <a:pt x="611818" y="749289"/>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0" name="Freeform: Shape 74"/>
            <p:cNvSpPr/>
            <p:nvPr/>
          </p:nvSpPr>
          <p:spPr>
            <a:xfrm rot="900000">
              <a:off x="9985044" y="5926402"/>
              <a:ext cx="291519" cy="279323"/>
            </a:xfrm>
            <a:custGeom>
              <a:avLst/>
              <a:gdLst>
                <a:gd name="connsiteX0" fmla="*/ 731654 w 731654"/>
                <a:gd name="connsiteY0" fmla="*/ 701046 h 701045"/>
                <a:gd name="connsiteX1" fmla="*/ 268511 w 731654"/>
                <a:gd name="connsiteY1" fmla="*/ 450179 h 701045"/>
                <a:gd name="connsiteX2" fmla="*/ 7993 w 731654"/>
                <a:gd name="connsiteY2" fmla="*/ 102825 h 701045"/>
                <a:gd name="connsiteX3" fmla="*/ 27291 w 731654"/>
                <a:gd name="connsiteY3" fmla="*/ 6338 h 701045"/>
                <a:gd name="connsiteX4" fmla="*/ 104481 w 731654"/>
                <a:gd name="connsiteY4" fmla="*/ 15986 h 701045"/>
                <a:gd name="connsiteX5" fmla="*/ 413243 w 731654"/>
                <a:gd name="connsiteY5" fmla="*/ 334394 h 701045"/>
                <a:gd name="connsiteX6" fmla="*/ 693059 w 731654"/>
                <a:gd name="connsiteY6" fmla="*/ 643153 h 701045"/>
                <a:gd name="connsiteX7" fmla="*/ 731654 w 731654"/>
                <a:gd name="connsiteY7" fmla="*/ 701046 h 701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1654" h="701045">
                  <a:moveTo>
                    <a:pt x="731654" y="701046"/>
                  </a:moveTo>
                  <a:cubicBezTo>
                    <a:pt x="529029" y="691397"/>
                    <a:pt x="384297" y="575612"/>
                    <a:pt x="268511" y="450179"/>
                  </a:cubicBezTo>
                  <a:cubicBezTo>
                    <a:pt x="172023" y="344043"/>
                    <a:pt x="85184" y="228258"/>
                    <a:pt x="7993" y="102825"/>
                  </a:cubicBezTo>
                  <a:cubicBezTo>
                    <a:pt x="-11304" y="83528"/>
                    <a:pt x="7993" y="25635"/>
                    <a:pt x="27291" y="6338"/>
                  </a:cubicBezTo>
                  <a:cubicBezTo>
                    <a:pt x="27291" y="-3311"/>
                    <a:pt x="85184" y="-3311"/>
                    <a:pt x="104481" y="15986"/>
                  </a:cubicBezTo>
                  <a:cubicBezTo>
                    <a:pt x="210618" y="122122"/>
                    <a:pt x="316755" y="228258"/>
                    <a:pt x="413243" y="334394"/>
                  </a:cubicBezTo>
                  <a:cubicBezTo>
                    <a:pt x="509731" y="440530"/>
                    <a:pt x="596571" y="546666"/>
                    <a:pt x="693059" y="643153"/>
                  </a:cubicBezTo>
                  <a:cubicBezTo>
                    <a:pt x="712356" y="652802"/>
                    <a:pt x="722005" y="672100"/>
                    <a:pt x="731654" y="701046"/>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1" name="Freeform: Shape 75"/>
            <p:cNvSpPr/>
            <p:nvPr/>
          </p:nvSpPr>
          <p:spPr>
            <a:xfrm rot="900000">
              <a:off x="9608895" y="6329170"/>
              <a:ext cx="128789" cy="130788"/>
            </a:xfrm>
            <a:custGeom>
              <a:avLst/>
              <a:gdLst>
                <a:gd name="connsiteX0" fmla="*/ 323235 w 323235"/>
                <a:gd name="connsiteY0" fmla="*/ 250867 h 328251"/>
                <a:gd name="connsiteX1" fmla="*/ 217098 w 323235"/>
                <a:gd name="connsiteY1" fmla="*/ 318408 h 328251"/>
                <a:gd name="connsiteX2" fmla="*/ 14473 w 323235"/>
                <a:gd name="connsiteY2" fmla="*/ 164028 h 328251"/>
                <a:gd name="connsiteX3" fmla="*/ 14473 w 323235"/>
                <a:gd name="connsiteY3" fmla="*/ 67541 h 328251"/>
                <a:gd name="connsiteX4" fmla="*/ 110961 w 323235"/>
                <a:gd name="connsiteY4" fmla="*/ 0 h 328251"/>
                <a:gd name="connsiteX5" fmla="*/ 323235 w 323235"/>
                <a:gd name="connsiteY5" fmla="*/ 250867 h 328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3235" h="328251">
                  <a:moveTo>
                    <a:pt x="323235" y="250867"/>
                  </a:moveTo>
                  <a:cubicBezTo>
                    <a:pt x="323235" y="308759"/>
                    <a:pt x="255693" y="347354"/>
                    <a:pt x="217098" y="318408"/>
                  </a:cubicBezTo>
                  <a:cubicBezTo>
                    <a:pt x="149557" y="270164"/>
                    <a:pt x="72366" y="221921"/>
                    <a:pt x="14473" y="164028"/>
                  </a:cubicBezTo>
                  <a:cubicBezTo>
                    <a:pt x="-4824" y="144731"/>
                    <a:pt x="-4824" y="96487"/>
                    <a:pt x="14473" y="67541"/>
                  </a:cubicBezTo>
                  <a:cubicBezTo>
                    <a:pt x="33771" y="38595"/>
                    <a:pt x="82015" y="0"/>
                    <a:pt x="110961" y="0"/>
                  </a:cubicBezTo>
                  <a:cubicBezTo>
                    <a:pt x="168854" y="9649"/>
                    <a:pt x="313586" y="192974"/>
                    <a:pt x="323235" y="250867"/>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6" presetClass="entr" presetSubtype="0" fill="hold" grpId="0" nodeType="clickEffect">
                                  <p:stCondLst>
                                    <p:cond delay="0"/>
                                  </p:stCondLst>
                                  <p:iterate type="lt">
                                    <p:tmPct val="10000"/>
                                  </p:iterate>
                                  <p:childTnLst>
                                    <p:set>
                                      <p:cBhvr>
                                        <p:cTn id="6" dur="1" fill="hold">
                                          <p:stCondLst>
                                            <p:cond delay="0"/>
                                          </p:stCondLst>
                                        </p:cTn>
                                        <p:tgtEl>
                                          <p:spTgt spid="37"/>
                                        </p:tgtEl>
                                        <p:attrNameLst>
                                          <p:attrName>style.visibility</p:attrName>
                                        </p:attrNameLst>
                                      </p:cBhvr>
                                      <p:to>
                                        <p:strVal val="visible"/>
                                      </p:to>
                                    </p:set>
                                    <p:anim by="(-#ppt_w*2)" calcmode="lin" valueType="num">
                                      <p:cBhvr rctx="PPT">
                                        <p:cTn id="7" dur="500" autoRev="1" fill="hold">
                                          <p:stCondLst>
                                            <p:cond delay="0"/>
                                          </p:stCondLst>
                                        </p:cTn>
                                        <p:tgtEl>
                                          <p:spTgt spid="37"/>
                                        </p:tgtEl>
                                        <p:attrNameLst>
                                          <p:attrName>ppt_w</p:attrName>
                                        </p:attrNameLst>
                                      </p:cBhvr>
                                    </p:anim>
                                    <p:anim by="(#ppt_w*0.50)" calcmode="lin" valueType="num">
                                      <p:cBhvr>
                                        <p:cTn id="8" dur="500" decel="50000" autoRev="1" fill="hold">
                                          <p:stCondLst>
                                            <p:cond delay="0"/>
                                          </p:stCondLst>
                                        </p:cTn>
                                        <p:tgtEl>
                                          <p:spTgt spid="37"/>
                                        </p:tgtEl>
                                        <p:attrNameLst>
                                          <p:attrName>ppt_x</p:attrName>
                                        </p:attrNameLst>
                                      </p:cBhvr>
                                    </p:anim>
                                    <p:anim from="(-#ppt_h/2)" to="(#ppt_y)" calcmode="lin" valueType="num">
                                      <p:cBhvr>
                                        <p:cTn id="9" dur="1000" fill="hold">
                                          <p:stCondLst>
                                            <p:cond delay="0"/>
                                          </p:stCondLst>
                                        </p:cTn>
                                        <p:tgtEl>
                                          <p:spTgt spid="37"/>
                                        </p:tgtEl>
                                        <p:attrNameLst>
                                          <p:attrName>ppt_y</p:attrName>
                                        </p:attrNameLst>
                                      </p:cBhvr>
                                    </p:anim>
                                    <p:animRot by="21600000">
                                      <p:cBhvr>
                                        <p:cTn id="10" dur="1000" fill="hold">
                                          <p:stCondLst>
                                            <p:cond delay="0"/>
                                          </p:stCondLst>
                                        </p:cTn>
                                        <p:tgtEl>
                                          <p:spTgt spid="37"/>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56" presetClass="entr" presetSubtype="0" fill="hold" grpId="0" nodeType="clickEffect">
                                  <p:stCondLst>
                                    <p:cond delay="0"/>
                                  </p:stCondLst>
                                  <p:iterate type="lt">
                                    <p:tmPct val="10000"/>
                                  </p:iterate>
                                  <p:childTnLst>
                                    <p:set>
                                      <p:cBhvr>
                                        <p:cTn id="14" dur="1" fill="hold">
                                          <p:stCondLst>
                                            <p:cond delay="0"/>
                                          </p:stCondLst>
                                        </p:cTn>
                                        <p:tgtEl>
                                          <p:spTgt spid="36"/>
                                        </p:tgtEl>
                                        <p:attrNameLst>
                                          <p:attrName>style.visibility</p:attrName>
                                        </p:attrNameLst>
                                      </p:cBhvr>
                                      <p:to>
                                        <p:strVal val="visible"/>
                                      </p:to>
                                    </p:set>
                                    <p:anim by="(-#ppt_w*2)" calcmode="lin" valueType="num">
                                      <p:cBhvr rctx="PPT">
                                        <p:cTn id="15" dur="500" autoRev="1" fill="hold">
                                          <p:stCondLst>
                                            <p:cond delay="0"/>
                                          </p:stCondLst>
                                        </p:cTn>
                                        <p:tgtEl>
                                          <p:spTgt spid="36"/>
                                        </p:tgtEl>
                                        <p:attrNameLst>
                                          <p:attrName>ppt_w</p:attrName>
                                        </p:attrNameLst>
                                      </p:cBhvr>
                                    </p:anim>
                                    <p:anim by="(#ppt_w*0.50)" calcmode="lin" valueType="num">
                                      <p:cBhvr>
                                        <p:cTn id="16" dur="500" decel="50000" autoRev="1" fill="hold">
                                          <p:stCondLst>
                                            <p:cond delay="0"/>
                                          </p:stCondLst>
                                        </p:cTn>
                                        <p:tgtEl>
                                          <p:spTgt spid="36"/>
                                        </p:tgtEl>
                                        <p:attrNameLst>
                                          <p:attrName>ppt_x</p:attrName>
                                        </p:attrNameLst>
                                      </p:cBhvr>
                                    </p:anim>
                                    <p:anim from="(-#ppt_h/2)" to="(#ppt_y)" calcmode="lin" valueType="num">
                                      <p:cBhvr>
                                        <p:cTn id="17" dur="1000" fill="hold">
                                          <p:stCondLst>
                                            <p:cond delay="0"/>
                                          </p:stCondLst>
                                        </p:cTn>
                                        <p:tgtEl>
                                          <p:spTgt spid="36"/>
                                        </p:tgtEl>
                                        <p:attrNameLst>
                                          <p:attrName>ppt_y</p:attrName>
                                        </p:attrNameLst>
                                      </p:cBhvr>
                                    </p:anim>
                                    <p:animRot by="21600000">
                                      <p:cBhvr>
                                        <p:cTn id="18" dur="1000" fill="hold">
                                          <p:stCondLst>
                                            <p:cond delay="0"/>
                                          </p:stCondLst>
                                        </p:cTn>
                                        <p:tgtEl>
                                          <p:spTgt spid="36"/>
                                        </p:tgtEl>
                                        <p:attrNameLst>
                                          <p:attrName>r</p:attrName>
                                        </p:attrNameLst>
                                      </p:cBhvr>
                                    </p:animRot>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grpId="0" nodeType="clickEffect">
                                  <p:stCondLst>
                                    <p:cond delay="0"/>
                                  </p:stCondLst>
                                  <p:childTnLst>
                                    <p:set>
                                      <p:cBhvr>
                                        <p:cTn id="22" dur="1" fill="hold">
                                          <p:stCondLst>
                                            <p:cond delay="0"/>
                                          </p:stCondLst>
                                        </p:cTn>
                                        <p:tgtEl>
                                          <p:spTgt spid="39"/>
                                        </p:tgtEl>
                                        <p:attrNameLst>
                                          <p:attrName>style.visibility</p:attrName>
                                        </p:attrNameLst>
                                      </p:cBhvr>
                                      <p:to>
                                        <p:strVal val="visible"/>
                                      </p:to>
                                    </p:set>
                                    <p:anim calcmode="lin" valueType="num">
                                      <p:cBhvr additive="base">
                                        <p:cTn id="23" dur="500"/>
                                        <p:tgtEl>
                                          <p:spTgt spid="39"/>
                                        </p:tgtEl>
                                        <p:attrNameLst>
                                          <p:attrName>ppt_y</p:attrName>
                                        </p:attrNameLst>
                                      </p:cBhvr>
                                      <p:tavLst>
                                        <p:tav tm="0">
                                          <p:val>
                                            <p:strVal val="#ppt_y+#ppt_h*1.125000"/>
                                          </p:val>
                                        </p:tav>
                                        <p:tav tm="100000">
                                          <p:val>
                                            <p:strVal val="#ppt_y"/>
                                          </p:val>
                                        </p:tav>
                                      </p:tavLst>
                                    </p:anim>
                                    <p:animEffect transition="in" filter="wipe(up)">
                                      <p:cBhvr>
                                        <p:cTn id="24" dur="500"/>
                                        <p:tgtEl>
                                          <p:spTgt spid="39"/>
                                        </p:tgtEl>
                                      </p:cBhvr>
                                    </p:animEffect>
                                  </p:childTnLst>
                                </p:cTn>
                              </p:par>
                            </p:childTnLst>
                          </p:cTn>
                        </p:par>
                      </p:childTnLst>
                    </p:cTn>
                  </p:par>
                  <p:par>
                    <p:cTn id="25" fill="hold">
                      <p:stCondLst>
                        <p:cond delay="indefinite"/>
                      </p:stCondLst>
                      <p:childTnLst>
                        <p:par>
                          <p:cTn id="26" fill="hold">
                            <p:stCondLst>
                              <p:cond delay="0"/>
                            </p:stCondLst>
                            <p:childTnLst>
                              <p:par>
                                <p:cTn id="27" presetID="50" presetClass="entr" presetSubtype="0" decel="100000" fill="hold" grpId="0" nodeType="clickEffect">
                                  <p:stCondLst>
                                    <p:cond delay="0"/>
                                  </p:stCondLst>
                                  <p:childTnLst>
                                    <p:set>
                                      <p:cBhvr>
                                        <p:cTn id="28" dur="1" fill="hold">
                                          <p:stCondLst>
                                            <p:cond delay="0"/>
                                          </p:stCondLst>
                                        </p:cTn>
                                        <p:tgtEl>
                                          <p:spTgt spid="38"/>
                                        </p:tgtEl>
                                        <p:attrNameLst>
                                          <p:attrName>style.visibility</p:attrName>
                                        </p:attrNameLst>
                                      </p:cBhvr>
                                      <p:to>
                                        <p:strVal val="visible"/>
                                      </p:to>
                                    </p:set>
                                    <p:anim calcmode="lin" valueType="num">
                                      <p:cBhvr>
                                        <p:cTn id="29" dur="1000" fill="hold"/>
                                        <p:tgtEl>
                                          <p:spTgt spid="38"/>
                                        </p:tgtEl>
                                        <p:attrNameLst>
                                          <p:attrName>ppt_w</p:attrName>
                                        </p:attrNameLst>
                                      </p:cBhvr>
                                      <p:tavLst>
                                        <p:tav tm="0">
                                          <p:val>
                                            <p:strVal val="#ppt_w+.3"/>
                                          </p:val>
                                        </p:tav>
                                        <p:tav tm="100000">
                                          <p:val>
                                            <p:strVal val="#ppt_w"/>
                                          </p:val>
                                        </p:tav>
                                      </p:tavLst>
                                    </p:anim>
                                    <p:anim calcmode="lin" valueType="num">
                                      <p:cBhvr>
                                        <p:cTn id="30" dur="1000" fill="hold"/>
                                        <p:tgtEl>
                                          <p:spTgt spid="38"/>
                                        </p:tgtEl>
                                        <p:attrNameLst>
                                          <p:attrName>ppt_h</p:attrName>
                                        </p:attrNameLst>
                                      </p:cBhvr>
                                      <p:tavLst>
                                        <p:tav tm="0">
                                          <p:val>
                                            <p:strVal val="#ppt_h"/>
                                          </p:val>
                                        </p:tav>
                                        <p:tav tm="100000">
                                          <p:val>
                                            <p:strVal val="#ppt_h"/>
                                          </p:val>
                                        </p:tav>
                                      </p:tavLst>
                                    </p:anim>
                                    <p:animEffect transition="in" filter="fade">
                                      <p:cBhvr>
                                        <p:cTn id="31" dur="1000"/>
                                        <p:tgtEl>
                                          <p:spTgt spid="38"/>
                                        </p:tgtEl>
                                      </p:cBhvr>
                                    </p:animEffect>
                                  </p:childTnLst>
                                </p:cTn>
                              </p:par>
                            </p:childTnLst>
                          </p:cTn>
                        </p:par>
                      </p:childTnLst>
                    </p:cTn>
                  </p:par>
                  <p:par>
                    <p:cTn id="32" fill="hold">
                      <p:stCondLst>
                        <p:cond delay="indefinite"/>
                      </p:stCondLst>
                      <p:childTnLst>
                        <p:par>
                          <p:cTn id="33" fill="hold">
                            <p:stCondLst>
                              <p:cond delay="0"/>
                            </p:stCondLst>
                            <p:childTnLst>
                              <p:par>
                                <p:cTn id="34" presetID="43" presetClass="entr" presetSubtype="0" fill="hold" grpId="0" nodeType="click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100"/>
                                        <p:tgtEl>
                                          <p:spTgt spid="40"/>
                                        </p:tgtEl>
                                      </p:cBhvr>
                                    </p:animEffect>
                                    <p:anim calcmode="lin" valueType="num">
                                      <p:cBhvr>
                                        <p:cTn id="37" dur="400" fill="hold"/>
                                        <p:tgtEl>
                                          <p:spTgt spid="40"/>
                                        </p:tgtEl>
                                        <p:attrNameLst>
                                          <p:attrName>ppt_x</p:attrName>
                                        </p:attrNameLst>
                                      </p:cBhvr>
                                      <p:tavLst>
                                        <p:tav tm="0">
                                          <p:val>
                                            <p:strVal val="#ppt_x"/>
                                          </p:val>
                                        </p:tav>
                                        <p:tav tm="100000">
                                          <p:val>
                                            <p:strVal val="#ppt_x"/>
                                          </p:val>
                                        </p:tav>
                                      </p:tavLst>
                                    </p:anim>
                                    <p:anim calcmode="lin" valueType="num">
                                      <p:cBhvr>
                                        <p:cTn id="38" dur="400" fill="hold"/>
                                        <p:tgtEl>
                                          <p:spTgt spid="40"/>
                                        </p:tgtEl>
                                        <p:attrNameLst>
                                          <p:attrName>ppt_y</p:attrName>
                                        </p:attrNameLst>
                                      </p:cBhvr>
                                      <p:tavLst>
                                        <p:tav tm="0">
                                          <p:val>
                                            <p:strVal val="#ppt_y+0.31"/>
                                          </p:val>
                                        </p:tav>
                                        <p:tav tm="100000">
                                          <p:val>
                                            <p:strVal val="#ppt_y+0.31"/>
                                          </p:val>
                                        </p:tav>
                                      </p:tavLst>
                                    </p:anim>
                                    <p:anim calcmode="lin" valueType="num">
                                      <p:cBhvr>
                                        <p:cTn id="39" dur="600" decel="50000" fill="hold">
                                          <p:stCondLst>
                                            <p:cond delay="400"/>
                                          </p:stCondLst>
                                        </p:cTn>
                                        <p:tgtEl>
                                          <p:spTgt spid="40"/>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40" dur="600" decel="50000" fill="hold">
                                          <p:stCondLst>
                                            <p:cond delay="400"/>
                                          </p:stCondLst>
                                        </p:cTn>
                                        <p:tgtEl>
                                          <p:spTgt spid="40"/>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3" presetClass="entr" presetSubtype="0" fill="hold" grpId="0" nodeType="clickEffect">
                                  <p:stCondLst>
                                    <p:cond delay="0"/>
                                  </p:stCondLst>
                                  <p:childTnLst>
                                    <p:set>
                                      <p:cBhvr>
                                        <p:cTn id="44" dur="1" fill="hold">
                                          <p:stCondLst>
                                            <p:cond delay="0"/>
                                          </p:stCondLst>
                                        </p:cTn>
                                        <p:tgtEl>
                                          <p:spTgt spid="41"/>
                                        </p:tgtEl>
                                        <p:attrNameLst>
                                          <p:attrName>style.visibility</p:attrName>
                                        </p:attrNameLst>
                                      </p:cBhvr>
                                      <p:to>
                                        <p:strVal val="visible"/>
                                      </p:to>
                                    </p:set>
                                    <p:animEffect transition="in" filter="fade">
                                      <p:cBhvr>
                                        <p:cTn id="45" dur="100"/>
                                        <p:tgtEl>
                                          <p:spTgt spid="41"/>
                                        </p:tgtEl>
                                      </p:cBhvr>
                                    </p:animEffect>
                                    <p:anim calcmode="lin" valueType="num">
                                      <p:cBhvr>
                                        <p:cTn id="46" dur="400" fill="hold"/>
                                        <p:tgtEl>
                                          <p:spTgt spid="41"/>
                                        </p:tgtEl>
                                        <p:attrNameLst>
                                          <p:attrName>ppt_x</p:attrName>
                                        </p:attrNameLst>
                                      </p:cBhvr>
                                      <p:tavLst>
                                        <p:tav tm="0">
                                          <p:val>
                                            <p:strVal val="#ppt_x"/>
                                          </p:val>
                                        </p:tav>
                                        <p:tav tm="100000">
                                          <p:val>
                                            <p:strVal val="#ppt_x"/>
                                          </p:val>
                                        </p:tav>
                                      </p:tavLst>
                                    </p:anim>
                                    <p:anim calcmode="lin" valueType="num">
                                      <p:cBhvr>
                                        <p:cTn id="47" dur="400" fill="hold"/>
                                        <p:tgtEl>
                                          <p:spTgt spid="41"/>
                                        </p:tgtEl>
                                        <p:attrNameLst>
                                          <p:attrName>ppt_y</p:attrName>
                                        </p:attrNameLst>
                                      </p:cBhvr>
                                      <p:tavLst>
                                        <p:tav tm="0">
                                          <p:val>
                                            <p:strVal val="#ppt_y+0.31"/>
                                          </p:val>
                                        </p:tav>
                                        <p:tav tm="100000">
                                          <p:val>
                                            <p:strVal val="#ppt_y+0.31"/>
                                          </p:val>
                                        </p:tav>
                                      </p:tavLst>
                                    </p:anim>
                                    <p:anim calcmode="lin" valueType="num">
                                      <p:cBhvr>
                                        <p:cTn id="48" dur="600" decel="50000" fill="hold">
                                          <p:stCondLst>
                                            <p:cond delay="400"/>
                                          </p:stCondLst>
                                        </p:cTn>
                                        <p:tgtEl>
                                          <p:spTgt spid="41"/>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49" dur="600" decel="50000" fill="hold">
                                          <p:stCondLst>
                                            <p:cond delay="400"/>
                                          </p:stCondLst>
                                        </p:cTn>
                                        <p:tgtEl>
                                          <p:spTgt spid="41"/>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13" presetClass="entr" presetSubtype="16" fill="hold" nodeType="clickEffect">
                                  <p:stCondLst>
                                    <p:cond delay="0"/>
                                  </p:stCondLst>
                                  <p:childTnLst>
                                    <p:set>
                                      <p:cBhvr>
                                        <p:cTn id="53" dur="1" fill="hold">
                                          <p:stCondLst>
                                            <p:cond delay="0"/>
                                          </p:stCondLst>
                                        </p:cTn>
                                        <p:tgtEl>
                                          <p:spTgt spid="78"/>
                                        </p:tgtEl>
                                        <p:attrNameLst>
                                          <p:attrName>style.visibility</p:attrName>
                                        </p:attrNameLst>
                                      </p:cBhvr>
                                      <p:to>
                                        <p:strVal val="visible"/>
                                      </p:to>
                                    </p:set>
                                    <p:animEffect transition="in" filter="plus(in)">
                                      <p:cBhvr>
                                        <p:cTn id="54" dur="2000"/>
                                        <p:tgtEl>
                                          <p:spTgt spid="78"/>
                                        </p:tgtEl>
                                      </p:cBhvr>
                                    </p:animEffect>
                                  </p:childTnLst>
                                </p:cTn>
                              </p:par>
                            </p:childTnLst>
                          </p:cTn>
                        </p:par>
                      </p:childTnLst>
                    </p:cTn>
                  </p:par>
                  <p:par>
                    <p:cTn id="55" fill="hold">
                      <p:stCondLst>
                        <p:cond delay="indefinite"/>
                      </p:stCondLst>
                      <p:childTnLst>
                        <p:par>
                          <p:cTn id="56" fill="hold">
                            <p:stCondLst>
                              <p:cond delay="0"/>
                            </p:stCondLst>
                            <p:childTnLst>
                              <p:par>
                                <p:cTn id="57" presetID="29" presetClass="entr" presetSubtype="0" fill="hold" grpId="0" nodeType="clickEffect">
                                  <p:stCondLst>
                                    <p:cond delay="0"/>
                                  </p:stCondLst>
                                  <p:childTnLst>
                                    <p:set>
                                      <p:cBhvr>
                                        <p:cTn id="58" dur="1" fill="hold">
                                          <p:stCondLst>
                                            <p:cond delay="0"/>
                                          </p:stCondLst>
                                        </p:cTn>
                                        <p:tgtEl>
                                          <p:spTgt spid="2"/>
                                        </p:tgtEl>
                                        <p:attrNameLst>
                                          <p:attrName>style.visibility</p:attrName>
                                        </p:attrNameLst>
                                      </p:cBhvr>
                                      <p:to>
                                        <p:strVal val="visible"/>
                                      </p:to>
                                    </p:set>
                                    <p:anim calcmode="lin" valueType="num">
                                      <p:cBhvr>
                                        <p:cTn id="59" dur="1000" fill="hold"/>
                                        <p:tgtEl>
                                          <p:spTgt spid="2"/>
                                        </p:tgtEl>
                                        <p:attrNameLst>
                                          <p:attrName>ppt_x</p:attrName>
                                        </p:attrNameLst>
                                      </p:cBhvr>
                                      <p:tavLst>
                                        <p:tav tm="0">
                                          <p:val>
                                            <p:strVal val="#ppt_x-.2"/>
                                          </p:val>
                                        </p:tav>
                                        <p:tav tm="100000">
                                          <p:val>
                                            <p:strVal val="#ppt_x"/>
                                          </p:val>
                                        </p:tav>
                                      </p:tavLst>
                                    </p:anim>
                                    <p:anim calcmode="lin" valueType="num">
                                      <p:cBhvr>
                                        <p:cTn id="60" dur="1000" fill="hold"/>
                                        <p:tgtEl>
                                          <p:spTgt spid="2"/>
                                        </p:tgtEl>
                                        <p:attrNameLst>
                                          <p:attrName>ppt_y</p:attrName>
                                        </p:attrNameLst>
                                      </p:cBhvr>
                                      <p:tavLst>
                                        <p:tav tm="0">
                                          <p:val>
                                            <p:strVal val="#ppt_y"/>
                                          </p:val>
                                        </p:tav>
                                        <p:tav tm="100000">
                                          <p:val>
                                            <p:strVal val="#ppt_y"/>
                                          </p:val>
                                        </p:tav>
                                      </p:tavLst>
                                    </p:anim>
                                    <p:animEffect transition="in" filter="wipe(right)" prLst="gradientSize: 0.1">
                                      <p:cBhvr>
                                        <p:cTn id="61" dur="1000"/>
                                        <p:tgtEl>
                                          <p:spTgt spid="2"/>
                                        </p:tgtEl>
                                      </p:cBhvr>
                                    </p:animEffect>
                                  </p:childTnLst>
                                </p:cTn>
                              </p:par>
                            </p:childTnLst>
                          </p:cTn>
                        </p:par>
                      </p:childTnLst>
                    </p:cTn>
                  </p:par>
                  <p:par>
                    <p:cTn id="62" fill="hold">
                      <p:stCondLst>
                        <p:cond delay="indefinite"/>
                      </p:stCondLst>
                      <p:childTnLst>
                        <p:par>
                          <p:cTn id="63" fill="hold">
                            <p:stCondLst>
                              <p:cond delay="0"/>
                            </p:stCondLst>
                            <p:childTnLst>
                              <p:par>
                                <p:cTn id="64" presetID="29" presetClass="entr" presetSubtype="0" fill="hold" grpId="0" nodeType="clickEffect">
                                  <p:stCondLst>
                                    <p:cond delay="0"/>
                                  </p:stCondLst>
                                  <p:childTnLst>
                                    <p:set>
                                      <p:cBhvr>
                                        <p:cTn id="65" dur="1" fill="hold">
                                          <p:stCondLst>
                                            <p:cond delay="0"/>
                                          </p:stCondLst>
                                        </p:cTn>
                                        <p:tgtEl>
                                          <p:spTgt spid="3"/>
                                        </p:tgtEl>
                                        <p:attrNameLst>
                                          <p:attrName>style.visibility</p:attrName>
                                        </p:attrNameLst>
                                      </p:cBhvr>
                                      <p:to>
                                        <p:strVal val="visible"/>
                                      </p:to>
                                    </p:set>
                                    <p:anim calcmode="lin" valueType="num">
                                      <p:cBhvr>
                                        <p:cTn id="66" dur="1000" fill="hold"/>
                                        <p:tgtEl>
                                          <p:spTgt spid="3"/>
                                        </p:tgtEl>
                                        <p:attrNameLst>
                                          <p:attrName>ppt_x</p:attrName>
                                        </p:attrNameLst>
                                      </p:cBhvr>
                                      <p:tavLst>
                                        <p:tav tm="0">
                                          <p:val>
                                            <p:strVal val="#ppt_x-.2"/>
                                          </p:val>
                                        </p:tav>
                                        <p:tav tm="100000">
                                          <p:val>
                                            <p:strVal val="#ppt_x"/>
                                          </p:val>
                                        </p:tav>
                                      </p:tavLst>
                                    </p:anim>
                                    <p:anim calcmode="lin" valueType="num">
                                      <p:cBhvr>
                                        <p:cTn id="67" dur="1000" fill="hold"/>
                                        <p:tgtEl>
                                          <p:spTgt spid="3"/>
                                        </p:tgtEl>
                                        <p:attrNameLst>
                                          <p:attrName>ppt_y</p:attrName>
                                        </p:attrNameLst>
                                      </p:cBhvr>
                                      <p:tavLst>
                                        <p:tav tm="0">
                                          <p:val>
                                            <p:strVal val="#ppt_y"/>
                                          </p:val>
                                        </p:tav>
                                        <p:tav tm="100000">
                                          <p:val>
                                            <p:strVal val="#ppt_y"/>
                                          </p:val>
                                        </p:tav>
                                      </p:tavLst>
                                    </p:anim>
                                    <p:animEffect transition="in" filter="wipe(right)" prLst="gradientSize: 0.1">
                                      <p:cBhvr>
                                        <p:cTn id="68" dur="1000"/>
                                        <p:tgtEl>
                                          <p:spTgt spid="3"/>
                                        </p:tgtEl>
                                      </p:cBhvr>
                                    </p:animEffect>
                                  </p:childTnLst>
                                </p:cTn>
                              </p:par>
                              <p:par>
                                <p:cTn id="69" presetID="2" presetClass="entr" presetSubtype="2" decel="100000" fill="hold" nodeType="withEffect">
                                  <p:stCondLst>
                                    <p:cond delay="0"/>
                                  </p:stCondLst>
                                  <p:childTnLst>
                                    <p:set>
                                      <p:cBhvr>
                                        <p:cTn id="70" dur="1" fill="hold">
                                          <p:stCondLst>
                                            <p:cond delay="0"/>
                                          </p:stCondLst>
                                        </p:cTn>
                                        <p:tgtEl>
                                          <p:spTgt spid="12"/>
                                        </p:tgtEl>
                                        <p:attrNameLst>
                                          <p:attrName>style.visibility</p:attrName>
                                        </p:attrNameLst>
                                      </p:cBhvr>
                                      <p:to>
                                        <p:strVal val="visible"/>
                                      </p:to>
                                    </p:set>
                                    <p:anim calcmode="lin" valueType="num">
                                      <p:cBhvr additive="base">
                                        <p:cTn id="71" dur="1000" fill="hold"/>
                                        <p:tgtEl>
                                          <p:spTgt spid="12"/>
                                        </p:tgtEl>
                                        <p:attrNameLst>
                                          <p:attrName>ppt_x</p:attrName>
                                        </p:attrNameLst>
                                      </p:cBhvr>
                                      <p:tavLst>
                                        <p:tav tm="0">
                                          <p:val>
                                            <p:strVal val="1+#ppt_w/2"/>
                                          </p:val>
                                        </p:tav>
                                        <p:tav tm="100000">
                                          <p:val>
                                            <p:strVal val="#ppt_x"/>
                                          </p:val>
                                        </p:tav>
                                      </p:tavLst>
                                    </p:anim>
                                    <p:anim calcmode="lin" valueType="num">
                                      <p:cBhvr additive="base">
                                        <p:cTn id="72" dur="10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 grpId="1" animBg="1"/>
      <p:bldP spid="2" grpId="0" bldLvl="0" animBg="1"/>
      <p:bldP spid="2" grpId="1" animBg="1"/>
      <p:bldP spid="38" grpId="0"/>
      <p:bldP spid="38" grpId="1"/>
      <p:bldP spid="36" grpId="0"/>
      <p:bldP spid="36" grpId="1"/>
      <p:bldP spid="37" grpId="0"/>
      <p:bldP spid="37" grpId="1"/>
      <p:bldP spid="39" grpId="0" bldLvl="0" animBg="1"/>
      <p:bldP spid="39" grpId="1" animBg="1"/>
      <p:bldP spid="40" grpId="0" bldLvl="0" animBg="1"/>
      <p:bldP spid="40" grpId="1" animBg="1"/>
      <p:bldP spid="41" grpId="0" bldLvl="0" animBg="1"/>
      <p:bldP spid="41"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grpSp>
        <p:nvGrpSpPr>
          <p:cNvPr id="20" name="组合 19"/>
          <p:cNvGrpSpPr/>
          <p:nvPr/>
        </p:nvGrpSpPr>
        <p:grpSpPr>
          <a:xfrm>
            <a:off x="-1445895" y="-2014855"/>
            <a:ext cx="15448280" cy="10515600"/>
            <a:chOff x="-2277" y="-3173"/>
            <a:chExt cx="24328" cy="16560"/>
          </a:xfrm>
        </p:grpSpPr>
        <p:sp>
          <p:nvSpPr>
            <p:cNvPr id="42" name="矩形 41"/>
            <p:cNvSpPr/>
            <p:nvPr/>
          </p:nvSpPr>
          <p:spPr>
            <a:xfrm>
              <a:off x="1" y="0"/>
              <a:ext cx="19230" cy="10812"/>
            </a:xfrm>
            <a:prstGeom prst="rect">
              <a:avLst/>
            </a:prstGeom>
            <a:solidFill>
              <a:srgbClr val="F4F4F4">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flipV="1">
              <a:off x="15059" y="6395"/>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同心圆 3"/>
            <p:cNvSpPr/>
            <p:nvPr/>
          </p:nvSpPr>
          <p:spPr>
            <a:xfrm flipV="1">
              <a:off x="15715" y="639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2277" y="-3173"/>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8" name="组合 77"/>
            <p:cNvGrpSpPr/>
            <p:nvPr/>
          </p:nvGrpSpPr>
          <p:grpSpPr>
            <a:xfrm>
              <a:off x="883" y="260"/>
              <a:ext cx="17435" cy="10209"/>
              <a:chOff x="1038" y="260"/>
              <a:chExt cx="17435" cy="10209"/>
            </a:xfrm>
          </p:grpSpPr>
          <p:sp>
            <p:nvSpPr>
              <p:cNvPr id="144" name="文本框 143"/>
              <p:cNvSpPr txBox="1"/>
              <p:nvPr/>
            </p:nvSpPr>
            <p:spPr>
              <a:xfrm>
                <a:off x="1038" y="10035"/>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sp>
            <p:nvSpPr>
              <p:cNvPr id="77" name="文本框 76"/>
              <p:cNvSpPr txBox="1"/>
              <p:nvPr/>
            </p:nvSpPr>
            <p:spPr>
              <a:xfrm>
                <a:off x="1038" y="260"/>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grpSp>
        <p:sp>
          <p:nvSpPr>
            <p:cNvPr id="2" name="同心圆 1"/>
            <p:cNvSpPr/>
            <p:nvPr/>
          </p:nvSpPr>
          <p:spPr>
            <a:xfrm>
              <a:off x="803" y="123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13451" y="8447"/>
              <a:ext cx="1521" cy="1257"/>
              <a:chOff x="9608895" y="5661744"/>
              <a:chExt cx="966066" cy="798214"/>
            </a:xfrm>
            <a:solidFill>
              <a:srgbClr val="26211B"/>
            </a:solidFill>
          </p:grpSpPr>
          <p:sp>
            <p:nvSpPr>
              <p:cNvPr id="8" name="Freeform: Shape 72"/>
              <p:cNvSpPr/>
              <p:nvPr/>
            </p:nvSpPr>
            <p:spPr>
              <a:xfrm rot="900000">
                <a:off x="10086716" y="5661744"/>
                <a:ext cx="488245" cy="486465"/>
              </a:xfrm>
              <a:custGeom>
                <a:avLst/>
                <a:gdLst>
                  <a:gd name="connsiteX0" fmla="*/ 0 w 1225398"/>
                  <a:gd name="connsiteY0" fmla="*/ 169222 h 1220932"/>
                  <a:gd name="connsiteX1" fmla="*/ 144732 w 1225398"/>
                  <a:gd name="connsiteY1" fmla="*/ 5194 h 1220932"/>
                  <a:gd name="connsiteX2" fmla="*/ 279815 w 1225398"/>
                  <a:gd name="connsiteY2" fmla="*/ 53438 h 1220932"/>
                  <a:gd name="connsiteX3" fmla="*/ 1206101 w 1225398"/>
                  <a:gd name="connsiteY3" fmla="*/ 1124446 h 1220932"/>
                  <a:gd name="connsiteX4" fmla="*/ 1225399 w 1225398"/>
                  <a:gd name="connsiteY4" fmla="*/ 1211284 h 1220932"/>
                  <a:gd name="connsiteX5" fmla="*/ 1138560 w 1225398"/>
                  <a:gd name="connsiteY5" fmla="*/ 1220933 h 1220932"/>
                  <a:gd name="connsiteX6" fmla="*/ 125434 w 1225398"/>
                  <a:gd name="connsiteY6" fmla="*/ 400792 h 1220932"/>
                  <a:gd name="connsiteX7" fmla="*/ 0 w 1225398"/>
                  <a:gd name="connsiteY7" fmla="*/ 169222 h 1220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5398" h="1220932">
                    <a:moveTo>
                      <a:pt x="0" y="169222"/>
                    </a:moveTo>
                    <a:cubicBezTo>
                      <a:pt x="48244" y="111330"/>
                      <a:pt x="86839" y="43789"/>
                      <a:pt x="144732" y="5194"/>
                    </a:cubicBezTo>
                    <a:cubicBezTo>
                      <a:pt x="173679" y="-14103"/>
                      <a:pt x="250869" y="24492"/>
                      <a:pt x="279815" y="53438"/>
                    </a:cubicBezTo>
                    <a:cubicBezTo>
                      <a:pt x="607875" y="391143"/>
                      <a:pt x="955232" y="719200"/>
                      <a:pt x="1206101" y="1124446"/>
                    </a:cubicBezTo>
                    <a:cubicBezTo>
                      <a:pt x="1215750" y="1143743"/>
                      <a:pt x="1215750" y="1182338"/>
                      <a:pt x="1225399" y="1211284"/>
                    </a:cubicBezTo>
                    <a:cubicBezTo>
                      <a:pt x="1196452" y="1211284"/>
                      <a:pt x="1157857" y="1220933"/>
                      <a:pt x="1138560" y="1220933"/>
                    </a:cubicBezTo>
                    <a:cubicBezTo>
                      <a:pt x="685065" y="1095500"/>
                      <a:pt x="366655" y="786741"/>
                      <a:pt x="125434" y="400792"/>
                    </a:cubicBezTo>
                    <a:cubicBezTo>
                      <a:pt x="77190" y="333251"/>
                      <a:pt x="48244" y="256061"/>
                      <a:pt x="0" y="169222"/>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9" name="Freeform: Shape 73"/>
              <p:cNvSpPr/>
              <p:nvPr/>
            </p:nvSpPr>
            <p:spPr>
              <a:xfrm rot="900000">
                <a:off x="9797933" y="6071856"/>
                <a:ext cx="293229" cy="298545"/>
              </a:xfrm>
              <a:custGeom>
                <a:avLst/>
                <a:gdLst>
                  <a:gd name="connsiteX0" fmla="*/ 611818 w 735946"/>
                  <a:gd name="connsiteY0" fmla="*/ 749289 h 749289"/>
                  <a:gd name="connsiteX1" fmla="*/ 457437 w 735946"/>
                  <a:gd name="connsiteY1" fmla="*/ 691397 h 749289"/>
                  <a:gd name="connsiteX2" fmla="*/ 23241 w 735946"/>
                  <a:gd name="connsiteY2" fmla="*/ 247556 h 749289"/>
                  <a:gd name="connsiteX3" fmla="*/ 90782 w 735946"/>
                  <a:gd name="connsiteY3" fmla="*/ 6338 h 749289"/>
                  <a:gd name="connsiteX4" fmla="*/ 196919 w 735946"/>
                  <a:gd name="connsiteY4" fmla="*/ 15987 h 749289"/>
                  <a:gd name="connsiteX5" fmla="*/ 727604 w 735946"/>
                  <a:gd name="connsiteY5" fmla="*/ 604559 h 749289"/>
                  <a:gd name="connsiteX6" fmla="*/ 611818 w 735946"/>
                  <a:gd name="connsiteY6" fmla="*/ 749289 h 74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5946" h="749289">
                    <a:moveTo>
                      <a:pt x="611818" y="749289"/>
                    </a:moveTo>
                    <a:cubicBezTo>
                      <a:pt x="573223" y="739641"/>
                      <a:pt x="515330" y="720343"/>
                      <a:pt x="457437" y="691397"/>
                    </a:cubicBezTo>
                    <a:cubicBezTo>
                      <a:pt x="264461" y="594910"/>
                      <a:pt x="129378" y="440530"/>
                      <a:pt x="23241" y="247556"/>
                    </a:cubicBezTo>
                    <a:cubicBezTo>
                      <a:pt x="-25003" y="160717"/>
                      <a:pt x="3943" y="54581"/>
                      <a:pt x="90782" y="6338"/>
                    </a:cubicBezTo>
                    <a:cubicBezTo>
                      <a:pt x="119729" y="-3311"/>
                      <a:pt x="167973" y="-3311"/>
                      <a:pt x="196919" y="15987"/>
                    </a:cubicBezTo>
                    <a:cubicBezTo>
                      <a:pt x="438140" y="151069"/>
                      <a:pt x="611818" y="353692"/>
                      <a:pt x="727604" y="604559"/>
                    </a:cubicBezTo>
                    <a:cubicBezTo>
                      <a:pt x="756550" y="672100"/>
                      <a:pt x="708306" y="749289"/>
                      <a:pt x="611818" y="749289"/>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0" name="Freeform: Shape 74"/>
              <p:cNvSpPr/>
              <p:nvPr/>
            </p:nvSpPr>
            <p:spPr>
              <a:xfrm rot="900000">
                <a:off x="9985044" y="5926402"/>
                <a:ext cx="291519" cy="279323"/>
              </a:xfrm>
              <a:custGeom>
                <a:avLst/>
                <a:gdLst>
                  <a:gd name="connsiteX0" fmla="*/ 731654 w 731654"/>
                  <a:gd name="connsiteY0" fmla="*/ 701046 h 701045"/>
                  <a:gd name="connsiteX1" fmla="*/ 268511 w 731654"/>
                  <a:gd name="connsiteY1" fmla="*/ 450179 h 701045"/>
                  <a:gd name="connsiteX2" fmla="*/ 7993 w 731654"/>
                  <a:gd name="connsiteY2" fmla="*/ 102825 h 701045"/>
                  <a:gd name="connsiteX3" fmla="*/ 27291 w 731654"/>
                  <a:gd name="connsiteY3" fmla="*/ 6338 h 701045"/>
                  <a:gd name="connsiteX4" fmla="*/ 104481 w 731654"/>
                  <a:gd name="connsiteY4" fmla="*/ 15986 h 701045"/>
                  <a:gd name="connsiteX5" fmla="*/ 413243 w 731654"/>
                  <a:gd name="connsiteY5" fmla="*/ 334394 h 701045"/>
                  <a:gd name="connsiteX6" fmla="*/ 693059 w 731654"/>
                  <a:gd name="connsiteY6" fmla="*/ 643153 h 701045"/>
                  <a:gd name="connsiteX7" fmla="*/ 731654 w 731654"/>
                  <a:gd name="connsiteY7" fmla="*/ 701046 h 701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1654" h="701045">
                    <a:moveTo>
                      <a:pt x="731654" y="701046"/>
                    </a:moveTo>
                    <a:cubicBezTo>
                      <a:pt x="529029" y="691397"/>
                      <a:pt x="384297" y="575612"/>
                      <a:pt x="268511" y="450179"/>
                    </a:cubicBezTo>
                    <a:cubicBezTo>
                      <a:pt x="172023" y="344043"/>
                      <a:pt x="85184" y="228258"/>
                      <a:pt x="7993" y="102825"/>
                    </a:cubicBezTo>
                    <a:cubicBezTo>
                      <a:pt x="-11304" y="83528"/>
                      <a:pt x="7993" y="25635"/>
                      <a:pt x="27291" y="6338"/>
                    </a:cubicBezTo>
                    <a:cubicBezTo>
                      <a:pt x="27291" y="-3311"/>
                      <a:pt x="85184" y="-3311"/>
                      <a:pt x="104481" y="15986"/>
                    </a:cubicBezTo>
                    <a:cubicBezTo>
                      <a:pt x="210618" y="122122"/>
                      <a:pt x="316755" y="228258"/>
                      <a:pt x="413243" y="334394"/>
                    </a:cubicBezTo>
                    <a:cubicBezTo>
                      <a:pt x="509731" y="440530"/>
                      <a:pt x="596571" y="546666"/>
                      <a:pt x="693059" y="643153"/>
                    </a:cubicBezTo>
                    <a:cubicBezTo>
                      <a:pt x="712356" y="652802"/>
                      <a:pt x="722005" y="672100"/>
                      <a:pt x="731654" y="701046"/>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1" name="Freeform: Shape 75"/>
              <p:cNvSpPr/>
              <p:nvPr/>
            </p:nvSpPr>
            <p:spPr>
              <a:xfrm rot="900000">
                <a:off x="9608895" y="6329170"/>
                <a:ext cx="128789" cy="130788"/>
              </a:xfrm>
              <a:custGeom>
                <a:avLst/>
                <a:gdLst>
                  <a:gd name="connsiteX0" fmla="*/ 323235 w 323235"/>
                  <a:gd name="connsiteY0" fmla="*/ 250867 h 328251"/>
                  <a:gd name="connsiteX1" fmla="*/ 217098 w 323235"/>
                  <a:gd name="connsiteY1" fmla="*/ 318408 h 328251"/>
                  <a:gd name="connsiteX2" fmla="*/ 14473 w 323235"/>
                  <a:gd name="connsiteY2" fmla="*/ 164028 h 328251"/>
                  <a:gd name="connsiteX3" fmla="*/ 14473 w 323235"/>
                  <a:gd name="connsiteY3" fmla="*/ 67541 h 328251"/>
                  <a:gd name="connsiteX4" fmla="*/ 110961 w 323235"/>
                  <a:gd name="connsiteY4" fmla="*/ 0 h 328251"/>
                  <a:gd name="connsiteX5" fmla="*/ 323235 w 323235"/>
                  <a:gd name="connsiteY5" fmla="*/ 250867 h 328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3235" h="328251">
                    <a:moveTo>
                      <a:pt x="323235" y="250867"/>
                    </a:moveTo>
                    <a:cubicBezTo>
                      <a:pt x="323235" y="308759"/>
                      <a:pt x="255693" y="347354"/>
                      <a:pt x="217098" y="318408"/>
                    </a:cubicBezTo>
                    <a:cubicBezTo>
                      <a:pt x="149557" y="270164"/>
                      <a:pt x="72366" y="221921"/>
                      <a:pt x="14473" y="164028"/>
                    </a:cubicBezTo>
                    <a:cubicBezTo>
                      <a:pt x="-4824" y="144731"/>
                      <a:pt x="-4824" y="96487"/>
                      <a:pt x="14473" y="67541"/>
                    </a:cubicBezTo>
                    <a:cubicBezTo>
                      <a:pt x="33771" y="38595"/>
                      <a:pt x="82015" y="0"/>
                      <a:pt x="110961" y="0"/>
                    </a:cubicBezTo>
                    <a:cubicBezTo>
                      <a:pt x="168854" y="9649"/>
                      <a:pt x="313586" y="192974"/>
                      <a:pt x="323235" y="250867"/>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grpSp>
        <p:sp>
          <p:nvSpPr>
            <p:cNvPr id="56" name="圆角矩形 55"/>
            <p:cNvSpPr/>
            <p:nvPr/>
          </p:nvSpPr>
          <p:spPr>
            <a:xfrm>
              <a:off x="557" y="685"/>
              <a:ext cx="18087" cy="943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p:cNvGrpSpPr/>
          <p:nvPr/>
        </p:nvGrpSpPr>
        <p:grpSpPr>
          <a:xfrm>
            <a:off x="711835" y="643890"/>
            <a:ext cx="4533265" cy="712470"/>
            <a:chOff x="9628" y="2104"/>
            <a:chExt cx="7139" cy="1122"/>
          </a:xfrm>
        </p:grpSpPr>
        <p:grpSp>
          <p:nvGrpSpPr>
            <p:cNvPr id="26" name="组合 25"/>
            <p:cNvGrpSpPr/>
            <p:nvPr/>
          </p:nvGrpSpPr>
          <p:grpSpPr>
            <a:xfrm>
              <a:off x="9628" y="2104"/>
              <a:ext cx="1123" cy="1123"/>
              <a:chOff x="5384682" y="2168242"/>
              <a:chExt cx="713358" cy="713358"/>
            </a:xfrm>
          </p:grpSpPr>
          <p:sp>
            <p:nvSpPr>
              <p:cNvPr id="33" name="Flowchart: Connector 21"/>
              <p:cNvSpPr/>
              <p:nvPr/>
            </p:nvSpPr>
            <p:spPr>
              <a:xfrm>
                <a:off x="5384682" y="2168242"/>
                <a:ext cx="713358" cy="713358"/>
              </a:xfrm>
              <a:prstGeom prst="flowChartConnector">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bg1"/>
                  </a:solidFill>
                  <a:cs typeface="+mn-ea"/>
                  <a:sym typeface="+mn-lt"/>
                </a:endParaRPr>
              </a:p>
            </p:txBody>
          </p:sp>
          <p:sp>
            <p:nvSpPr>
              <p:cNvPr id="35" name="Shape"/>
              <p:cNvSpPr>
                <a:spLocks noChangeAspect="1"/>
              </p:cNvSpPr>
              <p:nvPr/>
            </p:nvSpPr>
            <p:spPr>
              <a:xfrm>
                <a:off x="5568489" y="2352050"/>
                <a:ext cx="345743" cy="345743"/>
              </a:xfrm>
              <a:custGeom>
                <a:avLst/>
                <a:gdLst>
                  <a:gd name="connsiteX0" fmla="*/ 474017 w 514350"/>
                  <a:gd name="connsiteY0" fmla="*/ 243036 h 514189"/>
                  <a:gd name="connsiteX1" fmla="*/ 474017 w 514350"/>
                  <a:gd name="connsiteY1" fmla="*/ 284209 h 514189"/>
                  <a:gd name="connsiteX2" fmla="*/ 494101 w 514350"/>
                  <a:gd name="connsiteY2" fmla="*/ 304297 h 514189"/>
                  <a:gd name="connsiteX3" fmla="*/ 514185 w 514350"/>
                  <a:gd name="connsiteY3" fmla="*/ 284209 h 514189"/>
                  <a:gd name="connsiteX4" fmla="*/ 514185 w 514350"/>
                  <a:gd name="connsiteY4" fmla="*/ 161727 h 514189"/>
                  <a:gd name="connsiteX5" fmla="*/ 433845 w 514350"/>
                  <a:gd name="connsiteY5" fmla="*/ 81384 h 514189"/>
                  <a:gd name="connsiteX6" fmla="*/ 347404 w 514350"/>
                  <a:gd name="connsiteY6" fmla="*/ 81384 h 514189"/>
                  <a:gd name="connsiteX7" fmla="*/ 347404 w 514350"/>
                  <a:gd name="connsiteY7" fmla="*/ 55198 h 514189"/>
                  <a:gd name="connsiteX8" fmla="*/ 292206 w 514350"/>
                  <a:gd name="connsiteY8" fmla="*/ 0 h 514189"/>
                  <a:gd name="connsiteX9" fmla="*/ 221979 w 514350"/>
                  <a:gd name="connsiteY9" fmla="*/ 0 h 514189"/>
                  <a:gd name="connsiteX10" fmla="*/ 166782 w 514350"/>
                  <a:gd name="connsiteY10" fmla="*/ 55198 h 514189"/>
                  <a:gd name="connsiteX11" fmla="*/ 166782 w 514350"/>
                  <a:gd name="connsiteY11" fmla="*/ 81384 h 514189"/>
                  <a:gd name="connsiteX12" fmla="*/ 80340 w 514350"/>
                  <a:gd name="connsiteY12" fmla="*/ 81384 h 514189"/>
                  <a:gd name="connsiteX13" fmla="*/ 0 w 514350"/>
                  <a:gd name="connsiteY13" fmla="*/ 161723 h 514189"/>
                  <a:gd name="connsiteX14" fmla="*/ 0 w 514350"/>
                  <a:gd name="connsiteY14" fmla="*/ 395718 h 514189"/>
                  <a:gd name="connsiteX15" fmla="*/ 80340 w 514350"/>
                  <a:gd name="connsiteY15" fmla="*/ 476062 h 514189"/>
                  <a:gd name="connsiteX16" fmla="*/ 250064 w 514350"/>
                  <a:gd name="connsiteY16" fmla="*/ 476062 h 514189"/>
                  <a:gd name="connsiteX17" fmla="*/ 270148 w 514350"/>
                  <a:gd name="connsiteY17" fmla="*/ 455974 h 514189"/>
                  <a:gd name="connsiteX18" fmla="*/ 250064 w 514350"/>
                  <a:gd name="connsiteY18" fmla="*/ 435890 h 514189"/>
                  <a:gd name="connsiteX19" fmla="*/ 80340 w 514350"/>
                  <a:gd name="connsiteY19" fmla="*/ 435890 h 514189"/>
                  <a:gd name="connsiteX20" fmla="*/ 40172 w 514350"/>
                  <a:gd name="connsiteY20" fmla="*/ 395718 h 514189"/>
                  <a:gd name="connsiteX21" fmla="*/ 40172 w 514350"/>
                  <a:gd name="connsiteY21" fmla="*/ 243036 h 514189"/>
                  <a:gd name="connsiteX22" fmla="*/ 238013 w 514350"/>
                  <a:gd name="connsiteY22" fmla="*/ 243036 h 514189"/>
                  <a:gd name="connsiteX23" fmla="*/ 238013 w 514350"/>
                  <a:gd name="connsiteY23" fmla="*/ 273201 h 514189"/>
                  <a:gd name="connsiteX24" fmla="*/ 258097 w 514350"/>
                  <a:gd name="connsiteY24" fmla="*/ 293285 h 514189"/>
                  <a:gd name="connsiteX25" fmla="*/ 278181 w 514350"/>
                  <a:gd name="connsiteY25" fmla="*/ 273201 h 514189"/>
                  <a:gd name="connsiteX26" fmla="*/ 278181 w 514350"/>
                  <a:gd name="connsiteY26" fmla="*/ 243036 h 514189"/>
                  <a:gd name="connsiteX27" fmla="*/ 206953 w 514350"/>
                  <a:gd name="connsiteY27" fmla="*/ 55198 h 514189"/>
                  <a:gd name="connsiteX28" fmla="*/ 221979 w 514350"/>
                  <a:gd name="connsiteY28" fmla="*/ 40172 h 514189"/>
                  <a:gd name="connsiteX29" fmla="*/ 292206 w 514350"/>
                  <a:gd name="connsiteY29" fmla="*/ 40172 h 514189"/>
                  <a:gd name="connsiteX30" fmla="*/ 307232 w 514350"/>
                  <a:gd name="connsiteY30" fmla="*/ 55198 h 514189"/>
                  <a:gd name="connsiteX31" fmla="*/ 307232 w 514350"/>
                  <a:gd name="connsiteY31" fmla="*/ 81384 h 514189"/>
                  <a:gd name="connsiteX32" fmla="*/ 206953 w 514350"/>
                  <a:gd name="connsiteY32" fmla="*/ 81384 h 514189"/>
                  <a:gd name="connsiteX33" fmla="*/ 40172 w 514350"/>
                  <a:gd name="connsiteY33" fmla="*/ 161727 h 514189"/>
                  <a:gd name="connsiteX34" fmla="*/ 80340 w 514350"/>
                  <a:gd name="connsiteY34" fmla="*/ 121555 h 514189"/>
                  <a:gd name="connsiteX35" fmla="*/ 433845 w 514350"/>
                  <a:gd name="connsiteY35" fmla="*/ 121555 h 514189"/>
                  <a:gd name="connsiteX36" fmla="*/ 474017 w 514350"/>
                  <a:gd name="connsiteY36" fmla="*/ 161727 h 514189"/>
                  <a:gd name="connsiteX37" fmla="*/ 474017 w 514350"/>
                  <a:gd name="connsiteY37" fmla="*/ 202864 h 514189"/>
                  <a:gd name="connsiteX38" fmla="*/ 40172 w 514350"/>
                  <a:gd name="connsiteY38" fmla="*/ 202864 h 514189"/>
                  <a:gd name="connsiteX39" fmla="*/ 508468 w 514350"/>
                  <a:gd name="connsiteY39" fmla="*/ 479900 h 514189"/>
                  <a:gd name="connsiteX40" fmla="*/ 462198 w 514350"/>
                  <a:gd name="connsiteY40" fmla="*/ 433630 h 514189"/>
                  <a:gd name="connsiteX41" fmla="*/ 476023 w 514350"/>
                  <a:gd name="connsiteY41" fmla="*/ 385641 h 514189"/>
                  <a:gd name="connsiteX42" fmla="*/ 385641 w 514350"/>
                  <a:gd name="connsiteY42" fmla="*/ 295255 h 514189"/>
                  <a:gd name="connsiteX43" fmla="*/ 295255 w 514350"/>
                  <a:gd name="connsiteY43" fmla="*/ 385641 h 514189"/>
                  <a:gd name="connsiteX44" fmla="*/ 385641 w 514350"/>
                  <a:gd name="connsiteY44" fmla="*/ 476026 h 514189"/>
                  <a:gd name="connsiteX45" fmla="*/ 433830 w 514350"/>
                  <a:gd name="connsiteY45" fmla="*/ 462072 h 514189"/>
                  <a:gd name="connsiteX46" fmla="*/ 480061 w 514350"/>
                  <a:gd name="connsiteY46" fmla="*/ 508303 h 514189"/>
                  <a:gd name="connsiteX47" fmla="*/ 494266 w 514350"/>
                  <a:gd name="connsiteY47" fmla="*/ 514189 h 514189"/>
                  <a:gd name="connsiteX48" fmla="*/ 508468 w 514350"/>
                  <a:gd name="connsiteY48" fmla="*/ 508303 h 514189"/>
                  <a:gd name="connsiteX49" fmla="*/ 508468 w 514350"/>
                  <a:gd name="connsiteY49" fmla="*/ 479900 h 514189"/>
                  <a:gd name="connsiteX50" fmla="*/ 335427 w 514350"/>
                  <a:gd name="connsiteY50" fmla="*/ 385641 h 514189"/>
                  <a:gd name="connsiteX51" fmla="*/ 385641 w 514350"/>
                  <a:gd name="connsiteY51" fmla="*/ 335427 h 514189"/>
                  <a:gd name="connsiteX52" fmla="*/ 435855 w 514350"/>
                  <a:gd name="connsiteY52" fmla="*/ 385641 h 514189"/>
                  <a:gd name="connsiteX53" fmla="*/ 385641 w 514350"/>
                  <a:gd name="connsiteY53" fmla="*/ 435855 h 514189"/>
                  <a:gd name="connsiteX54" fmla="*/ 335427 w 514350"/>
                  <a:gd name="connsiteY54" fmla="*/ 385641 h 51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14350" h="514189">
                    <a:moveTo>
                      <a:pt x="474017" y="243036"/>
                    </a:moveTo>
                    <a:lnTo>
                      <a:pt x="474017" y="284209"/>
                    </a:lnTo>
                    <a:cubicBezTo>
                      <a:pt x="474017" y="295302"/>
                      <a:pt x="483008" y="304297"/>
                      <a:pt x="494101" y="304297"/>
                    </a:cubicBezTo>
                    <a:cubicBezTo>
                      <a:pt x="505195" y="304297"/>
                      <a:pt x="514185" y="295302"/>
                      <a:pt x="514185" y="284209"/>
                    </a:cubicBezTo>
                    <a:lnTo>
                      <a:pt x="514185" y="161727"/>
                    </a:lnTo>
                    <a:cubicBezTo>
                      <a:pt x="514185" y="117427"/>
                      <a:pt x="478146" y="81384"/>
                      <a:pt x="433845" y="81384"/>
                    </a:cubicBezTo>
                    <a:lnTo>
                      <a:pt x="347404" y="81384"/>
                    </a:lnTo>
                    <a:lnTo>
                      <a:pt x="347404" y="55198"/>
                    </a:lnTo>
                    <a:cubicBezTo>
                      <a:pt x="347404" y="24762"/>
                      <a:pt x="322642" y="0"/>
                      <a:pt x="292206" y="0"/>
                    </a:cubicBezTo>
                    <a:lnTo>
                      <a:pt x="221979" y="0"/>
                    </a:lnTo>
                    <a:cubicBezTo>
                      <a:pt x="191543" y="0"/>
                      <a:pt x="166782" y="24762"/>
                      <a:pt x="166782" y="55198"/>
                    </a:cubicBezTo>
                    <a:lnTo>
                      <a:pt x="166782" y="81384"/>
                    </a:lnTo>
                    <a:lnTo>
                      <a:pt x="80340" y="81384"/>
                    </a:lnTo>
                    <a:cubicBezTo>
                      <a:pt x="36040" y="81384"/>
                      <a:pt x="0" y="117423"/>
                      <a:pt x="0" y="161723"/>
                    </a:cubicBezTo>
                    <a:lnTo>
                      <a:pt x="0" y="395718"/>
                    </a:lnTo>
                    <a:cubicBezTo>
                      <a:pt x="0" y="440018"/>
                      <a:pt x="36040" y="476062"/>
                      <a:pt x="80340" y="476062"/>
                    </a:cubicBezTo>
                    <a:lnTo>
                      <a:pt x="250064" y="476062"/>
                    </a:lnTo>
                    <a:cubicBezTo>
                      <a:pt x="261158" y="476062"/>
                      <a:pt x="270148" y="467068"/>
                      <a:pt x="270148" y="455974"/>
                    </a:cubicBezTo>
                    <a:cubicBezTo>
                      <a:pt x="270148" y="444884"/>
                      <a:pt x="261158" y="435890"/>
                      <a:pt x="250064" y="435890"/>
                    </a:cubicBezTo>
                    <a:lnTo>
                      <a:pt x="80340" y="435890"/>
                    </a:lnTo>
                    <a:cubicBezTo>
                      <a:pt x="58192" y="435890"/>
                      <a:pt x="40172" y="417870"/>
                      <a:pt x="40172" y="395718"/>
                    </a:cubicBezTo>
                    <a:lnTo>
                      <a:pt x="40172" y="243036"/>
                    </a:lnTo>
                    <a:lnTo>
                      <a:pt x="238013" y="243036"/>
                    </a:lnTo>
                    <a:lnTo>
                      <a:pt x="238013" y="273201"/>
                    </a:lnTo>
                    <a:cubicBezTo>
                      <a:pt x="238013" y="284291"/>
                      <a:pt x="247004" y="293285"/>
                      <a:pt x="258097" y="293285"/>
                    </a:cubicBezTo>
                    <a:cubicBezTo>
                      <a:pt x="269191" y="293285"/>
                      <a:pt x="278181" y="284291"/>
                      <a:pt x="278181" y="273201"/>
                    </a:cubicBezTo>
                    <a:lnTo>
                      <a:pt x="278181" y="243036"/>
                    </a:lnTo>
                    <a:close/>
                    <a:moveTo>
                      <a:pt x="206953" y="55198"/>
                    </a:moveTo>
                    <a:cubicBezTo>
                      <a:pt x="206953" y="46914"/>
                      <a:pt x="213695" y="40172"/>
                      <a:pt x="221979" y="40172"/>
                    </a:cubicBezTo>
                    <a:lnTo>
                      <a:pt x="292206" y="40172"/>
                    </a:lnTo>
                    <a:cubicBezTo>
                      <a:pt x="300490" y="40172"/>
                      <a:pt x="307232" y="46910"/>
                      <a:pt x="307232" y="55198"/>
                    </a:cubicBezTo>
                    <a:lnTo>
                      <a:pt x="307232" y="81384"/>
                    </a:lnTo>
                    <a:lnTo>
                      <a:pt x="206953" y="81384"/>
                    </a:lnTo>
                    <a:close/>
                    <a:moveTo>
                      <a:pt x="40172" y="161727"/>
                    </a:moveTo>
                    <a:cubicBezTo>
                      <a:pt x="40172" y="139575"/>
                      <a:pt x="58192" y="121555"/>
                      <a:pt x="80340" y="121555"/>
                    </a:cubicBezTo>
                    <a:lnTo>
                      <a:pt x="433845" y="121555"/>
                    </a:lnTo>
                    <a:cubicBezTo>
                      <a:pt x="455994" y="121555"/>
                      <a:pt x="474017" y="139575"/>
                      <a:pt x="474017" y="161727"/>
                    </a:cubicBezTo>
                    <a:lnTo>
                      <a:pt x="474017" y="202864"/>
                    </a:lnTo>
                    <a:lnTo>
                      <a:pt x="40172" y="202864"/>
                    </a:lnTo>
                    <a:close/>
                    <a:moveTo>
                      <a:pt x="508468" y="479900"/>
                    </a:moveTo>
                    <a:lnTo>
                      <a:pt x="462198" y="433630"/>
                    </a:lnTo>
                    <a:cubicBezTo>
                      <a:pt x="470953" y="419715"/>
                      <a:pt x="476023" y="403260"/>
                      <a:pt x="476023" y="385641"/>
                    </a:cubicBezTo>
                    <a:cubicBezTo>
                      <a:pt x="476023" y="335804"/>
                      <a:pt x="435478" y="295255"/>
                      <a:pt x="385641" y="295255"/>
                    </a:cubicBezTo>
                    <a:cubicBezTo>
                      <a:pt x="335804" y="295255"/>
                      <a:pt x="295255" y="335804"/>
                      <a:pt x="295255" y="385641"/>
                    </a:cubicBezTo>
                    <a:cubicBezTo>
                      <a:pt x="295255" y="435478"/>
                      <a:pt x="335804" y="476026"/>
                      <a:pt x="385641" y="476026"/>
                    </a:cubicBezTo>
                    <a:cubicBezTo>
                      <a:pt x="403343" y="476026"/>
                      <a:pt x="419871" y="470905"/>
                      <a:pt x="433830" y="462072"/>
                    </a:cubicBezTo>
                    <a:lnTo>
                      <a:pt x="480061" y="508303"/>
                    </a:lnTo>
                    <a:cubicBezTo>
                      <a:pt x="483985" y="512227"/>
                      <a:pt x="489125" y="514189"/>
                      <a:pt x="494266" y="514189"/>
                    </a:cubicBezTo>
                    <a:cubicBezTo>
                      <a:pt x="499407" y="514189"/>
                      <a:pt x="504543" y="512227"/>
                      <a:pt x="508468" y="508303"/>
                    </a:cubicBezTo>
                    <a:cubicBezTo>
                      <a:pt x="516312" y="500458"/>
                      <a:pt x="516312" y="487744"/>
                      <a:pt x="508468" y="479900"/>
                    </a:cubicBezTo>
                    <a:close/>
                    <a:moveTo>
                      <a:pt x="335427" y="385641"/>
                    </a:moveTo>
                    <a:cubicBezTo>
                      <a:pt x="335427" y="357952"/>
                      <a:pt x="357952" y="335427"/>
                      <a:pt x="385641" y="335427"/>
                    </a:cubicBezTo>
                    <a:cubicBezTo>
                      <a:pt x="413326" y="335427"/>
                      <a:pt x="435855" y="357952"/>
                      <a:pt x="435855" y="385641"/>
                    </a:cubicBezTo>
                    <a:cubicBezTo>
                      <a:pt x="435855" y="413330"/>
                      <a:pt x="413326" y="435855"/>
                      <a:pt x="385641" y="435855"/>
                    </a:cubicBezTo>
                    <a:cubicBezTo>
                      <a:pt x="357952" y="435855"/>
                      <a:pt x="335427" y="413326"/>
                      <a:pt x="335427" y="385641"/>
                    </a:cubicBezTo>
                    <a:close/>
                  </a:path>
                </a:pathLst>
              </a:custGeom>
              <a:solidFill>
                <a:schemeClr val="bg1"/>
              </a:solidFill>
              <a:ln w="1005" cap="flat">
                <a:noFill/>
                <a:prstDash val="solid"/>
                <a:miter/>
              </a:ln>
            </p:spPr>
            <p:txBody>
              <a:bodyPr rtlCol="0" anchor="ctr"/>
              <a:lstStyle/>
              <a:p>
                <a:endParaRPr lang="en-US">
                  <a:cs typeface="+mn-ea"/>
                  <a:sym typeface="+mn-lt"/>
                </a:endParaRPr>
              </a:p>
            </p:txBody>
          </p:sp>
        </p:grpSp>
        <p:grpSp>
          <p:nvGrpSpPr>
            <p:cNvPr id="36" name="组合 35"/>
            <p:cNvGrpSpPr/>
            <p:nvPr/>
          </p:nvGrpSpPr>
          <p:grpSpPr>
            <a:xfrm>
              <a:off x="10835" y="2104"/>
              <a:ext cx="5932" cy="1065"/>
              <a:chOff x="11126" y="1970"/>
              <a:chExt cx="5932" cy="1065"/>
            </a:xfrm>
          </p:grpSpPr>
          <p:sp>
            <p:nvSpPr>
              <p:cNvPr id="37" name="圆角矩形 36"/>
              <p:cNvSpPr/>
              <p:nvPr/>
            </p:nvSpPr>
            <p:spPr>
              <a:xfrm>
                <a:off x="11126" y="1970"/>
                <a:ext cx="2570" cy="866"/>
              </a:xfrm>
              <a:prstGeom prst="roundRect">
                <a:avLst>
                  <a:gd name="adj" fmla="val 0"/>
                </a:avLst>
              </a:prstGeom>
              <a:noFill/>
              <a:ln>
                <a:no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rPr>
                  <a:t>年度重点工作</a:t>
                </a:r>
              </a:p>
            </p:txBody>
          </p:sp>
          <p:sp>
            <p:nvSpPr>
              <p:cNvPr id="38" name="文本框 37"/>
              <p:cNvSpPr txBox="1"/>
              <p:nvPr/>
            </p:nvSpPr>
            <p:spPr>
              <a:xfrm>
                <a:off x="11126" y="2601"/>
                <a:ext cx="5932" cy="434"/>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noProof="0" dirty="0">
                    <a:ln>
                      <a:noFill/>
                    </a:ln>
                    <a:solidFill>
                      <a:schemeClr val="tx1"/>
                    </a:solidFill>
                    <a:effectLst/>
                    <a:uLnTx/>
                    <a:uFillTx/>
                    <a:latin typeface="思源黑体 Light" panose="020B0300000000000000" charset="-122"/>
                    <a:ea typeface="思源黑体 Light" panose="020B0300000000000000" charset="-122"/>
                    <a:sym typeface="+mn-ea"/>
                  </a:rPr>
                  <a:t>Click here to change your need text or word</a:t>
                </a:r>
              </a:p>
            </p:txBody>
          </p:sp>
        </p:grpSp>
      </p:grpSp>
      <p:sp>
        <p:nvSpPr>
          <p:cNvPr id="39" name="TextBox 36"/>
          <p:cNvSpPr txBox="1"/>
          <p:nvPr/>
        </p:nvSpPr>
        <p:spPr>
          <a:xfrm>
            <a:off x="1478303" y="1715126"/>
            <a:ext cx="2119588" cy="245745"/>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b="1" dirty="0">
              <a:solidFill>
                <a:schemeClr val="tx1"/>
              </a:solidFill>
              <a:latin typeface="思源黑体 Light" panose="020B0300000000000000" charset="-122"/>
              <a:ea typeface="思源黑体 Light" panose="020B0300000000000000" charset="-122"/>
              <a:cs typeface="+mn-ea"/>
              <a:sym typeface="+mn-lt"/>
            </a:endParaRPr>
          </a:p>
        </p:txBody>
      </p:sp>
      <p:sp>
        <p:nvSpPr>
          <p:cNvPr id="40" name="Freeform 5"/>
          <p:cNvSpPr>
            <a:spLocks noEditPoints="1"/>
          </p:cNvSpPr>
          <p:nvPr/>
        </p:nvSpPr>
        <p:spPr bwMode="auto">
          <a:xfrm>
            <a:off x="1478303" y="3454024"/>
            <a:ext cx="601867" cy="574150"/>
          </a:xfrm>
          <a:custGeom>
            <a:avLst/>
            <a:gdLst>
              <a:gd name="T0" fmla="*/ 488 w 501"/>
              <a:gd name="T1" fmla="*/ 12 h 434"/>
              <a:gd name="T2" fmla="*/ 459 w 501"/>
              <a:gd name="T3" fmla="*/ 0 h 434"/>
              <a:gd name="T4" fmla="*/ 42 w 501"/>
              <a:gd name="T5" fmla="*/ 0 h 434"/>
              <a:gd name="T6" fmla="*/ 12 w 501"/>
              <a:gd name="T7" fmla="*/ 12 h 434"/>
              <a:gd name="T8" fmla="*/ 0 w 501"/>
              <a:gd name="T9" fmla="*/ 42 h 434"/>
              <a:gd name="T10" fmla="*/ 0 w 501"/>
              <a:gd name="T11" fmla="*/ 325 h 434"/>
              <a:gd name="T12" fmla="*/ 12 w 501"/>
              <a:gd name="T13" fmla="*/ 355 h 434"/>
              <a:gd name="T14" fmla="*/ 42 w 501"/>
              <a:gd name="T15" fmla="*/ 367 h 434"/>
              <a:gd name="T16" fmla="*/ 184 w 501"/>
              <a:gd name="T17" fmla="*/ 367 h 434"/>
              <a:gd name="T18" fmla="*/ 179 w 501"/>
              <a:gd name="T19" fmla="*/ 387 h 434"/>
              <a:gd name="T20" fmla="*/ 171 w 501"/>
              <a:gd name="T21" fmla="*/ 406 h 434"/>
              <a:gd name="T22" fmla="*/ 167 w 501"/>
              <a:gd name="T23" fmla="*/ 417 h 434"/>
              <a:gd name="T24" fmla="*/ 172 w 501"/>
              <a:gd name="T25" fmla="*/ 429 h 434"/>
              <a:gd name="T26" fmla="*/ 184 w 501"/>
              <a:gd name="T27" fmla="*/ 434 h 434"/>
              <a:gd name="T28" fmla="*/ 317 w 501"/>
              <a:gd name="T29" fmla="*/ 434 h 434"/>
              <a:gd name="T30" fmla="*/ 329 w 501"/>
              <a:gd name="T31" fmla="*/ 429 h 434"/>
              <a:gd name="T32" fmla="*/ 334 w 501"/>
              <a:gd name="T33" fmla="*/ 417 h 434"/>
              <a:gd name="T34" fmla="*/ 330 w 501"/>
              <a:gd name="T35" fmla="*/ 406 h 434"/>
              <a:gd name="T36" fmla="*/ 321 w 501"/>
              <a:gd name="T37" fmla="*/ 387 h 434"/>
              <a:gd name="T38" fmla="*/ 317 w 501"/>
              <a:gd name="T39" fmla="*/ 367 h 434"/>
              <a:gd name="T40" fmla="*/ 459 w 501"/>
              <a:gd name="T41" fmla="*/ 367 h 434"/>
              <a:gd name="T42" fmla="*/ 488 w 501"/>
              <a:gd name="T43" fmla="*/ 355 h 434"/>
              <a:gd name="T44" fmla="*/ 501 w 501"/>
              <a:gd name="T45" fmla="*/ 325 h 434"/>
              <a:gd name="T46" fmla="*/ 501 w 501"/>
              <a:gd name="T47" fmla="*/ 42 h 434"/>
              <a:gd name="T48" fmla="*/ 488 w 501"/>
              <a:gd name="T49" fmla="*/ 12 h 434"/>
              <a:gd name="T50" fmla="*/ 467 w 501"/>
              <a:gd name="T51" fmla="*/ 259 h 434"/>
              <a:gd name="T52" fmla="*/ 465 w 501"/>
              <a:gd name="T53" fmla="*/ 264 h 434"/>
              <a:gd name="T54" fmla="*/ 459 w 501"/>
              <a:gd name="T55" fmla="*/ 267 h 434"/>
              <a:gd name="T56" fmla="*/ 42 w 501"/>
              <a:gd name="T57" fmla="*/ 267 h 434"/>
              <a:gd name="T58" fmla="*/ 36 w 501"/>
              <a:gd name="T59" fmla="*/ 264 h 434"/>
              <a:gd name="T60" fmla="*/ 33 w 501"/>
              <a:gd name="T61" fmla="*/ 259 h 434"/>
              <a:gd name="T62" fmla="*/ 33 w 501"/>
              <a:gd name="T63" fmla="*/ 42 h 434"/>
              <a:gd name="T64" fmla="*/ 36 w 501"/>
              <a:gd name="T65" fmla="*/ 36 h 434"/>
              <a:gd name="T66" fmla="*/ 42 w 501"/>
              <a:gd name="T67" fmla="*/ 33 h 434"/>
              <a:gd name="T68" fmla="*/ 459 w 501"/>
              <a:gd name="T69" fmla="*/ 33 h 434"/>
              <a:gd name="T70" fmla="*/ 465 w 501"/>
              <a:gd name="T71" fmla="*/ 36 h 434"/>
              <a:gd name="T72" fmla="*/ 467 w 501"/>
              <a:gd name="T73" fmla="*/ 42 h 434"/>
              <a:gd name="T74" fmla="*/ 467 w 501"/>
              <a:gd name="T75" fmla="*/ 259 h 434"/>
              <a:gd name="T76" fmla="*/ 467 w 501"/>
              <a:gd name="T77" fmla="*/ 259 h 434"/>
              <a:gd name="T78" fmla="*/ 467 w 501"/>
              <a:gd name="T79" fmla="*/ 259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01" h="434">
                <a:moveTo>
                  <a:pt x="488" y="12"/>
                </a:moveTo>
                <a:cubicBezTo>
                  <a:pt x="480" y="4"/>
                  <a:pt x="470" y="0"/>
                  <a:pt x="459" y="0"/>
                </a:cubicBezTo>
                <a:cubicBezTo>
                  <a:pt x="42" y="0"/>
                  <a:pt x="42" y="0"/>
                  <a:pt x="42" y="0"/>
                </a:cubicBezTo>
                <a:cubicBezTo>
                  <a:pt x="30" y="0"/>
                  <a:pt x="20" y="4"/>
                  <a:pt x="12" y="12"/>
                </a:cubicBezTo>
                <a:cubicBezTo>
                  <a:pt x="4" y="20"/>
                  <a:pt x="0" y="30"/>
                  <a:pt x="0" y="42"/>
                </a:cubicBezTo>
                <a:cubicBezTo>
                  <a:pt x="0" y="325"/>
                  <a:pt x="0" y="325"/>
                  <a:pt x="0" y="325"/>
                </a:cubicBezTo>
                <a:cubicBezTo>
                  <a:pt x="0" y="337"/>
                  <a:pt x="4" y="347"/>
                  <a:pt x="12" y="355"/>
                </a:cubicBezTo>
                <a:cubicBezTo>
                  <a:pt x="20" y="363"/>
                  <a:pt x="30" y="367"/>
                  <a:pt x="42" y="367"/>
                </a:cubicBezTo>
                <a:cubicBezTo>
                  <a:pt x="184" y="367"/>
                  <a:pt x="184" y="367"/>
                  <a:pt x="184" y="367"/>
                </a:cubicBezTo>
                <a:cubicBezTo>
                  <a:pt x="184" y="374"/>
                  <a:pt x="182" y="380"/>
                  <a:pt x="179" y="387"/>
                </a:cubicBezTo>
                <a:cubicBezTo>
                  <a:pt x="177" y="394"/>
                  <a:pt x="174" y="400"/>
                  <a:pt x="171" y="406"/>
                </a:cubicBezTo>
                <a:cubicBezTo>
                  <a:pt x="168" y="411"/>
                  <a:pt x="167" y="415"/>
                  <a:pt x="167" y="417"/>
                </a:cubicBezTo>
                <a:cubicBezTo>
                  <a:pt x="167" y="422"/>
                  <a:pt x="169" y="426"/>
                  <a:pt x="172" y="429"/>
                </a:cubicBezTo>
                <a:cubicBezTo>
                  <a:pt x="175" y="432"/>
                  <a:pt x="179" y="434"/>
                  <a:pt x="184" y="434"/>
                </a:cubicBezTo>
                <a:cubicBezTo>
                  <a:pt x="317" y="434"/>
                  <a:pt x="317" y="434"/>
                  <a:pt x="317" y="434"/>
                </a:cubicBezTo>
                <a:cubicBezTo>
                  <a:pt x="322" y="434"/>
                  <a:pt x="325" y="432"/>
                  <a:pt x="329" y="429"/>
                </a:cubicBezTo>
                <a:cubicBezTo>
                  <a:pt x="332" y="426"/>
                  <a:pt x="334" y="422"/>
                  <a:pt x="334" y="417"/>
                </a:cubicBezTo>
                <a:cubicBezTo>
                  <a:pt x="334" y="415"/>
                  <a:pt x="332" y="411"/>
                  <a:pt x="330" y="406"/>
                </a:cubicBezTo>
                <a:cubicBezTo>
                  <a:pt x="327" y="400"/>
                  <a:pt x="324" y="394"/>
                  <a:pt x="321" y="387"/>
                </a:cubicBezTo>
                <a:cubicBezTo>
                  <a:pt x="318" y="380"/>
                  <a:pt x="317" y="374"/>
                  <a:pt x="317" y="367"/>
                </a:cubicBezTo>
                <a:cubicBezTo>
                  <a:pt x="459" y="367"/>
                  <a:pt x="459" y="367"/>
                  <a:pt x="459" y="367"/>
                </a:cubicBezTo>
                <a:cubicBezTo>
                  <a:pt x="470" y="367"/>
                  <a:pt x="480" y="363"/>
                  <a:pt x="488" y="355"/>
                </a:cubicBezTo>
                <a:cubicBezTo>
                  <a:pt x="496" y="347"/>
                  <a:pt x="501" y="337"/>
                  <a:pt x="501" y="325"/>
                </a:cubicBezTo>
                <a:cubicBezTo>
                  <a:pt x="501" y="42"/>
                  <a:pt x="501" y="42"/>
                  <a:pt x="501" y="42"/>
                </a:cubicBezTo>
                <a:cubicBezTo>
                  <a:pt x="501" y="30"/>
                  <a:pt x="496" y="20"/>
                  <a:pt x="488" y="12"/>
                </a:cubicBezTo>
                <a:close/>
                <a:moveTo>
                  <a:pt x="467" y="259"/>
                </a:moveTo>
                <a:cubicBezTo>
                  <a:pt x="467" y="261"/>
                  <a:pt x="466" y="263"/>
                  <a:pt x="465" y="264"/>
                </a:cubicBezTo>
                <a:cubicBezTo>
                  <a:pt x="463" y="266"/>
                  <a:pt x="461" y="267"/>
                  <a:pt x="459" y="267"/>
                </a:cubicBezTo>
                <a:cubicBezTo>
                  <a:pt x="42" y="267"/>
                  <a:pt x="42" y="267"/>
                  <a:pt x="42" y="267"/>
                </a:cubicBezTo>
                <a:cubicBezTo>
                  <a:pt x="39" y="267"/>
                  <a:pt x="38" y="266"/>
                  <a:pt x="36" y="264"/>
                </a:cubicBezTo>
                <a:cubicBezTo>
                  <a:pt x="34" y="263"/>
                  <a:pt x="33" y="261"/>
                  <a:pt x="33" y="259"/>
                </a:cubicBezTo>
                <a:cubicBezTo>
                  <a:pt x="33" y="42"/>
                  <a:pt x="33" y="42"/>
                  <a:pt x="33" y="42"/>
                </a:cubicBezTo>
                <a:cubicBezTo>
                  <a:pt x="33" y="39"/>
                  <a:pt x="34" y="37"/>
                  <a:pt x="36" y="36"/>
                </a:cubicBezTo>
                <a:cubicBezTo>
                  <a:pt x="38" y="34"/>
                  <a:pt x="39" y="33"/>
                  <a:pt x="42" y="33"/>
                </a:cubicBezTo>
                <a:cubicBezTo>
                  <a:pt x="459" y="33"/>
                  <a:pt x="459" y="33"/>
                  <a:pt x="459" y="33"/>
                </a:cubicBezTo>
                <a:cubicBezTo>
                  <a:pt x="461" y="33"/>
                  <a:pt x="463" y="34"/>
                  <a:pt x="465" y="36"/>
                </a:cubicBezTo>
                <a:cubicBezTo>
                  <a:pt x="466" y="37"/>
                  <a:pt x="467" y="39"/>
                  <a:pt x="467" y="42"/>
                </a:cubicBezTo>
                <a:lnTo>
                  <a:pt x="467" y="259"/>
                </a:lnTo>
                <a:close/>
                <a:moveTo>
                  <a:pt x="467" y="259"/>
                </a:moveTo>
                <a:cubicBezTo>
                  <a:pt x="467" y="259"/>
                  <a:pt x="467" y="259"/>
                  <a:pt x="467" y="259"/>
                </a:cubicBezTo>
              </a:path>
            </a:pathLst>
          </a:custGeom>
          <a:solidFill>
            <a:srgbClr val="FEB51B"/>
          </a:solidFill>
          <a:ln>
            <a:noFill/>
          </a:ln>
        </p:spPr>
        <p:txBody>
          <a:bodyPr vert="horz" wrap="square" lIns="91430" tIns="45716" rIns="91430" bIns="45716" numCol="1" anchor="t" anchorCtr="0" compatLnSpc="1"/>
          <a:lstStyle/>
          <a:p>
            <a:pPr algn="just" defTabSz="866775" fontAlgn="base">
              <a:lnSpc>
                <a:spcPct val="120000"/>
              </a:lnSpc>
              <a:spcBef>
                <a:spcPct val="0"/>
              </a:spcBef>
              <a:spcAft>
                <a:spcPct val="0"/>
              </a:spcAft>
            </a:pPr>
            <a:endParaRPr lang="en-GB" sz="900">
              <a:solidFill>
                <a:schemeClr val="tx1"/>
              </a:solidFill>
              <a:latin typeface="思源黑体 Light" panose="020B0300000000000000" charset="-122"/>
              <a:ea typeface="思源黑体 Light" panose="020B0300000000000000" charset="-122"/>
              <a:cs typeface="+mn-ea"/>
              <a:sym typeface="+mn-lt"/>
            </a:endParaRPr>
          </a:p>
        </p:txBody>
      </p:sp>
      <p:sp>
        <p:nvSpPr>
          <p:cNvPr id="41" name="Freeform 13"/>
          <p:cNvSpPr>
            <a:spLocks noEditPoints="1"/>
          </p:cNvSpPr>
          <p:nvPr/>
        </p:nvSpPr>
        <p:spPr bwMode="auto">
          <a:xfrm>
            <a:off x="4097180" y="3454761"/>
            <a:ext cx="393792" cy="597370"/>
          </a:xfrm>
          <a:custGeom>
            <a:avLst/>
            <a:gdLst>
              <a:gd name="T0" fmla="*/ 615 w 704"/>
              <a:gd name="T1" fmla="*/ 0 h 1176"/>
              <a:gd name="T2" fmla="*/ 89 w 704"/>
              <a:gd name="T3" fmla="*/ 0 h 1176"/>
              <a:gd name="T4" fmla="*/ 0 w 704"/>
              <a:gd name="T5" fmla="*/ 89 h 1176"/>
              <a:gd name="T6" fmla="*/ 0 w 704"/>
              <a:gd name="T7" fmla="*/ 1087 h 1176"/>
              <a:gd name="T8" fmla="*/ 89 w 704"/>
              <a:gd name="T9" fmla="*/ 1176 h 1176"/>
              <a:gd name="T10" fmla="*/ 615 w 704"/>
              <a:gd name="T11" fmla="*/ 1176 h 1176"/>
              <a:gd name="T12" fmla="*/ 704 w 704"/>
              <a:gd name="T13" fmla="*/ 1087 h 1176"/>
              <a:gd name="T14" fmla="*/ 704 w 704"/>
              <a:gd name="T15" fmla="*/ 89 h 1176"/>
              <a:gd name="T16" fmla="*/ 615 w 704"/>
              <a:gd name="T17" fmla="*/ 0 h 1176"/>
              <a:gd name="T18" fmla="*/ 387 w 704"/>
              <a:gd name="T19" fmla="*/ 1084 h 1176"/>
              <a:gd name="T20" fmla="*/ 375 w 704"/>
              <a:gd name="T21" fmla="*/ 1097 h 1176"/>
              <a:gd name="T22" fmla="*/ 329 w 704"/>
              <a:gd name="T23" fmla="*/ 1097 h 1176"/>
              <a:gd name="T24" fmla="*/ 317 w 704"/>
              <a:gd name="T25" fmla="*/ 1084 h 1176"/>
              <a:gd name="T26" fmla="*/ 317 w 704"/>
              <a:gd name="T27" fmla="*/ 1044 h 1176"/>
              <a:gd name="T28" fmla="*/ 322 w 704"/>
              <a:gd name="T29" fmla="*/ 1033 h 1176"/>
              <a:gd name="T30" fmla="*/ 345 w 704"/>
              <a:gd name="T31" fmla="*/ 1017 h 1176"/>
              <a:gd name="T32" fmla="*/ 359 w 704"/>
              <a:gd name="T33" fmla="*/ 1017 h 1176"/>
              <a:gd name="T34" fmla="*/ 382 w 704"/>
              <a:gd name="T35" fmla="*/ 1033 h 1176"/>
              <a:gd name="T36" fmla="*/ 387 w 704"/>
              <a:gd name="T37" fmla="*/ 1044 h 1176"/>
              <a:gd name="T38" fmla="*/ 387 w 704"/>
              <a:gd name="T39" fmla="*/ 1084 h 1176"/>
              <a:gd name="T40" fmla="*/ 598 w 704"/>
              <a:gd name="T41" fmla="*/ 962 h 1176"/>
              <a:gd name="T42" fmla="*/ 106 w 704"/>
              <a:gd name="T43" fmla="*/ 962 h 1176"/>
              <a:gd name="T44" fmla="*/ 106 w 704"/>
              <a:gd name="T45" fmla="*/ 135 h 1176"/>
              <a:gd name="T46" fmla="*/ 598 w 704"/>
              <a:gd name="T47" fmla="*/ 135 h 1176"/>
              <a:gd name="T48" fmla="*/ 598 w 704"/>
              <a:gd name="T49" fmla="*/ 962 h 1176"/>
              <a:gd name="T50" fmla="*/ 598 w 704"/>
              <a:gd name="T51" fmla="*/ 962 h 1176"/>
              <a:gd name="T52" fmla="*/ 598 w 704"/>
              <a:gd name="T53" fmla="*/ 962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04" h="1176">
                <a:moveTo>
                  <a:pt x="615" y="0"/>
                </a:moveTo>
                <a:cubicBezTo>
                  <a:pt x="89" y="0"/>
                  <a:pt x="89" y="0"/>
                  <a:pt x="89" y="0"/>
                </a:cubicBezTo>
                <a:cubicBezTo>
                  <a:pt x="40" y="0"/>
                  <a:pt x="0" y="40"/>
                  <a:pt x="0" y="89"/>
                </a:cubicBezTo>
                <a:cubicBezTo>
                  <a:pt x="0" y="1087"/>
                  <a:pt x="0" y="1087"/>
                  <a:pt x="0" y="1087"/>
                </a:cubicBezTo>
                <a:cubicBezTo>
                  <a:pt x="0" y="1136"/>
                  <a:pt x="40" y="1176"/>
                  <a:pt x="89" y="1176"/>
                </a:cubicBezTo>
                <a:cubicBezTo>
                  <a:pt x="615" y="1176"/>
                  <a:pt x="615" y="1176"/>
                  <a:pt x="615" y="1176"/>
                </a:cubicBezTo>
                <a:cubicBezTo>
                  <a:pt x="664" y="1176"/>
                  <a:pt x="704" y="1136"/>
                  <a:pt x="704" y="1087"/>
                </a:cubicBezTo>
                <a:cubicBezTo>
                  <a:pt x="704" y="89"/>
                  <a:pt x="704" y="89"/>
                  <a:pt x="704" y="89"/>
                </a:cubicBezTo>
                <a:cubicBezTo>
                  <a:pt x="704" y="40"/>
                  <a:pt x="664" y="0"/>
                  <a:pt x="615" y="0"/>
                </a:cubicBezTo>
                <a:close/>
                <a:moveTo>
                  <a:pt x="387" y="1084"/>
                </a:moveTo>
                <a:cubicBezTo>
                  <a:pt x="387" y="1091"/>
                  <a:pt x="382" y="1097"/>
                  <a:pt x="375" y="1097"/>
                </a:cubicBezTo>
                <a:cubicBezTo>
                  <a:pt x="329" y="1097"/>
                  <a:pt x="329" y="1097"/>
                  <a:pt x="329" y="1097"/>
                </a:cubicBezTo>
                <a:cubicBezTo>
                  <a:pt x="322" y="1097"/>
                  <a:pt x="317" y="1091"/>
                  <a:pt x="317" y="1084"/>
                </a:cubicBezTo>
                <a:cubicBezTo>
                  <a:pt x="317" y="1044"/>
                  <a:pt x="317" y="1044"/>
                  <a:pt x="317" y="1044"/>
                </a:cubicBezTo>
                <a:cubicBezTo>
                  <a:pt x="317" y="1040"/>
                  <a:pt x="319" y="1036"/>
                  <a:pt x="322" y="1033"/>
                </a:cubicBezTo>
                <a:cubicBezTo>
                  <a:pt x="345" y="1017"/>
                  <a:pt x="345" y="1017"/>
                  <a:pt x="345" y="1017"/>
                </a:cubicBezTo>
                <a:cubicBezTo>
                  <a:pt x="349" y="1014"/>
                  <a:pt x="355" y="1014"/>
                  <a:pt x="359" y="1017"/>
                </a:cubicBezTo>
                <a:cubicBezTo>
                  <a:pt x="382" y="1033"/>
                  <a:pt x="382" y="1033"/>
                  <a:pt x="382" y="1033"/>
                </a:cubicBezTo>
                <a:cubicBezTo>
                  <a:pt x="385" y="1036"/>
                  <a:pt x="387" y="1040"/>
                  <a:pt x="387" y="1044"/>
                </a:cubicBezTo>
                <a:cubicBezTo>
                  <a:pt x="387" y="1084"/>
                  <a:pt x="387" y="1084"/>
                  <a:pt x="387" y="1084"/>
                </a:cubicBezTo>
                <a:close/>
                <a:moveTo>
                  <a:pt x="598" y="962"/>
                </a:moveTo>
                <a:cubicBezTo>
                  <a:pt x="106" y="962"/>
                  <a:pt x="106" y="962"/>
                  <a:pt x="106" y="962"/>
                </a:cubicBezTo>
                <a:cubicBezTo>
                  <a:pt x="106" y="135"/>
                  <a:pt x="106" y="135"/>
                  <a:pt x="106" y="135"/>
                </a:cubicBezTo>
                <a:cubicBezTo>
                  <a:pt x="598" y="135"/>
                  <a:pt x="598" y="135"/>
                  <a:pt x="598" y="135"/>
                </a:cubicBezTo>
                <a:lnTo>
                  <a:pt x="598" y="962"/>
                </a:lnTo>
                <a:close/>
                <a:moveTo>
                  <a:pt x="598" y="962"/>
                </a:moveTo>
                <a:cubicBezTo>
                  <a:pt x="598" y="962"/>
                  <a:pt x="598" y="962"/>
                  <a:pt x="598" y="962"/>
                </a:cubicBezTo>
              </a:path>
            </a:pathLst>
          </a:custGeom>
          <a:solidFill>
            <a:srgbClr val="26211B"/>
          </a:solidFill>
          <a:ln>
            <a:noFill/>
          </a:ln>
        </p:spPr>
        <p:txBody>
          <a:bodyPr vert="horz" wrap="square" lIns="91430" tIns="45716" rIns="91430" bIns="45716" numCol="1" anchor="t" anchorCtr="0" compatLnSpc="1"/>
          <a:lstStyle/>
          <a:p>
            <a:pPr algn="just" defTabSz="866775" fontAlgn="base">
              <a:lnSpc>
                <a:spcPct val="120000"/>
              </a:lnSpc>
              <a:spcBef>
                <a:spcPct val="0"/>
              </a:spcBef>
              <a:spcAft>
                <a:spcPct val="0"/>
              </a:spcAft>
            </a:pPr>
            <a:endParaRPr lang="en-GB" sz="900">
              <a:solidFill>
                <a:schemeClr val="tx1"/>
              </a:solidFill>
              <a:latin typeface="思源黑体 Light" panose="020B0300000000000000" charset="-122"/>
              <a:ea typeface="思源黑体 Light" panose="020B0300000000000000" charset="-122"/>
              <a:cs typeface="+mn-ea"/>
              <a:sym typeface="+mn-lt"/>
            </a:endParaRPr>
          </a:p>
        </p:txBody>
      </p:sp>
      <p:sp>
        <p:nvSpPr>
          <p:cNvPr id="64" name="Rectangle 39"/>
          <p:cNvSpPr/>
          <p:nvPr/>
        </p:nvSpPr>
        <p:spPr>
          <a:xfrm>
            <a:off x="1478304" y="2087657"/>
            <a:ext cx="4477054" cy="884555"/>
          </a:xfrm>
          <a:prstGeom prst="rect">
            <a:avLst/>
          </a:prstGeom>
        </p:spPr>
        <p:txBody>
          <a:bodyPr wrap="square" lIns="0" tIns="0" rIns="0" bIns="0">
            <a:spAutoFit/>
          </a:bodyPr>
          <a:lstStyle/>
          <a:p>
            <a:pPr defTabSz="866775" fontAlgn="base">
              <a:lnSpc>
                <a:spcPct val="120000"/>
              </a:lnSpc>
              <a:spcBef>
                <a:spcPct val="0"/>
              </a:spcBef>
              <a:spcAft>
                <a:spcPct val="0"/>
              </a:spcAft>
            </a:pPr>
            <a:r>
              <a:rPr lang="zh-CN" altLang="en-US" sz="1200" dirty="0">
                <a:solidFill>
                  <a:schemeClr val="tx1"/>
                </a:solidFill>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或复制文本黏贴自此右键只保留文字单击添加详细文字说明，或复制文本黏贴自此右键只保留文字单击添加详细文字说明，或复制文本黏贴自此右键只保留文字</a:t>
            </a:r>
          </a:p>
        </p:txBody>
      </p:sp>
      <p:sp>
        <p:nvSpPr>
          <p:cNvPr id="65" name="TextBox 40"/>
          <p:cNvSpPr txBox="1"/>
          <p:nvPr/>
        </p:nvSpPr>
        <p:spPr>
          <a:xfrm>
            <a:off x="2208784" y="3618535"/>
            <a:ext cx="423545" cy="294640"/>
          </a:xfrm>
          <a:prstGeom prst="rect">
            <a:avLst/>
          </a:prstGeom>
          <a:noFill/>
        </p:spPr>
        <p:txBody>
          <a:bodyPr wrap="none" lIns="0" tIns="0" rIns="0" bIns="0" rtlCol="0">
            <a:spAutoFit/>
          </a:bodyPr>
          <a:lstStyle/>
          <a:p>
            <a:pPr defTabSz="866775" fontAlgn="base">
              <a:lnSpc>
                <a:spcPct val="120000"/>
              </a:lnSpc>
              <a:spcBef>
                <a:spcPct val="0"/>
              </a:spcBef>
              <a:spcAft>
                <a:spcPct val="0"/>
              </a:spcAft>
            </a:pPr>
            <a:r>
              <a:rPr lang="en-US" sz="1600" b="1" dirty="0">
                <a:solidFill>
                  <a:schemeClr val="tx1"/>
                </a:solidFill>
                <a:latin typeface="思源黑体 CN Medium" panose="020B0600000000000000" charset="-122"/>
                <a:ea typeface="思源黑体 CN Medium" panose="020B0600000000000000" charset="-122"/>
                <a:cs typeface="+mn-ea"/>
                <a:sym typeface="+mn-lt"/>
              </a:rPr>
              <a:t>42%</a:t>
            </a:r>
          </a:p>
        </p:txBody>
      </p:sp>
      <p:sp>
        <p:nvSpPr>
          <p:cNvPr id="66" name="TextBox 41"/>
          <p:cNvSpPr txBox="1"/>
          <p:nvPr/>
        </p:nvSpPr>
        <p:spPr>
          <a:xfrm>
            <a:off x="4571418" y="3618535"/>
            <a:ext cx="444032" cy="270459"/>
          </a:xfrm>
          <a:prstGeom prst="rect">
            <a:avLst/>
          </a:prstGeom>
          <a:noFill/>
        </p:spPr>
        <p:txBody>
          <a:bodyPr wrap="none" lIns="0" tIns="0" rIns="0" bIns="0" rtlCol="0">
            <a:spAutoFit/>
          </a:bodyPr>
          <a:lstStyle/>
          <a:p>
            <a:pPr defTabSz="866775" fontAlgn="base">
              <a:lnSpc>
                <a:spcPct val="120000"/>
              </a:lnSpc>
              <a:spcBef>
                <a:spcPct val="0"/>
              </a:spcBef>
              <a:spcAft>
                <a:spcPct val="0"/>
              </a:spcAft>
            </a:pPr>
            <a:r>
              <a:rPr lang="en-US" sz="1600" b="1" dirty="0">
                <a:solidFill>
                  <a:schemeClr val="tx1"/>
                </a:solidFill>
                <a:latin typeface="思源黑体 CN Medium" panose="020B0600000000000000" charset="-122"/>
                <a:ea typeface="思源黑体 CN Medium" panose="020B0600000000000000" charset="-122"/>
                <a:cs typeface="+mn-ea"/>
                <a:sym typeface="+mn-lt"/>
              </a:rPr>
              <a:t>58%</a:t>
            </a:r>
          </a:p>
        </p:txBody>
      </p:sp>
      <p:sp>
        <p:nvSpPr>
          <p:cNvPr id="67" name="Rectangle 42"/>
          <p:cNvSpPr/>
          <p:nvPr/>
        </p:nvSpPr>
        <p:spPr>
          <a:xfrm>
            <a:off x="1478304" y="4641889"/>
            <a:ext cx="1822964" cy="1105535"/>
          </a:xfrm>
          <a:prstGeom prst="rect">
            <a:avLst/>
          </a:prstGeom>
        </p:spPr>
        <p:txBody>
          <a:bodyPr wrap="square" lIns="0" tIns="0" rIns="0" bIns="0">
            <a:spAutoFit/>
          </a:bodyPr>
          <a:lstStyle/>
          <a:p>
            <a:pPr defTabSz="866775" fontAlgn="base">
              <a:lnSpc>
                <a:spcPct val="120000"/>
              </a:lnSpc>
              <a:spcBef>
                <a:spcPct val="0"/>
              </a:spcBef>
              <a:spcAft>
                <a:spcPct val="0"/>
              </a:spcAft>
            </a:pPr>
            <a:r>
              <a:rPr lang="zh-CN" altLang="en-US" sz="1200" dirty="0">
                <a:solidFill>
                  <a:schemeClr val="tx1"/>
                </a:solidFill>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单击添加详细文字说明，或复制文本黏贴自此右键只保留文字单击添加详细文字说明，或复制文本黏贴自此右键只保留文字</a:t>
            </a:r>
          </a:p>
        </p:txBody>
      </p:sp>
      <p:sp>
        <p:nvSpPr>
          <p:cNvPr id="68" name="TextBox 43"/>
          <p:cNvSpPr txBox="1"/>
          <p:nvPr/>
        </p:nvSpPr>
        <p:spPr>
          <a:xfrm>
            <a:off x="1478303" y="4337959"/>
            <a:ext cx="1436291" cy="245745"/>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69" name="TextBox 44"/>
          <p:cNvSpPr txBox="1"/>
          <p:nvPr/>
        </p:nvSpPr>
        <p:spPr>
          <a:xfrm>
            <a:off x="4097180" y="4337959"/>
            <a:ext cx="1223010" cy="245745"/>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70" name="Rectangle 45"/>
          <p:cNvSpPr/>
          <p:nvPr/>
        </p:nvSpPr>
        <p:spPr>
          <a:xfrm>
            <a:off x="4097180" y="4633634"/>
            <a:ext cx="1858178" cy="1105535"/>
          </a:xfrm>
          <a:prstGeom prst="rect">
            <a:avLst/>
          </a:prstGeom>
        </p:spPr>
        <p:txBody>
          <a:bodyPr wrap="square" lIns="0" tIns="0" rIns="0" bIns="0">
            <a:spAutoFit/>
          </a:bodyPr>
          <a:lstStyle/>
          <a:p>
            <a:pPr defTabSz="866775" fontAlgn="base">
              <a:lnSpc>
                <a:spcPct val="120000"/>
              </a:lnSpc>
              <a:spcBef>
                <a:spcPct val="0"/>
              </a:spcBef>
              <a:spcAft>
                <a:spcPct val="0"/>
              </a:spcAft>
            </a:pPr>
            <a:r>
              <a:rPr lang="zh-CN" altLang="en-US" sz="1200" dirty="0">
                <a:solidFill>
                  <a:schemeClr val="tx1"/>
                </a:solidFill>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单击添加详细文字说明，或复制文本黏贴自此右键只保留文字单击添加详细文字说明，或复制文本黏贴自此右键只保留文字</a:t>
            </a:r>
          </a:p>
        </p:txBody>
      </p:sp>
      <p:grpSp>
        <p:nvGrpSpPr>
          <p:cNvPr id="103" name="组合 102"/>
          <p:cNvGrpSpPr/>
          <p:nvPr/>
        </p:nvGrpSpPr>
        <p:grpSpPr>
          <a:xfrm>
            <a:off x="6655870" y="1429385"/>
            <a:ext cx="4562600" cy="4403090"/>
            <a:chOff x="10482" y="2347"/>
            <a:chExt cx="7185" cy="6934"/>
          </a:xfrm>
        </p:grpSpPr>
        <p:grpSp>
          <p:nvGrpSpPr>
            <p:cNvPr id="92" name="组合 91"/>
            <p:cNvGrpSpPr/>
            <p:nvPr/>
          </p:nvGrpSpPr>
          <p:grpSpPr>
            <a:xfrm>
              <a:off x="10482" y="2347"/>
              <a:ext cx="7185" cy="2321"/>
              <a:chOff x="10482" y="2347"/>
              <a:chExt cx="7185" cy="2321"/>
            </a:xfrm>
          </p:grpSpPr>
          <p:sp>
            <p:nvSpPr>
              <p:cNvPr id="88" name="矩形 4"/>
              <p:cNvSpPr/>
              <p:nvPr/>
            </p:nvSpPr>
            <p:spPr>
              <a:xfrm>
                <a:off x="10482" y="2681"/>
                <a:ext cx="7185" cy="1986"/>
              </a:xfrm>
              <a:prstGeom prst="rect">
                <a:avLst/>
              </a:prstGeom>
              <a:solidFill>
                <a:srgbClr val="FEB51B"/>
              </a:solidFill>
              <a:ln w="25400" cap="flat" cmpd="sng" algn="ctr">
                <a:noFill/>
                <a:prstDash val="solid"/>
              </a:ln>
              <a:effectLst/>
            </p:spPr>
            <p:txBody>
              <a:bodyPr rtlCol="0" anchor="ctr"/>
              <a:lstStyle/>
              <a:p>
                <a:pPr algn="ctr">
                  <a:lnSpc>
                    <a:spcPct val="130000"/>
                  </a:lnSpc>
                  <a:defRPr/>
                </a:pPr>
                <a:endParaRPr lang="zh-CN" altLang="en-US" sz="1675" kern="0" dirty="0">
                  <a:solidFill>
                    <a:schemeClr val="bg1"/>
                  </a:solidFill>
                  <a:cs typeface="+mn-ea"/>
                  <a:sym typeface="+mn-lt"/>
                </a:endParaRPr>
              </a:p>
            </p:txBody>
          </p:sp>
          <p:sp>
            <p:nvSpPr>
              <p:cNvPr id="89" name="TextBox 25"/>
              <p:cNvSpPr txBox="1"/>
              <p:nvPr/>
            </p:nvSpPr>
            <p:spPr>
              <a:xfrm>
                <a:off x="11189" y="2347"/>
                <a:ext cx="1220" cy="2223"/>
              </a:xfrm>
              <a:prstGeom prst="rect">
                <a:avLst/>
              </a:prstGeom>
              <a:noFill/>
              <a:effectLst/>
            </p:spPr>
            <p:txBody>
              <a:bodyPr wrap="square" rtlCol="0">
                <a:spAutoFit/>
              </a:bodyPr>
              <a:lstStyle/>
              <a:p>
                <a:pPr algn="ctr">
                  <a:lnSpc>
                    <a:spcPct val="130000"/>
                  </a:lnSpc>
                  <a:defRPr/>
                </a:pPr>
                <a:r>
                  <a:rPr lang="en-US" altLang="zh-CN" sz="6600" b="1" kern="0" dirty="0">
                    <a:ln>
                      <a:solidFill>
                        <a:schemeClr val="bg1"/>
                      </a:solidFill>
                    </a:ln>
                    <a:noFill/>
                    <a:latin typeface="字魂151号-联盟综艺体" panose="00000500000000000000" charset="-122"/>
                    <a:ea typeface="字魂151号-联盟综艺体" panose="00000500000000000000" charset="-122"/>
                    <a:cs typeface="+mn-ea"/>
                    <a:sym typeface="+mn-lt"/>
                  </a:rPr>
                  <a:t>1</a:t>
                </a:r>
              </a:p>
            </p:txBody>
          </p:sp>
          <p:sp>
            <p:nvSpPr>
              <p:cNvPr id="90" name="TextBox 28"/>
              <p:cNvSpPr txBox="1"/>
              <p:nvPr/>
            </p:nvSpPr>
            <p:spPr>
              <a:xfrm>
                <a:off x="12499" y="3087"/>
                <a:ext cx="2843" cy="5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solidFill>
                      <a:schemeClr val="bg1"/>
                    </a:solidFill>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b="1" kern="0" dirty="0">
                  <a:solidFill>
                    <a:schemeClr val="bg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91" name="TextBox 29"/>
              <p:cNvSpPr txBox="1"/>
              <p:nvPr/>
            </p:nvSpPr>
            <p:spPr>
              <a:xfrm>
                <a:off x="12477" y="3527"/>
                <a:ext cx="4956" cy="840"/>
              </a:xfrm>
              <a:prstGeom prst="rect">
                <a:avLst/>
              </a:prstGeom>
              <a:noFill/>
            </p:spPr>
            <p:txBody>
              <a:bodyPr wrap="square" rtlCol="0">
                <a:spAutoFit/>
              </a:bodyPr>
              <a:lstStyle/>
              <a:p>
                <a:pPr defTabSz="866775" fontAlgn="base">
                  <a:lnSpc>
                    <a:spcPct val="120000"/>
                  </a:lnSpc>
                  <a:spcBef>
                    <a:spcPct val="0"/>
                  </a:spcBef>
                  <a:spcAft>
                    <a:spcPct val="0"/>
                  </a:spcAft>
                </a:pPr>
                <a:r>
                  <a:rPr lang="zh-CN" altLang="en-US" sz="1200" dirty="0">
                    <a:solidFill>
                      <a:schemeClr val="bg1"/>
                    </a:solidFill>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a:t>
                </a:r>
                <a:endParaRPr lang="zh-CN" altLang="en-US" sz="1200" kern="0" dirty="0">
                  <a:solidFill>
                    <a:schemeClr val="bg1"/>
                  </a:solidFill>
                  <a:latin typeface="思源黑体 Light" panose="020B0300000000000000" charset="-122"/>
                  <a:ea typeface="思源黑体 Light" panose="020B0300000000000000" charset="-122"/>
                  <a:cs typeface="+mn-ea"/>
                  <a:sym typeface="+mn-lt"/>
                </a:endParaRPr>
              </a:p>
            </p:txBody>
          </p:sp>
        </p:grpSp>
        <p:grpSp>
          <p:nvGrpSpPr>
            <p:cNvPr id="93" name="组合 92"/>
            <p:cNvGrpSpPr/>
            <p:nvPr/>
          </p:nvGrpSpPr>
          <p:grpSpPr>
            <a:xfrm>
              <a:off x="10482" y="4654"/>
              <a:ext cx="7185" cy="2320"/>
              <a:chOff x="10482" y="2347"/>
              <a:chExt cx="7185" cy="2320"/>
            </a:xfrm>
          </p:grpSpPr>
          <p:sp>
            <p:nvSpPr>
              <p:cNvPr id="94" name="矩形 4"/>
              <p:cNvSpPr/>
              <p:nvPr/>
            </p:nvSpPr>
            <p:spPr>
              <a:xfrm>
                <a:off x="10482" y="2681"/>
                <a:ext cx="7185" cy="1986"/>
              </a:xfrm>
              <a:prstGeom prst="rect">
                <a:avLst/>
              </a:prstGeom>
              <a:solidFill>
                <a:schemeClr val="bg1">
                  <a:lumMod val="95000"/>
                </a:schemeClr>
              </a:solidFill>
              <a:ln w="25400" cap="flat" cmpd="sng" algn="ctr">
                <a:noFill/>
                <a:prstDash val="solid"/>
              </a:ln>
              <a:effectLst/>
            </p:spPr>
            <p:txBody>
              <a:bodyPr rtlCol="0" anchor="ctr"/>
              <a:lstStyle/>
              <a:p>
                <a:pPr algn="ctr">
                  <a:lnSpc>
                    <a:spcPct val="130000"/>
                  </a:lnSpc>
                  <a:defRPr/>
                </a:pPr>
                <a:endParaRPr lang="zh-CN" altLang="en-US" sz="1675" kern="0" dirty="0">
                  <a:solidFill>
                    <a:schemeClr val="bg1"/>
                  </a:solidFill>
                  <a:cs typeface="+mn-ea"/>
                  <a:sym typeface="+mn-lt"/>
                </a:endParaRPr>
              </a:p>
            </p:txBody>
          </p:sp>
          <p:sp>
            <p:nvSpPr>
              <p:cNvPr id="95" name="TextBox 25"/>
              <p:cNvSpPr txBox="1"/>
              <p:nvPr/>
            </p:nvSpPr>
            <p:spPr>
              <a:xfrm>
                <a:off x="11189" y="2347"/>
                <a:ext cx="1220" cy="2223"/>
              </a:xfrm>
              <a:prstGeom prst="rect">
                <a:avLst/>
              </a:prstGeom>
              <a:noFill/>
              <a:effectLst/>
            </p:spPr>
            <p:txBody>
              <a:bodyPr wrap="square" rtlCol="0">
                <a:spAutoFit/>
              </a:bodyPr>
              <a:lstStyle/>
              <a:p>
                <a:pPr algn="ctr">
                  <a:lnSpc>
                    <a:spcPct val="130000"/>
                  </a:lnSpc>
                  <a:defRPr/>
                </a:pPr>
                <a:r>
                  <a:rPr lang="en-US" altLang="zh-CN" sz="6600" b="1" kern="0" dirty="0">
                    <a:ln>
                      <a:solidFill>
                        <a:srgbClr val="26211B"/>
                      </a:solidFill>
                    </a:ln>
                    <a:noFill/>
                    <a:latin typeface="字魂151号-联盟综艺体" panose="00000500000000000000" charset="-122"/>
                    <a:ea typeface="字魂151号-联盟综艺体" panose="00000500000000000000" charset="-122"/>
                    <a:cs typeface="+mn-ea"/>
                    <a:sym typeface="+mn-lt"/>
                  </a:rPr>
                  <a:t>2</a:t>
                </a:r>
              </a:p>
            </p:txBody>
          </p:sp>
          <p:sp>
            <p:nvSpPr>
              <p:cNvPr id="96" name="TextBox 28"/>
              <p:cNvSpPr txBox="1"/>
              <p:nvPr/>
            </p:nvSpPr>
            <p:spPr>
              <a:xfrm>
                <a:off x="12499" y="3087"/>
                <a:ext cx="2843" cy="5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solidFill>
                      <a:srgbClr val="26211B"/>
                    </a:solidFill>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b="1" kern="0" dirty="0">
                  <a:solidFill>
                    <a:srgbClr val="26211B"/>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97" name="TextBox 29"/>
              <p:cNvSpPr txBox="1"/>
              <p:nvPr/>
            </p:nvSpPr>
            <p:spPr>
              <a:xfrm>
                <a:off x="12477" y="3527"/>
                <a:ext cx="4956" cy="840"/>
              </a:xfrm>
              <a:prstGeom prst="rect">
                <a:avLst/>
              </a:prstGeom>
              <a:noFill/>
            </p:spPr>
            <p:txBody>
              <a:bodyPr wrap="square" rtlCol="0">
                <a:spAutoFit/>
              </a:bodyPr>
              <a:lstStyle/>
              <a:p>
                <a:pPr defTabSz="866775" fontAlgn="base">
                  <a:lnSpc>
                    <a:spcPct val="120000"/>
                  </a:lnSpc>
                  <a:spcBef>
                    <a:spcPct val="0"/>
                  </a:spcBef>
                  <a:spcAft>
                    <a:spcPct val="0"/>
                  </a:spcAft>
                </a:pPr>
                <a:r>
                  <a:rPr lang="zh-CN" altLang="en-US" sz="1200" dirty="0">
                    <a:solidFill>
                      <a:srgbClr val="26211B"/>
                    </a:solidFill>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a:t>
                </a:r>
                <a:endParaRPr lang="zh-CN" altLang="en-US" sz="1200" kern="0" dirty="0">
                  <a:solidFill>
                    <a:srgbClr val="26211B"/>
                  </a:solidFill>
                  <a:latin typeface="思源黑体 Light" panose="020B0300000000000000" charset="-122"/>
                  <a:ea typeface="思源黑体 Light" panose="020B0300000000000000" charset="-122"/>
                  <a:cs typeface="+mn-ea"/>
                  <a:sym typeface="+mn-lt"/>
                </a:endParaRPr>
              </a:p>
            </p:txBody>
          </p:sp>
        </p:grpSp>
        <p:grpSp>
          <p:nvGrpSpPr>
            <p:cNvPr id="98" name="组合 97"/>
            <p:cNvGrpSpPr/>
            <p:nvPr/>
          </p:nvGrpSpPr>
          <p:grpSpPr>
            <a:xfrm>
              <a:off x="10482" y="6961"/>
              <a:ext cx="7185" cy="2320"/>
              <a:chOff x="10482" y="2347"/>
              <a:chExt cx="7185" cy="2320"/>
            </a:xfrm>
          </p:grpSpPr>
          <p:sp>
            <p:nvSpPr>
              <p:cNvPr id="99" name="矩形 4"/>
              <p:cNvSpPr/>
              <p:nvPr/>
            </p:nvSpPr>
            <p:spPr>
              <a:xfrm>
                <a:off x="10482" y="2681"/>
                <a:ext cx="7185" cy="1986"/>
              </a:xfrm>
              <a:prstGeom prst="rect">
                <a:avLst/>
              </a:prstGeom>
              <a:solidFill>
                <a:srgbClr val="26211B"/>
              </a:solidFill>
              <a:ln w="25400" cap="flat" cmpd="sng" algn="ctr">
                <a:noFill/>
                <a:prstDash val="solid"/>
              </a:ln>
              <a:effectLst/>
            </p:spPr>
            <p:txBody>
              <a:bodyPr rtlCol="0" anchor="ctr"/>
              <a:lstStyle/>
              <a:p>
                <a:pPr algn="ctr">
                  <a:lnSpc>
                    <a:spcPct val="130000"/>
                  </a:lnSpc>
                  <a:defRPr/>
                </a:pPr>
                <a:endParaRPr lang="zh-CN" altLang="en-US" sz="1675" kern="0" dirty="0">
                  <a:solidFill>
                    <a:schemeClr val="bg1"/>
                  </a:solidFill>
                  <a:cs typeface="+mn-ea"/>
                  <a:sym typeface="+mn-lt"/>
                </a:endParaRPr>
              </a:p>
            </p:txBody>
          </p:sp>
          <p:sp>
            <p:nvSpPr>
              <p:cNvPr id="100" name="TextBox 25"/>
              <p:cNvSpPr txBox="1"/>
              <p:nvPr/>
            </p:nvSpPr>
            <p:spPr>
              <a:xfrm>
                <a:off x="11189" y="2347"/>
                <a:ext cx="1220" cy="2223"/>
              </a:xfrm>
              <a:prstGeom prst="rect">
                <a:avLst/>
              </a:prstGeom>
              <a:noFill/>
              <a:effectLst/>
            </p:spPr>
            <p:txBody>
              <a:bodyPr wrap="square" rtlCol="0">
                <a:spAutoFit/>
              </a:bodyPr>
              <a:lstStyle/>
              <a:p>
                <a:pPr algn="ctr">
                  <a:lnSpc>
                    <a:spcPct val="130000"/>
                  </a:lnSpc>
                  <a:defRPr/>
                </a:pPr>
                <a:r>
                  <a:rPr lang="en-US" altLang="zh-CN" sz="6600" b="1" kern="0" dirty="0">
                    <a:ln>
                      <a:solidFill>
                        <a:schemeClr val="bg1"/>
                      </a:solidFill>
                    </a:ln>
                    <a:noFill/>
                    <a:latin typeface="字魂151号-联盟综艺体" panose="00000500000000000000" charset="-122"/>
                    <a:ea typeface="字魂151号-联盟综艺体" panose="00000500000000000000" charset="-122"/>
                    <a:cs typeface="+mn-ea"/>
                    <a:sym typeface="+mn-lt"/>
                  </a:rPr>
                  <a:t>3</a:t>
                </a:r>
              </a:p>
            </p:txBody>
          </p:sp>
          <p:sp>
            <p:nvSpPr>
              <p:cNvPr id="101" name="TextBox 28"/>
              <p:cNvSpPr txBox="1"/>
              <p:nvPr/>
            </p:nvSpPr>
            <p:spPr>
              <a:xfrm>
                <a:off x="12499" y="3087"/>
                <a:ext cx="2843" cy="5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solidFill>
                      <a:schemeClr val="bg1"/>
                    </a:solidFill>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b="1" kern="0" dirty="0">
                  <a:solidFill>
                    <a:schemeClr val="bg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102" name="TextBox 29"/>
              <p:cNvSpPr txBox="1"/>
              <p:nvPr/>
            </p:nvSpPr>
            <p:spPr>
              <a:xfrm>
                <a:off x="12477" y="3527"/>
                <a:ext cx="4956" cy="840"/>
              </a:xfrm>
              <a:prstGeom prst="rect">
                <a:avLst/>
              </a:prstGeom>
              <a:noFill/>
            </p:spPr>
            <p:txBody>
              <a:bodyPr wrap="square" rtlCol="0">
                <a:spAutoFit/>
              </a:bodyPr>
              <a:lstStyle/>
              <a:p>
                <a:pPr defTabSz="866775" fontAlgn="base">
                  <a:lnSpc>
                    <a:spcPct val="120000"/>
                  </a:lnSpc>
                  <a:spcBef>
                    <a:spcPct val="0"/>
                  </a:spcBef>
                  <a:spcAft>
                    <a:spcPct val="0"/>
                  </a:spcAft>
                </a:pPr>
                <a:r>
                  <a:rPr lang="zh-CN" altLang="en-US" sz="1200" dirty="0">
                    <a:solidFill>
                      <a:schemeClr val="bg1"/>
                    </a:solidFill>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a:t>
                </a:r>
                <a:endParaRPr lang="zh-CN" altLang="en-US" sz="1200" kern="0" dirty="0">
                  <a:solidFill>
                    <a:schemeClr val="bg1"/>
                  </a:solidFill>
                  <a:latin typeface="思源黑体 Light" panose="020B0300000000000000" charset="-122"/>
                  <a:ea typeface="思源黑体 Light" panose="020B0300000000000000" charset="-122"/>
                  <a:cs typeface="+mn-ea"/>
                  <a:sym typeface="+mn-lt"/>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plus(in)">
                                      <p:cBhvr>
                                        <p:cTn id="7" dur="2000"/>
                                        <p:tgtEl>
                                          <p:spTgt spid="22"/>
                                        </p:tgtEl>
                                      </p:cBhvr>
                                    </p:animEffect>
                                  </p:childTnLst>
                                </p:cTn>
                              </p:par>
                            </p:childTnLst>
                          </p:cTn>
                        </p:par>
                        <p:par>
                          <p:cTn id="8" fill="hold">
                            <p:stCondLst>
                              <p:cond delay="2000"/>
                            </p:stCondLst>
                            <p:childTnLst>
                              <p:par>
                                <p:cTn id="9" presetID="22" presetClass="entr" presetSubtype="4" fill="hold" grpId="0"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wipe(down)">
                                      <p:cBhvr>
                                        <p:cTn id="11" dur="500"/>
                                        <p:tgtEl>
                                          <p:spTgt spid="39"/>
                                        </p:tgtEl>
                                      </p:cBhvr>
                                    </p:animEffect>
                                  </p:childTnLst>
                                </p:cTn>
                              </p:par>
                            </p:childTnLst>
                          </p:cTn>
                        </p:par>
                        <p:par>
                          <p:cTn id="12" fill="hold">
                            <p:stCondLst>
                              <p:cond delay="2500"/>
                            </p:stCondLst>
                            <p:childTnLst>
                              <p:par>
                                <p:cTn id="13" presetID="22" presetClass="entr" presetSubtype="8" fill="hold" grpId="0" nodeType="afterEffect">
                                  <p:stCondLst>
                                    <p:cond delay="0"/>
                                  </p:stCondLst>
                                  <p:childTnLst>
                                    <p:set>
                                      <p:cBhvr>
                                        <p:cTn id="14" dur="1" fill="hold">
                                          <p:stCondLst>
                                            <p:cond delay="0"/>
                                          </p:stCondLst>
                                        </p:cTn>
                                        <p:tgtEl>
                                          <p:spTgt spid="64"/>
                                        </p:tgtEl>
                                        <p:attrNameLst>
                                          <p:attrName>style.visibility</p:attrName>
                                        </p:attrNameLst>
                                      </p:cBhvr>
                                      <p:to>
                                        <p:strVal val="visible"/>
                                      </p:to>
                                    </p:set>
                                    <p:animEffect transition="in" filter="wipe(left)">
                                      <p:cBhvr>
                                        <p:cTn id="15" dur="500"/>
                                        <p:tgtEl>
                                          <p:spTgt spid="64"/>
                                        </p:tgtEl>
                                      </p:cBhvr>
                                    </p:animEffect>
                                  </p:childTnLst>
                                </p:cTn>
                              </p:par>
                            </p:childTnLst>
                          </p:cTn>
                        </p:par>
                        <p:par>
                          <p:cTn id="16" fill="hold">
                            <p:stCondLst>
                              <p:cond delay="3000"/>
                            </p:stCondLst>
                            <p:childTnLst>
                              <p:par>
                                <p:cTn id="17" presetID="42" presetClass="entr" presetSubtype="0" fill="hold" grpId="0" nodeType="afterEffect">
                                  <p:stCondLst>
                                    <p:cond delay="0"/>
                                  </p:stCondLst>
                                  <p:childTnLst>
                                    <p:set>
                                      <p:cBhvr>
                                        <p:cTn id="18" dur="1" fill="hold">
                                          <p:stCondLst>
                                            <p:cond delay="0"/>
                                          </p:stCondLst>
                                        </p:cTn>
                                        <p:tgtEl>
                                          <p:spTgt spid="40"/>
                                        </p:tgtEl>
                                        <p:attrNameLst>
                                          <p:attrName>style.visibility</p:attrName>
                                        </p:attrNameLst>
                                      </p:cBhvr>
                                      <p:to>
                                        <p:strVal val="visible"/>
                                      </p:to>
                                    </p:set>
                                    <p:animEffect transition="in" filter="fade">
                                      <p:cBhvr>
                                        <p:cTn id="19" dur="1000"/>
                                        <p:tgtEl>
                                          <p:spTgt spid="40"/>
                                        </p:tgtEl>
                                      </p:cBhvr>
                                    </p:animEffect>
                                    <p:anim calcmode="lin" valueType="num">
                                      <p:cBhvr>
                                        <p:cTn id="20" dur="1000" fill="hold"/>
                                        <p:tgtEl>
                                          <p:spTgt spid="40"/>
                                        </p:tgtEl>
                                        <p:attrNameLst>
                                          <p:attrName>ppt_x</p:attrName>
                                        </p:attrNameLst>
                                      </p:cBhvr>
                                      <p:tavLst>
                                        <p:tav tm="0">
                                          <p:val>
                                            <p:strVal val="#ppt_x"/>
                                          </p:val>
                                        </p:tav>
                                        <p:tav tm="100000">
                                          <p:val>
                                            <p:strVal val="#ppt_x"/>
                                          </p:val>
                                        </p:tav>
                                      </p:tavLst>
                                    </p:anim>
                                    <p:anim calcmode="lin" valueType="num">
                                      <p:cBhvr>
                                        <p:cTn id="21" dur="1000" fill="hold"/>
                                        <p:tgtEl>
                                          <p:spTgt spid="40"/>
                                        </p:tgtEl>
                                        <p:attrNameLst>
                                          <p:attrName>ppt_y</p:attrName>
                                        </p:attrNameLst>
                                      </p:cBhvr>
                                      <p:tavLst>
                                        <p:tav tm="0">
                                          <p:val>
                                            <p:strVal val="#ppt_y+.1"/>
                                          </p:val>
                                        </p:tav>
                                        <p:tav tm="100000">
                                          <p:val>
                                            <p:strVal val="#ppt_y"/>
                                          </p:val>
                                        </p:tav>
                                      </p:tavLst>
                                    </p:anim>
                                  </p:childTnLst>
                                </p:cTn>
                              </p:par>
                            </p:childTnLst>
                          </p:cTn>
                        </p:par>
                        <p:par>
                          <p:cTn id="22" fill="hold">
                            <p:stCondLst>
                              <p:cond delay="4000"/>
                            </p:stCondLst>
                            <p:childTnLst>
                              <p:par>
                                <p:cTn id="23" presetID="42" presetClass="entr" presetSubtype="0" fill="hold" grpId="0" nodeType="afterEffect">
                                  <p:stCondLst>
                                    <p:cond delay="0"/>
                                  </p:stCondLst>
                                  <p:childTnLst>
                                    <p:set>
                                      <p:cBhvr>
                                        <p:cTn id="24" dur="1" fill="hold">
                                          <p:stCondLst>
                                            <p:cond delay="0"/>
                                          </p:stCondLst>
                                        </p:cTn>
                                        <p:tgtEl>
                                          <p:spTgt spid="41"/>
                                        </p:tgtEl>
                                        <p:attrNameLst>
                                          <p:attrName>style.visibility</p:attrName>
                                        </p:attrNameLst>
                                      </p:cBhvr>
                                      <p:to>
                                        <p:strVal val="visible"/>
                                      </p:to>
                                    </p:set>
                                    <p:animEffect transition="in" filter="fade">
                                      <p:cBhvr>
                                        <p:cTn id="25" dur="1000"/>
                                        <p:tgtEl>
                                          <p:spTgt spid="41"/>
                                        </p:tgtEl>
                                      </p:cBhvr>
                                    </p:animEffect>
                                    <p:anim calcmode="lin" valueType="num">
                                      <p:cBhvr>
                                        <p:cTn id="26" dur="1000" fill="hold"/>
                                        <p:tgtEl>
                                          <p:spTgt spid="41"/>
                                        </p:tgtEl>
                                        <p:attrNameLst>
                                          <p:attrName>ppt_x</p:attrName>
                                        </p:attrNameLst>
                                      </p:cBhvr>
                                      <p:tavLst>
                                        <p:tav tm="0">
                                          <p:val>
                                            <p:strVal val="#ppt_x"/>
                                          </p:val>
                                        </p:tav>
                                        <p:tav tm="100000">
                                          <p:val>
                                            <p:strVal val="#ppt_x"/>
                                          </p:val>
                                        </p:tav>
                                      </p:tavLst>
                                    </p:anim>
                                    <p:anim calcmode="lin" valueType="num">
                                      <p:cBhvr>
                                        <p:cTn id="27" dur="1000" fill="hold"/>
                                        <p:tgtEl>
                                          <p:spTgt spid="41"/>
                                        </p:tgtEl>
                                        <p:attrNameLst>
                                          <p:attrName>ppt_y</p:attrName>
                                        </p:attrNameLst>
                                      </p:cBhvr>
                                      <p:tavLst>
                                        <p:tav tm="0">
                                          <p:val>
                                            <p:strVal val="#ppt_y+.1"/>
                                          </p:val>
                                        </p:tav>
                                        <p:tav tm="100000">
                                          <p:val>
                                            <p:strVal val="#ppt_y"/>
                                          </p:val>
                                        </p:tav>
                                      </p:tavLst>
                                    </p:anim>
                                  </p:childTnLst>
                                </p:cTn>
                              </p:par>
                            </p:childTnLst>
                          </p:cTn>
                        </p:par>
                        <p:par>
                          <p:cTn id="28" fill="hold">
                            <p:stCondLst>
                              <p:cond delay="5000"/>
                            </p:stCondLst>
                            <p:childTnLst>
                              <p:par>
                                <p:cTn id="29" presetID="2" presetClass="entr" presetSubtype="4" fill="hold" grpId="0" nodeType="afterEffect">
                                  <p:stCondLst>
                                    <p:cond delay="0"/>
                                  </p:stCondLst>
                                  <p:childTnLst>
                                    <p:set>
                                      <p:cBhvr>
                                        <p:cTn id="30" dur="1" fill="hold">
                                          <p:stCondLst>
                                            <p:cond delay="0"/>
                                          </p:stCondLst>
                                        </p:cTn>
                                        <p:tgtEl>
                                          <p:spTgt spid="65"/>
                                        </p:tgtEl>
                                        <p:attrNameLst>
                                          <p:attrName>style.visibility</p:attrName>
                                        </p:attrNameLst>
                                      </p:cBhvr>
                                      <p:to>
                                        <p:strVal val="visible"/>
                                      </p:to>
                                    </p:set>
                                    <p:anim calcmode="lin" valueType="num">
                                      <p:cBhvr additive="base">
                                        <p:cTn id="31" dur="500" fill="hold"/>
                                        <p:tgtEl>
                                          <p:spTgt spid="65"/>
                                        </p:tgtEl>
                                        <p:attrNameLst>
                                          <p:attrName>ppt_x</p:attrName>
                                        </p:attrNameLst>
                                      </p:cBhvr>
                                      <p:tavLst>
                                        <p:tav tm="0">
                                          <p:val>
                                            <p:strVal val="#ppt_x"/>
                                          </p:val>
                                        </p:tav>
                                        <p:tav tm="100000">
                                          <p:val>
                                            <p:strVal val="#ppt_x"/>
                                          </p:val>
                                        </p:tav>
                                      </p:tavLst>
                                    </p:anim>
                                    <p:anim calcmode="lin" valueType="num">
                                      <p:cBhvr additive="base">
                                        <p:cTn id="32" dur="500" fill="hold"/>
                                        <p:tgtEl>
                                          <p:spTgt spid="65"/>
                                        </p:tgtEl>
                                        <p:attrNameLst>
                                          <p:attrName>ppt_y</p:attrName>
                                        </p:attrNameLst>
                                      </p:cBhvr>
                                      <p:tavLst>
                                        <p:tav tm="0">
                                          <p:val>
                                            <p:strVal val="1+#ppt_h/2"/>
                                          </p:val>
                                        </p:tav>
                                        <p:tav tm="100000">
                                          <p:val>
                                            <p:strVal val="#ppt_y"/>
                                          </p:val>
                                        </p:tav>
                                      </p:tavLst>
                                    </p:anim>
                                  </p:childTnLst>
                                </p:cTn>
                              </p:par>
                            </p:childTnLst>
                          </p:cTn>
                        </p:par>
                        <p:par>
                          <p:cTn id="33" fill="hold">
                            <p:stCondLst>
                              <p:cond delay="5500"/>
                            </p:stCondLst>
                            <p:childTnLst>
                              <p:par>
                                <p:cTn id="34" presetID="22" presetClass="entr" presetSubtype="4" fill="hold" grpId="0" nodeType="afterEffect">
                                  <p:stCondLst>
                                    <p:cond delay="0"/>
                                  </p:stCondLst>
                                  <p:childTnLst>
                                    <p:set>
                                      <p:cBhvr>
                                        <p:cTn id="35" dur="1" fill="hold">
                                          <p:stCondLst>
                                            <p:cond delay="0"/>
                                          </p:stCondLst>
                                        </p:cTn>
                                        <p:tgtEl>
                                          <p:spTgt spid="68"/>
                                        </p:tgtEl>
                                        <p:attrNameLst>
                                          <p:attrName>style.visibility</p:attrName>
                                        </p:attrNameLst>
                                      </p:cBhvr>
                                      <p:to>
                                        <p:strVal val="visible"/>
                                      </p:to>
                                    </p:set>
                                    <p:animEffect transition="in" filter="wipe(down)">
                                      <p:cBhvr>
                                        <p:cTn id="36" dur="500"/>
                                        <p:tgtEl>
                                          <p:spTgt spid="68"/>
                                        </p:tgtEl>
                                      </p:cBhvr>
                                    </p:animEffect>
                                  </p:childTnLst>
                                </p:cTn>
                              </p:par>
                            </p:childTnLst>
                          </p:cTn>
                        </p:par>
                        <p:par>
                          <p:cTn id="37" fill="hold">
                            <p:stCondLst>
                              <p:cond delay="6000"/>
                            </p:stCondLst>
                            <p:childTnLst>
                              <p:par>
                                <p:cTn id="38" presetID="22" presetClass="entr" presetSubtype="4" fill="hold" grpId="0" nodeType="afterEffect">
                                  <p:stCondLst>
                                    <p:cond delay="0"/>
                                  </p:stCondLst>
                                  <p:childTnLst>
                                    <p:set>
                                      <p:cBhvr>
                                        <p:cTn id="39" dur="1" fill="hold">
                                          <p:stCondLst>
                                            <p:cond delay="0"/>
                                          </p:stCondLst>
                                        </p:cTn>
                                        <p:tgtEl>
                                          <p:spTgt spid="67"/>
                                        </p:tgtEl>
                                        <p:attrNameLst>
                                          <p:attrName>style.visibility</p:attrName>
                                        </p:attrNameLst>
                                      </p:cBhvr>
                                      <p:to>
                                        <p:strVal val="visible"/>
                                      </p:to>
                                    </p:set>
                                    <p:animEffect transition="in" filter="wipe(down)">
                                      <p:cBhvr>
                                        <p:cTn id="40" dur="500"/>
                                        <p:tgtEl>
                                          <p:spTgt spid="67"/>
                                        </p:tgtEl>
                                      </p:cBhvr>
                                    </p:animEffect>
                                  </p:childTnLst>
                                </p:cTn>
                              </p:par>
                            </p:childTnLst>
                          </p:cTn>
                        </p:par>
                        <p:par>
                          <p:cTn id="41" fill="hold">
                            <p:stCondLst>
                              <p:cond delay="6500"/>
                            </p:stCondLst>
                            <p:childTnLst>
                              <p:par>
                                <p:cTn id="42" presetID="2" presetClass="entr" presetSubtype="4" fill="hold" grpId="0" nodeType="afterEffect">
                                  <p:stCondLst>
                                    <p:cond delay="0"/>
                                  </p:stCondLst>
                                  <p:childTnLst>
                                    <p:set>
                                      <p:cBhvr>
                                        <p:cTn id="43" dur="1" fill="hold">
                                          <p:stCondLst>
                                            <p:cond delay="0"/>
                                          </p:stCondLst>
                                        </p:cTn>
                                        <p:tgtEl>
                                          <p:spTgt spid="66"/>
                                        </p:tgtEl>
                                        <p:attrNameLst>
                                          <p:attrName>style.visibility</p:attrName>
                                        </p:attrNameLst>
                                      </p:cBhvr>
                                      <p:to>
                                        <p:strVal val="visible"/>
                                      </p:to>
                                    </p:set>
                                    <p:anim calcmode="lin" valueType="num">
                                      <p:cBhvr additive="base">
                                        <p:cTn id="44" dur="500" fill="hold"/>
                                        <p:tgtEl>
                                          <p:spTgt spid="66"/>
                                        </p:tgtEl>
                                        <p:attrNameLst>
                                          <p:attrName>ppt_x</p:attrName>
                                        </p:attrNameLst>
                                      </p:cBhvr>
                                      <p:tavLst>
                                        <p:tav tm="0">
                                          <p:val>
                                            <p:strVal val="#ppt_x"/>
                                          </p:val>
                                        </p:tav>
                                        <p:tav tm="100000">
                                          <p:val>
                                            <p:strVal val="#ppt_x"/>
                                          </p:val>
                                        </p:tav>
                                      </p:tavLst>
                                    </p:anim>
                                    <p:anim calcmode="lin" valueType="num">
                                      <p:cBhvr additive="base">
                                        <p:cTn id="45" dur="500" fill="hold"/>
                                        <p:tgtEl>
                                          <p:spTgt spid="66"/>
                                        </p:tgtEl>
                                        <p:attrNameLst>
                                          <p:attrName>ppt_y</p:attrName>
                                        </p:attrNameLst>
                                      </p:cBhvr>
                                      <p:tavLst>
                                        <p:tav tm="0">
                                          <p:val>
                                            <p:strVal val="1+#ppt_h/2"/>
                                          </p:val>
                                        </p:tav>
                                        <p:tav tm="100000">
                                          <p:val>
                                            <p:strVal val="#ppt_y"/>
                                          </p:val>
                                        </p:tav>
                                      </p:tavLst>
                                    </p:anim>
                                  </p:childTnLst>
                                </p:cTn>
                              </p:par>
                            </p:childTnLst>
                          </p:cTn>
                        </p:par>
                        <p:par>
                          <p:cTn id="46" fill="hold">
                            <p:stCondLst>
                              <p:cond delay="7000"/>
                            </p:stCondLst>
                            <p:childTnLst>
                              <p:par>
                                <p:cTn id="47" presetID="22" presetClass="entr" presetSubtype="4" fill="hold" grpId="0" nodeType="afterEffect">
                                  <p:stCondLst>
                                    <p:cond delay="0"/>
                                  </p:stCondLst>
                                  <p:childTnLst>
                                    <p:set>
                                      <p:cBhvr>
                                        <p:cTn id="48" dur="1" fill="hold">
                                          <p:stCondLst>
                                            <p:cond delay="0"/>
                                          </p:stCondLst>
                                        </p:cTn>
                                        <p:tgtEl>
                                          <p:spTgt spid="69"/>
                                        </p:tgtEl>
                                        <p:attrNameLst>
                                          <p:attrName>style.visibility</p:attrName>
                                        </p:attrNameLst>
                                      </p:cBhvr>
                                      <p:to>
                                        <p:strVal val="visible"/>
                                      </p:to>
                                    </p:set>
                                    <p:animEffect transition="in" filter="wipe(down)">
                                      <p:cBhvr>
                                        <p:cTn id="49" dur="500"/>
                                        <p:tgtEl>
                                          <p:spTgt spid="69"/>
                                        </p:tgtEl>
                                      </p:cBhvr>
                                    </p:animEffect>
                                  </p:childTnLst>
                                </p:cTn>
                              </p:par>
                            </p:childTnLst>
                          </p:cTn>
                        </p:par>
                        <p:par>
                          <p:cTn id="50" fill="hold">
                            <p:stCondLst>
                              <p:cond delay="7500"/>
                            </p:stCondLst>
                            <p:childTnLst>
                              <p:par>
                                <p:cTn id="51" presetID="22" presetClass="entr" presetSubtype="4" fill="hold" grpId="0" nodeType="afterEffect">
                                  <p:stCondLst>
                                    <p:cond delay="0"/>
                                  </p:stCondLst>
                                  <p:childTnLst>
                                    <p:set>
                                      <p:cBhvr>
                                        <p:cTn id="52" dur="1" fill="hold">
                                          <p:stCondLst>
                                            <p:cond delay="0"/>
                                          </p:stCondLst>
                                        </p:cTn>
                                        <p:tgtEl>
                                          <p:spTgt spid="70"/>
                                        </p:tgtEl>
                                        <p:attrNameLst>
                                          <p:attrName>style.visibility</p:attrName>
                                        </p:attrNameLst>
                                      </p:cBhvr>
                                      <p:to>
                                        <p:strVal val="visible"/>
                                      </p:to>
                                    </p:set>
                                    <p:animEffect transition="in" filter="wipe(down)">
                                      <p:cBhvr>
                                        <p:cTn id="53" dur="500"/>
                                        <p:tgtEl>
                                          <p:spTgt spid="70"/>
                                        </p:tgtEl>
                                      </p:cBhvr>
                                    </p:animEffect>
                                  </p:childTnLst>
                                </p:cTn>
                              </p:par>
                            </p:childTnLst>
                          </p:cTn>
                        </p:par>
                      </p:childTnLst>
                    </p:cTn>
                  </p:par>
                  <p:par>
                    <p:cTn id="54" fill="hold">
                      <p:stCondLst>
                        <p:cond delay="indefinite"/>
                      </p:stCondLst>
                      <p:childTnLst>
                        <p:par>
                          <p:cTn id="55" fill="hold">
                            <p:stCondLst>
                              <p:cond delay="0"/>
                            </p:stCondLst>
                            <p:childTnLst>
                              <p:par>
                                <p:cTn id="56" presetID="50" presetClass="entr" presetSubtype="0" decel="100000" fill="hold" nodeType="clickEffect">
                                  <p:stCondLst>
                                    <p:cond delay="0"/>
                                  </p:stCondLst>
                                  <p:childTnLst>
                                    <p:set>
                                      <p:cBhvr>
                                        <p:cTn id="57" dur="1" fill="hold">
                                          <p:stCondLst>
                                            <p:cond delay="0"/>
                                          </p:stCondLst>
                                        </p:cTn>
                                        <p:tgtEl>
                                          <p:spTgt spid="103"/>
                                        </p:tgtEl>
                                        <p:attrNameLst>
                                          <p:attrName>style.visibility</p:attrName>
                                        </p:attrNameLst>
                                      </p:cBhvr>
                                      <p:to>
                                        <p:strVal val="visible"/>
                                      </p:to>
                                    </p:set>
                                    <p:anim calcmode="lin" valueType="num">
                                      <p:cBhvr>
                                        <p:cTn id="58" dur="1000" fill="hold"/>
                                        <p:tgtEl>
                                          <p:spTgt spid="103"/>
                                        </p:tgtEl>
                                        <p:attrNameLst>
                                          <p:attrName>ppt_w</p:attrName>
                                        </p:attrNameLst>
                                      </p:cBhvr>
                                      <p:tavLst>
                                        <p:tav tm="0">
                                          <p:val>
                                            <p:strVal val="#ppt_w+.3"/>
                                          </p:val>
                                        </p:tav>
                                        <p:tav tm="100000">
                                          <p:val>
                                            <p:strVal val="#ppt_w"/>
                                          </p:val>
                                        </p:tav>
                                      </p:tavLst>
                                    </p:anim>
                                    <p:anim calcmode="lin" valueType="num">
                                      <p:cBhvr>
                                        <p:cTn id="59" dur="1000" fill="hold"/>
                                        <p:tgtEl>
                                          <p:spTgt spid="103"/>
                                        </p:tgtEl>
                                        <p:attrNameLst>
                                          <p:attrName>ppt_h</p:attrName>
                                        </p:attrNameLst>
                                      </p:cBhvr>
                                      <p:tavLst>
                                        <p:tav tm="0">
                                          <p:val>
                                            <p:strVal val="#ppt_h"/>
                                          </p:val>
                                        </p:tav>
                                        <p:tav tm="100000">
                                          <p:val>
                                            <p:strVal val="#ppt_h"/>
                                          </p:val>
                                        </p:tav>
                                      </p:tavLst>
                                    </p:anim>
                                    <p:animEffect transition="in" filter="fade">
                                      <p:cBhvr>
                                        <p:cTn id="60" dur="10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0" grpId="0" bldLvl="0" animBg="1"/>
      <p:bldP spid="41" grpId="0" bldLvl="0" animBg="1"/>
      <p:bldP spid="64" grpId="0"/>
      <p:bldP spid="65" grpId="0"/>
      <p:bldP spid="66" grpId="0"/>
      <p:bldP spid="67" grpId="0"/>
      <p:bldP spid="68" grpId="0"/>
      <p:bldP spid="69" grpId="0"/>
      <p:bldP spid="70"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grpSp>
        <p:nvGrpSpPr>
          <p:cNvPr id="20" name="组合 19"/>
          <p:cNvGrpSpPr/>
          <p:nvPr/>
        </p:nvGrpSpPr>
        <p:grpSpPr>
          <a:xfrm>
            <a:off x="-1445895" y="-2014855"/>
            <a:ext cx="15448280" cy="10515600"/>
            <a:chOff x="-2277" y="-3173"/>
            <a:chExt cx="24328" cy="16560"/>
          </a:xfrm>
        </p:grpSpPr>
        <p:sp>
          <p:nvSpPr>
            <p:cNvPr id="42" name="矩形 41"/>
            <p:cNvSpPr/>
            <p:nvPr/>
          </p:nvSpPr>
          <p:spPr>
            <a:xfrm>
              <a:off x="1" y="0"/>
              <a:ext cx="19230" cy="10812"/>
            </a:xfrm>
            <a:prstGeom prst="rect">
              <a:avLst/>
            </a:prstGeom>
            <a:solidFill>
              <a:srgbClr val="F4F4F4">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flipV="1">
              <a:off x="15059" y="6395"/>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同心圆 3"/>
            <p:cNvSpPr/>
            <p:nvPr/>
          </p:nvSpPr>
          <p:spPr>
            <a:xfrm flipV="1">
              <a:off x="15715" y="639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2277" y="-3173"/>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8" name="组合 77"/>
            <p:cNvGrpSpPr/>
            <p:nvPr/>
          </p:nvGrpSpPr>
          <p:grpSpPr>
            <a:xfrm>
              <a:off x="883" y="260"/>
              <a:ext cx="17435" cy="10209"/>
              <a:chOff x="1038" y="260"/>
              <a:chExt cx="17435" cy="10209"/>
            </a:xfrm>
          </p:grpSpPr>
          <p:sp>
            <p:nvSpPr>
              <p:cNvPr id="144" name="文本框 143"/>
              <p:cNvSpPr txBox="1"/>
              <p:nvPr/>
            </p:nvSpPr>
            <p:spPr>
              <a:xfrm>
                <a:off x="1038" y="10035"/>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sp>
            <p:nvSpPr>
              <p:cNvPr id="77" name="文本框 76"/>
              <p:cNvSpPr txBox="1"/>
              <p:nvPr/>
            </p:nvSpPr>
            <p:spPr>
              <a:xfrm>
                <a:off x="1038" y="260"/>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grpSp>
        <p:sp>
          <p:nvSpPr>
            <p:cNvPr id="2" name="同心圆 1"/>
            <p:cNvSpPr/>
            <p:nvPr/>
          </p:nvSpPr>
          <p:spPr>
            <a:xfrm>
              <a:off x="803" y="123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13451" y="8447"/>
              <a:ext cx="1521" cy="1257"/>
              <a:chOff x="9608895" y="5661744"/>
              <a:chExt cx="966066" cy="798214"/>
            </a:xfrm>
            <a:solidFill>
              <a:srgbClr val="26211B"/>
            </a:solidFill>
          </p:grpSpPr>
          <p:sp>
            <p:nvSpPr>
              <p:cNvPr id="8" name="Freeform: Shape 72"/>
              <p:cNvSpPr/>
              <p:nvPr/>
            </p:nvSpPr>
            <p:spPr>
              <a:xfrm rot="900000">
                <a:off x="10086716" y="5661744"/>
                <a:ext cx="488245" cy="486465"/>
              </a:xfrm>
              <a:custGeom>
                <a:avLst/>
                <a:gdLst>
                  <a:gd name="connsiteX0" fmla="*/ 0 w 1225398"/>
                  <a:gd name="connsiteY0" fmla="*/ 169222 h 1220932"/>
                  <a:gd name="connsiteX1" fmla="*/ 144732 w 1225398"/>
                  <a:gd name="connsiteY1" fmla="*/ 5194 h 1220932"/>
                  <a:gd name="connsiteX2" fmla="*/ 279815 w 1225398"/>
                  <a:gd name="connsiteY2" fmla="*/ 53438 h 1220932"/>
                  <a:gd name="connsiteX3" fmla="*/ 1206101 w 1225398"/>
                  <a:gd name="connsiteY3" fmla="*/ 1124446 h 1220932"/>
                  <a:gd name="connsiteX4" fmla="*/ 1225399 w 1225398"/>
                  <a:gd name="connsiteY4" fmla="*/ 1211284 h 1220932"/>
                  <a:gd name="connsiteX5" fmla="*/ 1138560 w 1225398"/>
                  <a:gd name="connsiteY5" fmla="*/ 1220933 h 1220932"/>
                  <a:gd name="connsiteX6" fmla="*/ 125434 w 1225398"/>
                  <a:gd name="connsiteY6" fmla="*/ 400792 h 1220932"/>
                  <a:gd name="connsiteX7" fmla="*/ 0 w 1225398"/>
                  <a:gd name="connsiteY7" fmla="*/ 169222 h 1220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5398" h="1220932">
                    <a:moveTo>
                      <a:pt x="0" y="169222"/>
                    </a:moveTo>
                    <a:cubicBezTo>
                      <a:pt x="48244" y="111330"/>
                      <a:pt x="86839" y="43789"/>
                      <a:pt x="144732" y="5194"/>
                    </a:cubicBezTo>
                    <a:cubicBezTo>
                      <a:pt x="173679" y="-14103"/>
                      <a:pt x="250869" y="24492"/>
                      <a:pt x="279815" y="53438"/>
                    </a:cubicBezTo>
                    <a:cubicBezTo>
                      <a:pt x="607875" y="391143"/>
                      <a:pt x="955232" y="719200"/>
                      <a:pt x="1206101" y="1124446"/>
                    </a:cubicBezTo>
                    <a:cubicBezTo>
                      <a:pt x="1215750" y="1143743"/>
                      <a:pt x="1215750" y="1182338"/>
                      <a:pt x="1225399" y="1211284"/>
                    </a:cubicBezTo>
                    <a:cubicBezTo>
                      <a:pt x="1196452" y="1211284"/>
                      <a:pt x="1157857" y="1220933"/>
                      <a:pt x="1138560" y="1220933"/>
                    </a:cubicBezTo>
                    <a:cubicBezTo>
                      <a:pt x="685065" y="1095500"/>
                      <a:pt x="366655" y="786741"/>
                      <a:pt x="125434" y="400792"/>
                    </a:cubicBezTo>
                    <a:cubicBezTo>
                      <a:pt x="77190" y="333251"/>
                      <a:pt x="48244" y="256061"/>
                      <a:pt x="0" y="169222"/>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9" name="Freeform: Shape 73"/>
              <p:cNvSpPr/>
              <p:nvPr/>
            </p:nvSpPr>
            <p:spPr>
              <a:xfrm rot="900000">
                <a:off x="9797933" y="6071856"/>
                <a:ext cx="293229" cy="298545"/>
              </a:xfrm>
              <a:custGeom>
                <a:avLst/>
                <a:gdLst>
                  <a:gd name="connsiteX0" fmla="*/ 611818 w 735946"/>
                  <a:gd name="connsiteY0" fmla="*/ 749289 h 749289"/>
                  <a:gd name="connsiteX1" fmla="*/ 457437 w 735946"/>
                  <a:gd name="connsiteY1" fmla="*/ 691397 h 749289"/>
                  <a:gd name="connsiteX2" fmla="*/ 23241 w 735946"/>
                  <a:gd name="connsiteY2" fmla="*/ 247556 h 749289"/>
                  <a:gd name="connsiteX3" fmla="*/ 90782 w 735946"/>
                  <a:gd name="connsiteY3" fmla="*/ 6338 h 749289"/>
                  <a:gd name="connsiteX4" fmla="*/ 196919 w 735946"/>
                  <a:gd name="connsiteY4" fmla="*/ 15987 h 749289"/>
                  <a:gd name="connsiteX5" fmla="*/ 727604 w 735946"/>
                  <a:gd name="connsiteY5" fmla="*/ 604559 h 749289"/>
                  <a:gd name="connsiteX6" fmla="*/ 611818 w 735946"/>
                  <a:gd name="connsiteY6" fmla="*/ 749289 h 74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5946" h="749289">
                    <a:moveTo>
                      <a:pt x="611818" y="749289"/>
                    </a:moveTo>
                    <a:cubicBezTo>
                      <a:pt x="573223" y="739641"/>
                      <a:pt x="515330" y="720343"/>
                      <a:pt x="457437" y="691397"/>
                    </a:cubicBezTo>
                    <a:cubicBezTo>
                      <a:pt x="264461" y="594910"/>
                      <a:pt x="129378" y="440530"/>
                      <a:pt x="23241" y="247556"/>
                    </a:cubicBezTo>
                    <a:cubicBezTo>
                      <a:pt x="-25003" y="160717"/>
                      <a:pt x="3943" y="54581"/>
                      <a:pt x="90782" y="6338"/>
                    </a:cubicBezTo>
                    <a:cubicBezTo>
                      <a:pt x="119729" y="-3311"/>
                      <a:pt x="167973" y="-3311"/>
                      <a:pt x="196919" y="15987"/>
                    </a:cubicBezTo>
                    <a:cubicBezTo>
                      <a:pt x="438140" y="151069"/>
                      <a:pt x="611818" y="353692"/>
                      <a:pt x="727604" y="604559"/>
                    </a:cubicBezTo>
                    <a:cubicBezTo>
                      <a:pt x="756550" y="672100"/>
                      <a:pt x="708306" y="749289"/>
                      <a:pt x="611818" y="749289"/>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0" name="Freeform: Shape 74"/>
              <p:cNvSpPr/>
              <p:nvPr/>
            </p:nvSpPr>
            <p:spPr>
              <a:xfrm rot="900000">
                <a:off x="9985044" y="5926402"/>
                <a:ext cx="291519" cy="279323"/>
              </a:xfrm>
              <a:custGeom>
                <a:avLst/>
                <a:gdLst>
                  <a:gd name="connsiteX0" fmla="*/ 731654 w 731654"/>
                  <a:gd name="connsiteY0" fmla="*/ 701046 h 701045"/>
                  <a:gd name="connsiteX1" fmla="*/ 268511 w 731654"/>
                  <a:gd name="connsiteY1" fmla="*/ 450179 h 701045"/>
                  <a:gd name="connsiteX2" fmla="*/ 7993 w 731654"/>
                  <a:gd name="connsiteY2" fmla="*/ 102825 h 701045"/>
                  <a:gd name="connsiteX3" fmla="*/ 27291 w 731654"/>
                  <a:gd name="connsiteY3" fmla="*/ 6338 h 701045"/>
                  <a:gd name="connsiteX4" fmla="*/ 104481 w 731654"/>
                  <a:gd name="connsiteY4" fmla="*/ 15986 h 701045"/>
                  <a:gd name="connsiteX5" fmla="*/ 413243 w 731654"/>
                  <a:gd name="connsiteY5" fmla="*/ 334394 h 701045"/>
                  <a:gd name="connsiteX6" fmla="*/ 693059 w 731654"/>
                  <a:gd name="connsiteY6" fmla="*/ 643153 h 701045"/>
                  <a:gd name="connsiteX7" fmla="*/ 731654 w 731654"/>
                  <a:gd name="connsiteY7" fmla="*/ 701046 h 701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1654" h="701045">
                    <a:moveTo>
                      <a:pt x="731654" y="701046"/>
                    </a:moveTo>
                    <a:cubicBezTo>
                      <a:pt x="529029" y="691397"/>
                      <a:pt x="384297" y="575612"/>
                      <a:pt x="268511" y="450179"/>
                    </a:cubicBezTo>
                    <a:cubicBezTo>
                      <a:pt x="172023" y="344043"/>
                      <a:pt x="85184" y="228258"/>
                      <a:pt x="7993" y="102825"/>
                    </a:cubicBezTo>
                    <a:cubicBezTo>
                      <a:pt x="-11304" y="83528"/>
                      <a:pt x="7993" y="25635"/>
                      <a:pt x="27291" y="6338"/>
                    </a:cubicBezTo>
                    <a:cubicBezTo>
                      <a:pt x="27291" y="-3311"/>
                      <a:pt x="85184" y="-3311"/>
                      <a:pt x="104481" y="15986"/>
                    </a:cubicBezTo>
                    <a:cubicBezTo>
                      <a:pt x="210618" y="122122"/>
                      <a:pt x="316755" y="228258"/>
                      <a:pt x="413243" y="334394"/>
                    </a:cubicBezTo>
                    <a:cubicBezTo>
                      <a:pt x="509731" y="440530"/>
                      <a:pt x="596571" y="546666"/>
                      <a:pt x="693059" y="643153"/>
                    </a:cubicBezTo>
                    <a:cubicBezTo>
                      <a:pt x="712356" y="652802"/>
                      <a:pt x="722005" y="672100"/>
                      <a:pt x="731654" y="701046"/>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1" name="Freeform: Shape 75"/>
              <p:cNvSpPr/>
              <p:nvPr/>
            </p:nvSpPr>
            <p:spPr>
              <a:xfrm rot="900000">
                <a:off x="9608895" y="6329170"/>
                <a:ext cx="128789" cy="130788"/>
              </a:xfrm>
              <a:custGeom>
                <a:avLst/>
                <a:gdLst>
                  <a:gd name="connsiteX0" fmla="*/ 323235 w 323235"/>
                  <a:gd name="connsiteY0" fmla="*/ 250867 h 328251"/>
                  <a:gd name="connsiteX1" fmla="*/ 217098 w 323235"/>
                  <a:gd name="connsiteY1" fmla="*/ 318408 h 328251"/>
                  <a:gd name="connsiteX2" fmla="*/ 14473 w 323235"/>
                  <a:gd name="connsiteY2" fmla="*/ 164028 h 328251"/>
                  <a:gd name="connsiteX3" fmla="*/ 14473 w 323235"/>
                  <a:gd name="connsiteY3" fmla="*/ 67541 h 328251"/>
                  <a:gd name="connsiteX4" fmla="*/ 110961 w 323235"/>
                  <a:gd name="connsiteY4" fmla="*/ 0 h 328251"/>
                  <a:gd name="connsiteX5" fmla="*/ 323235 w 323235"/>
                  <a:gd name="connsiteY5" fmla="*/ 250867 h 328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3235" h="328251">
                    <a:moveTo>
                      <a:pt x="323235" y="250867"/>
                    </a:moveTo>
                    <a:cubicBezTo>
                      <a:pt x="323235" y="308759"/>
                      <a:pt x="255693" y="347354"/>
                      <a:pt x="217098" y="318408"/>
                    </a:cubicBezTo>
                    <a:cubicBezTo>
                      <a:pt x="149557" y="270164"/>
                      <a:pt x="72366" y="221921"/>
                      <a:pt x="14473" y="164028"/>
                    </a:cubicBezTo>
                    <a:cubicBezTo>
                      <a:pt x="-4824" y="144731"/>
                      <a:pt x="-4824" y="96487"/>
                      <a:pt x="14473" y="67541"/>
                    </a:cubicBezTo>
                    <a:cubicBezTo>
                      <a:pt x="33771" y="38595"/>
                      <a:pt x="82015" y="0"/>
                      <a:pt x="110961" y="0"/>
                    </a:cubicBezTo>
                    <a:cubicBezTo>
                      <a:pt x="168854" y="9649"/>
                      <a:pt x="313586" y="192974"/>
                      <a:pt x="323235" y="250867"/>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grpSp>
        <p:sp>
          <p:nvSpPr>
            <p:cNvPr id="56" name="圆角矩形 55"/>
            <p:cNvSpPr/>
            <p:nvPr/>
          </p:nvSpPr>
          <p:spPr>
            <a:xfrm>
              <a:off x="557" y="685"/>
              <a:ext cx="18087" cy="943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p:cNvGrpSpPr/>
          <p:nvPr/>
        </p:nvGrpSpPr>
        <p:grpSpPr>
          <a:xfrm>
            <a:off x="711835" y="643890"/>
            <a:ext cx="4533265" cy="712470"/>
            <a:chOff x="9628" y="2104"/>
            <a:chExt cx="7139" cy="1122"/>
          </a:xfrm>
        </p:grpSpPr>
        <p:grpSp>
          <p:nvGrpSpPr>
            <p:cNvPr id="26" name="组合 25"/>
            <p:cNvGrpSpPr/>
            <p:nvPr/>
          </p:nvGrpSpPr>
          <p:grpSpPr>
            <a:xfrm>
              <a:off x="9628" y="2104"/>
              <a:ext cx="1123" cy="1123"/>
              <a:chOff x="5384682" y="2168242"/>
              <a:chExt cx="713358" cy="713358"/>
            </a:xfrm>
          </p:grpSpPr>
          <p:sp>
            <p:nvSpPr>
              <p:cNvPr id="33" name="Flowchart: Connector 21"/>
              <p:cNvSpPr/>
              <p:nvPr/>
            </p:nvSpPr>
            <p:spPr>
              <a:xfrm>
                <a:off x="5384682" y="2168242"/>
                <a:ext cx="713358" cy="713358"/>
              </a:xfrm>
              <a:prstGeom prst="flowChartConnector">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bg1"/>
                  </a:solidFill>
                  <a:cs typeface="+mn-ea"/>
                  <a:sym typeface="+mn-lt"/>
                </a:endParaRPr>
              </a:p>
            </p:txBody>
          </p:sp>
          <p:sp>
            <p:nvSpPr>
              <p:cNvPr id="35" name="Shape"/>
              <p:cNvSpPr>
                <a:spLocks noChangeAspect="1"/>
              </p:cNvSpPr>
              <p:nvPr/>
            </p:nvSpPr>
            <p:spPr>
              <a:xfrm>
                <a:off x="5568489" y="2352050"/>
                <a:ext cx="345743" cy="345743"/>
              </a:xfrm>
              <a:custGeom>
                <a:avLst/>
                <a:gdLst>
                  <a:gd name="connsiteX0" fmla="*/ 474017 w 514350"/>
                  <a:gd name="connsiteY0" fmla="*/ 243036 h 514189"/>
                  <a:gd name="connsiteX1" fmla="*/ 474017 w 514350"/>
                  <a:gd name="connsiteY1" fmla="*/ 284209 h 514189"/>
                  <a:gd name="connsiteX2" fmla="*/ 494101 w 514350"/>
                  <a:gd name="connsiteY2" fmla="*/ 304297 h 514189"/>
                  <a:gd name="connsiteX3" fmla="*/ 514185 w 514350"/>
                  <a:gd name="connsiteY3" fmla="*/ 284209 h 514189"/>
                  <a:gd name="connsiteX4" fmla="*/ 514185 w 514350"/>
                  <a:gd name="connsiteY4" fmla="*/ 161727 h 514189"/>
                  <a:gd name="connsiteX5" fmla="*/ 433845 w 514350"/>
                  <a:gd name="connsiteY5" fmla="*/ 81384 h 514189"/>
                  <a:gd name="connsiteX6" fmla="*/ 347404 w 514350"/>
                  <a:gd name="connsiteY6" fmla="*/ 81384 h 514189"/>
                  <a:gd name="connsiteX7" fmla="*/ 347404 w 514350"/>
                  <a:gd name="connsiteY7" fmla="*/ 55198 h 514189"/>
                  <a:gd name="connsiteX8" fmla="*/ 292206 w 514350"/>
                  <a:gd name="connsiteY8" fmla="*/ 0 h 514189"/>
                  <a:gd name="connsiteX9" fmla="*/ 221979 w 514350"/>
                  <a:gd name="connsiteY9" fmla="*/ 0 h 514189"/>
                  <a:gd name="connsiteX10" fmla="*/ 166782 w 514350"/>
                  <a:gd name="connsiteY10" fmla="*/ 55198 h 514189"/>
                  <a:gd name="connsiteX11" fmla="*/ 166782 w 514350"/>
                  <a:gd name="connsiteY11" fmla="*/ 81384 h 514189"/>
                  <a:gd name="connsiteX12" fmla="*/ 80340 w 514350"/>
                  <a:gd name="connsiteY12" fmla="*/ 81384 h 514189"/>
                  <a:gd name="connsiteX13" fmla="*/ 0 w 514350"/>
                  <a:gd name="connsiteY13" fmla="*/ 161723 h 514189"/>
                  <a:gd name="connsiteX14" fmla="*/ 0 w 514350"/>
                  <a:gd name="connsiteY14" fmla="*/ 395718 h 514189"/>
                  <a:gd name="connsiteX15" fmla="*/ 80340 w 514350"/>
                  <a:gd name="connsiteY15" fmla="*/ 476062 h 514189"/>
                  <a:gd name="connsiteX16" fmla="*/ 250064 w 514350"/>
                  <a:gd name="connsiteY16" fmla="*/ 476062 h 514189"/>
                  <a:gd name="connsiteX17" fmla="*/ 270148 w 514350"/>
                  <a:gd name="connsiteY17" fmla="*/ 455974 h 514189"/>
                  <a:gd name="connsiteX18" fmla="*/ 250064 w 514350"/>
                  <a:gd name="connsiteY18" fmla="*/ 435890 h 514189"/>
                  <a:gd name="connsiteX19" fmla="*/ 80340 w 514350"/>
                  <a:gd name="connsiteY19" fmla="*/ 435890 h 514189"/>
                  <a:gd name="connsiteX20" fmla="*/ 40172 w 514350"/>
                  <a:gd name="connsiteY20" fmla="*/ 395718 h 514189"/>
                  <a:gd name="connsiteX21" fmla="*/ 40172 w 514350"/>
                  <a:gd name="connsiteY21" fmla="*/ 243036 h 514189"/>
                  <a:gd name="connsiteX22" fmla="*/ 238013 w 514350"/>
                  <a:gd name="connsiteY22" fmla="*/ 243036 h 514189"/>
                  <a:gd name="connsiteX23" fmla="*/ 238013 w 514350"/>
                  <a:gd name="connsiteY23" fmla="*/ 273201 h 514189"/>
                  <a:gd name="connsiteX24" fmla="*/ 258097 w 514350"/>
                  <a:gd name="connsiteY24" fmla="*/ 293285 h 514189"/>
                  <a:gd name="connsiteX25" fmla="*/ 278181 w 514350"/>
                  <a:gd name="connsiteY25" fmla="*/ 273201 h 514189"/>
                  <a:gd name="connsiteX26" fmla="*/ 278181 w 514350"/>
                  <a:gd name="connsiteY26" fmla="*/ 243036 h 514189"/>
                  <a:gd name="connsiteX27" fmla="*/ 206953 w 514350"/>
                  <a:gd name="connsiteY27" fmla="*/ 55198 h 514189"/>
                  <a:gd name="connsiteX28" fmla="*/ 221979 w 514350"/>
                  <a:gd name="connsiteY28" fmla="*/ 40172 h 514189"/>
                  <a:gd name="connsiteX29" fmla="*/ 292206 w 514350"/>
                  <a:gd name="connsiteY29" fmla="*/ 40172 h 514189"/>
                  <a:gd name="connsiteX30" fmla="*/ 307232 w 514350"/>
                  <a:gd name="connsiteY30" fmla="*/ 55198 h 514189"/>
                  <a:gd name="connsiteX31" fmla="*/ 307232 w 514350"/>
                  <a:gd name="connsiteY31" fmla="*/ 81384 h 514189"/>
                  <a:gd name="connsiteX32" fmla="*/ 206953 w 514350"/>
                  <a:gd name="connsiteY32" fmla="*/ 81384 h 514189"/>
                  <a:gd name="connsiteX33" fmla="*/ 40172 w 514350"/>
                  <a:gd name="connsiteY33" fmla="*/ 161727 h 514189"/>
                  <a:gd name="connsiteX34" fmla="*/ 80340 w 514350"/>
                  <a:gd name="connsiteY34" fmla="*/ 121555 h 514189"/>
                  <a:gd name="connsiteX35" fmla="*/ 433845 w 514350"/>
                  <a:gd name="connsiteY35" fmla="*/ 121555 h 514189"/>
                  <a:gd name="connsiteX36" fmla="*/ 474017 w 514350"/>
                  <a:gd name="connsiteY36" fmla="*/ 161727 h 514189"/>
                  <a:gd name="connsiteX37" fmla="*/ 474017 w 514350"/>
                  <a:gd name="connsiteY37" fmla="*/ 202864 h 514189"/>
                  <a:gd name="connsiteX38" fmla="*/ 40172 w 514350"/>
                  <a:gd name="connsiteY38" fmla="*/ 202864 h 514189"/>
                  <a:gd name="connsiteX39" fmla="*/ 508468 w 514350"/>
                  <a:gd name="connsiteY39" fmla="*/ 479900 h 514189"/>
                  <a:gd name="connsiteX40" fmla="*/ 462198 w 514350"/>
                  <a:gd name="connsiteY40" fmla="*/ 433630 h 514189"/>
                  <a:gd name="connsiteX41" fmla="*/ 476023 w 514350"/>
                  <a:gd name="connsiteY41" fmla="*/ 385641 h 514189"/>
                  <a:gd name="connsiteX42" fmla="*/ 385641 w 514350"/>
                  <a:gd name="connsiteY42" fmla="*/ 295255 h 514189"/>
                  <a:gd name="connsiteX43" fmla="*/ 295255 w 514350"/>
                  <a:gd name="connsiteY43" fmla="*/ 385641 h 514189"/>
                  <a:gd name="connsiteX44" fmla="*/ 385641 w 514350"/>
                  <a:gd name="connsiteY44" fmla="*/ 476026 h 514189"/>
                  <a:gd name="connsiteX45" fmla="*/ 433830 w 514350"/>
                  <a:gd name="connsiteY45" fmla="*/ 462072 h 514189"/>
                  <a:gd name="connsiteX46" fmla="*/ 480061 w 514350"/>
                  <a:gd name="connsiteY46" fmla="*/ 508303 h 514189"/>
                  <a:gd name="connsiteX47" fmla="*/ 494266 w 514350"/>
                  <a:gd name="connsiteY47" fmla="*/ 514189 h 514189"/>
                  <a:gd name="connsiteX48" fmla="*/ 508468 w 514350"/>
                  <a:gd name="connsiteY48" fmla="*/ 508303 h 514189"/>
                  <a:gd name="connsiteX49" fmla="*/ 508468 w 514350"/>
                  <a:gd name="connsiteY49" fmla="*/ 479900 h 514189"/>
                  <a:gd name="connsiteX50" fmla="*/ 335427 w 514350"/>
                  <a:gd name="connsiteY50" fmla="*/ 385641 h 514189"/>
                  <a:gd name="connsiteX51" fmla="*/ 385641 w 514350"/>
                  <a:gd name="connsiteY51" fmla="*/ 335427 h 514189"/>
                  <a:gd name="connsiteX52" fmla="*/ 435855 w 514350"/>
                  <a:gd name="connsiteY52" fmla="*/ 385641 h 514189"/>
                  <a:gd name="connsiteX53" fmla="*/ 385641 w 514350"/>
                  <a:gd name="connsiteY53" fmla="*/ 435855 h 514189"/>
                  <a:gd name="connsiteX54" fmla="*/ 335427 w 514350"/>
                  <a:gd name="connsiteY54" fmla="*/ 385641 h 51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14350" h="514189">
                    <a:moveTo>
                      <a:pt x="474017" y="243036"/>
                    </a:moveTo>
                    <a:lnTo>
                      <a:pt x="474017" y="284209"/>
                    </a:lnTo>
                    <a:cubicBezTo>
                      <a:pt x="474017" y="295302"/>
                      <a:pt x="483008" y="304297"/>
                      <a:pt x="494101" y="304297"/>
                    </a:cubicBezTo>
                    <a:cubicBezTo>
                      <a:pt x="505195" y="304297"/>
                      <a:pt x="514185" y="295302"/>
                      <a:pt x="514185" y="284209"/>
                    </a:cubicBezTo>
                    <a:lnTo>
                      <a:pt x="514185" y="161727"/>
                    </a:lnTo>
                    <a:cubicBezTo>
                      <a:pt x="514185" y="117427"/>
                      <a:pt x="478146" y="81384"/>
                      <a:pt x="433845" y="81384"/>
                    </a:cubicBezTo>
                    <a:lnTo>
                      <a:pt x="347404" y="81384"/>
                    </a:lnTo>
                    <a:lnTo>
                      <a:pt x="347404" y="55198"/>
                    </a:lnTo>
                    <a:cubicBezTo>
                      <a:pt x="347404" y="24762"/>
                      <a:pt x="322642" y="0"/>
                      <a:pt x="292206" y="0"/>
                    </a:cubicBezTo>
                    <a:lnTo>
                      <a:pt x="221979" y="0"/>
                    </a:lnTo>
                    <a:cubicBezTo>
                      <a:pt x="191543" y="0"/>
                      <a:pt x="166782" y="24762"/>
                      <a:pt x="166782" y="55198"/>
                    </a:cubicBezTo>
                    <a:lnTo>
                      <a:pt x="166782" y="81384"/>
                    </a:lnTo>
                    <a:lnTo>
                      <a:pt x="80340" y="81384"/>
                    </a:lnTo>
                    <a:cubicBezTo>
                      <a:pt x="36040" y="81384"/>
                      <a:pt x="0" y="117423"/>
                      <a:pt x="0" y="161723"/>
                    </a:cubicBezTo>
                    <a:lnTo>
                      <a:pt x="0" y="395718"/>
                    </a:lnTo>
                    <a:cubicBezTo>
                      <a:pt x="0" y="440018"/>
                      <a:pt x="36040" y="476062"/>
                      <a:pt x="80340" y="476062"/>
                    </a:cubicBezTo>
                    <a:lnTo>
                      <a:pt x="250064" y="476062"/>
                    </a:lnTo>
                    <a:cubicBezTo>
                      <a:pt x="261158" y="476062"/>
                      <a:pt x="270148" y="467068"/>
                      <a:pt x="270148" y="455974"/>
                    </a:cubicBezTo>
                    <a:cubicBezTo>
                      <a:pt x="270148" y="444884"/>
                      <a:pt x="261158" y="435890"/>
                      <a:pt x="250064" y="435890"/>
                    </a:cubicBezTo>
                    <a:lnTo>
                      <a:pt x="80340" y="435890"/>
                    </a:lnTo>
                    <a:cubicBezTo>
                      <a:pt x="58192" y="435890"/>
                      <a:pt x="40172" y="417870"/>
                      <a:pt x="40172" y="395718"/>
                    </a:cubicBezTo>
                    <a:lnTo>
                      <a:pt x="40172" y="243036"/>
                    </a:lnTo>
                    <a:lnTo>
                      <a:pt x="238013" y="243036"/>
                    </a:lnTo>
                    <a:lnTo>
                      <a:pt x="238013" y="273201"/>
                    </a:lnTo>
                    <a:cubicBezTo>
                      <a:pt x="238013" y="284291"/>
                      <a:pt x="247004" y="293285"/>
                      <a:pt x="258097" y="293285"/>
                    </a:cubicBezTo>
                    <a:cubicBezTo>
                      <a:pt x="269191" y="293285"/>
                      <a:pt x="278181" y="284291"/>
                      <a:pt x="278181" y="273201"/>
                    </a:cubicBezTo>
                    <a:lnTo>
                      <a:pt x="278181" y="243036"/>
                    </a:lnTo>
                    <a:close/>
                    <a:moveTo>
                      <a:pt x="206953" y="55198"/>
                    </a:moveTo>
                    <a:cubicBezTo>
                      <a:pt x="206953" y="46914"/>
                      <a:pt x="213695" y="40172"/>
                      <a:pt x="221979" y="40172"/>
                    </a:cubicBezTo>
                    <a:lnTo>
                      <a:pt x="292206" y="40172"/>
                    </a:lnTo>
                    <a:cubicBezTo>
                      <a:pt x="300490" y="40172"/>
                      <a:pt x="307232" y="46910"/>
                      <a:pt x="307232" y="55198"/>
                    </a:cubicBezTo>
                    <a:lnTo>
                      <a:pt x="307232" y="81384"/>
                    </a:lnTo>
                    <a:lnTo>
                      <a:pt x="206953" y="81384"/>
                    </a:lnTo>
                    <a:close/>
                    <a:moveTo>
                      <a:pt x="40172" y="161727"/>
                    </a:moveTo>
                    <a:cubicBezTo>
                      <a:pt x="40172" y="139575"/>
                      <a:pt x="58192" y="121555"/>
                      <a:pt x="80340" y="121555"/>
                    </a:cubicBezTo>
                    <a:lnTo>
                      <a:pt x="433845" y="121555"/>
                    </a:lnTo>
                    <a:cubicBezTo>
                      <a:pt x="455994" y="121555"/>
                      <a:pt x="474017" y="139575"/>
                      <a:pt x="474017" y="161727"/>
                    </a:cubicBezTo>
                    <a:lnTo>
                      <a:pt x="474017" y="202864"/>
                    </a:lnTo>
                    <a:lnTo>
                      <a:pt x="40172" y="202864"/>
                    </a:lnTo>
                    <a:close/>
                    <a:moveTo>
                      <a:pt x="508468" y="479900"/>
                    </a:moveTo>
                    <a:lnTo>
                      <a:pt x="462198" y="433630"/>
                    </a:lnTo>
                    <a:cubicBezTo>
                      <a:pt x="470953" y="419715"/>
                      <a:pt x="476023" y="403260"/>
                      <a:pt x="476023" y="385641"/>
                    </a:cubicBezTo>
                    <a:cubicBezTo>
                      <a:pt x="476023" y="335804"/>
                      <a:pt x="435478" y="295255"/>
                      <a:pt x="385641" y="295255"/>
                    </a:cubicBezTo>
                    <a:cubicBezTo>
                      <a:pt x="335804" y="295255"/>
                      <a:pt x="295255" y="335804"/>
                      <a:pt x="295255" y="385641"/>
                    </a:cubicBezTo>
                    <a:cubicBezTo>
                      <a:pt x="295255" y="435478"/>
                      <a:pt x="335804" y="476026"/>
                      <a:pt x="385641" y="476026"/>
                    </a:cubicBezTo>
                    <a:cubicBezTo>
                      <a:pt x="403343" y="476026"/>
                      <a:pt x="419871" y="470905"/>
                      <a:pt x="433830" y="462072"/>
                    </a:cubicBezTo>
                    <a:lnTo>
                      <a:pt x="480061" y="508303"/>
                    </a:lnTo>
                    <a:cubicBezTo>
                      <a:pt x="483985" y="512227"/>
                      <a:pt x="489125" y="514189"/>
                      <a:pt x="494266" y="514189"/>
                    </a:cubicBezTo>
                    <a:cubicBezTo>
                      <a:pt x="499407" y="514189"/>
                      <a:pt x="504543" y="512227"/>
                      <a:pt x="508468" y="508303"/>
                    </a:cubicBezTo>
                    <a:cubicBezTo>
                      <a:pt x="516312" y="500458"/>
                      <a:pt x="516312" y="487744"/>
                      <a:pt x="508468" y="479900"/>
                    </a:cubicBezTo>
                    <a:close/>
                    <a:moveTo>
                      <a:pt x="335427" y="385641"/>
                    </a:moveTo>
                    <a:cubicBezTo>
                      <a:pt x="335427" y="357952"/>
                      <a:pt x="357952" y="335427"/>
                      <a:pt x="385641" y="335427"/>
                    </a:cubicBezTo>
                    <a:cubicBezTo>
                      <a:pt x="413326" y="335427"/>
                      <a:pt x="435855" y="357952"/>
                      <a:pt x="435855" y="385641"/>
                    </a:cubicBezTo>
                    <a:cubicBezTo>
                      <a:pt x="435855" y="413330"/>
                      <a:pt x="413326" y="435855"/>
                      <a:pt x="385641" y="435855"/>
                    </a:cubicBezTo>
                    <a:cubicBezTo>
                      <a:pt x="357952" y="435855"/>
                      <a:pt x="335427" y="413326"/>
                      <a:pt x="335427" y="385641"/>
                    </a:cubicBezTo>
                    <a:close/>
                  </a:path>
                </a:pathLst>
              </a:custGeom>
              <a:solidFill>
                <a:schemeClr val="bg1"/>
              </a:solidFill>
              <a:ln w="1005" cap="flat">
                <a:noFill/>
                <a:prstDash val="solid"/>
                <a:miter/>
              </a:ln>
            </p:spPr>
            <p:txBody>
              <a:bodyPr rtlCol="0" anchor="ctr"/>
              <a:lstStyle/>
              <a:p>
                <a:endParaRPr lang="en-US">
                  <a:cs typeface="+mn-ea"/>
                  <a:sym typeface="+mn-lt"/>
                </a:endParaRPr>
              </a:p>
            </p:txBody>
          </p:sp>
        </p:grpSp>
        <p:grpSp>
          <p:nvGrpSpPr>
            <p:cNvPr id="36" name="组合 35"/>
            <p:cNvGrpSpPr/>
            <p:nvPr/>
          </p:nvGrpSpPr>
          <p:grpSpPr>
            <a:xfrm>
              <a:off x="10835" y="2104"/>
              <a:ext cx="5932" cy="1065"/>
              <a:chOff x="11126" y="1970"/>
              <a:chExt cx="5932" cy="1065"/>
            </a:xfrm>
          </p:grpSpPr>
          <p:sp>
            <p:nvSpPr>
              <p:cNvPr id="37" name="圆角矩形 36"/>
              <p:cNvSpPr/>
              <p:nvPr/>
            </p:nvSpPr>
            <p:spPr>
              <a:xfrm>
                <a:off x="11126" y="1970"/>
                <a:ext cx="2570" cy="866"/>
              </a:xfrm>
              <a:prstGeom prst="roundRect">
                <a:avLst>
                  <a:gd name="adj" fmla="val 0"/>
                </a:avLst>
              </a:prstGeom>
              <a:noFill/>
              <a:ln>
                <a:no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rPr>
                  <a:t>年度重点工作</a:t>
                </a:r>
              </a:p>
            </p:txBody>
          </p:sp>
          <p:sp>
            <p:nvSpPr>
              <p:cNvPr id="38" name="文本框 37"/>
              <p:cNvSpPr txBox="1"/>
              <p:nvPr/>
            </p:nvSpPr>
            <p:spPr>
              <a:xfrm>
                <a:off x="11126" y="2601"/>
                <a:ext cx="5932" cy="434"/>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noProof="0" dirty="0">
                    <a:ln>
                      <a:noFill/>
                    </a:ln>
                    <a:solidFill>
                      <a:schemeClr val="tx1"/>
                    </a:solidFill>
                    <a:effectLst/>
                    <a:uLnTx/>
                    <a:uFillTx/>
                    <a:latin typeface="思源黑体 Light" panose="020B0300000000000000" charset="-122"/>
                    <a:ea typeface="思源黑体 Light" panose="020B0300000000000000" charset="-122"/>
                    <a:sym typeface="+mn-ea"/>
                  </a:rPr>
                  <a:t>Click here to change your need text or word</a:t>
                </a:r>
              </a:p>
            </p:txBody>
          </p:sp>
        </p:grpSp>
      </p:grpSp>
      <p:sp>
        <p:nvSpPr>
          <p:cNvPr id="110" name="椭圆 109"/>
          <p:cNvSpPr/>
          <p:nvPr/>
        </p:nvSpPr>
        <p:spPr>
          <a:xfrm>
            <a:off x="6684580" y="1500878"/>
            <a:ext cx="4363895" cy="4363895"/>
          </a:xfrm>
          <a:prstGeom prst="ellipse">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sz="1200" dirty="0">
              <a:solidFill>
                <a:srgbClr val="26211B"/>
              </a:solidFill>
              <a:latin typeface="思源黑体 Light" panose="020B0300000000000000" charset="-122"/>
              <a:ea typeface="思源黑体 Light" panose="020B0300000000000000" charset="-122"/>
              <a:cs typeface="+mn-ea"/>
              <a:sym typeface="+mn-lt"/>
            </a:endParaRPr>
          </a:p>
        </p:txBody>
      </p:sp>
      <p:sp>
        <p:nvSpPr>
          <p:cNvPr id="111" name="Rectangle 18"/>
          <p:cNvSpPr/>
          <p:nvPr/>
        </p:nvSpPr>
        <p:spPr>
          <a:xfrm>
            <a:off x="1387823" y="1877477"/>
            <a:ext cx="929205" cy="366829"/>
          </a:xfrm>
          <a:prstGeom prst="rect">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r>
              <a:rPr lang="en-US" sz="1600" dirty="0">
                <a:solidFill>
                  <a:schemeClr val="bg1"/>
                </a:solidFill>
                <a:latin typeface="思源黑体 CN Medium" panose="020B0600000000000000" charset="-122"/>
                <a:ea typeface="思源黑体 CN Medium" panose="020B0600000000000000" charset="-122"/>
                <a:cs typeface="+mn-ea"/>
                <a:sym typeface="+mn-lt"/>
              </a:rPr>
              <a:t>01</a:t>
            </a:r>
          </a:p>
        </p:txBody>
      </p:sp>
      <p:sp>
        <p:nvSpPr>
          <p:cNvPr id="112" name="Rectangle 294"/>
          <p:cNvSpPr/>
          <p:nvPr/>
        </p:nvSpPr>
        <p:spPr>
          <a:xfrm>
            <a:off x="1387823" y="3987519"/>
            <a:ext cx="929205" cy="366829"/>
          </a:xfrm>
          <a:prstGeom prst="rect">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r>
              <a:rPr lang="en-US" sz="1600" dirty="0">
                <a:solidFill>
                  <a:srgbClr val="26211B"/>
                </a:solidFill>
                <a:latin typeface="思源黑体 CN Medium" panose="020B0600000000000000" charset="-122"/>
                <a:ea typeface="思源黑体 CN Medium" panose="020B0600000000000000" charset="-122"/>
                <a:cs typeface="+mn-ea"/>
                <a:sym typeface="+mn-lt"/>
              </a:rPr>
              <a:t>02</a:t>
            </a:r>
          </a:p>
        </p:txBody>
      </p:sp>
      <p:sp>
        <p:nvSpPr>
          <p:cNvPr id="113" name="Rectangle 3"/>
          <p:cNvSpPr txBox="1">
            <a:spLocks noChangeArrowheads="1"/>
          </p:cNvSpPr>
          <p:nvPr/>
        </p:nvSpPr>
        <p:spPr>
          <a:xfrm>
            <a:off x="1374040" y="2205892"/>
            <a:ext cx="4914334" cy="1453212"/>
          </a:xfrm>
          <a:prstGeom prst="rect">
            <a:avLst/>
          </a:prstGeom>
        </p:spPr>
        <p:txBody>
          <a:bodyPr vert="horz" lIns="0" tIns="0" rIns="0" bIns="0" rtlCol="0" anchor="ctr">
            <a:noAutofit/>
          </a:bodyPr>
          <a:lstStyle>
            <a:lvl1pPr marL="227330" indent="-227330" algn="l" defTabSz="914400" rtl="0" eaLnBrk="1" latinLnBrk="0" hangingPunct="1">
              <a:spcBef>
                <a:spcPts val="1200"/>
              </a:spcBef>
              <a:buClr>
                <a:schemeClr val="bg2"/>
              </a:buClr>
              <a:buSzPct val="80000"/>
              <a:buFont typeface="Arial" panose="020B0604020202020204" pitchFamily="34" charset="0"/>
              <a:buChar char="•"/>
              <a:defRPr sz="2400" kern="1200">
                <a:solidFill>
                  <a:schemeClr val="tx1"/>
                </a:solidFill>
                <a:latin typeface="+mn-lt"/>
                <a:ea typeface="+mn-ea"/>
                <a:cs typeface="+mn-cs"/>
              </a:defRPr>
            </a:lvl1pPr>
            <a:lvl2pPr marL="457200" indent="-228600" algn="l" defTabSz="914400" rtl="0" eaLnBrk="1" latinLnBrk="0" hangingPunct="1">
              <a:spcBef>
                <a:spcPts val="600"/>
              </a:spcBef>
              <a:spcAft>
                <a:spcPts val="0"/>
              </a:spcAft>
              <a:buClr>
                <a:schemeClr val="bg2"/>
              </a:buClr>
              <a:buSzPct val="80000"/>
              <a:buFont typeface="BentonSansF Book" pitchFamily="50" charset="0"/>
              <a:buChar char="–"/>
              <a:defRPr sz="2000" kern="1200">
                <a:solidFill>
                  <a:schemeClr val="tx1"/>
                </a:solidFill>
                <a:latin typeface="+mn-lt"/>
                <a:ea typeface="+mn-ea"/>
                <a:cs typeface="+mn-cs"/>
              </a:defRPr>
            </a:lvl2pPr>
            <a:lvl3pPr marL="685800" indent="-215900" algn="l" defTabSz="914400" rtl="0" eaLnBrk="1" latinLnBrk="0" hangingPunct="1">
              <a:spcBef>
                <a:spcPts val="400"/>
              </a:spcBef>
              <a:spcAft>
                <a:spcPts val="400"/>
              </a:spcAft>
              <a:buClr>
                <a:schemeClr val="accent1"/>
              </a:buClr>
              <a:buSzPct val="80000"/>
              <a:buFont typeface="Arial" panose="020B0604020202020204" pitchFamily="34" charset="0"/>
              <a:buChar char="•"/>
              <a:defRPr sz="1800" kern="1200">
                <a:solidFill>
                  <a:schemeClr val="tx1"/>
                </a:solidFill>
                <a:latin typeface="+mn-lt"/>
                <a:ea typeface="+mn-ea"/>
                <a:cs typeface="+mn-cs"/>
              </a:defRPr>
            </a:lvl3pPr>
            <a:lvl4pPr marL="914400" indent="-228600" algn="l" defTabSz="914400" rtl="0" eaLnBrk="1" latinLnBrk="0" hangingPunct="1">
              <a:spcBef>
                <a:spcPts val="0"/>
              </a:spcBef>
              <a:spcAft>
                <a:spcPts val="600"/>
              </a:spcAft>
              <a:buClr>
                <a:schemeClr val="accent1"/>
              </a:buClr>
              <a:buSzPct val="80000"/>
              <a:buFont typeface="BentonSansF Book" pitchFamily="50" charset="0"/>
              <a:buChar char="–"/>
              <a:defRPr sz="1600" kern="1200">
                <a:solidFill>
                  <a:schemeClr val="tx1"/>
                </a:solidFill>
                <a:latin typeface="+mn-lt"/>
                <a:ea typeface="+mn-ea"/>
                <a:cs typeface="+mn-cs"/>
              </a:defRPr>
            </a:lvl4pPr>
            <a:lvl5pPr marL="1143000" indent="-230505" algn="l" defTabSz="914400" rtl="0" eaLnBrk="1" latinLnBrk="0" hangingPunct="1">
              <a:spcBef>
                <a:spcPts val="0"/>
              </a:spcBef>
              <a:spcAft>
                <a:spcPts val="400"/>
              </a:spcAft>
              <a:buClr>
                <a:schemeClr val="bg2"/>
              </a:buClr>
              <a:buSzPct val="80000"/>
              <a:buFont typeface="Arial" panose="020B0604020202020204" pitchFamily="34" charset="0"/>
              <a:buChar char="•"/>
              <a:defRPr sz="1400" kern="1200">
                <a:solidFill>
                  <a:schemeClr val="tx1"/>
                </a:solidFill>
                <a:latin typeface="+mn-lt"/>
                <a:ea typeface="+mn-ea"/>
                <a:cs typeface="+mn-cs"/>
              </a:defRPr>
            </a:lvl5pPr>
            <a:lvl6pPr marL="1143000" indent="-228600" algn="l" defTabSz="914400" rtl="0" eaLnBrk="1" latinLnBrk="0" hangingPunct="1">
              <a:spcBef>
                <a:spcPts val="960"/>
              </a:spcBef>
              <a:buClr>
                <a:schemeClr val="bg2"/>
              </a:buClr>
              <a:buSzPct val="80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71755" indent="0">
              <a:lnSpc>
                <a:spcPct val="130000"/>
              </a:lnSpc>
              <a:buClr>
                <a:srgbClr val="1D5B2D"/>
              </a:buClr>
              <a:buSzPct val="100000"/>
              <a:buNone/>
            </a:pPr>
            <a:r>
              <a:rPr lang="zh-CN" altLang="en-US" sz="1200" dirty="0">
                <a:solidFill>
                  <a:srgbClr val="26211B"/>
                </a:solidFill>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单击添加详细文字说明，或复制文本黏贴自此右键只保留文字单击添加详细文字说明单击添加详细文字说明，或复制文本黏贴自此右键只保留文字单击添加详细文字说明单击添加详细文字说明，或复制文本黏贴自此右键</a:t>
            </a:r>
          </a:p>
        </p:txBody>
      </p:sp>
      <p:sp>
        <p:nvSpPr>
          <p:cNvPr id="114" name="Rectangle 3"/>
          <p:cNvSpPr txBox="1">
            <a:spLocks noChangeArrowheads="1"/>
          </p:cNvSpPr>
          <p:nvPr/>
        </p:nvSpPr>
        <p:spPr>
          <a:xfrm>
            <a:off x="1374040" y="4362233"/>
            <a:ext cx="4914334" cy="1453212"/>
          </a:xfrm>
          <a:prstGeom prst="rect">
            <a:avLst/>
          </a:prstGeom>
        </p:spPr>
        <p:txBody>
          <a:bodyPr vert="horz" lIns="0" tIns="0" rIns="0" bIns="0" rtlCol="0" anchor="ctr">
            <a:noAutofit/>
          </a:bodyPr>
          <a:lstStyle>
            <a:lvl1pPr marL="227330" indent="-227330" algn="l" defTabSz="914400" rtl="0" eaLnBrk="1" latinLnBrk="0" hangingPunct="1">
              <a:spcBef>
                <a:spcPts val="1200"/>
              </a:spcBef>
              <a:buClr>
                <a:schemeClr val="bg2"/>
              </a:buClr>
              <a:buSzPct val="80000"/>
              <a:buFont typeface="Arial" panose="020B0604020202020204" pitchFamily="34" charset="0"/>
              <a:buChar char="•"/>
              <a:defRPr sz="2400" kern="1200">
                <a:solidFill>
                  <a:schemeClr val="tx1"/>
                </a:solidFill>
                <a:latin typeface="+mn-lt"/>
                <a:ea typeface="+mn-ea"/>
                <a:cs typeface="+mn-cs"/>
              </a:defRPr>
            </a:lvl1pPr>
            <a:lvl2pPr marL="457200" indent="-228600" algn="l" defTabSz="914400" rtl="0" eaLnBrk="1" latinLnBrk="0" hangingPunct="1">
              <a:spcBef>
                <a:spcPts val="600"/>
              </a:spcBef>
              <a:spcAft>
                <a:spcPts val="0"/>
              </a:spcAft>
              <a:buClr>
                <a:schemeClr val="bg2"/>
              </a:buClr>
              <a:buSzPct val="80000"/>
              <a:buFont typeface="BentonSansF Book" pitchFamily="50" charset="0"/>
              <a:buChar char="–"/>
              <a:defRPr sz="2000" kern="1200">
                <a:solidFill>
                  <a:schemeClr val="tx1"/>
                </a:solidFill>
                <a:latin typeface="+mn-lt"/>
                <a:ea typeface="+mn-ea"/>
                <a:cs typeface="+mn-cs"/>
              </a:defRPr>
            </a:lvl2pPr>
            <a:lvl3pPr marL="685800" indent="-215900" algn="l" defTabSz="914400" rtl="0" eaLnBrk="1" latinLnBrk="0" hangingPunct="1">
              <a:spcBef>
                <a:spcPts val="400"/>
              </a:spcBef>
              <a:spcAft>
                <a:spcPts val="400"/>
              </a:spcAft>
              <a:buClr>
                <a:schemeClr val="accent1"/>
              </a:buClr>
              <a:buSzPct val="80000"/>
              <a:buFont typeface="Arial" panose="020B0604020202020204" pitchFamily="34" charset="0"/>
              <a:buChar char="•"/>
              <a:defRPr sz="1800" kern="1200">
                <a:solidFill>
                  <a:schemeClr val="tx1"/>
                </a:solidFill>
                <a:latin typeface="+mn-lt"/>
                <a:ea typeface="+mn-ea"/>
                <a:cs typeface="+mn-cs"/>
              </a:defRPr>
            </a:lvl3pPr>
            <a:lvl4pPr marL="914400" indent="-228600" algn="l" defTabSz="914400" rtl="0" eaLnBrk="1" latinLnBrk="0" hangingPunct="1">
              <a:spcBef>
                <a:spcPts val="0"/>
              </a:spcBef>
              <a:spcAft>
                <a:spcPts val="600"/>
              </a:spcAft>
              <a:buClr>
                <a:schemeClr val="accent1"/>
              </a:buClr>
              <a:buSzPct val="80000"/>
              <a:buFont typeface="BentonSansF Book" pitchFamily="50" charset="0"/>
              <a:buChar char="–"/>
              <a:defRPr sz="1600" kern="1200">
                <a:solidFill>
                  <a:schemeClr val="tx1"/>
                </a:solidFill>
                <a:latin typeface="+mn-lt"/>
                <a:ea typeface="+mn-ea"/>
                <a:cs typeface="+mn-cs"/>
              </a:defRPr>
            </a:lvl4pPr>
            <a:lvl5pPr marL="1143000" indent="-230505" algn="l" defTabSz="914400" rtl="0" eaLnBrk="1" latinLnBrk="0" hangingPunct="1">
              <a:spcBef>
                <a:spcPts val="0"/>
              </a:spcBef>
              <a:spcAft>
                <a:spcPts val="400"/>
              </a:spcAft>
              <a:buClr>
                <a:schemeClr val="bg2"/>
              </a:buClr>
              <a:buSzPct val="80000"/>
              <a:buFont typeface="Arial" panose="020B0604020202020204" pitchFamily="34" charset="0"/>
              <a:buChar char="•"/>
              <a:defRPr sz="1400" kern="1200">
                <a:solidFill>
                  <a:schemeClr val="tx1"/>
                </a:solidFill>
                <a:latin typeface="+mn-lt"/>
                <a:ea typeface="+mn-ea"/>
                <a:cs typeface="+mn-cs"/>
              </a:defRPr>
            </a:lvl5pPr>
            <a:lvl6pPr marL="1143000" indent="-228600" algn="l" defTabSz="914400" rtl="0" eaLnBrk="1" latinLnBrk="0" hangingPunct="1">
              <a:spcBef>
                <a:spcPts val="960"/>
              </a:spcBef>
              <a:buClr>
                <a:schemeClr val="bg2"/>
              </a:buClr>
              <a:buSzPct val="80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71755" indent="0">
              <a:lnSpc>
                <a:spcPct val="130000"/>
              </a:lnSpc>
              <a:buClr>
                <a:srgbClr val="1D5B2D"/>
              </a:buClr>
              <a:buSzPct val="100000"/>
              <a:buNone/>
            </a:pPr>
            <a:r>
              <a:rPr lang="zh-CN" altLang="en-US" sz="1200" dirty="0">
                <a:solidFill>
                  <a:srgbClr val="26211B"/>
                </a:solidFill>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单击添加详细文字说明，或复制文本黏贴自此右键只保留文字单击添加详细文字说明单击添加详细文字说明，或复制文本黏贴自此右键只保留文字单击添加详细文字说明单击添加详细文字说明，或复制文本黏贴自此右键</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plus(in)">
                                      <p:cBhvr>
                                        <p:cTn id="7" dur="2000"/>
                                        <p:tgtEl>
                                          <p:spTgt spid="22"/>
                                        </p:tgtEl>
                                      </p:cBhvr>
                                    </p:animEffect>
                                  </p:childTnLst>
                                </p:cTn>
                              </p:par>
                            </p:childTnLst>
                          </p:cTn>
                        </p:par>
                        <p:par>
                          <p:cTn id="8" fill="hold">
                            <p:stCondLst>
                              <p:cond delay="2000"/>
                            </p:stCondLst>
                            <p:childTnLst>
                              <p:par>
                                <p:cTn id="9" presetID="31" presetClass="entr" presetSubtype="0" fill="hold" grpId="0" nodeType="afterEffect">
                                  <p:stCondLst>
                                    <p:cond delay="0"/>
                                  </p:stCondLst>
                                  <p:childTnLst>
                                    <p:set>
                                      <p:cBhvr>
                                        <p:cTn id="10" dur="1" fill="hold">
                                          <p:stCondLst>
                                            <p:cond delay="0"/>
                                          </p:stCondLst>
                                        </p:cTn>
                                        <p:tgtEl>
                                          <p:spTgt spid="110"/>
                                        </p:tgtEl>
                                        <p:attrNameLst>
                                          <p:attrName>style.visibility</p:attrName>
                                        </p:attrNameLst>
                                      </p:cBhvr>
                                      <p:to>
                                        <p:strVal val="visible"/>
                                      </p:to>
                                    </p:set>
                                    <p:anim calcmode="lin" valueType="num">
                                      <p:cBhvr>
                                        <p:cTn id="11" dur="1000" fill="hold"/>
                                        <p:tgtEl>
                                          <p:spTgt spid="110"/>
                                        </p:tgtEl>
                                        <p:attrNameLst>
                                          <p:attrName>ppt_w</p:attrName>
                                        </p:attrNameLst>
                                      </p:cBhvr>
                                      <p:tavLst>
                                        <p:tav tm="0">
                                          <p:val>
                                            <p:fltVal val="0"/>
                                          </p:val>
                                        </p:tav>
                                        <p:tav tm="100000">
                                          <p:val>
                                            <p:strVal val="#ppt_w"/>
                                          </p:val>
                                        </p:tav>
                                      </p:tavLst>
                                    </p:anim>
                                    <p:anim calcmode="lin" valueType="num">
                                      <p:cBhvr>
                                        <p:cTn id="12" dur="1000" fill="hold"/>
                                        <p:tgtEl>
                                          <p:spTgt spid="110"/>
                                        </p:tgtEl>
                                        <p:attrNameLst>
                                          <p:attrName>ppt_h</p:attrName>
                                        </p:attrNameLst>
                                      </p:cBhvr>
                                      <p:tavLst>
                                        <p:tav tm="0">
                                          <p:val>
                                            <p:fltVal val="0"/>
                                          </p:val>
                                        </p:tav>
                                        <p:tav tm="100000">
                                          <p:val>
                                            <p:strVal val="#ppt_h"/>
                                          </p:val>
                                        </p:tav>
                                      </p:tavLst>
                                    </p:anim>
                                    <p:anim calcmode="lin" valueType="num">
                                      <p:cBhvr>
                                        <p:cTn id="13" dur="1000" fill="hold"/>
                                        <p:tgtEl>
                                          <p:spTgt spid="110"/>
                                        </p:tgtEl>
                                        <p:attrNameLst>
                                          <p:attrName>style.rotation</p:attrName>
                                        </p:attrNameLst>
                                      </p:cBhvr>
                                      <p:tavLst>
                                        <p:tav tm="0">
                                          <p:val>
                                            <p:fltVal val="90"/>
                                          </p:val>
                                        </p:tav>
                                        <p:tav tm="100000">
                                          <p:val>
                                            <p:fltVal val="0"/>
                                          </p:val>
                                        </p:tav>
                                      </p:tavLst>
                                    </p:anim>
                                    <p:animEffect transition="in" filter="fade">
                                      <p:cBhvr>
                                        <p:cTn id="14" dur="1000"/>
                                        <p:tgtEl>
                                          <p:spTgt spid="110"/>
                                        </p:tgtEl>
                                      </p:cBhvr>
                                    </p:animEffect>
                                  </p:childTnLst>
                                </p:cTn>
                              </p:par>
                            </p:childTnLst>
                          </p:cTn>
                        </p:par>
                        <p:par>
                          <p:cTn id="15" fill="hold">
                            <p:stCondLst>
                              <p:cond delay="3000"/>
                            </p:stCondLst>
                            <p:childTnLst>
                              <p:par>
                                <p:cTn id="16" presetID="14" presetClass="entr" presetSubtype="5" fill="hold" grpId="0" nodeType="afterEffect">
                                  <p:stCondLst>
                                    <p:cond delay="0"/>
                                  </p:stCondLst>
                                  <p:childTnLst>
                                    <p:set>
                                      <p:cBhvr>
                                        <p:cTn id="17" dur="1" fill="hold">
                                          <p:stCondLst>
                                            <p:cond delay="0"/>
                                          </p:stCondLst>
                                        </p:cTn>
                                        <p:tgtEl>
                                          <p:spTgt spid="111"/>
                                        </p:tgtEl>
                                        <p:attrNameLst>
                                          <p:attrName>style.visibility</p:attrName>
                                        </p:attrNameLst>
                                      </p:cBhvr>
                                      <p:to>
                                        <p:strVal val="visible"/>
                                      </p:to>
                                    </p:set>
                                    <p:animEffect transition="in" filter="randombar(vertical)">
                                      <p:cBhvr>
                                        <p:cTn id="18" dur="500"/>
                                        <p:tgtEl>
                                          <p:spTgt spid="111"/>
                                        </p:tgtEl>
                                      </p:cBhvr>
                                    </p:animEffect>
                                  </p:childTnLst>
                                </p:cTn>
                              </p:par>
                            </p:childTnLst>
                          </p:cTn>
                        </p:par>
                        <p:par>
                          <p:cTn id="19" fill="hold">
                            <p:stCondLst>
                              <p:cond delay="3500"/>
                            </p:stCondLst>
                            <p:childTnLst>
                              <p:par>
                                <p:cTn id="20" presetID="14" presetClass="entr" presetSubtype="10" fill="hold" grpId="0" nodeType="afterEffect">
                                  <p:stCondLst>
                                    <p:cond delay="0"/>
                                  </p:stCondLst>
                                  <p:childTnLst>
                                    <p:set>
                                      <p:cBhvr>
                                        <p:cTn id="21" dur="1" fill="hold">
                                          <p:stCondLst>
                                            <p:cond delay="0"/>
                                          </p:stCondLst>
                                        </p:cTn>
                                        <p:tgtEl>
                                          <p:spTgt spid="113"/>
                                        </p:tgtEl>
                                        <p:attrNameLst>
                                          <p:attrName>style.visibility</p:attrName>
                                        </p:attrNameLst>
                                      </p:cBhvr>
                                      <p:to>
                                        <p:strVal val="visible"/>
                                      </p:to>
                                    </p:set>
                                    <p:animEffect transition="in" filter="randombar(horizontal)">
                                      <p:cBhvr>
                                        <p:cTn id="22" dur="500"/>
                                        <p:tgtEl>
                                          <p:spTgt spid="113"/>
                                        </p:tgtEl>
                                      </p:cBhvr>
                                    </p:animEffect>
                                  </p:childTnLst>
                                </p:cTn>
                              </p:par>
                            </p:childTnLst>
                          </p:cTn>
                        </p:par>
                        <p:par>
                          <p:cTn id="23" fill="hold">
                            <p:stCondLst>
                              <p:cond delay="4000"/>
                            </p:stCondLst>
                            <p:childTnLst>
                              <p:par>
                                <p:cTn id="24" presetID="14" presetClass="entr" presetSubtype="5" fill="hold" grpId="0" nodeType="afterEffect">
                                  <p:stCondLst>
                                    <p:cond delay="0"/>
                                  </p:stCondLst>
                                  <p:childTnLst>
                                    <p:set>
                                      <p:cBhvr>
                                        <p:cTn id="25" dur="1" fill="hold">
                                          <p:stCondLst>
                                            <p:cond delay="0"/>
                                          </p:stCondLst>
                                        </p:cTn>
                                        <p:tgtEl>
                                          <p:spTgt spid="112"/>
                                        </p:tgtEl>
                                        <p:attrNameLst>
                                          <p:attrName>style.visibility</p:attrName>
                                        </p:attrNameLst>
                                      </p:cBhvr>
                                      <p:to>
                                        <p:strVal val="visible"/>
                                      </p:to>
                                    </p:set>
                                    <p:animEffect transition="in" filter="randombar(vertical)">
                                      <p:cBhvr>
                                        <p:cTn id="26" dur="500"/>
                                        <p:tgtEl>
                                          <p:spTgt spid="112"/>
                                        </p:tgtEl>
                                      </p:cBhvr>
                                    </p:animEffect>
                                  </p:childTnLst>
                                </p:cTn>
                              </p:par>
                            </p:childTnLst>
                          </p:cTn>
                        </p:par>
                        <p:par>
                          <p:cTn id="27" fill="hold">
                            <p:stCondLst>
                              <p:cond delay="4500"/>
                            </p:stCondLst>
                            <p:childTnLst>
                              <p:par>
                                <p:cTn id="28" presetID="14" presetClass="entr" presetSubtype="10" fill="hold" grpId="0" nodeType="afterEffect">
                                  <p:stCondLst>
                                    <p:cond delay="0"/>
                                  </p:stCondLst>
                                  <p:childTnLst>
                                    <p:set>
                                      <p:cBhvr>
                                        <p:cTn id="29" dur="1" fill="hold">
                                          <p:stCondLst>
                                            <p:cond delay="0"/>
                                          </p:stCondLst>
                                        </p:cTn>
                                        <p:tgtEl>
                                          <p:spTgt spid="114"/>
                                        </p:tgtEl>
                                        <p:attrNameLst>
                                          <p:attrName>style.visibility</p:attrName>
                                        </p:attrNameLst>
                                      </p:cBhvr>
                                      <p:to>
                                        <p:strVal val="visible"/>
                                      </p:to>
                                    </p:set>
                                    <p:animEffect transition="in" filter="randombar(horizontal)">
                                      <p:cBhvr>
                                        <p:cTn id="30" dur="500"/>
                                        <p:tgtEl>
                                          <p:spTgt spid="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 grpId="0" bldLvl="0" animBg="1"/>
      <p:bldP spid="111" grpId="0" bldLvl="0" animBg="1"/>
      <p:bldP spid="112" grpId="0" bldLvl="0" animBg="1"/>
      <p:bldP spid="113" grpId="0"/>
      <p:bldP spid="11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grpSp>
        <p:nvGrpSpPr>
          <p:cNvPr id="20" name="组合 19"/>
          <p:cNvGrpSpPr/>
          <p:nvPr/>
        </p:nvGrpSpPr>
        <p:grpSpPr>
          <a:xfrm>
            <a:off x="-1445895" y="-2014855"/>
            <a:ext cx="15448280" cy="10515600"/>
            <a:chOff x="-2277" y="-3173"/>
            <a:chExt cx="24328" cy="16560"/>
          </a:xfrm>
        </p:grpSpPr>
        <p:sp>
          <p:nvSpPr>
            <p:cNvPr id="42" name="矩形 41"/>
            <p:cNvSpPr/>
            <p:nvPr/>
          </p:nvSpPr>
          <p:spPr>
            <a:xfrm>
              <a:off x="1" y="0"/>
              <a:ext cx="19230" cy="10812"/>
            </a:xfrm>
            <a:prstGeom prst="rect">
              <a:avLst/>
            </a:prstGeom>
            <a:solidFill>
              <a:srgbClr val="F4F4F4">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flipV="1">
              <a:off x="15059" y="6395"/>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同心圆 3"/>
            <p:cNvSpPr/>
            <p:nvPr/>
          </p:nvSpPr>
          <p:spPr>
            <a:xfrm flipV="1">
              <a:off x="15715" y="639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2277" y="-3173"/>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8" name="组合 77"/>
            <p:cNvGrpSpPr/>
            <p:nvPr/>
          </p:nvGrpSpPr>
          <p:grpSpPr>
            <a:xfrm>
              <a:off x="883" y="260"/>
              <a:ext cx="17435" cy="10209"/>
              <a:chOff x="1038" y="260"/>
              <a:chExt cx="17435" cy="10209"/>
            </a:xfrm>
          </p:grpSpPr>
          <p:sp>
            <p:nvSpPr>
              <p:cNvPr id="144" name="文本框 143"/>
              <p:cNvSpPr txBox="1"/>
              <p:nvPr/>
            </p:nvSpPr>
            <p:spPr>
              <a:xfrm>
                <a:off x="1038" y="10035"/>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sp>
            <p:nvSpPr>
              <p:cNvPr id="77" name="文本框 76"/>
              <p:cNvSpPr txBox="1"/>
              <p:nvPr/>
            </p:nvSpPr>
            <p:spPr>
              <a:xfrm>
                <a:off x="1038" y="260"/>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grpSp>
        <p:sp>
          <p:nvSpPr>
            <p:cNvPr id="2" name="同心圆 1"/>
            <p:cNvSpPr/>
            <p:nvPr/>
          </p:nvSpPr>
          <p:spPr>
            <a:xfrm>
              <a:off x="803" y="123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13451" y="8447"/>
              <a:ext cx="1521" cy="1257"/>
              <a:chOff x="9608895" y="5661744"/>
              <a:chExt cx="966066" cy="798214"/>
            </a:xfrm>
            <a:solidFill>
              <a:srgbClr val="26211B"/>
            </a:solidFill>
          </p:grpSpPr>
          <p:sp>
            <p:nvSpPr>
              <p:cNvPr id="8" name="Freeform: Shape 72"/>
              <p:cNvSpPr/>
              <p:nvPr/>
            </p:nvSpPr>
            <p:spPr>
              <a:xfrm rot="900000">
                <a:off x="10086716" y="5661744"/>
                <a:ext cx="488245" cy="486465"/>
              </a:xfrm>
              <a:custGeom>
                <a:avLst/>
                <a:gdLst>
                  <a:gd name="connsiteX0" fmla="*/ 0 w 1225398"/>
                  <a:gd name="connsiteY0" fmla="*/ 169222 h 1220932"/>
                  <a:gd name="connsiteX1" fmla="*/ 144732 w 1225398"/>
                  <a:gd name="connsiteY1" fmla="*/ 5194 h 1220932"/>
                  <a:gd name="connsiteX2" fmla="*/ 279815 w 1225398"/>
                  <a:gd name="connsiteY2" fmla="*/ 53438 h 1220932"/>
                  <a:gd name="connsiteX3" fmla="*/ 1206101 w 1225398"/>
                  <a:gd name="connsiteY3" fmla="*/ 1124446 h 1220932"/>
                  <a:gd name="connsiteX4" fmla="*/ 1225399 w 1225398"/>
                  <a:gd name="connsiteY4" fmla="*/ 1211284 h 1220932"/>
                  <a:gd name="connsiteX5" fmla="*/ 1138560 w 1225398"/>
                  <a:gd name="connsiteY5" fmla="*/ 1220933 h 1220932"/>
                  <a:gd name="connsiteX6" fmla="*/ 125434 w 1225398"/>
                  <a:gd name="connsiteY6" fmla="*/ 400792 h 1220932"/>
                  <a:gd name="connsiteX7" fmla="*/ 0 w 1225398"/>
                  <a:gd name="connsiteY7" fmla="*/ 169222 h 1220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5398" h="1220932">
                    <a:moveTo>
                      <a:pt x="0" y="169222"/>
                    </a:moveTo>
                    <a:cubicBezTo>
                      <a:pt x="48244" y="111330"/>
                      <a:pt x="86839" y="43789"/>
                      <a:pt x="144732" y="5194"/>
                    </a:cubicBezTo>
                    <a:cubicBezTo>
                      <a:pt x="173679" y="-14103"/>
                      <a:pt x="250869" y="24492"/>
                      <a:pt x="279815" y="53438"/>
                    </a:cubicBezTo>
                    <a:cubicBezTo>
                      <a:pt x="607875" y="391143"/>
                      <a:pt x="955232" y="719200"/>
                      <a:pt x="1206101" y="1124446"/>
                    </a:cubicBezTo>
                    <a:cubicBezTo>
                      <a:pt x="1215750" y="1143743"/>
                      <a:pt x="1215750" y="1182338"/>
                      <a:pt x="1225399" y="1211284"/>
                    </a:cubicBezTo>
                    <a:cubicBezTo>
                      <a:pt x="1196452" y="1211284"/>
                      <a:pt x="1157857" y="1220933"/>
                      <a:pt x="1138560" y="1220933"/>
                    </a:cubicBezTo>
                    <a:cubicBezTo>
                      <a:pt x="685065" y="1095500"/>
                      <a:pt x="366655" y="786741"/>
                      <a:pt x="125434" y="400792"/>
                    </a:cubicBezTo>
                    <a:cubicBezTo>
                      <a:pt x="77190" y="333251"/>
                      <a:pt x="48244" y="256061"/>
                      <a:pt x="0" y="169222"/>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9" name="Freeform: Shape 73"/>
              <p:cNvSpPr/>
              <p:nvPr/>
            </p:nvSpPr>
            <p:spPr>
              <a:xfrm rot="900000">
                <a:off x="9797933" y="6071856"/>
                <a:ext cx="293229" cy="298545"/>
              </a:xfrm>
              <a:custGeom>
                <a:avLst/>
                <a:gdLst>
                  <a:gd name="connsiteX0" fmla="*/ 611818 w 735946"/>
                  <a:gd name="connsiteY0" fmla="*/ 749289 h 749289"/>
                  <a:gd name="connsiteX1" fmla="*/ 457437 w 735946"/>
                  <a:gd name="connsiteY1" fmla="*/ 691397 h 749289"/>
                  <a:gd name="connsiteX2" fmla="*/ 23241 w 735946"/>
                  <a:gd name="connsiteY2" fmla="*/ 247556 h 749289"/>
                  <a:gd name="connsiteX3" fmla="*/ 90782 w 735946"/>
                  <a:gd name="connsiteY3" fmla="*/ 6338 h 749289"/>
                  <a:gd name="connsiteX4" fmla="*/ 196919 w 735946"/>
                  <a:gd name="connsiteY4" fmla="*/ 15987 h 749289"/>
                  <a:gd name="connsiteX5" fmla="*/ 727604 w 735946"/>
                  <a:gd name="connsiteY5" fmla="*/ 604559 h 749289"/>
                  <a:gd name="connsiteX6" fmla="*/ 611818 w 735946"/>
                  <a:gd name="connsiteY6" fmla="*/ 749289 h 74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5946" h="749289">
                    <a:moveTo>
                      <a:pt x="611818" y="749289"/>
                    </a:moveTo>
                    <a:cubicBezTo>
                      <a:pt x="573223" y="739641"/>
                      <a:pt x="515330" y="720343"/>
                      <a:pt x="457437" y="691397"/>
                    </a:cubicBezTo>
                    <a:cubicBezTo>
                      <a:pt x="264461" y="594910"/>
                      <a:pt x="129378" y="440530"/>
                      <a:pt x="23241" y="247556"/>
                    </a:cubicBezTo>
                    <a:cubicBezTo>
                      <a:pt x="-25003" y="160717"/>
                      <a:pt x="3943" y="54581"/>
                      <a:pt x="90782" y="6338"/>
                    </a:cubicBezTo>
                    <a:cubicBezTo>
                      <a:pt x="119729" y="-3311"/>
                      <a:pt x="167973" y="-3311"/>
                      <a:pt x="196919" y="15987"/>
                    </a:cubicBezTo>
                    <a:cubicBezTo>
                      <a:pt x="438140" y="151069"/>
                      <a:pt x="611818" y="353692"/>
                      <a:pt x="727604" y="604559"/>
                    </a:cubicBezTo>
                    <a:cubicBezTo>
                      <a:pt x="756550" y="672100"/>
                      <a:pt x="708306" y="749289"/>
                      <a:pt x="611818" y="749289"/>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0" name="Freeform: Shape 74"/>
              <p:cNvSpPr/>
              <p:nvPr/>
            </p:nvSpPr>
            <p:spPr>
              <a:xfrm rot="900000">
                <a:off x="9985044" y="5926402"/>
                <a:ext cx="291519" cy="279323"/>
              </a:xfrm>
              <a:custGeom>
                <a:avLst/>
                <a:gdLst>
                  <a:gd name="connsiteX0" fmla="*/ 731654 w 731654"/>
                  <a:gd name="connsiteY0" fmla="*/ 701046 h 701045"/>
                  <a:gd name="connsiteX1" fmla="*/ 268511 w 731654"/>
                  <a:gd name="connsiteY1" fmla="*/ 450179 h 701045"/>
                  <a:gd name="connsiteX2" fmla="*/ 7993 w 731654"/>
                  <a:gd name="connsiteY2" fmla="*/ 102825 h 701045"/>
                  <a:gd name="connsiteX3" fmla="*/ 27291 w 731654"/>
                  <a:gd name="connsiteY3" fmla="*/ 6338 h 701045"/>
                  <a:gd name="connsiteX4" fmla="*/ 104481 w 731654"/>
                  <a:gd name="connsiteY4" fmla="*/ 15986 h 701045"/>
                  <a:gd name="connsiteX5" fmla="*/ 413243 w 731654"/>
                  <a:gd name="connsiteY5" fmla="*/ 334394 h 701045"/>
                  <a:gd name="connsiteX6" fmla="*/ 693059 w 731654"/>
                  <a:gd name="connsiteY6" fmla="*/ 643153 h 701045"/>
                  <a:gd name="connsiteX7" fmla="*/ 731654 w 731654"/>
                  <a:gd name="connsiteY7" fmla="*/ 701046 h 701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1654" h="701045">
                    <a:moveTo>
                      <a:pt x="731654" y="701046"/>
                    </a:moveTo>
                    <a:cubicBezTo>
                      <a:pt x="529029" y="691397"/>
                      <a:pt x="384297" y="575612"/>
                      <a:pt x="268511" y="450179"/>
                    </a:cubicBezTo>
                    <a:cubicBezTo>
                      <a:pt x="172023" y="344043"/>
                      <a:pt x="85184" y="228258"/>
                      <a:pt x="7993" y="102825"/>
                    </a:cubicBezTo>
                    <a:cubicBezTo>
                      <a:pt x="-11304" y="83528"/>
                      <a:pt x="7993" y="25635"/>
                      <a:pt x="27291" y="6338"/>
                    </a:cubicBezTo>
                    <a:cubicBezTo>
                      <a:pt x="27291" y="-3311"/>
                      <a:pt x="85184" y="-3311"/>
                      <a:pt x="104481" y="15986"/>
                    </a:cubicBezTo>
                    <a:cubicBezTo>
                      <a:pt x="210618" y="122122"/>
                      <a:pt x="316755" y="228258"/>
                      <a:pt x="413243" y="334394"/>
                    </a:cubicBezTo>
                    <a:cubicBezTo>
                      <a:pt x="509731" y="440530"/>
                      <a:pt x="596571" y="546666"/>
                      <a:pt x="693059" y="643153"/>
                    </a:cubicBezTo>
                    <a:cubicBezTo>
                      <a:pt x="712356" y="652802"/>
                      <a:pt x="722005" y="672100"/>
                      <a:pt x="731654" y="701046"/>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1" name="Freeform: Shape 75"/>
              <p:cNvSpPr/>
              <p:nvPr/>
            </p:nvSpPr>
            <p:spPr>
              <a:xfrm rot="900000">
                <a:off x="9608895" y="6329170"/>
                <a:ext cx="128789" cy="130788"/>
              </a:xfrm>
              <a:custGeom>
                <a:avLst/>
                <a:gdLst>
                  <a:gd name="connsiteX0" fmla="*/ 323235 w 323235"/>
                  <a:gd name="connsiteY0" fmla="*/ 250867 h 328251"/>
                  <a:gd name="connsiteX1" fmla="*/ 217098 w 323235"/>
                  <a:gd name="connsiteY1" fmla="*/ 318408 h 328251"/>
                  <a:gd name="connsiteX2" fmla="*/ 14473 w 323235"/>
                  <a:gd name="connsiteY2" fmla="*/ 164028 h 328251"/>
                  <a:gd name="connsiteX3" fmla="*/ 14473 w 323235"/>
                  <a:gd name="connsiteY3" fmla="*/ 67541 h 328251"/>
                  <a:gd name="connsiteX4" fmla="*/ 110961 w 323235"/>
                  <a:gd name="connsiteY4" fmla="*/ 0 h 328251"/>
                  <a:gd name="connsiteX5" fmla="*/ 323235 w 323235"/>
                  <a:gd name="connsiteY5" fmla="*/ 250867 h 328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3235" h="328251">
                    <a:moveTo>
                      <a:pt x="323235" y="250867"/>
                    </a:moveTo>
                    <a:cubicBezTo>
                      <a:pt x="323235" y="308759"/>
                      <a:pt x="255693" y="347354"/>
                      <a:pt x="217098" y="318408"/>
                    </a:cubicBezTo>
                    <a:cubicBezTo>
                      <a:pt x="149557" y="270164"/>
                      <a:pt x="72366" y="221921"/>
                      <a:pt x="14473" y="164028"/>
                    </a:cubicBezTo>
                    <a:cubicBezTo>
                      <a:pt x="-4824" y="144731"/>
                      <a:pt x="-4824" y="96487"/>
                      <a:pt x="14473" y="67541"/>
                    </a:cubicBezTo>
                    <a:cubicBezTo>
                      <a:pt x="33771" y="38595"/>
                      <a:pt x="82015" y="0"/>
                      <a:pt x="110961" y="0"/>
                    </a:cubicBezTo>
                    <a:cubicBezTo>
                      <a:pt x="168854" y="9649"/>
                      <a:pt x="313586" y="192974"/>
                      <a:pt x="323235" y="250867"/>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grpSp>
        <p:sp>
          <p:nvSpPr>
            <p:cNvPr id="56" name="圆角矩形 55"/>
            <p:cNvSpPr/>
            <p:nvPr/>
          </p:nvSpPr>
          <p:spPr>
            <a:xfrm>
              <a:off x="557" y="685"/>
              <a:ext cx="18087" cy="943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p:cNvGrpSpPr/>
          <p:nvPr/>
        </p:nvGrpSpPr>
        <p:grpSpPr>
          <a:xfrm>
            <a:off x="711835" y="643890"/>
            <a:ext cx="4533265" cy="712470"/>
            <a:chOff x="9628" y="2104"/>
            <a:chExt cx="7139" cy="1122"/>
          </a:xfrm>
        </p:grpSpPr>
        <p:grpSp>
          <p:nvGrpSpPr>
            <p:cNvPr id="26" name="组合 25"/>
            <p:cNvGrpSpPr/>
            <p:nvPr/>
          </p:nvGrpSpPr>
          <p:grpSpPr>
            <a:xfrm>
              <a:off x="9628" y="2104"/>
              <a:ext cx="1123" cy="1123"/>
              <a:chOff x="5384682" y="2168242"/>
              <a:chExt cx="713358" cy="713358"/>
            </a:xfrm>
          </p:grpSpPr>
          <p:sp>
            <p:nvSpPr>
              <p:cNvPr id="33" name="Flowchart: Connector 21"/>
              <p:cNvSpPr/>
              <p:nvPr/>
            </p:nvSpPr>
            <p:spPr>
              <a:xfrm>
                <a:off x="5384682" y="2168242"/>
                <a:ext cx="713358" cy="713358"/>
              </a:xfrm>
              <a:prstGeom prst="flowChartConnector">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bg1"/>
                  </a:solidFill>
                  <a:cs typeface="+mn-ea"/>
                  <a:sym typeface="+mn-lt"/>
                </a:endParaRPr>
              </a:p>
            </p:txBody>
          </p:sp>
          <p:sp>
            <p:nvSpPr>
              <p:cNvPr id="35" name="Shape"/>
              <p:cNvSpPr>
                <a:spLocks noChangeAspect="1"/>
              </p:cNvSpPr>
              <p:nvPr/>
            </p:nvSpPr>
            <p:spPr>
              <a:xfrm>
                <a:off x="5568489" y="2352050"/>
                <a:ext cx="345743" cy="345743"/>
              </a:xfrm>
              <a:custGeom>
                <a:avLst/>
                <a:gdLst>
                  <a:gd name="connsiteX0" fmla="*/ 474017 w 514350"/>
                  <a:gd name="connsiteY0" fmla="*/ 243036 h 514189"/>
                  <a:gd name="connsiteX1" fmla="*/ 474017 w 514350"/>
                  <a:gd name="connsiteY1" fmla="*/ 284209 h 514189"/>
                  <a:gd name="connsiteX2" fmla="*/ 494101 w 514350"/>
                  <a:gd name="connsiteY2" fmla="*/ 304297 h 514189"/>
                  <a:gd name="connsiteX3" fmla="*/ 514185 w 514350"/>
                  <a:gd name="connsiteY3" fmla="*/ 284209 h 514189"/>
                  <a:gd name="connsiteX4" fmla="*/ 514185 w 514350"/>
                  <a:gd name="connsiteY4" fmla="*/ 161727 h 514189"/>
                  <a:gd name="connsiteX5" fmla="*/ 433845 w 514350"/>
                  <a:gd name="connsiteY5" fmla="*/ 81384 h 514189"/>
                  <a:gd name="connsiteX6" fmla="*/ 347404 w 514350"/>
                  <a:gd name="connsiteY6" fmla="*/ 81384 h 514189"/>
                  <a:gd name="connsiteX7" fmla="*/ 347404 w 514350"/>
                  <a:gd name="connsiteY7" fmla="*/ 55198 h 514189"/>
                  <a:gd name="connsiteX8" fmla="*/ 292206 w 514350"/>
                  <a:gd name="connsiteY8" fmla="*/ 0 h 514189"/>
                  <a:gd name="connsiteX9" fmla="*/ 221979 w 514350"/>
                  <a:gd name="connsiteY9" fmla="*/ 0 h 514189"/>
                  <a:gd name="connsiteX10" fmla="*/ 166782 w 514350"/>
                  <a:gd name="connsiteY10" fmla="*/ 55198 h 514189"/>
                  <a:gd name="connsiteX11" fmla="*/ 166782 w 514350"/>
                  <a:gd name="connsiteY11" fmla="*/ 81384 h 514189"/>
                  <a:gd name="connsiteX12" fmla="*/ 80340 w 514350"/>
                  <a:gd name="connsiteY12" fmla="*/ 81384 h 514189"/>
                  <a:gd name="connsiteX13" fmla="*/ 0 w 514350"/>
                  <a:gd name="connsiteY13" fmla="*/ 161723 h 514189"/>
                  <a:gd name="connsiteX14" fmla="*/ 0 w 514350"/>
                  <a:gd name="connsiteY14" fmla="*/ 395718 h 514189"/>
                  <a:gd name="connsiteX15" fmla="*/ 80340 w 514350"/>
                  <a:gd name="connsiteY15" fmla="*/ 476062 h 514189"/>
                  <a:gd name="connsiteX16" fmla="*/ 250064 w 514350"/>
                  <a:gd name="connsiteY16" fmla="*/ 476062 h 514189"/>
                  <a:gd name="connsiteX17" fmla="*/ 270148 w 514350"/>
                  <a:gd name="connsiteY17" fmla="*/ 455974 h 514189"/>
                  <a:gd name="connsiteX18" fmla="*/ 250064 w 514350"/>
                  <a:gd name="connsiteY18" fmla="*/ 435890 h 514189"/>
                  <a:gd name="connsiteX19" fmla="*/ 80340 w 514350"/>
                  <a:gd name="connsiteY19" fmla="*/ 435890 h 514189"/>
                  <a:gd name="connsiteX20" fmla="*/ 40172 w 514350"/>
                  <a:gd name="connsiteY20" fmla="*/ 395718 h 514189"/>
                  <a:gd name="connsiteX21" fmla="*/ 40172 w 514350"/>
                  <a:gd name="connsiteY21" fmla="*/ 243036 h 514189"/>
                  <a:gd name="connsiteX22" fmla="*/ 238013 w 514350"/>
                  <a:gd name="connsiteY22" fmla="*/ 243036 h 514189"/>
                  <a:gd name="connsiteX23" fmla="*/ 238013 w 514350"/>
                  <a:gd name="connsiteY23" fmla="*/ 273201 h 514189"/>
                  <a:gd name="connsiteX24" fmla="*/ 258097 w 514350"/>
                  <a:gd name="connsiteY24" fmla="*/ 293285 h 514189"/>
                  <a:gd name="connsiteX25" fmla="*/ 278181 w 514350"/>
                  <a:gd name="connsiteY25" fmla="*/ 273201 h 514189"/>
                  <a:gd name="connsiteX26" fmla="*/ 278181 w 514350"/>
                  <a:gd name="connsiteY26" fmla="*/ 243036 h 514189"/>
                  <a:gd name="connsiteX27" fmla="*/ 206953 w 514350"/>
                  <a:gd name="connsiteY27" fmla="*/ 55198 h 514189"/>
                  <a:gd name="connsiteX28" fmla="*/ 221979 w 514350"/>
                  <a:gd name="connsiteY28" fmla="*/ 40172 h 514189"/>
                  <a:gd name="connsiteX29" fmla="*/ 292206 w 514350"/>
                  <a:gd name="connsiteY29" fmla="*/ 40172 h 514189"/>
                  <a:gd name="connsiteX30" fmla="*/ 307232 w 514350"/>
                  <a:gd name="connsiteY30" fmla="*/ 55198 h 514189"/>
                  <a:gd name="connsiteX31" fmla="*/ 307232 w 514350"/>
                  <a:gd name="connsiteY31" fmla="*/ 81384 h 514189"/>
                  <a:gd name="connsiteX32" fmla="*/ 206953 w 514350"/>
                  <a:gd name="connsiteY32" fmla="*/ 81384 h 514189"/>
                  <a:gd name="connsiteX33" fmla="*/ 40172 w 514350"/>
                  <a:gd name="connsiteY33" fmla="*/ 161727 h 514189"/>
                  <a:gd name="connsiteX34" fmla="*/ 80340 w 514350"/>
                  <a:gd name="connsiteY34" fmla="*/ 121555 h 514189"/>
                  <a:gd name="connsiteX35" fmla="*/ 433845 w 514350"/>
                  <a:gd name="connsiteY35" fmla="*/ 121555 h 514189"/>
                  <a:gd name="connsiteX36" fmla="*/ 474017 w 514350"/>
                  <a:gd name="connsiteY36" fmla="*/ 161727 h 514189"/>
                  <a:gd name="connsiteX37" fmla="*/ 474017 w 514350"/>
                  <a:gd name="connsiteY37" fmla="*/ 202864 h 514189"/>
                  <a:gd name="connsiteX38" fmla="*/ 40172 w 514350"/>
                  <a:gd name="connsiteY38" fmla="*/ 202864 h 514189"/>
                  <a:gd name="connsiteX39" fmla="*/ 508468 w 514350"/>
                  <a:gd name="connsiteY39" fmla="*/ 479900 h 514189"/>
                  <a:gd name="connsiteX40" fmla="*/ 462198 w 514350"/>
                  <a:gd name="connsiteY40" fmla="*/ 433630 h 514189"/>
                  <a:gd name="connsiteX41" fmla="*/ 476023 w 514350"/>
                  <a:gd name="connsiteY41" fmla="*/ 385641 h 514189"/>
                  <a:gd name="connsiteX42" fmla="*/ 385641 w 514350"/>
                  <a:gd name="connsiteY42" fmla="*/ 295255 h 514189"/>
                  <a:gd name="connsiteX43" fmla="*/ 295255 w 514350"/>
                  <a:gd name="connsiteY43" fmla="*/ 385641 h 514189"/>
                  <a:gd name="connsiteX44" fmla="*/ 385641 w 514350"/>
                  <a:gd name="connsiteY44" fmla="*/ 476026 h 514189"/>
                  <a:gd name="connsiteX45" fmla="*/ 433830 w 514350"/>
                  <a:gd name="connsiteY45" fmla="*/ 462072 h 514189"/>
                  <a:gd name="connsiteX46" fmla="*/ 480061 w 514350"/>
                  <a:gd name="connsiteY46" fmla="*/ 508303 h 514189"/>
                  <a:gd name="connsiteX47" fmla="*/ 494266 w 514350"/>
                  <a:gd name="connsiteY47" fmla="*/ 514189 h 514189"/>
                  <a:gd name="connsiteX48" fmla="*/ 508468 w 514350"/>
                  <a:gd name="connsiteY48" fmla="*/ 508303 h 514189"/>
                  <a:gd name="connsiteX49" fmla="*/ 508468 w 514350"/>
                  <a:gd name="connsiteY49" fmla="*/ 479900 h 514189"/>
                  <a:gd name="connsiteX50" fmla="*/ 335427 w 514350"/>
                  <a:gd name="connsiteY50" fmla="*/ 385641 h 514189"/>
                  <a:gd name="connsiteX51" fmla="*/ 385641 w 514350"/>
                  <a:gd name="connsiteY51" fmla="*/ 335427 h 514189"/>
                  <a:gd name="connsiteX52" fmla="*/ 435855 w 514350"/>
                  <a:gd name="connsiteY52" fmla="*/ 385641 h 514189"/>
                  <a:gd name="connsiteX53" fmla="*/ 385641 w 514350"/>
                  <a:gd name="connsiteY53" fmla="*/ 435855 h 514189"/>
                  <a:gd name="connsiteX54" fmla="*/ 335427 w 514350"/>
                  <a:gd name="connsiteY54" fmla="*/ 385641 h 51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14350" h="514189">
                    <a:moveTo>
                      <a:pt x="474017" y="243036"/>
                    </a:moveTo>
                    <a:lnTo>
                      <a:pt x="474017" y="284209"/>
                    </a:lnTo>
                    <a:cubicBezTo>
                      <a:pt x="474017" y="295302"/>
                      <a:pt x="483008" y="304297"/>
                      <a:pt x="494101" y="304297"/>
                    </a:cubicBezTo>
                    <a:cubicBezTo>
                      <a:pt x="505195" y="304297"/>
                      <a:pt x="514185" y="295302"/>
                      <a:pt x="514185" y="284209"/>
                    </a:cubicBezTo>
                    <a:lnTo>
                      <a:pt x="514185" y="161727"/>
                    </a:lnTo>
                    <a:cubicBezTo>
                      <a:pt x="514185" y="117427"/>
                      <a:pt x="478146" y="81384"/>
                      <a:pt x="433845" y="81384"/>
                    </a:cubicBezTo>
                    <a:lnTo>
                      <a:pt x="347404" y="81384"/>
                    </a:lnTo>
                    <a:lnTo>
                      <a:pt x="347404" y="55198"/>
                    </a:lnTo>
                    <a:cubicBezTo>
                      <a:pt x="347404" y="24762"/>
                      <a:pt x="322642" y="0"/>
                      <a:pt x="292206" y="0"/>
                    </a:cubicBezTo>
                    <a:lnTo>
                      <a:pt x="221979" y="0"/>
                    </a:lnTo>
                    <a:cubicBezTo>
                      <a:pt x="191543" y="0"/>
                      <a:pt x="166782" y="24762"/>
                      <a:pt x="166782" y="55198"/>
                    </a:cubicBezTo>
                    <a:lnTo>
                      <a:pt x="166782" y="81384"/>
                    </a:lnTo>
                    <a:lnTo>
                      <a:pt x="80340" y="81384"/>
                    </a:lnTo>
                    <a:cubicBezTo>
                      <a:pt x="36040" y="81384"/>
                      <a:pt x="0" y="117423"/>
                      <a:pt x="0" y="161723"/>
                    </a:cubicBezTo>
                    <a:lnTo>
                      <a:pt x="0" y="395718"/>
                    </a:lnTo>
                    <a:cubicBezTo>
                      <a:pt x="0" y="440018"/>
                      <a:pt x="36040" y="476062"/>
                      <a:pt x="80340" y="476062"/>
                    </a:cubicBezTo>
                    <a:lnTo>
                      <a:pt x="250064" y="476062"/>
                    </a:lnTo>
                    <a:cubicBezTo>
                      <a:pt x="261158" y="476062"/>
                      <a:pt x="270148" y="467068"/>
                      <a:pt x="270148" y="455974"/>
                    </a:cubicBezTo>
                    <a:cubicBezTo>
                      <a:pt x="270148" y="444884"/>
                      <a:pt x="261158" y="435890"/>
                      <a:pt x="250064" y="435890"/>
                    </a:cubicBezTo>
                    <a:lnTo>
                      <a:pt x="80340" y="435890"/>
                    </a:lnTo>
                    <a:cubicBezTo>
                      <a:pt x="58192" y="435890"/>
                      <a:pt x="40172" y="417870"/>
                      <a:pt x="40172" y="395718"/>
                    </a:cubicBezTo>
                    <a:lnTo>
                      <a:pt x="40172" y="243036"/>
                    </a:lnTo>
                    <a:lnTo>
                      <a:pt x="238013" y="243036"/>
                    </a:lnTo>
                    <a:lnTo>
                      <a:pt x="238013" y="273201"/>
                    </a:lnTo>
                    <a:cubicBezTo>
                      <a:pt x="238013" y="284291"/>
                      <a:pt x="247004" y="293285"/>
                      <a:pt x="258097" y="293285"/>
                    </a:cubicBezTo>
                    <a:cubicBezTo>
                      <a:pt x="269191" y="293285"/>
                      <a:pt x="278181" y="284291"/>
                      <a:pt x="278181" y="273201"/>
                    </a:cubicBezTo>
                    <a:lnTo>
                      <a:pt x="278181" y="243036"/>
                    </a:lnTo>
                    <a:close/>
                    <a:moveTo>
                      <a:pt x="206953" y="55198"/>
                    </a:moveTo>
                    <a:cubicBezTo>
                      <a:pt x="206953" y="46914"/>
                      <a:pt x="213695" y="40172"/>
                      <a:pt x="221979" y="40172"/>
                    </a:cubicBezTo>
                    <a:lnTo>
                      <a:pt x="292206" y="40172"/>
                    </a:lnTo>
                    <a:cubicBezTo>
                      <a:pt x="300490" y="40172"/>
                      <a:pt x="307232" y="46910"/>
                      <a:pt x="307232" y="55198"/>
                    </a:cubicBezTo>
                    <a:lnTo>
                      <a:pt x="307232" y="81384"/>
                    </a:lnTo>
                    <a:lnTo>
                      <a:pt x="206953" y="81384"/>
                    </a:lnTo>
                    <a:close/>
                    <a:moveTo>
                      <a:pt x="40172" y="161727"/>
                    </a:moveTo>
                    <a:cubicBezTo>
                      <a:pt x="40172" y="139575"/>
                      <a:pt x="58192" y="121555"/>
                      <a:pt x="80340" y="121555"/>
                    </a:cubicBezTo>
                    <a:lnTo>
                      <a:pt x="433845" y="121555"/>
                    </a:lnTo>
                    <a:cubicBezTo>
                      <a:pt x="455994" y="121555"/>
                      <a:pt x="474017" y="139575"/>
                      <a:pt x="474017" y="161727"/>
                    </a:cubicBezTo>
                    <a:lnTo>
                      <a:pt x="474017" y="202864"/>
                    </a:lnTo>
                    <a:lnTo>
                      <a:pt x="40172" y="202864"/>
                    </a:lnTo>
                    <a:close/>
                    <a:moveTo>
                      <a:pt x="508468" y="479900"/>
                    </a:moveTo>
                    <a:lnTo>
                      <a:pt x="462198" y="433630"/>
                    </a:lnTo>
                    <a:cubicBezTo>
                      <a:pt x="470953" y="419715"/>
                      <a:pt x="476023" y="403260"/>
                      <a:pt x="476023" y="385641"/>
                    </a:cubicBezTo>
                    <a:cubicBezTo>
                      <a:pt x="476023" y="335804"/>
                      <a:pt x="435478" y="295255"/>
                      <a:pt x="385641" y="295255"/>
                    </a:cubicBezTo>
                    <a:cubicBezTo>
                      <a:pt x="335804" y="295255"/>
                      <a:pt x="295255" y="335804"/>
                      <a:pt x="295255" y="385641"/>
                    </a:cubicBezTo>
                    <a:cubicBezTo>
                      <a:pt x="295255" y="435478"/>
                      <a:pt x="335804" y="476026"/>
                      <a:pt x="385641" y="476026"/>
                    </a:cubicBezTo>
                    <a:cubicBezTo>
                      <a:pt x="403343" y="476026"/>
                      <a:pt x="419871" y="470905"/>
                      <a:pt x="433830" y="462072"/>
                    </a:cubicBezTo>
                    <a:lnTo>
                      <a:pt x="480061" y="508303"/>
                    </a:lnTo>
                    <a:cubicBezTo>
                      <a:pt x="483985" y="512227"/>
                      <a:pt x="489125" y="514189"/>
                      <a:pt x="494266" y="514189"/>
                    </a:cubicBezTo>
                    <a:cubicBezTo>
                      <a:pt x="499407" y="514189"/>
                      <a:pt x="504543" y="512227"/>
                      <a:pt x="508468" y="508303"/>
                    </a:cubicBezTo>
                    <a:cubicBezTo>
                      <a:pt x="516312" y="500458"/>
                      <a:pt x="516312" y="487744"/>
                      <a:pt x="508468" y="479900"/>
                    </a:cubicBezTo>
                    <a:close/>
                    <a:moveTo>
                      <a:pt x="335427" y="385641"/>
                    </a:moveTo>
                    <a:cubicBezTo>
                      <a:pt x="335427" y="357952"/>
                      <a:pt x="357952" y="335427"/>
                      <a:pt x="385641" y="335427"/>
                    </a:cubicBezTo>
                    <a:cubicBezTo>
                      <a:pt x="413326" y="335427"/>
                      <a:pt x="435855" y="357952"/>
                      <a:pt x="435855" y="385641"/>
                    </a:cubicBezTo>
                    <a:cubicBezTo>
                      <a:pt x="435855" y="413330"/>
                      <a:pt x="413326" y="435855"/>
                      <a:pt x="385641" y="435855"/>
                    </a:cubicBezTo>
                    <a:cubicBezTo>
                      <a:pt x="357952" y="435855"/>
                      <a:pt x="335427" y="413326"/>
                      <a:pt x="335427" y="385641"/>
                    </a:cubicBezTo>
                    <a:close/>
                  </a:path>
                </a:pathLst>
              </a:custGeom>
              <a:solidFill>
                <a:schemeClr val="bg1"/>
              </a:solidFill>
              <a:ln w="1005" cap="flat">
                <a:noFill/>
                <a:prstDash val="solid"/>
                <a:miter/>
              </a:ln>
            </p:spPr>
            <p:txBody>
              <a:bodyPr rtlCol="0" anchor="ctr"/>
              <a:lstStyle/>
              <a:p>
                <a:endParaRPr lang="en-US">
                  <a:cs typeface="+mn-ea"/>
                  <a:sym typeface="+mn-lt"/>
                </a:endParaRPr>
              </a:p>
            </p:txBody>
          </p:sp>
        </p:grpSp>
        <p:grpSp>
          <p:nvGrpSpPr>
            <p:cNvPr id="36" name="组合 35"/>
            <p:cNvGrpSpPr/>
            <p:nvPr/>
          </p:nvGrpSpPr>
          <p:grpSpPr>
            <a:xfrm>
              <a:off x="10835" y="2104"/>
              <a:ext cx="5932" cy="1065"/>
              <a:chOff x="11126" y="1970"/>
              <a:chExt cx="5932" cy="1065"/>
            </a:xfrm>
          </p:grpSpPr>
          <p:sp>
            <p:nvSpPr>
              <p:cNvPr id="37" name="圆角矩形 36"/>
              <p:cNvSpPr/>
              <p:nvPr/>
            </p:nvSpPr>
            <p:spPr>
              <a:xfrm>
                <a:off x="11126" y="1970"/>
                <a:ext cx="2570" cy="866"/>
              </a:xfrm>
              <a:prstGeom prst="roundRect">
                <a:avLst>
                  <a:gd name="adj" fmla="val 0"/>
                </a:avLst>
              </a:prstGeom>
              <a:noFill/>
              <a:ln>
                <a:no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rPr>
                  <a:t>年度重点工作</a:t>
                </a:r>
              </a:p>
            </p:txBody>
          </p:sp>
          <p:sp>
            <p:nvSpPr>
              <p:cNvPr id="38" name="文本框 37"/>
              <p:cNvSpPr txBox="1"/>
              <p:nvPr/>
            </p:nvSpPr>
            <p:spPr>
              <a:xfrm>
                <a:off x="11126" y="2601"/>
                <a:ext cx="5932" cy="434"/>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noProof="0" dirty="0">
                    <a:ln>
                      <a:noFill/>
                    </a:ln>
                    <a:solidFill>
                      <a:schemeClr val="tx1"/>
                    </a:solidFill>
                    <a:effectLst/>
                    <a:uLnTx/>
                    <a:uFillTx/>
                    <a:latin typeface="思源黑体 Light" panose="020B0300000000000000" charset="-122"/>
                    <a:ea typeface="思源黑体 Light" panose="020B0300000000000000" charset="-122"/>
                    <a:sym typeface="+mn-ea"/>
                  </a:rPr>
                  <a:t>Click here to change your need text or word</a:t>
                </a:r>
              </a:p>
            </p:txBody>
          </p:sp>
        </p:grpSp>
      </p:grpSp>
      <p:sp>
        <p:nvSpPr>
          <p:cNvPr id="43" name="Rectangle 18"/>
          <p:cNvSpPr/>
          <p:nvPr/>
        </p:nvSpPr>
        <p:spPr>
          <a:xfrm>
            <a:off x="6468110" y="2472055"/>
            <a:ext cx="833755" cy="348615"/>
          </a:xfrm>
          <a:prstGeom prst="rect">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r>
              <a:rPr lang="en-US" sz="1600" dirty="0">
                <a:solidFill>
                  <a:schemeClr val="bg1"/>
                </a:solidFill>
                <a:latin typeface="思源黑体 CN Medium" panose="020B0600000000000000" charset="-122"/>
                <a:ea typeface="思源黑体 CN Medium" panose="020B0600000000000000" charset="-122"/>
                <a:cs typeface="+mn-ea"/>
                <a:sym typeface="+mn-lt"/>
              </a:rPr>
              <a:t>01</a:t>
            </a:r>
          </a:p>
        </p:txBody>
      </p:sp>
      <p:sp>
        <p:nvSpPr>
          <p:cNvPr id="44" name="Rectangle 294"/>
          <p:cNvSpPr/>
          <p:nvPr/>
        </p:nvSpPr>
        <p:spPr>
          <a:xfrm>
            <a:off x="6468110" y="4220845"/>
            <a:ext cx="833755" cy="348615"/>
          </a:xfrm>
          <a:prstGeom prst="rect">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r>
              <a:rPr lang="en-US" sz="1600" dirty="0">
                <a:solidFill>
                  <a:schemeClr val="tx1"/>
                </a:solidFill>
                <a:latin typeface="思源黑体 CN Medium" panose="020B0600000000000000" charset="-122"/>
                <a:ea typeface="思源黑体 CN Medium" panose="020B0600000000000000" charset="-122"/>
                <a:cs typeface="+mn-ea"/>
                <a:sym typeface="+mn-lt"/>
              </a:rPr>
              <a:t>02</a:t>
            </a:r>
          </a:p>
        </p:txBody>
      </p:sp>
      <p:sp>
        <p:nvSpPr>
          <p:cNvPr id="45" name="Rectangle 3"/>
          <p:cNvSpPr txBox="1">
            <a:spLocks noChangeArrowheads="1"/>
          </p:cNvSpPr>
          <p:nvPr/>
        </p:nvSpPr>
        <p:spPr>
          <a:xfrm>
            <a:off x="6468396" y="2853304"/>
            <a:ext cx="4349378" cy="1089909"/>
          </a:xfrm>
          <a:prstGeom prst="rect">
            <a:avLst/>
          </a:prstGeom>
        </p:spPr>
        <p:txBody>
          <a:bodyPr vert="horz" lIns="0" tIns="0" rIns="0" bIns="0" rtlCol="0" anchor="ctr">
            <a:noAutofit/>
          </a:bodyPr>
          <a:lstStyle>
            <a:lvl1pPr marL="227330" indent="-227330" algn="l" defTabSz="914400" rtl="0" eaLnBrk="1" latinLnBrk="0" hangingPunct="1">
              <a:spcBef>
                <a:spcPts val="1200"/>
              </a:spcBef>
              <a:buClr>
                <a:schemeClr val="bg2"/>
              </a:buClr>
              <a:buSzPct val="80000"/>
              <a:buFont typeface="Arial" panose="020B0604020202020204" pitchFamily="34" charset="0"/>
              <a:buChar char="•"/>
              <a:defRPr sz="2400" kern="1200">
                <a:solidFill>
                  <a:schemeClr val="tx1"/>
                </a:solidFill>
                <a:latin typeface="+mn-lt"/>
                <a:ea typeface="+mn-ea"/>
                <a:cs typeface="+mn-cs"/>
              </a:defRPr>
            </a:lvl1pPr>
            <a:lvl2pPr marL="457200" indent="-228600" algn="l" defTabSz="914400" rtl="0" eaLnBrk="1" latinLnBrk="0" hangingPunct="1">
              <a:spcBef>
                <a:spcPts val="600"/>
              </a:spcBef>
              <a:spcAft>
                <a:spcPts val="0"/>
              </a:spcAft>
              <a:buClr>
                <a:schemeClr val="bg2"/>
              </a:buClr>
              <a:buSzPct val="80000"/>
              <a:buFont typeface="BentonSansF Book" pitchFamily="50" charset="0"/>
              <a:buChar char="–"/>
              <a:defRPr sz="2000" kern="1200">
                <a:solidFill>
                  <a:schemeClr val="tx1"/>
                </a:solidFill>
                <a:latin typeface="+mn-lt"/>
                <a:ea typeface="+mn-ea"/>
                <a:cs typeface="+mn-cs"/>
              </a:defRPr>
            </a:lvl2pPr>
            <a:lvl3pPr marL="685800" indent="-215900" algn="l" defTabSz="914400" rtl="0" eaLnBrk="1" latinLnBrk="0" hangingPunct="1">
              <a:spcBef>
                <a:spcPts val="400"/>
              </a:spcBef>
              <a:spcAft>
                <a:spcPts val="400"/>
              </a:spcAft>
              <a:buClr>
                <a:schemeClr val="accent1"/>
              </a:buClr>
              <a:buSzPct val="80000"/>
              <a:buFont typeface="Arial" panose="020B0604020202020204" pitchFamily="34" charset="0"/>
              <a:buChar char="•"/>
              <a:defRPr sz="1800" kern="1200">
                <a:solidFill>
                  <a:schemeClr val="tx1"/>
                </a:solidFill>
                <a:latin typeface="+mn-lt"/>
                <a:ea typeface="+mn-ea"/>
                <a:cs typeface="+mn-cs"/>
              </a:defRPr>
            </a:lvl3pPr>
            <a:lvl4pPr marL="914400" indent="-228600" algn="l" defTabSz="914400" rtl="0" eaLnBrk="1" latinLnBrk="0" hangingPunct="1">
              <a:spcBef>
                <a:spcPts val="0"/>
              </a:spcBef>
              <a:spcAft>
                <a:spcPts val="600"/>
              </a:spcAft>
              <a:buClr>
                <a:schemeClr val="accent1"/>
              </a:buClr>
              <a:buSzPct val="80000"/>
              <a:buFont typeface="BentonSansF Book" pitchFamily="50" charset="0"/>
              <a:buChar char="–"/>
              <a:defRPr sz="1600" kern="1200">
                <a:solidFill>
                  <a:schemeClr val="tx1"/>
                </a:solidFill>
                <a:latin typeface="+mn-lt"/>
                <a:ea typeface="+mn-ea"/>
                <a:cs typeface="+mn-cs"/>
              </a:defRPr>
            </a:lvl4pPr>
            <a:lvl5pPr marL="1143000" indent="-230505" algn="l" defTabSz="914400" rtl="0" eaLnBrk="1" latinLnBrk="0" hangingPunct="1">
              <a:spcBef>
                <a:spcPts val="0"/>
              </a:spcBef>
              <a:spcAft>
                <a:spcPts val="400"/>
              </a:spcAft>
              <a:buClr>
                <a:schemeClr val="bg2"/>
              </a:buClr>
              <a:buSzPct val="80000"/>
              <a:buFont typeface="Arial" panose="020B0604020202020204" pitchFamily="34" charset="0"/>
              <a:buChar char="•"/>
              <a:defRPr sz="1400" kern="1200">
                <a:solidFill>
                  <a:schemeClr val="tx1"/>
                </a:solidFill>
                <a:latin typeface="+mn-lt"/>
                <a:ea typeface="+mn-ea"/>
                <a:cs typeface="+mn-cs"/>
              </a:defRPr>
            </a:lvl5pPr>
            <a:lvl6pPr marL="1143000" indent="-228600" algn="l" defTabSz="914400" rtl="0" eaLnBrk="1" latinLnBrk="0" hangingPunct="1">
              <a:spcBef>
                <a:spcPts val="960"/>
              </a:spcBef>
              <a:buClr>
                <a:schemeClr val="bg2"/>
              </a:buClr>
              <a:buSzPct val="80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3975" indent="0">
              <a:lnSpc>
                <a:spcPct val="130000"/>
              </a:lnSpc>
              <a:buClr>
                <a:srgbClr val="1D5B2D"/>
              </a:buClr>
              <a:buSzPct val="100000"/>
              <a:buNone/>
            </a:pPr>
            <a:r>
              <a:rPr lang="zh-CN" altLang="en-US" sz="1200" dirty="0">
                <a:solidFill>
                  <a:schemeClr val="tx1"/>
                </a:solidFill>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单击添加详细文字说明，或复制文本黏贴自此右键只保留文字单击添加详细文字说明单击添加详细文字说明，或复制文本黏贴自此右键只保留文字单击添加详细</a:t>
            </a:r>
          </a:p>
        </p:txBody>
      </p:sp>
      <p:sp>
        <p:nvSpPr>
          <p:cNvPr id="46" name="Rectangle 3"/>
          <p:cNvSpPr txBox="1">
            <a:spLocks noChangeArrowheads="1"/>
          </p:cNvSpPr>
          <p:nvPr/>
        </p:nvSpPr>
        <p:spPr>
          <a:xfrm>
            <a:off x="6468396" y="4636652"/>
            <a:ext cx="4349378" cy="1089909"/>
          </a:xfrm>
          <a:prstGeom prst="rect">
            <a:avLst/>
          </a:prstGeom>
        </p:spPr>
        <p:txBody>
          <a:bodyPr vert="horz" lIns="0" tIns="0" rIns="0" bIns="0" rtlCol="0" anchor="ctr">
            <a:noAutofit/>
          </a:bodyPr>
          <a:lstStyle>
            <a:lvl1pPr marL="227330" indent="-227330" algn="l" defTabSz="914400" rtl="0" eaLnBrk="1" latinLnBrk="0" hangingPunct="1">
              <a:spcBef>
                <a:spcPts val="1200"/>
              </a:spcBef>
              <a:buClr>
                <a:schemeClr val="bg2"/>
              </a:buClr>
              <a:buSzPct val="80000"/>
              <a:buFont typeface="Arial" panose="020B0604020202020204" pitchFamily="34" charset="0"/>
              <a:buChar char="•"/>
              <a:defRPr sz="2400" kern="1200">
                <a:solidFill>
                  <a:schemeClr val="tx1"/>
                </a:solidFill>
                <a:latin typeface="+mn-lt"/>
                <a:ea typeface="+mn-ea"/>
                <a:cs typeface="+mn-cs"/>
              </a:defRPr>
            </a:lvl1pPr>
            <a:lvl2pPr marL="457200" indent="-228600" algn="l" defTabSz="914400" rtl="0" eaLnBrk="1" latinLnBrk="0" hangingPunct="1">
              <a:spcBef>
                <a:spcPts val="600"/>
              </a:spcBef>
              <a:spcAft>
                <a:spcPts val="0"/>
              </a:spcAft>
              <a:buClr>
                <a:schemeClr val="bg2"/>
              </a:buClr>
              <a:buSzPct val="80000"/>
              <a:buFont typeface="BentonSansF Book" pitchFamily="50" charset="0"/>
              <a:buChar char="–"/>
              <a:defRPr sz="2000" kern="1200">
                <a:solidFill>
                  <a:schemeClr val="tx1"/>
                </a:solidFill>
                <a:latin typeface="+mn-lt"/>
                <a:ea typeface="+mn-ea"/>
                <a:cs typeface="+mn-cs"/>
              </a:defRPr>
            </a:lvl2pPr>
            <a:lvl3pPr marL="685800" indent="-215900" algn="l" defTabSz="914400" rtl="0" eaLnBrk="1" latinLnBrk="0" hangingPunct="1">
              <a:spcBef>
                <a:spcPts val="400"/>
              </a:spcBef>
              <a:spcAft>
                <a:spcPts val="400"/>
              </a:spcAft>
              <a:buClr>
                <a:schemeClr val="accent1"/>
              </a:buClr>
              <a:buSzPct val="80000"/>
              <a:buFont typeface="Arial" panose="020B0604020202020204" pitchFamily="34" charset="0"/>
              <a:buChar char="•"/>
              <a:defRPr sz="1800" kern="1200">
                <a:solidFill>
                  <a:schemeClr val="tx1"/>
                </a:solidFill>
                <a:latin typeface="+mn-lt"/>
                <a:ea typeface="+mn-ea"/>
                <a:cs typeface="+mn-cs"/>
              </a:defRPr>
            </a:lvl3pPr>
            <a:lvl4pPr marL="914400" indent="-228600" algn="l" defTabSz="914400" rtl="0" eaLnBrk="1" latinLnBrk="0" hangingPunct="1">
              <a:spcBef>
                <a:spcPts val="0"/>
              </a:spcBef>
              <a:spcAft>
                <a:spcPts val="600"/>
              </a:spcAft>
              <a:buClr>
                <a:schemeClr val="accent1"/>
              </a:buClr>
              <a:buSzPct val="80000"/>
              <a:buFont typeface="BentonSansF Book" pitchFamily="50" charset="0"/>
              <a:buChar char="–"/>
              <a:defRPr sz="1600" kern="1200">
                <a:solidFill>
                  <a:schemeClr val="tx1"/>
                </a:solidFill>
                <a:latin typeface="+mn-lt"/>
                <a:ea typeface="+mn-ea"/>
                <a:cs typeface="+mn-cs"/>
              </a:defRPr>
            </a:lvl4pPr>
            <a:lvl5pPr marL="1143000" indent="-230505" algn="l" defTabSz="914400" rtl="0" eaLnBrk="1" latinLnBrk="0" hangingPunct="1">
              <a:spcBef>
                <a:spcPts val="0"/>
              </a:spcBef>
              <a:spcAft>
                <a:spcPts val="400"/>
              </a:spcAft>
              <a:buClr>
                <a:schemeClr val="bg2"/>
              </a:buClr>
              <a:buSzPct val="80000"/>
              <a:buFont typeface="Arial" panose="020B0604020202020204" pitchFamily="34" charset="0"/>
              <a:buChar char="•"/>
              <a:defRPr sz="1400" kern="1200">
                <a:solidFill>
                  <a:schemeClr val="tx1"/>
                </a:solidFill>
                <a:latin typeface="+mn-lt"/>
                <a:ea typeface="+mn-ea"/>
                <a:cs typeface="+mn-cs"/>
              </a:defRPr>
            </a:lvl5pPr>
            <a:lvl6pPr marL="1143000" indent="-228600" algn="l" defTabSz="914400" rtl="0" eaLnBrk="1" latinLnBrk="0" hangingPunct="1">
              <a:spcBef>
                <a:spcPts val="960"/>
              </a:spcBef>
              <a:buClr>
                <a:schemeClr val="bg2"/>
              </a:buClr>
              <a:buSzPct val="80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3975" indent="0">
              <a:lnSpc>
                <a:spcPct val="130000"/>
              </a:lnSpc>
              <a:buClr>
                <a:srgbClr val="1D5B2D"/>
              </a:buClr>
              <a:buSzPct val="100000"/>
              <a:buNone/>
            </a:pPr>
            <a:r>
              <a:rPr lang="zh-CN" altLang="en-US" sz="1200" dirty="0">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单击添加详细文字说明，或复制文本黏贴自此右键只保留文字单击添加详细文字说明单击添加详细文字说明，或复制文本黏贴自此右键只保留文字单击添加详细</a:t>
            </a:r>
            <a:endParaRPr lang="zh-CN" altLang="en-US" sz="1200" dirty="0">
              <a:solidFill>
                <a:schemeClr val="tx1"/>
              </a:solidFill>
              <a:latin typeface="思源黑体 Light" panose="020B0300000000000000" charset="-122"/>
              <a:ea typeface="思源黑体 Light" panose="020B0300000000000000" charset="-122"/>
              <a:cs typeface="+mn-ea"/>
              <a:sym typeface="+mn-lt"/>
            </a:endParaRPr>
          </a:p>
        </p:txBody>
      </p:sp>
      <p:grpSp>
        <p:nvGrpSpPr>
          <p:cNvPr id="47" name="Group 90"/>
          <p:cNvGrpSpPr/>
          <p:nvPr/>
        </p:nvGrpSpPr>
        <p:grpSpPr>
          <a:xfrm>
            <a:off x="6502330" y="1751225"/>
            <a:ext cx="629035" cy="108458"/>
            <a:chOff x="3777465" y="3537518"/>
            <a:chExt cx="838713" cy="144611"/>
          </a:xfrm>
          <a:solidFill>
            <a:schemeClr val="bg1">
              <a:lumMod val="95000"/>
            </a:schemeClr>
          </a:solidFill>
        </p:grpSpPr>
        <p:sp>
          <p:nvSpPr>
            <p:cNvPr id="48" name="Oval 93"/>
            <p:cNvSpPr/>
            <p:nvPr/>
          </p:nvSpPr>
          <p:spPr>
            <a:xfrm>
              <a:off x="3948487" y="3537518"/>
              <a:ext cx="144611" cy="1446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200">
                <a:solidFill>
                  <a:schemeClr val="tx1"/>
                </a:solidFill>
                <a:latin typeface="思源黑体 Light" panose="020B0300000000000000" charset="-122"/>
                <a:ea typeface="思源黑体 Light" panose="020B0300000000000000" charset="-122"/>
                <a:cs typeface="+mn-ea"/>
                <a:sym typeface="+mn-lt"/>
              </a:endParaRPr>
            </a:p>
          </p:txBody>
        </p:sp>
        <p:sp>
          <p:nvSpPr>
            <p:cNvPr id="49" name="Oval 94"/>
            <p:cNvSpPr/>
            <p:nvPr/>
          </p:nvSpPr>
          <p:spPr>
            <a:xfrm>
              <a:off x="4119508" y="3537518"/>
              <a:ext cx="144611" cy="1446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200">
                <a:solidFill>
                  <a:schemeClr val="tx1"/>
                </a:solidFill>
                <a:latin typeface="思源黑体 Light" panose="020B0300000000000000" charset="-122"/>
                <a:ea typeface="思源黑体 Light" panose="020B0300000000000000" charset="-122"/>
                <a:cs typeface="+mn-ea"/>
                <a:sym typeface="+mn-lt"/>
              </a:endParaRPr>
            </a:p>
          </p:txBody>
        </p:sp>
        <p:sp>
          <p:nvSpPr>
            <p:cNvPr id="50" name="Oval 95"/>
            <p:cNvSpPr/>
            <p:nvPr/>
          </p:nvSpPr>
          <p:spPr>
            <a:xfrm>
              <a:off x="4290530" y="3537518"/>
              <a:ext cx="144611" cy="1446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200">
                <a:solidFill>
                  <a:schemeClr val="tx1"/>
                </a:solidFill>
                <a:latin typeface="思源黑体 Light" panose="020B0300000000000000" charset="-122"/>
                <a:ea typeface="思源黑体 Light" panose="020B0300000000000000" charset="-122"/>
                <a:cs typeface="+mn-ea"/>
                <a:sym typeface="+mn-lt"/>
              </a:endParaRPr>
            </a:p>
          </p:txBody>
        </p:sp>
        <p:sp>
          <p:nvSpPr>
            <p:cNvPr id="51" name="Oval 96"/>
            <p:cNvSpPr/>
            <p:nvPr/>
          </p:nvSpPr>
          <p:spPr>
            <a:xfrm>
              <a:off x="4471567" y="3537518"/>
              <a:ext cx="144611" cy="1446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200">
                <a:solidFill>
                  <a:schemeClr val="tx1"/>
                </a:solidFill>
                <a:latin typeface="思源黑体 Light" panose="020B0300000000000000" charset="-122"/>
                <a:ea typeface="思源黑体 Light" panose="020B0300000000000000" charset="-122"/>
                <a:cs typeface="+mn-ea"/>
                <a:sym typeface="+mn-lt"/>
              </a:endParaRPr>
            </a:p>
          </p:txBody>
        </p:sp>
        <p:sp>
          <p:nvSpPr>
            <p:cNvPr id="52" name="Oval 97"/>
            <p:cNvSpPr/>
            <p:nvPr/>
          </p:nvSpPr>
          <p:spPr>
            <a:xfrm>
              <a:off x="3777465" y="3537518"/>
              <a:ext cx="144611" cy="14461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200" dirty="0">
                <a:solidFill>
                  <a:schemeClr val="tx1"/>
                </a:solidFill>
                <a:latin typeface="思源黑体 Light" panose="020B0300000000000000" charset="-122"/>
                <a:ea typeface="思源黑体 Light" panose="020B0300000000000000" charset="-122"/>
                <a:cs typeface="+mn-ea"/>
                <a:sym typeface="+mn-lt"/>
              </a:endParaRPr>
            </a:p>
          </p:txBody>
        </p:sp>
      </p:grpSp>
      <p:sp>
        <p:nvSpPr>
          <p:cNvPr id="54" name="Rectangle 3"/>
          <p:cNvSpPr txBox="1">
            <a:spLocks noChangeArrowheads="1"/>
          </p:cNvSpPr>
          <p:nvPr/>
        </p:nvSpPr>
        <p:spPr>
          <a:xfrm>
            <a:off x="6404896" y="2069786"/>
            <a:ext cx="3930654" cy="223169"/>
          </a:xfrm>
          <a:prstGeom prst="rect">
            <a:avLst/>
          </a:prstGeom>
        </p:spPr>
        <p:txBody>
          <a:bodyPr vert="horz" lIns="68580" tIns="34290" rIns="68580" bIns="34290" rtlCol="0" anchor="ctr">
            <a:noAutofit/>
          </a:bodyPr>
          <a:lstStyle>
            <a:lvl1pPr indent="0" defTabSz="914400">
              <a:lnSpc>
                <a:spcPct val="100000"/>
              </a:lnSpc>
              <a:spcBef>
                <a:spcPts val="0"/>
              </a:spcBef>
              <a:buFont typeface="Arial" panose="020B0604020202020204" pitchFamily="34" charset="0"/>
              <a:buNone/>
              <a:defRPr sz="1400" b="0">
                <a:solidFill>
                  <a:srgbClr val="45A4E8"/>
                </a:solidFill>
                <a:latin typeface="Titillium Lt" panose="00000400000000000000" pitchFamily="50" charset="0"/>
                <a:ea typeface="Open Sans" panose="020B0606030504020204" pitchFamily="34" charset="0"/>
                <a:cs typeface="Open Sans" panose="020B0606030504020204" pitchFamily="34" charset="0"/>
              </a:defRPr>
            </a:lvl1pPr>
            <a:lvl2pPr marL="685800" indent="-228600" defTabSz="914400">
              <a:lnSpc>
                <a:spcPct val="90000"/>
              </a:lnSpc>
              <a:spcBef>
                <a:spcPts val="500"/>
              </a:spcBef>
              <a:buFont typeface="Arial" panose="020B0604020202020204" pitchFamily="34" charset="0"/>
              <a:buChar char="•"/>
              <a:defRPr sz="2400" b="0">
                <a:solidFill>
                  <a:schemeClr val="tx1">
                    <a:lumMod val="75000"/>
                    <a:lumOff val="25000"/>
                  </a:schemeClr>
                </a:solidFill>
                <a:latin typeface="Titillium Lt" panose="00000400000000000000" pitchFamily="50" charset="0"/>
                <a:ea typeface="Open Sans" panose="020B0606030504020204" pitchFamily="34" charset="0"/>
                <a:cs typeface="Open Sans" panose="020B0606030504020204" pitchFamily="34" charset="0"/>
              </a:defRPr>
            </a:lvl2pPr>
            <a:lvl3pPr marL="1143000" indent="-228600" defTabSz="914400">
              <a:lnSpc>
                <a:spcPct val="90000"/>
              </a:lnSpc>
              <a:spcBef>
                <a:spcPts val="500"/>
              </a:spcBef>
              <a:buFont typeface="Arial" panose="020B0604020202020204" pitchFamily="34" charset="0"/>
              <a:buChar char="•"/>
              <a:defRPr sz="2000" b="0">
                <a:solidFill>
                  <a:schemeClr val="tx1">
                    <a:lumMod val="75000"/>
                    <a:lumOff val="25000"/>
                  </a:schemeClr>
                </a:solidFill>
                <a:latin typeface="Titillium Lt" panose="00000400000000000000" pitchFamily="50" charset="0"/>
                <a:ea typeface="Open Sans" panose="020B0606030504020204" pitchFamily="34" charset="0"/>
                <a:cs typeface="Open Sans" panose="020B0606030504020204" pitchFamily="34" charset="0"/>
              </a:defRPr>
            </a:lvl3pPr>
            <a:lvl4pPr marL="1600200" indent="-228600" defTabSz="914400">
              <a:lnSpc>
                <a:spcPct val="90000"/>
              </a:lnSpc>
              <a:spcBef>
                <a:spcPts val="500"/>
              </a:spcBef>
              <a:buFont typeface="Arial" panose="020B0604020202020204" pitchFamily="34" charset="0"/>
              <a:buChar char="•"/>
              <a:defRPr b="0">
                <a:solidFill>
                  <a:schemeClr val="tx1">
                    <a:lumMod val="75000"/>
                    <a:lumOff val="25000"/>
                  </a:schemeClr>
                </a:solidFill>
                <a:latin typeface="Titillium Lt" panose="00000400000000000000" pitchFamily="50" charset="0"/>
                <a:ea typeface="Open Sans" panose="020B0606030504020204" pitchFamily="34" charset="0"/>
                <a:cs typeface="Open Sans" panose="020B0606030504020204" pitchFamily="34" charset="0"/>
              </a:defRPr>
            </a:lvl4pPr>
            <a:lvl5pPr marL="2057400" indent="-228600" defTabSz="914400">
              <a:lnSpc>
                <a:spcPct val="90000"/>
              </a:lnSpc>
              <a:spcBef>
                <a:spcPts val="500"/>
              </a:spcBef>
              <a:buFont typeface="Arial" panose="020B0604020202020204" pitchFamily="34" charset="0"/>
              <a:buChar char="•"/>
              <a:defRPr b="0">
                <a:solidFill>
                  <a:schemeClr val="tx1">
                    <a:lumMod val="75000"/>
                    <a:lumOff val="25000"/>
                  </a:schemeClr>
                </a:solidFill>
                <a:latin typeface="Titillium Lt" panose="00000400000000000000" pitchFamily="50" charset="0"/>
                <a:ea typeface="Open Sans" panose="020B0606030504020204" pitchFamily="34" charset="0"/>
                <a:cs typeface="Open Sans" panose="020B0606030504020204" pitchFamily="34" charset="0"/>
              </a:defRPr>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rPr>
              <a:t>年度重点工作</a:t>
            </a:r>
          </a:p>
        </p:txBody>
      </p:sp>
      <p:grpSp>
        <p:nvGrpSpPr>
          <p:cNvPr id="55" name="Group 23" descr="e7d195523061f1c07797a755f80b33936a4bdb71a1e2e9b3B62BFFCC95B79A52B69A880DC502B9E829A24DBA5CC298944ED7C125A3C86A656AA7F644DB8944AD014E04A9878B8132B29416743944FF5D857A4ED4478431432E795463EA556C3B38DCE2A0E81D1A2A781F7DA477D67643FBCD7BF7E00B7187D0085FB889573D23F3D2A6B58E5E5B7E"/>
          <p:cNvGrpSpPr/>
          <p:nvPr/>
        </p:nvGrpSpPr>
        <p:grpSpPr>
          <a:xfrm>
            <a:off x="1126464" y="1909130"/>
            <a:ext cx="4267200" cy="3829396"/>
            <a:chOff x="914400" y="1636568"/>
            <a:chExt cx="3200400" cy="2872047"/>
          </a:xfrm>
        </p:grpSpPr>
        <p:sp>
          <p:nvSpPr>
            <p:cNvPr id="5" name="Isosceles Triangle 24"/>
            <p:cNvSpPr/>
            <p:nvPr/>
          </p:nvSpPr>
          <p:spPr>
            <a:xfrm>
              <a:off x="1219200" y="1885950"/>
              <a:ext cx="2555332" cy="2202872"/>
            </a:xfrm>
            <a:prstGeom prst="triangle">
              <a:avLst/>
            </a:prstGeom>
            <a:noFill/>
            <a:ln w="6350" cap="flat" cmpd="sng" algn="ctr">
              <a:solidFill>
                <a:srgbClr val="44546A">
                  <a:lumMod val="75000"/>
                  <a:lumOff val="2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0" i="0" u="none" strike="noStrike" kern="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mn-ea"/>
                <a:sym typeface="+mn-lt"/>
              </a:endParaRPr>
            </a:p>
          </p:txBody>
        </p:sp>
        <p:sp>
          <p:nvSpPr>
            <p:cNvPr id="57" name="Oval 25"/>
            <p:cNvSpPr/>
            <p:nvPr/>
          </p:nvSpPr>
          <p:spPr>
            <a:xfrm>
              <a:off x="1926890" y="1636568"/>
              <a:ext cx="1163782" cy="1163782"/>
            </a:xfrm>
            <a:prstGeom prst="ellipse">
              <a:avLst/>
            </a:prstGeom>
            <a:solidFill>
              <a:schemeClr val="bg1">
                <a:lumMod val="95000"/>
              </a:schemeClr>
            </a:solid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0" i="0" u="none" strike="noStrike" kern="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mn-ea"/>
                <a:sym typeface="+mn-lt"/>
              </a:endParaRPr>
            </a:p>
          </p:txBody>
        </p:sp>
        <p:sp>
          <p:nvSpPr>
            <p:cNvPr id="58" name="Oval 26"/>
            <p:cNvSpPr/>
            <p:nvPr/>
          </p:nvSpPr>
          <p:spPr>
            <a:xfrm>
              <a:off x="914400" y="3344833"/>
              <a:ext cx="1163782" cy="1163782"/>
            </a:xfrm>
            <a:prstGeom prst="ellipse">
              <a:avLst/>
            </a:prstGeom>
            <a:solidFill>
              <a:srgbClr val="3F434D"/>
            </a:solid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0" i="0" u="none" strike="noStrike" kern="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mn-ea"/>
                <a:sym typeface="+mn-lt"/>
              </a:endParaRPr>
            </a:p>
          </p:txBody>
        </p:sp>
        <p:sp>
          <p:nvSpPr>
            <p:cNvPr id="59" name="Oval 27"/>
            <p:cNvSpPr/>
            <p:nvPr/>
          </p:nvSpPr>
          <p:spPr>
            <a:xfrm>
              <a:off x="2951018" y="3333750"/>
              <a:ext cx="1163782" cy="1163782"/>
            </a:xfrm>
            <a:prstGeom prst="ellipse">
              <a:avLst/>
            </a:prstGeom>
            <a:solidFill>
              <a:srgbClr val="FEB51B"/>
            </a:solidFill>
            <a:ln w="6350" cap="flat" cmpd="sng" algn="ctr">
              <a:solidFill>
                <a:srgbClr val="FEB51B"/>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0" i="0" u="none" strike="noStrike" kern="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mn-ea"/>
                <a:sym typeface="+mn-lt"/>
              </a:endParaRPr>
            </a:p>
          </p:txBody>
        </p:sp>
        <p:sp>
          <p:nvSpPr>
            <p:cNvPr id="60" name="Isosceles Triangle 28"/>
            <p:cNvSpPr/>
            <p:nvPr/>
          </p:nvSpPr>
          <p:spPr>
            <a:xfrm>
              <a:off x="1496291" y="2181052"/>
              <a:ext cx="2024980" cy="1745672"/>
            </a:xfrm>
            <a:prstGeom prst="triangle">
              <a:avLst/>
            </a:prstGeom>
            <a:solidFill>
              <a:srgbClr val="44546A">
                <a:lumMod val="10000"/>
                <a:lumOff val="90000"/>
                <a:alpha val="68000"/>
              </a:srgbClr>
            </a:solid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0" i="0" u="none" strike="noStrike" kern="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mn-ea"/>
                <a:sym typeface="+mn-lt"/>
              </a:endParaRPr>
            </a:p>
          </p:txBody>
        </p:sp>
        <p:sp>
          <p:nvSpPr>
            <p:cNvPr id="61" name="Oval 29"/>
            <p:cNvSpPr/>
            <p:nvPr/>
          </p:nvSpPr>
          <p:spPr>
            <a:xfrm>
              <a:off x="3027218" y="3409950"/>
              <a:ext cx="1011382" cy="1011382"/>
            </a:xfrm>
            <a:prstGeom prst="ellipse">
              <a:avLst/>
            </a:prstGeom>
            <a:solidFill>
              <a:schemeClr val="bg1">
                <a:lumMod val="95000"/>
              </a:schemeClr>
            </a:solid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0" i="0" u="none" strike="noStrike" kern="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mn-ea"/>
                <a:sym typeface="+mn-lt"/>
              </a:endParaRPr>
            </a:p>
          </p:txBody>
        </p:sp>
        <p:sp>
          <p:nvSpPr>
            <p:cNvPr id="62" name="TextBox 30"/>
            <p:cNvSpPr txBox="1"/>
            <p:nvPr/>
          </p:nvSpPr>
          <p:spPr>
            <a:xfrm>
              <a:off x="3124200" y="3831751"/>
              <a:ext cx="817418" cy="252889"/>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lang="en-US" sz="1600" kern="0" noProof="0" dirty="0">
                  <a:ln>
                    <a:noFill/>
                  </a:ln>
                  <a:effectLst/>
                  <a:uLnTx/>
                  <a:uFillTx/>
                  <a:latin typeface="思源黑体 CN Medium" panose="020B0600000000000000" charset="-122"/>
                  <a:ea typeface="思源黑体 CN Medium" panose="020B0600000000000000" charset="-122"/>
                  <a:cs typeface="+mn-ea"/>
                  <a:sym typeface="+mn-lt"/>
                </a:rPr>
                <a:t>part03</a:t>
              </a:r>
              <a:endParaRPr kumimoji="0" lang="en-US" sz="1600" b="0" i="0" u="none" strike="noStrike" kern="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mn-ea"/>
                <a:sym typeface="+mn-lt"/>
              </a:endParaRPr>
            </a:p>
          </p:txBody>
        </p:sp>
        <p:sp>
          <p:nvSpPr>
            <p:cNvPr id="63" name="TextBox 31"/>
            <p:cNvSpPr txBox="1"/>
            <p:nvPr/>
          </p:nvSpPr>
          <p:spPr>
            <a:xfrm>
              <a:off x="2819400" y="3562350"/>
              <a:ext cx="685800" cy="252889"/>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0" i="0" u="none" strike="noStrike" kern="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mn-ea"/>
                  <a:sym typeface="+mn-lt"/>
                </a:rPr>
                <a:t>B.</a:t>
              </a:r>
            </a:p>
          </p:txBody>
        </p:sp>
        <p:sp>
          <p:nvSpPr>
            <p:cNvPr id="64" name="Oval 32"/>
            <p:cNvSpPr/>
            <p:nvPr/>
          </p:nvSpPr>
          <p:spPr>
            <a:xfrm>
              <a:off x="990600" y="3409950"/>
              <a:ext cx="1011382" cy="1011382"/>
            </a:xfrm>
            <a:prstGeom prst="ellipse">
              <a:avLst/>
            </a:prstGeom>
            <a:solidFill>
              <a:schemeClr val="bg1">
                <a:lumMod val="95000"/>
              </a:schemeClr>
            </a:solidFill>
            <a:ln w="6350" cap="flat" cmpd="sng" algn="ctr">
              <a:solidFill>
                <a:srgbClr val="26211B"/>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0" i="0" u="none" strike="noStrike" kern="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mn-ea"/>
                <a:sym typeface="+mn-lt"/>
              </a:endParaRPr>
            </a:p>
          </p:txBody>
        </p:sp>
        <p:sp>
          <p:nvSpPr>
            <p:cNvPr id="65" name="TextBox 33"/>
            <p:cNvSpPr txBox="1"/>
            <p:nvPr/>
          </p:nvSpPr>
          <p:spPr>
            <a:xfrm>
              <a:off x="990600" y="3831751"/>
              <a:ext cx="914400" cy="252889"/>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lang="en-US" sz="1600" kern="0" noProof="0" dirty="0">
                  <a:ln>
                    <a:noFill/>
                  </a:ln>
                  <a:effectLst/>
                  <a:uLnTx/>
                  <a:uFillTx/>
                  <a:latin typeface="思源黑体 CN Medium" panose="020B0600000000000000" charset="-122"/>
                  <a:ea typeface="思源黑体 CN Medium" panose="020B0600000000000000" charset="-122"/>
                  <a:cs typeface="+mn-ea"/>
                  <a:sym typeface="+mn-lt"/>
                </a:rPr>
                <a:t>part02</a:t>
              </a:r>
              <a:endParaRPr kumimoji="0" lang="en-US" sz="1600" b="0" i="0" u="none" strike="noStrike" kern="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mn-ea"/>
                <a:sym typeface="+mn-lt"/>
              </a:endParaRPr>
            </a:p>
          </p:txBody>
        </p:sp>
        <p:sp>
          <p:nvSpPr>
            <p:cNvPr id="66" name="Oval 34"/>
            <p:cNvSpPr/>
            <p:nvPr/>
          </p:nvSpPr>
          <p:spPr>
            <a:xfrm>
              <a:off x="2003090" y="1712768"/>
              <a:ext cx="1011382" cy="1011382"/>
            </a:xfrm>
            <a:prstGeom prst="ellipse">
              <a:avLst/>
            </a:prstGeom>
            <a:no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600" b="0" i="0" u="none" strike="noStrike" kern="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mn-ea"/>
                <a:sym typeface="+mn-lt"/>
              </a:endParaRPr>
            </a:p>
          </p:txBody>
        </p:sp>
        <p:sp>
          <p:nvSpPr>
            <p:cNvPr id="67" name="TextBox 35"/>
            <p:cNvSpPr txBox="1"/>
            <p:nvPr/>
          </p:nvSpPr>
          <p:spPr>
            <a:xfrm>
              <a:off x="1975381" y="1984558"/>
              <a:ext cx="1066800" cy="252889"/>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0" i="0" u="none" strike="noStrike" kern="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mn-ea"/>
                  <a:sym typeface="+mn-lt"/>
                </a:rPr>
                <a:t>part01</a:t>
              </a:r>
            </a:p>
          </p:txBody>
        </p:sp>
        <p:sp>
          <p:nvSpPr>
            <p:cNvPr id="68" name="TextBox 36"/>
            <p:cNvSpPr txBox="1"/>
            <p:nvPr/>
          </p:nvSpPr>
          <p:spPr>
            <a:xfrm>
              <a:off x="2165881" y="2441758"/>
              <a:ext cx="685800" cy="252889"/>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0" i="0" u="none" strike="noStrike" kern="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mn-ea"/>
                  <a:sym typeface="+mn-lt"/>
                </a:rPr>
                <a:t>A.</a:t>
              </a:r>
            </a:p>
          </p:txBody>
        </p:sp>
        <p:sp>
          <p:nvSpPr>
            <p:cNvPr id="69" name="TextBox 37"/>
            <p:cNvSpPr txBox="1"/>
            <p:nvPr/>
          </p:nvSpPr>
          <p:spPr>
            <a:xfrm>
              <a:off x="1524000" y="3562350"/>
              <a:ext cx="685800" cy="252889"/>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600" b="0" i="0" u="none" strike="noStrike" kern="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mn-ea"/>
                  <a:sym typeface="+mn-lt"/>
                </a:rPr>
                <a:t>C.</a:t>
              </a:r>
            </a:p>
          </p:txBody>
        </p:sp>
        <p:sp>
          <p:nvSpPr>
            <p:cNvPr id="71" name="Text Placeholder 10"/>
            <p:cNvSpPr txBox="1"/>
            <p:nvPr/>
          </p:nvSpPr>
          <p:spPr>
            <a:xfrm rot="17986601">
              <a:off x="1085325" y="2780547"/>
              <a:ext cx="1360217" cy="30480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2000" kern="1200">
                  <a:solidFill>
                    <a:schemeClr val="bg1"/>
                  </a:solidFill>
                  <a:latin typeface="Futura LT Book" pitchFamily="2" charset="0"/>
                  <a:ea typeface="+mn-ea"/>
                  <a:cs typeface="+mn-cs"/>
                </a:defRPr>
              </a:lvl1pPr>
              <a:lvl2pPr marL="742950" indent="-285750" algn="l" defTabSz="914400" rtl="0" eaLnBrk="1" latinLnBrk="0" hangingPunct="1">
                <a:spcBef>
                  <a:spcPct val="20000"/>
                </a:spcBef>
                <a:buFont typeface="Arial" panose="020B0604020202020204" pitchFamily="34" charset="0"/>
                <a:buChar char="–"/>
                <a:defRPr sz="1800" kern="1200">
                  <a:solidFill>
                    <a:schemeClr val="bg1"/>
                  </a:solidFill>
                  <a:latin typeface="Futura LT Book" pitchFamily="2" charset="0"/>
                  <a:ea typeface="+mn-ea"/>
                  <a:cs typeface="+mn-cs"/>
                </a:defRPr>
              </a:lvl2pPr>
              <a:lvl3pPr marL="1143000" indent="-228600" algn="l" defTabSz="914400" rtl="0" eaLnBrk="1" latinLnBrk="0" hangingPunct="1">
                <a:spcBef>
                  <a:spcPct val="20000"/>
                </a:spcBef>
                <a:buFont typeface="Arial" panose="020B0604020202020204" pitchFamily="34" charset="0"/>
                <a:buChar char="•"/>
                <a:defRPr sz="1600" kern="1200">
                  <a:solidFill>
                    <a:schemeClr val="bg1"/>
                  </a:solidFill>
                  <a:latin typeface="Futura LT Book" pitchFamily="2" charset="0"/>
                  <a:ea typeface="+mn-ea"/>
                  <a:cs typeface="+mn-cs"/>
                </a:defRPr>
              </a:lvl3pPr>
              <a:lvl4pPr marL="1600200" indent="-228600" algn="l" defTabSz="914400" rtl="0" eaLnBrk="1" latinLnBrk="0" hangingPunct="1">
                <a:spcBef>
                  <a:spcPct val="20000"/>
                </a:spcBef>
                <a:buFont typeface="Arial" panose="020B0604020202020204" pitchFamily="34" charset="0"/>
                <a:buChar char="–"/>
                <a:defRPr sz="1400" kern="1200">
                  <a:solidFill>
                    <a:schemeClr val="bg1"/>
                  </a:solidFill>
                  <a:latin typeface="Futura LT Book" pitchFamily="2" charset="0"/>
                  <a:ea typeface="+mn-ea"/>
                  <a:cs typeface="+mn-cs"/>
                </a:defRPr>
              </a:lvl4pPr>
              <a:lvl5pPr marL="2057400" indent="-228600" algn="l" defTabSz="914400" rtl="0" eaLnBrk="1" latinLnBrk="0" hangingPunct="1">
                <a:spcBef>
                  <a:spcPct val="20000"/>
                </a:spcBef>
                <a:buFont typeface="Arial" panose="020B0604020202020204" pitchFamily="34" charset="0"/>
                <a:buChar char="»"/>
                <a:defRPr sz="1400" kern="1200">
                  <a:solidFill>
                    <a:schemeClr val="bg1"/>
                  </a:solidFill>
                  <a:latin typeface="Futura LT Book" pitchFamily="2" charset="0"/>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kumimoji="0" lang="zh-CN" altLang="en-US" sz="16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mn-ea"/>
                <a:sym typeface="+mn-lt"/>
              </a:endParaRPr>
            </a:p>
          </p:txBody>
        </p:sp>
        <p:sp>
          <p:nvSpPr>
            <p:cNvPr id="72" name="Text Placeholder 10"/>
            <p:cNvSpPr txBox="1"/>
            <p:nvPr/>
          </p:nvSpPr>
          <p:spPr>
            <a:xfrm rot="3613399" flipH="1">
              <a:off x="2426645" y="2805293"/>
              <a:ext cx="1570038" cy="30480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2000" kern="1200">
                  <a:solidFill>
                    <a:schemeClr val="bg1"/>
                  </a:solidFill>
                  <a:latin typeface="Futura LT Book" pitchFamily="2" charset="0"/>
                  <a:ea typeface="+mn-ea"/>
                  <a:cs typeface="+mn-cs"/>
                </a:defRPr>
              </a:lvl1pPr>
              <a:lvl2pPr marL="742950" indent="-285750" algn="l" defTabSz="914400" rtl="0" eaLnBrk="1" latinLnBrk="0" hangingPunct="1">
                <a:spcBef>
                  <a:spcPct val="20000"/>
                </a:spcBef>
                <a:buFont typeface="Arial" panose="020B0604020202020204" pitchFamily="34" charset="0"/>
                <a:buChar char="–"/>
                <a:defRPr sz="1800" kern="1200">
                  <a:solidFill>
                    <a:schemeClr val="bg1"/>
                  </a:solidFill>
                  <a:latin typeface="Futura LT Book" pitchFamily="2" charset="0"/>
                  <a:ea typeface="+mn-ea"/>
                  <a:cs typeface="+mn-cs"/>
                </a:defRPr>
              </a:lvl2pPr>
              <a:lvl3pPr marL="1143000" indent="-228600" algn="l" defTabSz="914400" rtl="0" eaLnBrk="1" latinLnBrk="0" hangingPunct="1">
                <a:spcBef>
                  <a:spcPct val="20000"/>
                </a:spcBef>
                <a:buFont typeface="Arial" panose="020B0604020202020204" pitchFamily="34" charset="0"/>
                <a:buChar char="•"/>
                <a:defRPr sz="1600" kern="1200">
                  <a:solidFill>
                    <a:schemeClr val="bg1"/>
                  </a:solidFill>
                  <a:latin typeface="Futura LT Book" pitchFamily="2" charset="0"/>
                  <a:ea typeface="+mn-ea"/>
                  <a:cs typeface="+mn-cs"/>
                </a:defRPr>
              </a:lvl3pPr>
              <a:lvl4pPr marL="1600200" indent="-228600" algn="l" defTabSz="914400" rtl="0" eaLnBrk="1" latinLnBrk="0" hangingPunct="1">
                <a:spcBef>
                  <a:spcPct val="20000"/>
                </a:spcBef>
                <a:buFont typeface="Arial" panose="020B0604020202020204" pitchFamily="34" charset="0"/>
                <a:buChar char="–"/>
                <a:defRPr sz="1400" kern="1200">
                  <a:solidFill>
                    <a:schemeClr val="bg1"/>
                  </a:solidFill>
                  <a:latin typeface="Futura LT Book" pitchFamily="2" charset="0"/>
                  <a:ea typeface="+mn-ea"/>
                  <a:cs typeface="+mn-cs"/>
                </a:defRPr>
              </a:lvl4pPr>
              <a:lvl5pPr marL="2057400" indent="-228600" algn="l" defTabSz="914400" rtl="0" eaLnBrk="1" latinLnBrk="0" hangingPunct="1">
                <a:spcBef>
                  <a:spcPct val="20000"/>
                </a:spcBef>
                <a:buFont typeface="Arial" panose="020B0604020202020204" pitchFamily="34" charset="0"/>
                <a:buChar char="»"/>
                <a:defRPr sz="1400" kern="1200">
                  <a:solidFill>
                    <a:schemeClr val="bg1"/>
                  </a:solidFill>
                  <a:latin typeface="Futura LT Book" pitchFamily="2" charset="0"/>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kumimoji="0" lang="zh-CN" altLang="en-US" sz="16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mn-ea"/>
                <a:sym typeface="+mn-lt"/>
              </a:endParaRPr>
            </a:p>
          </p:txBody>
        </p:sp>
        <p:sp>
          <p:nvSpPr>
            <p:cNvPr id="73" name="Text Placeholder 10"/>
            <p:cNvSpPr txBox="1"/>
            <p:nvPr/>
          </p:nvSpPr>
          <p:spPr>
            <a:xfrm flipH="1">
              <a:off x="1752600" y="4095750"/>
              <a:ext cx="1570038" cy="30480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2000" kern="1200">
                  <a:solidFill>
                    <a:schemeClr val="bg1"/>
                  </a:solidFill>
                  <a:latin typeface="Futura LT Book" pitchFamily="2" charset="0"/>
                  <a:ea typeface="+mn-ea"/>
                  <a:cs typeface="+mn-cs"/>
                </a:defRPr>
              </a:lvl1pPr>
              <a:lvl2pPr marL="742950" indent="-285750" algn="l" defTabSz="914400" rtl="0" eaLnBrk="1" latinLnBrk="0" hangingPunct="1">
                <a:spcBef>
                  <a:spcPct val="20000"/>
                </a:spcBef>
                <a:buFont typeface="Arial" panose="020B0604020202020204" pitchFamily="34" charset="0"/>
                <a:buChar char="–"/>
                <a:defRPr sz="1800" kern="1200">
                  <a:solidFill>
                    <a:schemeClr val="bg1"/>
                  </a:solidFill>
                  <a:latin typeface="Futura LT Book" pitchFamily="2" charset="0"/>
                  <a:ea typeface="+mn-ea"/>
                  <a:cs typeface="+mn-cs"/>
                </a:defRPr>
              </a:lvl2pPr>
              <a:lvl3pPr marL="1143000" indent="-228600" algn="l" defTabSz="914400" rtl="0" eaLnBrk="1" latinLnBrk="0" hangingPunct="1">
                <a:spcBef>
                  <a:spcPct val="20000"/>
                </a:spcBef>
                <a:buFont typeface="Arial" panose="020B0604020202020204" pitchFamily="34" charset="0"/>
                <a:buChar char="•"/>
                <a:defRPr sz="1600" kern="1200">
                  <a:solidFill>
                    <a:schemeClr val="bg1"/>
                  </a:solidFill>
                  <a:latin typeface="Futura LT Book" pitchFamily="2" charset="0"/>
                  <a:ea typeface="+mn-ea"/>
                  <a:cs typeface="+mn-cs"/>
                </a:defRPr>
              </a:lvl3pPr>
              <a:lvl4pPr marL="1600200" indent="-228600" algn="l" defTabSz="914400" rtl="0" eaLnBrk="1" latinLnBrk="0" hangingPunct="1">
                <a:spcBef>
                  <a:spcPct val="20000"/>
                </a:spcBef>
                <a:buFont typeface="Arial" panose="020B0604020202020204" pitchFamily="34" charset="0"/>
                <a:buChar char="–"/>
                <a:defRPr sz="1400" kern="1200">
                  <a:solidFill>
                    <a:schemeClr val="bg1"/>
                  </a:solidFill>
                  <a:latin typeface="Futura LT Book" pitchFamily="2" charset="0"/>
                  <a:ea typeface="+mn-ea"/>
                  <a:cs typeface="+mn-cs"/>
                </a:defRPr>
              </a:lvl4pPr>
              <a:lvl5pPr marL="2057400" indent="-228600" algn="l" defTabSz="914400" rtl="0" eaLnBrk="1" latinLnBrk="0" hangingPunct="1">
                <a:spcBef>
                  <a:spcPct val="20000"/>
                </a:spcBef>
                <a:buFont typeface="Arial" panose="020B0604020202020204" pitchFamily="34" charset="0"/>
                <a:buChar char="»"/>
                <a:defRPr sz="1400" kern="1200">
                  <a:solidFill>
                    <a:schemeClr val="bg1"/>
                  </a:solidFill>
                  <a:latin typeface="Futura LT Book" pitchFamily="2" charset="0"/>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6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mn-ea"/>
                  <a:sym typeface="+mn-lt"/>
                </a:rPr>
                <a:t>添加详细文字</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plus(in)">
                                      <p:cBhvr>
                                        <p:cTn id="7" dur="2000"/>
                                        <p:tgtEl>
                                          <p:spTgt spid="22"/>
                                        </p:tgtEl>
                                      </p:cBhvr>
                                    </p:animEffect>
                                  </p:childTnLst>
                                </p:cTn>
                              </p:par>
                            </p:childTnLst>
                          </p:cTn>
                        </p:par>
                        <p:par>
                          <p:cTn id="8" fill="hold">
                            <p:stCondLst>
                              <p:cond delay="2000"/>
                            </p:stCondLst>
                            <p:childTnLst>
                              <p:par>
                                <p:cTn id="9" presetID="21" presetClass="entr" presetSubtype="1" fill="hold" nodeType="afterEffect">
                                  <p:stCondLst>
                                    <p:cond delay="0"/>
                                  </p:stCondLst>
                                  <p:childTnLst>
                                    <p:set>
                                      <p:cBhvr>
                                        <p:cTn id="10" dur="1" fill="hold">
                                          <p:stCondLst>
                                            <p:cond delay="0"/>
                                          </p:stCondLst>
                                        </p:cTn>
                                        <p:tgtEl>
                                          <p:spTgt spid="55"/>
                                        </p:tgtEl>
                                        <p:attrNameLst>
                                          <p:attrName>style.visibility</p:attrName>
                                        </p:attrNameLst>
                                      </p:cBhvr>
                                      <p:to>
                                        <p:strVal val="visible"/>
                                      </p:to>
                                    </p:set>
                                    <p:animEffect transition="in" filter="wheel(1)">
                                      <p:cBhvr>
                                        <p:cTn id="11" dur="500"/>
                                        <p:tgtEl>
                                          <p:spTgt spid="55"/>
                                        </p:tgtEl>
                                      </p:cBhvr>
                                    </p:animEffect>
                                  </p:childTnLst>
                                </p:cTn>
                              </p:par>
                            </p:childTnLst>
                          </p:cTn>
                        </p:par>
                        <p:par>
                          <p:cTn id="12" fill="hold">
                            <p:stCondLst>
                              <p:cond delay="2500"/>
                            </p:stCondLst>
                            <p:childTnLst>
                              <p:par>
                                <p:cTn id="13" presetID="22" presetClass="entr" presetSubtype="8" fill="hold" nodeType="afterEffect">
                                  <p:stCondLst>
                                    <p:cond delay="0"/>
                                  </p:stCondLst>
                                  <p:childTnLst>
                                    <p:set>
                                      <p:cBhvr>
                                        <p:cTn id="14" dur="1" fill="hold">
                                          <p:stCondLst>
                                            <p:cond delay="0"/>
                                          </p:stCondLst>
                                        </p:cTn>
                                        <p:tgtEl>
                                          <p:spTgt spid="47"/>
                                        </p:tgtEl>
                                        <p:attrNameLst>
                                          <p:attrName>style.visibility</p:attrName>
                                        </p:attrNameLst>
                                      </p:cBhvr>
                                      <p:to>
                                        <p:strVal val="visible"/>
                                      </p:to>
                                    </p:set>
                                    <p:animEffect transition="in" filter="wipe(left)">
                                      <p:cBhvr>
                                        <p:cTn id="15" dur="500"/>
                                        <p:tgtEl>
                                          <p:spTgt spid="47"/>
                                        </p:tgtEl>
                                      </p:cBhvr>
                                    </p:animEffect>
                                  </p:childTnLst>
                                </p:cTn>
                              </p:par>
                            </p:childTnLst>
                          </p:cTn>
                        </p:par>
                        <p:par>
                          <p:cTn id="16" fill="hold">
                            <p:stCondLst>
                              <p:cond delay="3000"/>
                            </p:stCondLst>
                            <p:childTnLst>
                              <p:par>
                                <p:cTn id="17" presetID="14" presetClass="entr" presetSubtype="10" fill="hold" grpId="0" nodeType="afterEffect">
                                  <p:stCondLst>
                                    <p:cond delay="0"/>
                                  </p:stCondLst>
                                  <p:childTnLst>
                                    <p:set>
                                      <p:cBhvr>
                                        <p:cTn id="18" dur="1" fill="hold">
                                          <p:stCondLst>
                                            <p:cond delay="0"/>
                                          </p:stCondLst>
                                        </p:cTn>
                                        <p:tgtEl>
                                          <p:spTgt spid="54"/>
                                        </p:tgtEl>
                                        <p:attrNameLst>
                                          <p:attrName>style.visibility</p:attrName>
                                        </p:attrNameLst>
                                      </p:cBhvr>
                                      <p:to>
                                        <p:strVal val="visible"/>
                                      </p:to>
                                    </p:set>
                                    <p:animEffect transition="in" filter="randombar(horizontal)">
                                      <p:cBhvr>
                                        <p:cTn id="19" dur="500"/>
                                        <p:tgtEl>
                                          <p:spTgt spid="54"/>
                                        </p:tgtEl>
                                      </p:cBhvr>
                                    </p:animEffect>
                                  </p:childTnLst>
                                </p:cTn>
                              </p:par>
                            </p:childTnLst>
                          </p:cTn>
                        </p:par>
                        <p:par>
                          <p:cTn id="20" fill="hold">
                            <p:stCondLst>
                              <p:cond delay="3500"/>
                            </p:stCondLst>
                            <p:childTnLst>
                              <p:par>
                                <p:cTn id="21" presetID="14" presetClass="entr" presetSubtype="5" fill="hold" grpId="0" nodeType="afterEffect">
                                  <p:stCondLst>
                                    <p:cond delay="0"/>
                                  </p:stCondLst>
                                  <p:childTnLst>
                                    <p:set>
                                      <p:cBhvr>
                                        <p:cTn id="22" dur="1" fill="hold">
                                          <p:stCondLst>
                                            <p:cond delay="0"/>
                                          </p:stCondLst>
                                        </p:cTn>
                                        <p:tgtEl>
                                          <p:spTgt spid="43"/>
                                        </p:tgtEl>
                                        <p:attrNameLst>
                                          <p:attrName>style.visibility</p:attrName>
                                        </p:attrNameLst>
                                      </p:cBhvr>
                                      <p:to>
                                        <p:strVal val="visible"/>
                                      </p:to>
                                    </p:set>
                                    <p:animEffect transition="in" filter="randombar(vertical)">
                                      <p:cBhvr>
                                        <p:cTn id="23" dur="500"/>
                                        <p:tgtEl>
                                          <p:spTgt spid="43"/>
                                        </p:tgtEl>
                                      </p:cBhvr>
                                    </p:animEffect>
                                  </p:childTnLst>
                                </p:cTn>
                              </p:par>
                            </p:childTnLst>
                          </p:cTn>
                        </p:par>
                        <p:par>
                          <p:cTn id="24" fill="hold">
                            <p:stCondLst>
                              <p:cond delay="4000"/>
                            </p:stCondLst>
                            <p:childTnLst>
                              <p:par>
                                <p:cTn id="25" presetID="14" presetClass="entr" presetSubtype="10" fill="hold" grpId="0" nodeType="afterEffect">
                                  <p:stCondLst>
                                    <p:cond delay="0"/>
                                  </p:stCondLst>
                                  <p:childTnLst>
                                    <p:set>
                                      <p:cBhvr>
                                        <p:cTn id="26" dur="1" fill="hold">
                                          <p:stCondLst>
                                            <p:cond delay="0"/>
                                          </p:stCondLst>
                                        </p:cTn>
                                        <p:tgtEl>
                                          <p:spTgt spid="45"/>
                                        </p:tgtEl>
                                        <p:attrNameLst>
                                          <p:attrName>style.visibility</p:attrName>
                                        </p:attrNameLst>
                                      </p:cBhvr>
                                      <p:to>
                                        <p:strVal val="visible"/>
                                      </p:to>
                                    </p:set>
                                    <p:animEffect transition="in" filter="randombar(horizontal)">
                                      <p:cBhvr>
                                        <p:cTn id="27" dur="500"/>
                                        <p:tgtEl>
                                          <p:spTgt spid="45"/>
                                        </p:tgtEl>
                                      </p:cBhvr>
                                    </p:animEffect>
                                  </p:childTnLst>
                                </p:cTn>
                              </p:par>
                            </p:childTnLst>
                          </p:cTn>
                        </p:par>
                        <p:par>
                          <p:cTn id="28" fill="hold">
                            <p:stCondLst>
                              <p:cond delay="4500"/>
                            </p:stCondLst>
                            <p:childTnLst>
                              <p:par>
                                <p:cTn id="29" presetID="14" presetClass="entr" presetSubtype="5" fill="hold" grpId="0" nodeType="afterEffect">
                                  <p:stCondLst>
                                    <p:cond delay="0"/>
                                  </p:stCondLst>
                                  <p:childTnLst>
                                    <p:set>
                                      <p:cBhvr>
                                        <p:cTn id="30" dur="1" fill="hold">
                                          <p:stCondLst>
                                            <p:cond delay="0"/>
                                          </p:stCondLst>
                                        </p:cTn>
                                        <p:tgtEl>
                                          <p:spTgt spid="44"/>
                                        </p:tgtEl>
                                        <p:attrNameLst>
                                          <p:attrName>style.visibility</p:attrName>
                                        </p:attrNameLst>
                                      </p:cBhvr>
                                      <p:to>
                                        <p:strVal val="visible"/>
                                      </p:to>
                                    </p:set>
                                    <p:animEffect transition="in" filter="randombar(vertical)">
                                      <p:cBhvr>
                                        <p:cTn id="31" dur="500"/>
                                        <p:tgtEl>
                                          <p:spTgt spid="44"/>
                                        </p:tgtEl>
                                      </p:cBhvr>
                                    </p:animEffect>
                                  </p:childTnLst>
                                </p:cTn>
                              </p:par>
                            </p:childTnLst>
                          </p:cTn>
                        </p:par>
                        <p:par>
                          <p:cTn id="32" fill="hold">
                            <p:stCondLst>
                              <p:cond delay="5000"/>
                            </p:stCondLst>
                            <p:childTnLst>
                              <p:par>
                                <p:cTn id="33" presetID="14" presetClass="entr" presetSubtype="10" fill="hold" grpId="0" nodeType="afterEffect">
                                  <p:stCondLst>
                                    <p:cond delay="0"/>
                                  </p:stCondLst>
                                  <p:childTnLst>
                                    <p:set>
                                      <p:cBhvr>
                                        <p:cTn id="34" dur="1" fill="hold">
                                          <p:stCondLst>
                                            <p:cond delay="0"/>
                                          </p:stCondLst>
                                        </p:cTn>
                                        <p:tgtEl>
                                          <p:spTgt spid="46"/>
                                        </p:tgtEl>
                                        <p:attrNameLst>
                                          <p:attrName>style.visibility</p:attrName>
                                        </p:attrNameLst>
                                      </p:cBhvr>
                                      <p:to>
                                        <p:strVal val="visible"/>
                                      </p:to>
                                    </p:set>
                                    <p:animEffect transition="in" filter="randombar(horizontal)">
                                      <p:cBhvr>
                                        <p:cTn id="35"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bldLvl="0" animBg="1"/>
      <p:bldP spid="44" grpId="0" bldLvl="0" animBg="1"/>
      <p:bldP spid="45" grpId="0"/>
      <p:bldP spid="46" grpId="0"/>
      <p:bldP spid="54"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41" name="TextBox 9">
            <a:extLst>
              <a:ext uri="{FF2B5EF4-FFF2-40B4-BE49-F238E27FC236}">
                <a16:creationId xmlns:a16="http://schemas.microsoft.com/office/drawing/2014/main" id="{D5854D69-92B2-8AED-8142-0CD44902A315}"/>
              </a:ext>
            </a:extLst>
          </p:cNvPr>
          <p:cNvSpPr txBox="1"/>
          <p:nvPr/>
        </p:nvSpPr>
        <p:spPr>
          <a:xfrm>
            <a:off x="200804" y="4669530"/>
            <a:ext cx="1224136" cy="118430"/>
          </a:xfrm>
          <a:prstGeom prst="rect">
            <a:avLst/>
          </a:prstGeom>
          <a:noFill/>
        </p:spPr>
        <p:txBody>
          <a:bodyPr wrap="square" rtlCol="0">
            <a:spAutoFit/>
          </a:bodyPr>
          <a:lstStyle/>
          <a:p>
            <a:pPr marL="0" marR="0" lvl="0" indent="0" defTabSz="914400" eaLnBrk="1" fontAlgn="auto" latinLnBrk="0" hangingPunct="1">
              <a:lnSpc>
                <a:spcPct val="200000"/>
              </a:lnSpc>
              <a:spcBef>
                <a:spcPts val="0"/>
              </a:spcBef>
              <a:spcAft>
                <a:spcPts val="0"/>
              </a:spcAft>
              <a:buClrTx/>
              <a:buSzTx/>
              <a:buFontTx/>
              <a:buNone/>
              <a:tabLst/>
              <a:defRPr/>
            </a:pPr>
            <a:r>
              <a:t>PPT下载 https://www.ppthub.shop/xiazai/</a:t>
            </a:r>
          </a:p>
        </p:txBody>
      </p:sp>
      <p:grpSp>
        <p:nvGrpSpPr>
          <p:cNvPr id="20" name="组合 19"/>
          <p:cNvGrpSpPr/>
          <p:nvPr/>
        </p:nvGrpSpPr>
        <p:grpSpPr>
          <a:xfrm>
            <a:off x="-1445895" y="-2014855"/>
            <a:ext cx="15448915" cy="10516235"/>
            <a:chOff x="-2277" y="-3173"/>
            <a:chExt cx="24329" cy="16561"/>
          </a:xfrm>
        </p:grpSpPr>
        <p:sp>
          <p:nvSpPr>
            <p:cNvPr id="42" name="矩形 41"/>
            <p:cNvSpPr/>
            <p:nvPr/>
          </p:nvSpPr>
          <p:spPr>
            <a:xfrm>
              <a:off x="1" y="0"/>
              <a:ext cx="19230" cy="10812"/>
            </a:xfrm>
            <a:prstGeom prst="rect">
              <a:avLst/>
            </a:prstGeom>
            <a:solidFill>
              <a:srgbClr val="F4F4F4">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flipV="1">
              <a:off x="15059" y="6395"/>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同心圆 3"/>
            <p:cNvSpPr/>
            <p:nvPr/>
          </p:nvSpPr>
          <p:spPr>
            <a:xfrm flipV="1">
              <a:off x="15715" y="639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2277" y="-3173"/>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8" name="组合 77"/>
            <p:cNvGrpSpPr/>
            <p:nvPr/>
          </p:nvGrpSpPr>
          <p:grpSpPr>
            <a:xfrm>
              <a:off x="883" y="260"/>
              <a:ext cx="17435" cy="10209"/>
              <a:chOff x="1038" y="260"/>
              <a:chExt cx="17435" cy="10209"/>
            </a:xfrm>
          </p:grpSpPr>
          <p:sp>
            <p:nvSpPr>
              <p:cNvPr id="144" name="文本框 143"/>
              <p:cNvSpPr txBox="1"/>
              <p:nvPr/>
            </p:nvSpPr>
            <p:spPr>
              <a:xfrm>
                <a:off x="1038" y="10035"/>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sp>
            <p:nvSpPr>
              <p:cNvPr id="77" name="文本框 76"/>
              <p:cNvSpPr txBox="1"/>
              <p:nvPr/>
            </p:nvSpPr>
            <p:spPr>
              <a:xfrm>
                <a:off x="1038" y="260"/>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grpSp>
        <p:sp>
          <p:nvSpPr>
            <p:cNvPr id="2" name="同心圆 1"/>
            <p:cNvSpPr/>
            <p:nvPr/>
          </p:nvSpPr>
          <p:spPr>
            <a:xfrm>
              <a:off x="803" y="123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13451" y="8447"/>
              <a:ext cx="1521" cy="1257"/>
              <a:chOff x="9608895" y="5661744"/>
              <a:chExt cx="966066" cy="798214"/>
            </a:xfrm>
            <a:solidFill>
              <a:srgbClr val="26211B"/>
            </a:solidFill>
          </p:grpSpPr>
          <p:sp>
            <p:nvSpPr>
              <p:cNvPr id="8" name="Freeform: Shape 72"/>
              <p:cNvSpPr/>
              <p:nvPr/>
            </p:nvSpPr>
            <p:spPr>
              <a:xfrm rot="900000">
                <a:off x="10086716" y="5661744"/>
                <a:ext cx="488245" cy="486465"/>
              </a:xfrm>
              <a:custGeom>
                <a:avLst/>
                <a:gdLst>
                  <a:gd name="connsiteX0" fmla="*/ 0 w 1225398"/>
                  <a:gd name="connsiteY0" fmla="*/ 169222 h 1220932"/>
                  <a:gd name="connsiteX1" fmla="*/ 144732 w 1225398"/>
                  <a:gd name="connsiteY1" fmla="*/ 5194 h 1220932"/>
                  <a:gd name="connsiteX2" fmla="*/ 279815 w 1225398"/>
                  <a:gd name="connsiteY2" fmla="*/ 53438 h 1220932"/>
                  <a:gd name="connsiteX3" fmla="*/ 1206101 w 1225398"/>
                  <a:gd name="connsiteY3" fmla="*/ 1124446 h 1220932"/>
                  <a:gd name="connsiteX4" fmla="*/ 1225399 w 1225398"/>
                  <a:gd name="connsiteY4" fmla="*/ 1211284 h 1220932"/>
                  <a:gd name="connsiteX5" fmla="*/ 1138560 w 1225398"/>
                  <a:gd name="connsiteY5" fmla="*/ 1220933 h 1220932"/>
                  <a:gd name="connsiteX6" fmla="*/ 125434 w 1225398"/>
                  <a:gd name="connsiteY6" fmla="*/ 400792 h 1220932"/>
                  <a:gd name="connsiteX7" fmla="*/ 0 w 1225398"/>
                  <a:gd name="connsiteY7" fmla="*/ 169222 h 1220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5398" h="1220932">
                    <a:moveTo>
                      <a:pt x="0" y="169222"/>
                    </a:moveTo>
                    <a:cubicBezTo>
                      <a:pt x="48244" y="111330"/>
                      <a:pt x="86839" y="43789"/>
                      <a:pt x="144732" y="5194"/>
                    </a:cubicBezTo>
                    <a:cubicBezTo>
                      <a:pt x="173679" y="-14103"/>
                      <a:pt x="250869" y="24492"/>
                      <a:pt x="279815" y="53438"/>
                    </a:cubicBezTo>
                    <a:cubicBezTo>
                      <a:pt x="607875" y="391143"/>
                      <a:pt x="955232" y="719200"/>
                      <a:pt x="1206101" y="1124446"/>
                    </a:cubicBezTo>
                    <a:cubicBezTo>
                      <a:pt x="1215750" y="1143743"/>
                      <a:pt x="1215750" y="1182338"/>
                      <a:pt x="1225399" y="1211284"/>
                    </a:cubicBezTo>
                    <a:cubicBezTo>
                      <a:pt x="1196452" y="1211284"/>
                      <a:pt x="1157857" y="1220933"/>
                      <a:pt x="1138560" y="1220933"/>
                    </a:cubicBezTo>
                    <a:cubicBezTo>
                      <a:pt x="685065" y="1095500"/>
                      <a:pt x="366655" y="786741"/>
                      <a:pt x="125434" y="400792"/>
                    </a:cubicBezTo>
                    <a:cubicBezTo>
                      <a:pt x="77190" y="333251"/>
                      <a:pt x="48244" y="256061"/>
                      <a:pt x="0" y="169222"/>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9" name="Freeform: Shape 73"/>
              <p:cNvSpPr/>
              <p:nvPr/>
            </p:nvSpPr>
            <p:spPr>
              <a:xfrm rot="900000">
                <a:off x="9797933" y="6071856"/>
                <a:ext cx="293229" cy="298545"/>
              </a:xfrm>
              <a:custGeom>
                <a:avLst/>
                <a:gdLst>
                  <a:gd name="connsiteX0" fmla="*/ 611818 w 735946"/>
                  <a:gd name="connsiteY0" fmla="*/ 749289 h 749289"/>
                  <a:gd name="connsiteX1" fmla="*/ 457437 w 735946"/>
                  <a:gd name="connsiteY1" fmla="*/ 691397 h 749289"/>
                  <a:gd name="connsiteX2" fmla="*/ 23241 w 735946"/>
                  <a:gd name="connsiteY2" fmla="*/ 247556 h 749289"/>
                  <a:gd name="connsiteX3" fmla="*/ 90782 w 735946"/>
                  <a:gd name="connsiteY3" fmla="*/ 6338 h 749289"/>
                  <a:gd name="connsiteX4" fmla="*/ 196919 w 735946"/>
                  <a:gd name="connsiteY4" fmla="*/ 15987 h 749289"/>
                  <a:gd name="connsiteX5" fmla="*/ 727604 w 735946"/>
                  <a:gd name="connsiteY5" fmla="*/ 604559 h 749289"/>
                  <a:gd name="connsiteX6" fmla="*/ 611818 w 735946"/>
                  <a:gd name="connsiteY6" fmla="*/ 749289 h 74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5946" h="749289">
                    <a:moveTo>
                      <a:pt x="611818" y="749289"/>
                    </a:moveTo>
                    <a:cubicBezTo>
                      <a:pt x="573223" y="739641"/>
                      <a:pt x="515330" y="720343"/>
                      <a:pt x="457437" y="691397"/>
                    </a:cubicBezTo>
                    <a:cubicBezTo>
                      <a:pt x="264461" y="594910"/>
                      <a:pt x="129378" y="440530"/>
                      <a:pt x="23241" y="247556"/>
                    </a:cubicBezTo>
                    <a:cubicBezTo>
                      <a:pt x="-25003" y="160717"/>
                      <a:pt x="3943" y="54581"/>
                      <a:pt x="90782" y="6338"/>
                    </a:cubicBezTo>
                    <a:cubicBezTo>
                      <a:pt x="119729" y="-3311"/>
                      <a:pt x="167973" y="-3311"/>
                      <a:pt x="196919" y="15987"/>
                    </a:cubicBezTo>
                    <a:cubicBezTo>
                      <a:pt x="438140" y="151069"/>
                      <a:pt x="611818" y="353692"/>
                      <a:pt x="727604" y="604559"/>
                    </a:cubicBezTo>
                    <a:cubicBezTo>
                      <a:pt x="756550" y="672100"/>
                      <a:pt x="708306" y="749289"/>
                      <a:pt x="611818" y="749289"/>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0" name="Freeform: Shape 74"/>
              <p:cNvSpPr/>
              <p:nvPr/>
            </p:nvSpPr>
            <p:spPr>
              <a:xfrm rot="900000">
                <a:off x="9985044" y="5926402"/>
                <a:ext cx="291519" cy="279323"/>
              </a:xfrm>
              <a:custGeom>
                <a:avLst/>
                <a:gdLst>
                  <a:gd name="connsiteX0" fmla="*/ 731654 w 731654"/>
                  <a:gd name="connsiteY0" fmla="*/ 701046 h 701045"/>
                  <a:gd name="connsiteX1" fmla="*/ 268511 w 731654"/>
                  <a:gd name="connsiteY1" fmla="*/ 450179 h 701045"/>
                  <a:gd name="connsiteX2" fmla="*/ 7993 w 731654"/>
                  <a:gd name="connsiteY2" fmla="*/ 102825 h 701045"/>
                  <a:gd name="connsiteX3" fmla="*/ 27291 w 731654"/>
                  <a:gd name="connsiteY3" fmla="*/ 6338 h 701045"/>
                  <a:gd name="connsiteX4" fmla="*/ 104481 w 731654"/>
                  <a:gd name="connsiteY4" fmla="*/ 15986 h 701045"/>
                  <a:gd name="connsiteX5" fmla="*/ 413243 w 731654"/>
                  <a:gd name="connsiteY5" fmla="*/ 334394 h 701045"/>
                  <a:gd name="connsiteX6" fmla="*/ 693059 w 731654"/>
                  <a:gd name="connsiteY6" fmla="*/ 643153 h 701045"/>
                  <a:gd name="connsiteX7" fmla="*/ 731654 w 731654"/>
                  <a:gd name="connsiteY7" fmla="*/ 701046 h 701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1654" h="701045">
                    <a:moveTo>
                      <a:pt x="731654" y="701046"/>
                    </a:moveTo>
                    <a:cubicBezTo>
                      <a:pt x="529029" y="691397"/>
                      <a:pt x="384297" y="575612"/>
                      <a:pt x="268511" y="450179"/>
                    </a:cubicBezTo>
                    <a:cubicBezTo>
                      <a:pt x="172023" y="344043"/>
                      <a:pt x="85184" y="228258"/>
                      <a:pt x="7993" y="102825"/>
                    </a:cubicBezTo>
                    <a:cubicBezTo>
                      <a:pt x="-11304" y="83528"/>
                      <a:pt x="7993" y="25635"/>
                      <a:pt x="27291" y="6338"/>
                    </a:cubicBezTo>
                    <a:cubicBezTo>
                      <a:pt x="27291" y="-3311"/>
                      <a:pt x="85184" y="-3311"/>
                      <a:pt x="104481" y="15986"/>
                    </a:cubicBezTo>
                    <a:cubicBezTo>
                      <a:pt x="210618" y="122122"/>
                      <a:pt x="316755" y="228258"/>
                      <a:pt x="413243" y="334394"/>
                    </a:cubicBezTo>
                    <a:cubicBezTo>
                      <a:pt x="509731" y="440530"/>
                      <a:pt x="596571" y="546666"/>
                      <a:pt x="693059" y="643153"/>
                    </a:cubicBezTo>
                    <a:cubicBezTo>
                      <a:pt x="712356" y="652802"/>
                      <a:pt x="722005" y="672100"/>
                      <a:pt x="731654" y="701046"/>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1" name="Freeform: Shape 75"/>
              <p:cNvSpPr/>
              <p:nvPr/>
            </p:nvSpPr>
            <p:spPr>
              <a:xfrm rot="900000">
                <a:off x="9608895" y="6329170"/>
                <a:ext cx="128789" cy="130788"/>
              </a:xfrm>
              <a:custGeom>
                <a:avLst/>
                <a:gdLst>
                  <a:gd name="connsiteX0" fmla="*/ 323235 w 323235"/>
                  <a:gd name="connsiteY0" fmla="*/ 250867 h 328251"/>
                  <a:gd name="connsiteX1" fmla="*/ 217098 w 323235"/>
                  <a:gd name="connsiteY1" fmla="*/ 318408 h 328251"/>
                  <a:gd name="connsiteX2" fmla="*/ 14473 w 323235"/>
                  <a:gd name="connsiteY2" fmla="*/ 164028 h 328251"/>
                  <a:gd name="connsiteX3" fmla="*/ 14473 w 323235"/>
                  <a:gd name="connsiteY3" fmla="*/ 67541 h 328251"/>
                  <a:gd name="connsiteX4" fmla="*/ 110961 w 323235"/>
                  <a:gd name="connsiteY4" fmla="*/ 0 h 328251"/>
                  <a:gd name="connsiteX5" fmla="*/ 323235 w 323235"/>
                  <a:gd name="connsiteY5" fmla="*/ 250867 h 328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3235" h="328251">
                    <a:moveTo>
                      <a:pt x="323235" y="250867"/>
                    </a:moveTo>
                    <a:cubicBezTo>
                      <a:pt x="323235" y="308759"/>
                      <a:pt x="255693" y="347354"/>
                      <a:pt x="217098" y="318408"/>
                    </a:cubicBezTo>
                    <a:cubicBezTo>
                      <a:pt x="149557" y="270164"/>
                      <a:pt x="72366" y="221921"/>
                      <a:pt x="14473" y="164028"/>
                    </a:cubicBezTo>
                    <a:cubicBezTo>
                      <a:pt x="-4824" y="144731"/>
                      <a:pt x="-4824" y="96487"/>
                      <a:pt x="14473" y="67541"/>
                    </a:cubicBezTo>
                    <a:cubicBezTo>
                      <a:pt x="33771" y="38595"/>
                      <a:pt x="82015" y="0"/>
                      <a:pt x="110961" y="0"/>
                    </a:cubicBezTo>
                    <a:cubicBezTo>
                      <a:pt x="168854" y="9649"/>
                      <a:pt x="313586" y="192974"/>
                      <a:pt x="323235" y="250867"/>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grpSp>
        <p:sp>
          <p:nvSpPr>
            <p:cNvPr id="56" name="圆角矩形 55"/>
            <p:cNvSpPr/>
            <p:nvPr/>
          </p:nvSpPr>
          <p:spPr>
            <a:xfrm>
              <a:off x="557" y="685"/>
              <a:ext cx="18087" cy="943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p:cNvGrpSpPr/>
          <p:nvPr/>
        </p:nvGrpSpPr>
        <p:grpSpPr>
          <a:xfrm>
            <a:off x="711835" y="643890"/>
            <a:ext cx="4533265" cy="712470"/>
            <a:chOff x="9628" y="2104"/>
            <a:chExt cx="7139" cy="1122"/>
          </a:xfrm>
        </p:grpSpPr>
        <p:grpSp>
          <p:nvGrpSpPr>
            <p:cNvPr id="26" name="组合 25"/>
            <p:cNvGrpSpPr/>
            <p:nvPr/>
          </p:nvGrpSpPr>
          <p:grpSpPr>
            <a:xfrm>
              <a:off x="9628" y="2104"/>
              <a:ext cx="1123" cy="1123"/>
              <a:chOff x="5384682" y="2168242"/>
              <a:chExt cx="713358" cy="713358"/>
            </a:xfrm>
          </p:grpSpPr>
          <p:sp>
            <p:nvSpPr>
              <p:cNvPr id="33" name="Flowchart: Connector 21"/>
              <p:cNvSpPr/>
              <p:nvPr/>
            </p:nvSpPr>
            <p:spPr>
              <a:xfrm>
                <a:off x="5384682" y="2168242"/>
                <a:ext cx="713358" cy="713358"/>
              </a:xfrm>
              <a:prstGeom prst="flowChartConnector">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bg1"/>
                  </a:solidFill>
                  <a:cs typeface="+mn-ea"/>
                  <a:sym typeface="+mn-lt"/>
                </a:endParaRPr>
              </a:p>
            </p:txBody>
          </p:sp>
          <p:sp>
            <p:nvSpPr>
              <p:cNvPr id="35" name="Shape"/>
              <p:cNvSpPr>
                <a:spLocks noChangeAspect="1"/>
              </p:cNvSpPr>
              <p:nvPr/>
            </p:nvSpPr>
            <p:spPr>
              <a:xfrm>
                <a:off x="5568489" y="2352050"/>
                <a:ext cx="345743" cy="345743"/>
              </a:xfrm>
              <a:custGeom>
                <a:avLst/>
                <a:gdLst>
                  <a:gd name="connsiteX0" fmla="*/ 474017 w 514350"/>
                  <a:gd name="connsiteY0" fmla="*/ 243036 h 514189"/>
                  <a:gd name="connsiteX1" fmla="*/ 474017 w 514350"/>
                  <a:gd name="connsiteY1" fmla="*/ 284209 h 514189"/>
                  <a:gd name="connsiteX2" fmla="*/ 494101 w 514350"/>
                  <a:gd name="connsiteY2" fmla="*/ 304297 h 514189"/>
                  <a:gd name="connsiteX3" fmla="*/ 514185 w 514350"/>
                  <a:gd name="connsiteY3" fmla="*/ 284209 h 514189"/>
                  <a:gd name="connsiteX4" fmla="*/ 514185 w 514350"/>
                  <a:gd name="connsiteY4" fmla="*/ 161727 h 514189"/>
                  <a:gd name="connsiteX5" fmla="*/ 433845 w 514350"/>
                  <a:gd name="connsiteY5" fmla="*/ 81384 h 514189"/>
                  <a:gd name="connsiteX6" fmla="*/ 347404 w 514350"/>
                  <a:gd name="connsiteY6" fmla="*/ 81384 h 514189"/>
                  <a:gd name="connsiteX7" fmla="*/ 347404 w 514350"/>
                  <a:gd name="connsiteY7" fmla="*/ 55198 h 514189"/>
                  <a:gd name="connsiteX8" fmla="*/ 292206 w 514350"/>
                  <a:gd name="connsiteY8" fmla="*/ 0 h 514189"/>
                  <a:gd name="connsiteX9" fmla="*/ 221979 w 514350"/>
                  <a:gd name="connsiteY9" fmla="*/ 0 h 514189"/>
                  <a:gd name="connsiteX10" fmla="*/ 166782 w 514350"/>
                  <a:gd name="connsiteY10" fmla="*/ 55198 h 514189"/>
                  <a:gd name="connsiteX11" fmla="*/ 166782 w 514350"/>
                  <a:gd name="connsiteY11" fmla="*/ 81384 h 514189"/>
                  <a:gd name="connsiteX12" fmla="*/ 80340 w 514350"/>
                  <a:gd name="connsiteY12" fmla="*/ 81384 h 514189"/>
                  <a:gd name="connsiteX13" fmla="*/ 0 w 514350"/>
                  <a:gd name="connsiteY13" fmla="*/ 161723 h 514189"/>
                  <a:gd name="connsiteX14" fmla="*/ 0 w 514350"/>
                  <a:gd name="connsiteY14" fmla="*/ 395718 h 514189"/>
                  <a:gd name="connsiteX15" fmla="*/ 80340 w 514350"/>
                  <a:gd name="connsiteY15" fmla="*/ 476062 h 514189"/>
                  <a:gd name="connsiteX16" fmla="*/ 250064 w 514350"/>
                  <a:gd name="connsiteY16" fmla="*/ 476062 h 514189"/>
                  <a:gd name="connsiteX17" fmla="*/ 270148 w 514350"/>
                  <a:gd name="connsiteY17" fmla="*/ 455974 h 514189"/>
                  <a:gd name="connsiteX18" fmla="*/ 250064 w 514350"/>
                  <a:gd name="connsiteY18" fmla="*/ 435890 h 514189"/>
                  <a:gd name="connsiteX19" fmla="*/ 80340 w 514350"/>
                  <a:gd name="connsiteY19" fmla="*/ 435890 h 514189"/>
                  <a:gd name="connsiteX20" fmla="*/ 40172 w 514350"/>
                  <a:gd name="connsiteY20" fmla="*/ 395718 h 514189"/>
                  <a:gd name="connsiteX21" fmla="*/ 40172 w 514350"/>
                  <a:gd name="connsiteY21" fmla="*/ 243036 h 514189"/>
                  <a:gd name="connsiteX22" fmla="*/ 238013 w 514350"/>
                  <a:gd name="connsiteY22" fmla="*/ 243036 h 514189"/>
                  <a:gd name="connsiteX23" fmla="*/ 238013 w 514350"/>
                  <a:gd name="connsiteY23" fmla="*/ 273201 h 514189"/>
                  <a:gd name="connsiteX24" fmla="*/ 258097 w 514350"/>
                  <a:gd name="connsiteY24" fmla="*/ 293285 h 514189"/>
                  <a:gd name="connsiteX25" fmla="*/ 278181 w 514350"/>
                  <a:gd name="connsiteY25" fmla="*/ 273201 h 514189"/>
                  <a:gd name="connsiteX26" fmla="*/ 278181 w 514350"/>
                  <a:gd name="connsiteY26" fmla="*/ 243036 h 514189"/>
                  <a:gd name="connsiteX27" fmla="*/ 206953 w 514350"/>
                  <a:gd name="connsiteY27" fmla="*/ 55198 h 514189"/>
                  <a:gd name="connsiteX28" fmla="*/ 221979 w 514350"/>
                  <a:gd name="connsiteY28" fmla="*/ 40172 h 514189"/>
                  <a:gd name="connsiteX29" fmla="*/ 292206 w 514350"/>
                  <a:gd name="connsiteY29" fmla="*/ 40172 h 514189"/>
                  <a:gd name="connsiteX30" fmla="*/ 307232 w 514350"/>
                  <a:gd name="connsiteY30" fmla="*/ 55198 h 514189"/>
                  <a:gd name="connsiteX31" fmla="*/ 307232 w 514350"/>
                  <a:gd name="connsiteY31" fmla="*/ 81384 h 514189"/>
                  <a:gd name="connsiteX32" fmla="*/ 206953 w 514350"/>
                  <a:gd name="connsiteY32" fmla="*/ 81384 h 514189"/>
                  <a:gd name="connsiteX33" fmla="*/ 40172 w 514350"/>
                  <a:gd name="connsiteY33" fmla="*/ 161727 h 514189"/>
                  <a:gd name="connsiteX34" fmla="*/ 80340 w 514350"/>
                  <a:gd name="connsiteY34" fmla="*/ 121555 h 514189"/>
                  <a:gd name="connsiteX35" fmla="*/ 433845 w 514350"/>
                  <a:gd name="connsiteY35" fmla="*/ 121555 h 514189"/>
                  <a:gd name="connsiteX36" fmla="*/ 474017 w 514350"/>
                  <a:gd name="connsiteY36" fmla="*/ 161727 h 514189"/>
                  <a:gd name="connsiteX37" fmla="*/ 474017 w 514350"/>
                  <a:gd name="connsiteY37" fmla="*/ 202864 h 514189"/>
                  <a:gd name="connsiteX38" fmla="*/ 40172 w 514350"/>
                  <a:gd name="connsiteY38" fmla="*/ 202864 h 514189"/>
                  <a:gd name="connsiteX39" fmla="*/ 508468 w 514350"/>
                  <a:gd name="connsiteY39" fmla="*/ 479900 h 514189"/>
                  <a:gd name="connsiteX40" fmla="*/ 462198 w 514350"/>
                  <a:gd name="connsiteY40" fmla="*/ 433630 h 514189"/>
                  <a:gd name="connsiteX41" fmla="*/ 476023 w 514350"/>
                  <a:gd name="connsiteY41" fmla="*/ 385641 h 514189"/>
                  <a:gd name="connsiteX42" fmla="*/ 385641 w 514350"/>
                  <a:gd name="connsiteY42" fmla="*/ 295255 h 514189"/>
                  <a:gd name="connsiteX43" fmla="*/ 295255 w 514350"/>
                  <a:gd name="connsiteY43" fmla="*/ 385641 h 514189"/>
                  <a:gd name="connsiteX44" fmla="*/ 385641 w 514350"/>
                  <a:gd name="connsiteY44" fmla="*/ 476026 h 514189"/>
                  <a:gd name="connsiteX45" fmla="*/ 433830 w 514350"/>
                  <a:gd name="connsiteY45" fmla="*/ 462072 h 514189"/>
                  <a:gd name="connsiteX46" fmla="*/ 480061 w 514350"/>
                  <a:gd name="connsiteY46" fmla="*/ 508303 h 514189"/>
                  <a:gd name="connsiteX47" fmla="*/ 494266 w 514350"/>
                  <a:gd name="connsiteY47" fmla="*/ 514189 h 514189"/>
                  <a:gd name="connsiteX48" fmla="*/ 508468 w 514350"/>
                  <a:gd name="connsiteY48" fmla="*/ 508303 h 514189"/>
                  <a:gd name="connsiteX49" fmla="*/ 508468 w 514350"/>
                  <a:gd name="connsiteY49" fmla="*/ 479900 h 514189"/>
                  <a:gd name="connsiteX50" fmla="*/ 335427 w 514350"/>
                  <a:gd name="connsiteY50" fmla="*/ 385641 h 514189"/>
                  <a:gd name="connsiteX51" fmla="*/ 385641 w 514350"/>
                  <a:gd name="connsiteY51" fmla="*/ 335427 h 514189"/>
                  <a:gd name="connsiteX52" fmla="*/ 435855 w 514350"/>
                  <a:gd name="connsiteY52" fmla="*/ 385641 h 514189"/>
                  <a:gd name="connsiteX53" fmla="*/ 385641 w 514350"/>
                  <a:gd name="connsiteY53" fmla="*/ 435855 h 514189"/>
                  <a:gd name="connsiteX54" fmla="*/ 335427 w 514350"/>
                  <a:gd name="connsiteY54" fmla="*/ 385641 h 51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14350" h="514189">
                    <a:moveTo>
                      <a:pt x="474017" y="243036"/>
                    </a:moveTo>
                    <a:lnTo>
                      <a:pt x="474017" y="284209"/>
                    </a:lnTo>
                    <a:cubicBezTo>
                      <a:pt x="474017" y="295302"/>
                      <a:pt x="483008" y="304297"/>
                      <a:pt x="494101" y="304297"/>
                    </a:cubicBezTo>
                    <a:cubicBezTo>
                      <a:pt x="505195" y="304297"/>
                      <a:pt x="514185" y="295302"/>
                      <a:pt x="514185" y="284209"/>
                    </a:cubicBezTo>
                    <a:lnTo>
                      <a:pt x="514185" y="161727"/>
                    </a:lnTo>
                    <a:cubicBezTo>
                      <a:pt x="514185" y="117427"/>
                      <a:pt x="478146" y="81384"/>
                      <a:pt x="433845" y="81384"/>
                    </a:cubicBezTo>
                    <a:lnTo>
                      <a:pt x="347404" y="81384"/>
                    </a:lnTo>
                    <a:lnTo>
                      <a:pt x="347404" y="55198"/>
                    </a:lnTo>
                    <a:cubicBezTo>
                      <a:pt x="347404" y="24762"/>
                      <a:pt x="322642" y="0"/>
                      <a:pt x="292206" y="0"/>
                    </a:cubicBezTo>
                    <a:lnTo>
                      <a:pt x="221979" y="0"/>
                    </a:lnTo>
                    <a:cubicBezTo>
                      <a:pt x="191543" y="0"/>
                      <a:pt x="166782" y="24762"/>
                      <a:pt x="166782" y="55198"/>
                    </a:cubicBezTo>
                    <a:lnTo>
                      <a:pt x="166782" y="81384"/>
                    </a:lnTo>
                    <a:lnTo>
                      <a:pt x="80340" y="81384"/>
                    </a:lnTo>
                    <a:cubicBezTo>
                      <a:pt x="36040" y="81384"/>
                      <a:pt x="0" y="117423"/>
                      <a:pt x="0" y="161723"/>
                    </a:cubicBezTo>
                    <a:lnTo>
                      <a:pt x="0" y="395718"/>
                    </a:lnTo>
                    <a:cubicBezTo>
                      <a:pt x="0" y="440018"/>
                      <a:pt x="36040" y="476062"/>
                      <a:pt x="80340" y="476062"/>
                    </a:cubicBezTo>
                    <a:lnTo>
                      <a:pt x="250064" y="476062"/>
                    </a:lnTo>
                    <a:cubicBezTo>
                      <a:pt x="261158" y="476062"/>
                      <a:pt x="270148" y="467068"/>
                      <a:pt x="270148" y="455974"/>
                    </a:cubicBezTo>
                    <a:cubicBezTo>
                      <a:pt x="270148" y="444884"/>
                      <a:pt x="261158" y="435890"/>
                      <a:pt x="250064" y="435890"/>
                    </a:cubicBezTo>
                    <a:lnTo>
                      <a:pt x="80340" y="435890"/>
                    </a:lnTo>
                    <a:cubicBezTo>
                      <a:pt x="58192" y="435890"/>
                      <a:pt x="40172" y="417870"/>
                      <a:pt x="40172" y="395718"/>
                    </a:cubicBezTo>
                    <a:lnTo>
                      <a:pt x="40172" y="243036"/>
                    </a:lnTo>
                    <a:lnTo>
                      <a:pt x="238013" y="243036"/>
                    </a:lnTo>
                    <a:lnTo>
                      <a:pt x="238013" y="273201"/>
                    </a:lnTo>
                    <a:cubicBezTo>
                      <a:pt x="238013" y="284291"/>
                      <a:pt x="247004" y="293285"/>
                      <a:pt x="258097" y="293285"/>
                    </a:cubicBezTo>
                    <a:cubicBezTo>
                      <a:pt x="269191" y="293285"/>
                      <a:pt x="278181" y="284291"/>
                      <a:pt x="278181" y="273201"/>
                    </a:cubicBezTo>
                    <a:lnTo>
                      <a:pt x="278181" y="243036"/>
                    </a:lnTo>
                    <a:close/>
                    <a:moveTo>
                      <a:pt x="206953" y="55198"/>
                    </a:moveTo>
                    <a:cubicBezTo>
                      <a:pt x="206953" y="46914"/>
                      <a:pt x="213695" y="40172"/>
                      <a:pt x="221979" y="40172"/>
                    </a:cubicBezTo>
                    <a:lnTo>
                      <a:pt x="292206" y="40172"/>
                    </a:lnTo>
                    <a:cubicBezTo>
                      <a:pt x="300490" y="40172"/>
                      <a:pt x="307232" y="46910"/>
                      <a:pt x="307232" y="55198"/>
                    </a:cubicBezTo>
                    <a:lnTo>
                      <a:pt x="307232" y="81384"/>
                    </a:lnTo>
                    <a:lnTo>
                      <a:pt x="206953" y="81384"/>
                    </a:lnTo>
                    <a:close/>
                    <a:moveTo>
                      <a:pt x="40172" y="161727"/>
                    </a:moveTo>
                    <a:cubicBezTo>
                      <a:pt x="40172" y="139575"/>
                      <a:pt x="58192" y="121555"/>
                      <a:pt x="80340" y="121555"/>
                    </a:cubicBezTo>
                    <a:lnTo>
                      <a:pt x="433845" y="121555"/>
                    </a:lnTo>
                    <a:cubicBezTo>
                      <a:pt x="455994" y="121555"/>
                      <a:pt x="474017" y="139575"/>
                      <a:pt x="474017" y="161727"/>
                    </a:cubicBezTo>
                    <a:lnTo>
                      <a:pt x="474017" y="202864"/>
                    </a:lnTo>
                    <a:lnTo>
                      <a:pt x="40172" y="202864"/>
                    </a:lnTo>
                    <a:close/>
                    <a:moveTo>
                      <a:pt x="508468" y="479900"/>
                    </a:moveTo>
                    <a:lnTo>
                      <a:pt x="462198" y="433630"/>
                    </a:lnTo>
                    <a:cubicBezTo>
                      <a:pt x="470953" y="419715"/>
                      <a:pt x="476023" y="403260"/>
                      <a:pt x="476023" y="385641"/>
                    </a:cubicBezTo>
                    <a:cubicBezTo>
                      <a:pt x="476023" y="335804"/>
                      <a:pt x="435478" y="295255"/>
                      <a:pt x="385641" y="295255"/>
                    </a:cubicBezTo>
                    <a:cubicBezTo>
                      <a:pt x="335804" y="295255"/>
                      <a:pt x="295255" y="335804"/>
                      <a:pt x="295255" y="385641"/>
                    </a:cubicBezTo>
                    <a:cubicBezTo>
                      <a:pt x="295255" y="435478"/>
                      <a:pt x="335804" y="476026"/>
                      <a:pt x="385641" y="476026"/>
                    </a:cubicBezTo>
                    <a:cubicBezTo>
                      <a:pt x="403343" y="476026"/>
                      <a:pt x="419871" y="470905"/>
                      <a:pt x="433830" y="462072"/>
                    </a:cubicBezTo>
                    <a:lnTo>
                      <a:pt x="480061" y="508303"/>
                    </a:lnTo>
                    <a:cubicBezTo>
                      <a:pt x="483985" y="512227"/>
                      <a:pt x="489125" y="514189"/>
                      <a:pt x="494266" y="514189"/>
                    </a:cubicBezTo>
                    <a:cubicBezTo>
                      <a:pt x="499407" y="514189"/>
                      <a:pt x="504543" y="512227"/>
                      <a:pt x="508468" y="508303"/>
                    </a:cubicBezTo>
                    <a:cubicBezTo>
                      <a:pt x="516312" y="500458"/>
                      <a:pt x="516312" y="487744"/>
                      <a:pt x="508468" y="479900"/>
                    </a:cubicBezTo>
                    <a:close/>
                    <a:moveTo>
                      <a:pt x="335427" y="385641"/>
                    </a:moveTo>
                    <a:cubicBezTo>
                      <a:pt x="335427" y="357952"/>
                      <a:pt x="357952" y="335427"/>
                      <a:pt x="385641" y="335427"/>
                    </a:cubicBezTo>
                    <a:cubicBezTo>
                      <a:pt x="413326" y="335427"/>
                      <a:pt x="435855" y="357952"/>
                      <a:pt x="435855" y="385641"/>
                    </a:cubicBezTo>
                    <a:cubicBezTo>
                      <a:pt x="435855" y="413330"/>
                      <a:pt x="413326" y="435855"/>
                      <a:pt x="385641" y="435855"/>
                    </a:cubicBezTo>
                    <a:cubicBezTo>
                      <a:pt x="357952" y="435855"/>
                      <a:pt x="335427" y="413326"/>
                      <a:pt x="335427" y="385641"/>
                    </a:cubicBezTo>
                    <a:close/>
                  </a:path>
                </a:pathLst>
              </a:custGeom>
              <a:solidFill>
                <a:schemeClr val="bg1"/>
              </a:solidFill>
              <a:ln w="1005" cap="flat">
                <a:noFill/>
                <a:prstDash val="solid"/>
                <a:miter/>
              </a:ln>
            </p:spPr>
            <p:txBody>
              <a:bodyPr rtlCol="0" anchor="ctr"/>
              <a:lstStyle/>
              <a:p>
                <a:endParaRPr lang="en-US">
                  <a:cs typeface="+mn-ea"/>
                  <a:sym typeface="+mn-lt"/>
                </a:endParaRPr>
              </a:p>
            </p:txBody>
          </p:sp>
        </p:grpSp>
        <p:grpSp>
          <p:nvGrpSpPr>
            <p:cNvPr id="36" name="组合 35"/>
            <p:cNvGrpSpPr/>
            <p:nvPr/>
          </p:nvGrpSpPr>
          <p:grpSpPr>
            <a:xfrm>
              <a:off x="10835" y="2104"/>
              <a:ext cx="5932" cy="1065"/>
              <a:chOff x="11126" y="1970"/>
              <a:chExt cx="5932" cy="1065"/>
            </a:xfrm>
          </p:grpSpPr>
          <p:sp>
            <p:nvSpPr>
              <p:cNvPr id="37" name="圆角矩形 36"/>
              <p:cNvSpPr/>
              <p:nvPr/>
            </p:nvSpPr>
            <p:spPr>
              <a:xfrm>
                <a:off x="11126" y="1970"/>
                <a:ext cx="2570" cy="866"/>
              </a:xfrm>
              <a:prstGeom prst="roundRect">
                <a:avLst>
                  <a:gd name="adj" fmla="val 0"/>
                </a:avLst>
              </a:prstGeom>
              <a:noFill/>
              <a:ln>
                <a:no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rPr>
                  <a:t>年度重点工作</a:t>
                </a:r>
              </a:p>
            </p:txBody>
          </p:sp>
          <p:sp>
            <p:nvSpPr>
              <p:cNvPr id="38" name="文本框 37"/>
              <p:cNvSpPr txBox="1"/>
              <p:nvPr/>
            </p:nvSpPr>
            <p:spPr>
              <a:xfrm>
                <a:off x="11126" y="2601"/>
                <a:ext cx="5932" cy="434"/>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noProof="0" dirty="0">
                    <a:ln>
                      <a:noFill/>
                    </a:ln>
                    <a:solidFill>
                      <a:schemeClr val="tx1"/>
                    </a:solidFill>
                    <a:effectLst/>
                    <a:uLnTx/>
                    <a:uFillTx/>
                    <a:latin typeface="思源黑体 Light" panose="020B0300000000000000" charset="-122"/>
                    <a:ea typeface="思源黑体 Light" panose="020B0300000000000000" charset="-122"/>
                    <a:sym typeface="+mn-ea"/>
                  </a:rPr>
                  <a:t>Click here to change your need text or word</a:t>
                </a:r>
              </a:p>
            </p:txBody>
          </p:sp>
        </p:grpSp>
      </p:grpSp>
      <p:grpSp>
        <p:nvGrpSpPr>
          <p:cNvPr id="16" name="Group 28"/>
          <p:cNvGrpSpPr/>
          <p:nvPr/>
        </p:nvGrpSpPr>
        <p:grpSpPr>
          <a:xfrm>
            <a:off x="1298456" y="1659448"/>
            <a:ext cx="9661347" cy="2758174"/>
            <a:chOff x="1265326" y="2022530"/>
            <a:chExt cx="9661347" cy="2758174"/>
          </a:xfrm>
          <a:effectLst/>
        </p:grpSpPr>
        <p:sp>
          <p:nvSpPr>
            <p:cNvPr id="17" name="Freeform 582"/>
            <p:cNvSpPr/>
            <p:nvPr/>
          </p:nvSpPr>
          <p:spPr bwMode="auto">
            <a:xfrm>
              <a:off x="8060119" y="3400511"/>
              <a:ext cx="2760385" cy="1380193"/>
            </a:xfrm>
            <a:custGeom>
              <a:avLst/>
              <a:gdLst/>
              <a:ahLst/>
              <a:cxnLst>
                <a:cxn ang="0">
                  <a:pos x="0" y="0"/>
                </a:cxn>
                <a:cxn ang="0">
                  <a:pos x="222" y="0"/>
                </a:cxn>
                <a:cxn ang="0">
                  <a:pos x="227" y="59"/>
                </a:cxn>
                <a:cxn ang="0">
                  <a:pos x="239" y="116"/>
                </a:cxn>
                <a:cxn ang="0">
                  <a:pos x="260" y="169"/>
                </a:cxn>
                <a:cxn ang="0">
                  <a:pos x="288" y="218"/>
                </a:cxn>
                <a:cxn ang="0">
                  <a:pos x="321" y="264"/>
                </a:cxn>
                <a:cxn ang="0">
                  <a:pos x="360" y="303"/>
                </a:cxn>
                <a:cxn ang="0">
                  <a:pos x="406" y="336"/>
                </a:cxn>
                <a:cxn ang="0">
                  <a:pos x="455" y="363"/>
                </a:cxn>
                <a:cxn ang="0">
                  <a:pos x="507" y="385"/>
                </a:cxn>
                <a:cxn ang="0">
                  <a:pos x="564" y="396"/>
                </a:cxn>
                <a:cxn ang="0">
                  <a:pos x="623" y="401"/>
                </a:cxn>
                <a:cxn ang="0">
                  <a:pos x="682" y="396"/>
                </a:cxn>
                <a:cxn ang="0">
                  <a:pos x="739" y="385"/>
                </a:cxn>
                <a:cxn ang="0">
                  <a:pos x="793" y="363"/>
                </a:cxn>
                <a:cxn ang="0">
                  <a:pos x="842" y="336"/>
                </a:cxn>
                <a:cxn ang="0">
                  <a:pos x="887" y="303"/>
                </a:cxn>
                <a:cxn ang="0">
                  <a:pos x="926" y="264"/>
                </a:cxn>
                <a:cxn ang="0">
                  <a:pos x="960" y="218"/>
                </a:cxn>
                <a:cxn ang="0">
                  <a:pos x="986" y="169"/>
                </a:cxn>
                <a:cxn ang="0">
                  <a:pos x="1008" y="116"/>
                </a:cxn>
                <a:cxn ang="0">
                  <a:pos x="1019" y="59"/>
                </a:cxn>
                <a:cxn ang="0">
                  <a:pos x="1024" y="0"/>
                </a:cxn>
                <a:cxn ang="0">
                  <a:pos x="1248" y="0"/>
                </a:cxn>
                <a:cxn ang="0">
                  <a:pos x="1243" y="79"/>
                </a:cxn>
                <a:cxn ang="0">
                  <a:pos x="1228" y="154"/>
                </a:cxn>
                <a:cxn ang="0">
                  <a:pos x="1206" y="226"/>
                </a:cxn>
                <a:cxn ang="0">
                  <a:pos x="1175" y="293"/>
                </a:cxn>
                <a:cxn ang="0">
                  <a:pos x="1137" y="357"/>
                </a:cxn>
                <a:cxn ang="0">
                  <a:pos x="1091" y="414"/>
                </a:cxn>
                <a:cxn ang="0">
                  <a:pos x="1039" y="466"/>
                </a:cxn>
                <a:cxn ang="0">
                  <a:pos x="980" y="512"/>
                </a:cxn>
                <a:cxn ang="0">
                  <a:pos x="918" y="550"/>
                </a:cxn>
                <a:cxn ang="0">
                  <a:pos x="849" y="581"/>
                </a:cxn>
                <a:cxn ang="0">
                  <a:pos x="777" y="604"/>
                </a:cxn>
                <a:cxn ang="0">
                  <a:pos x="702" y="619"/>
                </a:cxn>
                <a:cxn ang="0">
                  <a:pos x="623" y="624"/>
                </a:cxn>
                <a:cxn ang="0">
                  <a:pos x="545" y="619"/>
                </a:cxn>
                <a:cxn ang="0">
                  <a:pos x="469" y="604"/>
                </a:cxn>
                <a:cxn ang="0">
                  <a:pos x="398" y="581"/>
                </a:cxn>
                <a:cxn ang="0">
                  <a:pos x="330" y="550"/>
                </a:cxn>
                <a:cxn ang="0">
                  <a:pos x="268" y="512"/>
                </a:cxn>
                <a:cxn ang="0">
                  <a:pos x="209" y="466"/>
                </a:cxn>
                <a:cxn ang="0">
                  <a:pos x="157" y="414"/>
                </a:cxn>
                <a:cxn ang="0">
                  <a:pos x="111" y="357"/>
                </a:cxn>
                <a:cxn ang="0">
                  <a:pos x="74" y="293"/>
                </a:cxn>
                <a:cxn ang="0">
                  <a:pos x="43" y="226"/>
                </a:cxn>
                <a:cxn ang="0">
                  <a:pos x="20" y="154"/>
                </a:cxn>
                <a:cxn ang="0">
                  <a:pos x="5" y="79"/>
                </a:cxn>
                <a:cxn ang="0">
                  <a:pos x="0" y="0"/>
                </a:cxn>
              </a:cxnLst>
              <a:rect l="0" t="0" r="r" b="b"/>
              <a:pathLst>
                <a:path w="1248" h="624">
                  <a:moveTo>
                    <a:pt x="0" y="0"/>
                  </a:moveTo>
                  <a:lnTo>
                    <a:pt x="222" y="0"/>
                  </a:lnTo>
                  <a:lnTo>
                    <a:pt x="227" y="59"/>
                  </a:lnTo>
                  <a:lnTo>
                    <a:pt x="239" y="116"/>
                  </a:lnTo>
                  <a:lnTo>
                    <a:pt x="260" y="169"/>
                  </a:lnTo>
                  <a:lnTo>
                    <a:pt x="288" y="218"/>
                  </a:lnTo>
                  <a:lnTo>
                    <a:pt x="321" y="264"/>
                  </a:lnTo>
                  <a:lnTo>
                    <a:pt x="360" y="303"/>
                  </a:lnTo>
                  <a:lnTo>
                    <a:pt x="406" y="336"/>
                  </a:lnTo>
                  <a:lnTo>
                    <a:pt x="455" y="363"/>
                  </a:lnTo>
                  <a:lnTo>
                    <a:pt x="507" y="385"/>
                  </a:lnTo>
                  <a:lnTo>
                    <a:pt x="564" y="396"/>
                  </a:lnTo>
                  <a:lnTo>
                    <a:pt x="623" y="401"/>
                  </a:lnTo>
                  <a:lnTo>
                    <a:pt x="682" y="396"/>
                  </a:lnTo>
                  <a:lnTo>
                    <a:pt x="739" y="385"/>
                  </a:lnTo>
                  <a:lnTo>
                    <a:pt x="793" y="363"/>
                  </a:lnTo>
                  <a:lnTo>
                    <a:pt x="842" y="336"/>
                  </a:lnTo>
                  <a:lnTo>
                    <a:pt x="887" y="303"/>
                  </a:lnTo>
                  <a:lnTo>
                    <a:pt x="926" y="264"/>
                  </a:lnTo>
                  <a:lnTo>
                    <a:pt x="960" y="218"/>
                  </a:lnTo>
                  <a:lnTo>
                    <a:pt x="986" y="169"/>
                  </a:lnTo>
                  <a:lnTo>
                    <a:pt x="1008" y="116"/>
                  </a:lnTo>
                  <a:lnTo>
                    <a:pt x="1019" y="59"/>
                  </a:lnTo>
                  <a:lnTo>
                    <a:pt x="1024" y="0"/>
                  </a:lnTo>
                  <a:lnTo>
                    <a:pt x="1248" y="0"/>
                  </a:lnTo>
                  <a:lnTo>
                    <a:pt x="1243" y="79"/>
                  </a:lnTo>
                  <a:lnTo>
                    <a:pt x="1228" y="154"/>
                  </a:lnTo>
                  <a:lnTo>
                    <a:pt x="1206" y="226"/>
                  </a:lnTo>
                  <a:lnTo>
                    <a:pt x="1175" y="293"/>
                  </a:lnTo>
                  <a:lnTo>
                    <a:pt x="1137" y="357"/>
                  </a:lnTo>
                  <a:lnTo>
                    <a:pt x="1091" y="414"/>
                  </a:lnTo>
                  <a:lnTo>
                    <a:pt x="1039" y="466"/>
                  </a:lnTo>
                  <a:lnTo>
                    <a:pt x="980" y="512"/>
                  </a:lnTo>
                  <a:lnTo>
                    <a:pt x="918" y="550"/>
                  </a:lnTo>
                  <a:lnTo>
                    <a:pt x="849" y="581"/>
                  </a:lnTo>
                  <a:lnTo>
                    <a:pt x="777" y="604"/>
                  </a:lnTo>
                  <a:lnTo>
                    <a:pt x="702" y="619"/>
                  </a:lnTo>
                  <a:lnTo>
                    <a:pt x="623" y="624"/>
                  </a:lnTo>
                  <a:lnTo>
                    <a:pt x="545" y="619"/>
                  </a:lnTo>
                  <a:lnTo>
                    <a:pt x="469" y="604"/>
                  </a:lnTo>
                  <a:lnTo>
                    <a:pt x="398" y="581"/>
                  </a:lnTo>
                  <a:lnTo>
                    <a:pt x="330" y="550"/>
                  </a:lnTo>
                  <a:lnTo>
                    <a:pt x="268" y="512"/>
                  </a:lnTo>
                  <a:lnTo>
                    <a:pt x="209" y="466"/>
                  </a:lnTo>
                  <a:lnTo>
                    <a:pt x="157" y="414"/>
                  </a:lnTo>
                  <a:lnTo>
                    <a:pt x="111" y="357"/>
                  </a:lnTo>
                  <a:lnTo>
                    <a:pt x="74" y="293"/>
                  </a:lnTo>
                  <a:lnTo>
                    <a:pt x="43" y="226"/>
                  </a:lnTo>
                  <a:lnTo>
                    <a:pt x="20" y="154"/>
                  </a:lnTo>
                  <a:lnTo>
                    <a:pt x="5" y="79"/>
                  </a:lnTo>
                  <a:lnTo>
                    <a:pt x="0" y="0"/>
                  </a:lnTo>
                  <a:close/>
                </a:path>
              </a:pathLst>
            </a:custGeom>
            <a:solidFill>
              <a:srgbClr val="26211B"/>
            </a:solid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200" b="0" i="0" u="none" strike="noStrike" kern="0" cap="none" spc="0" normalizeH="0" baseline="0" noProof="0">
                <a:ln>
                  <a:noFill/>
                </a:ln>
                <a:solidFill>
                  <a:schemeClr val="tx1"/>
                </a:solidFill>
                <a:effectLst/>
                <a:uLnTx/>
                <a:uFillTx/>
                <a:latin typeface="思源黑体 Light" panose="020B0300000000000000" charset="-122"/>
                <a:ea typeface="思源黑体 Light" panose="020B0300000000000000" charset="-122"/>
                <a:cs typeface="+mn-ea"/>
                <a:sym typeface="+mn-lt"/>
              </a:endParaRPr>
            </a:p>
          </p:txBody>
        </p:sp>
        <p:sp>
          <p:nvSpPr>
            <p:cNvPr id="18" name="Freeform 584"/>
            <p:cNvSpPr/>
            <p:nvPr/>
          </p:nvSpPr>
          <p:spPr bwMode="auto">
            <a:xfrm>
              <a:off x="5795188" y="2022530"/>
              <a:ext cx="2755961" cy="1377981"/>
            </a:xfrm>
            <a:custGeom>
              <a:avLst/>
              <a:gdLst/>
              <a:ahLst/>
              <a:cxnLst>
                <a:cxn ang="0">
                  <a:pos x="623" y="0"/>
                </a:cxn>
                <a:cxn ang="0">
                  <a:pos x="702" y="5"/>
                </a:cxn>
                <a:cxn ang="0">
                  <a:pos x="777" y="19"/>
                </a:cxn>
                <a:cxn ang="0">
                  <a:pos x="849" y="42"/>
                </a:cxn>
                <a:cxn ang="0">
                  <a:pos x="916" y="73"/>
                </a:cxn>
                <a:cxn ang="0">
                  <a:pos x="980" y="111"/>
                </a:cxn>
                <a:cxn ang="0">
                  <a:pos x="1037" y="157"/>
                </a:cxn>
                <a:cxn ang="0">
                  <a:pos x="1089" y="209"/>
                </a:cxn>
                <a:cxn ang="0">
                  <a:pos x="1135" y="268"/>
                </a:cxn>
                <a:cxn ang="0">
                  <a:pos x="1173" y="330"/>
                </a:cxn>
                <a:cxn ang="0">
                  <a:pos x="1204" y="397"/>
                </a:cxn>
                <a:cxn ang="0">
                  <a:pos x="1227" y="469"/>
                </a:cxn>
                <a:cxn ang="0">
                  <a:pos x="1242" y="545"/>
                </a:cxn>
                <a:cxn ang="0">
                  <a:pos x="1246" y="623"/>
                </a:cxn>
                <a:cxn ang="0">
                  <a:pos x="1024" y="623"/>
                </a:cxn>
                <a:cxn ang="0">
                  <a:pos x="1019" y="564"/>
                </a:cxn>
                <a:cxn ang="0">
                  <a:pos x="1008" y="507"/>
                </a:cxn>
                <a:cxn ang="0">
                  <a:pos x="986" y="455"/>
                </a:cxn>
                <a:cxn ang="0">
                  <a:pos x="959" y="405"/>
                </a:cxn>
                <a:cxn ang="0">
                  <a:pos x="926" y="360"/>
                </a:cxn>
                <a:cxn ang="0">
                  <a:pos x="887" y="320"/>
                </a:cxn>
                <a:cxn ang="0">
                  <a:pos x="841" y="288"/>
                </a:cxn>
                <a:cxn ang="0">
                  <a:pos x="792" y="260"/>
                </a:cxn>
                <a:cxn ang="0">
                  <a:pos x="739" y="239"/>
                </a:cxn>
                <a:cxn ang="0">
                  <a:pos x="682" y="227"/>
                </a:cxn>
                <a:cxn ang="0">
                  <a:pos x="623" y="222"/>
                </a:cxn>
                <a:cxn ang="0">
                  <a:pos x="564" y="227"/>
                </a:cxn>
                <a:cxn ang="0">
                  <a:pos x="507" y="239"/>
                </a:cxn>
                <a:cxn ang="0">
                  <a:pos x="455" y="260"/>
                </a:cxn>
                <a:cxn ang="0">
                  <a:pos x="406" y="288"/>
                </a:cxn>
                <a:cxn ang="0">
                  <a:pos x="360" y="320"/>
                </a:cxn>
                <a:cxn ang="0">
                  <a:pos x="321" y="360"/>
                </a:cxn>
                <a:cxn ang="0">
                  <a:pos x="288" y="405"/>
                </a:cxn>
                <a:cxn ang="0">
                  <a:pos x="260" y="455"/>
                </a:cxn>
                <a:cxn ang="0">
                  <a:pos x="239" y="507"/>
                </a:cxn>
                <a:cxn ang="0">
                  <a:pos x="227" y="564"/>
                </a:cxn>
                <a:cxn ang="0">
                  <a:pos x="223" y="623"/>
                </a:cxn>
                <a:cxn ang="0">
                  <a:pos x="0" y="623"/>
                </a:cxn>
                <a:cxn ang="0">
                  <a:pos x="5" y="545"/>
                </a:cxn>
                <a:cxn ang="0">
                  <a:pos x="20" y="469"/>
                </a:cxn>
                <a:cxn ang="0">
                  <a:pos x="43" y="397"/>
                </a:cxn>
                <a:cxn ang="0">
                  <a:pos x="74" y="330"/>
                </a:cxn>
                <a:cxn ang="0">
                  <a:pos x="111" y="268"/>
                </a:cxn>
                <a:cxn ang="0">
                  <a:pos x="157" y="209"/>
                </a:cxn>
                <a:cxn ang="0">
                  <a:pos x="209" y="157"/>
                </a:cxn>
                <a:cxn ang="0">
                  <a:pos x="268" y="111"/>
                </a:cxn>
                <a:cxn ang="0">
                  <a:pos x="330" y="73"/>
                </a:cxn>
                <a:cxn ang="0">
                  <a:pos x="398" y="42"/>
                </a:cxn>
                <a:cxn ang="0">
                  <a:pos x="470" y="19"/>
                </a:cxn>
                <a:cxn ang="0">
                  <a:pos x="545" y="5"/>
                </a:cxn>
                <a:cxn ang="0">
                  <a:pos x="623" y="0"/>
                </a:cxn>
              </a:cxnLst>
              <a:rect l="0" t="0" r="r" b="b"/>
              <a:pathLst>
                <a:path w="1246" h="623">
                  <a:moveTo>
                    <a:pt x="623" y="0"/>
                  </a:moveTo>
                  <a:lnTo>
                    <a:pt x="702" y="5"/>
                  </a:lnTo>
                  <a:lnTo>
                    <a:pt x="777" y="19"/>
                  </a:lnTo>
                  <a:lnTo>
                    <a:pt x="849" y="42"/>
                  </a:lnTo>
                  <a:lnTo>
                    <a:pt x="916" y="73"/>
                  </a:lnTo>
                  <a:lnTo>
                    <a:pt x="980" y="111"/>
                  </a:lnTo>
                  <a:lnTo>
                    <a:pt x="1037" y="157"/>
                  </a:lnTo>
                  <a:lnTo>
                    <a:pt x="1089" y="209"/>
                  </a:lnTo>
                  <a:lnTo>
                    <a:pt x="1135" y="268"/>
                  </a:lnTo>
                  <a:lnTo>
                    <a:pt x="1173" y="330"/>
                  </a:lnTo>
                  <a:lnTo>
                    <a:pt x="1204" y="397"/>
                  </a:lnTo>
                  <a:lnTo>
                    <a:pt x="1227" y="469"/>
                  </a:lnTo>
                  <a:lnTo>
                    <a:pt x="1242" y="545"/>
                  </a:lnTo>
                  <a:lnTo>
                    <a:pt x="1246" y="623"/>
                  </a:lnTo>
                  <a:lnTo>
                    <a:pt x="1024" y="623"/>
                  </a:lnTo>
                  <a:lnTo>
                    <a:pt x="1019" y="564"/>
                  </a:lnTo>
                  <a:lnTo>
                    <a:pt x="1008" y="507"/>
                  </a:lnTo>
                  <a:lnTo>
                    <a:pt x="986" y="455"/>
                  </a:lnTo>
                  <a:lnTo>
                    <a:pt x="959" y="405"/>
                  </a:lnTo>
                  <a:lnTo>
                    <a:pt x="926" y="360"/>
                  </a:lnTo>
                  <a:lnTo>
                    <a:pt x="887" y="320"/>
                  </a:lnTo>
                  <a:lnTo>
                    <a:pt x="841" y="288"/>
                  </a:lnTo>
                  <a:lnTo>
                    <a:pt x="792" y="260"/>
                  </a:lnTo>
                  <a:lnTo>
                    <a:pt x="739" y="239"/>
                  </a:lnTo>
                  <a:lnTo>
                    <a:pt x="682" y="227"/>
                  </a:lnTo>
                  <a:lnTo>
                    <a:pt x="623" y="222"/>
                  </a:lnTo>
                  <a:lnTo>
                    <a:pt x="564" y="227"/>
                  </a:lnTo>
                  <a:lnTo>
                    <a:pt x="507" y="239"/>
                  </a:lnTo>
                  <a:lnTo>
                    <a:pt x="455" y="260"/>
                  </a:lnTo>
                  <a:lnTo>
                    <a:pt x="406" y="288"/>
                  </a:lnTo>
                  <a:lnTo>
                    <a:pt x="360" y="320"/>
                  </a:lnTo>
                  <a:lnTo>
                    <a:pt x="321" y="360"/>
                  </a:lnTo>
                  <a:lnTo>
                    <a:pt x="288" y="405"/>
                  </a:lnTo>
                  <a:lnTo>
                    <a:pt x="260" y="455"/>
                  </a:lnTo>
                  <a:lnTo>
                    <a:pt x="239" y="507"/>
                  </a:lnTo>
                  <a:lnTo>
                    <a:pt x="227" y="564"/>
                  </a:lnTo>
                  <a:lnTo>
                    <a:pt x="223" y="623"/>
                  </a:lnTo>
                  <a:lnTo>
                    <a:pt x="0" y="623"/>
                  </a:lnTo>
                  <a:lnTo>
                    <a:pt x="5" y="545"/>
                  </a:lnTo>
                  <a:lnTo>
                    <a:pt x="20" y="469"/>
                  </a:lnTo>
                  <a:lnTo>
                    <a:pt x="43" y="397"/>
                  </a:lnTo>
                  <a:lnTo>
                    <a:pt x="74" y="330"/>
                  </a:lnTo>
                  <a:lnTo>
                    <a:pt x="111" y="268"/>
                  </a:lnTo>
                  <a:lnTo>
                    <a:pt x="157" y="209"/>
                  </a:lnTo>
                  <a:lnTo>
                    <a:pt x="209" y="157"/>
                  </a:lnTo>
                  <a:lnTo>
                    <a:pt x="268" y="111"/>
                  </a:lnTo>
                  <a:lnTo>
                    <a:pt x="330" y="73"/>
                  </a:lnTo>
                  <a:lnTo>
                    <a:pt x="398" y="42"/>
                  </a:lnTo>
                  <a:lnTo>
                    <a:pt x="470" y="19"/>
                  </a:lnTo>
                  <a:lnTo>
                    <a:pt x="545" y="5"/>
                  </a:lnTo>
                  <a:lnTo>
                    <a:pt x="623" y="0"/>
                  </a:lnTo>
                  <a:close/>
                </a:path>
              </a:pathLst>
            </a:custGeom>
            <a:solidFill>
              <a:schemeClr val="bg1">
                <a:lumMod val="95000"/>
              </a:schemeClr>
            </a:solid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200" b="0" i="0" u="none" strike="noStrike" kern="0" cap="none" spc="0" normalizeH="0" baseline="0" noProof="0">
                <a:ln>
                  <a:noFill/>
                </a:ln>
                <a:solidFill>
                  <a:schemeClr val="tx1"/>
                </a:solidFill>
                <a:effectLst/>
                <a:uLnTx/>
                <a:uFillTx/>
                <a:latin typeface="思源黑体 Light" panose="020B0300000000000000" charset="-122"/>
                <a:ea typeface="思源黑体 Light" panose="020B0300000000000000" charset="-122"/>
                <a:cs typeface="+mn-ea"/>
                <a:sym typeface="+mn-lt"/>
              </a:endParaRPr>
            </a:p>
          </p:txBody>
        </p:sp>
        <p:sp>
          <p:nvSpPr>
            <p:cNvPr id="19" name="Freeform 586"/>
            <p:cNvSpPr/>
            <p:nvPr/>
          </p:nvSpPr>
          <p:spPr bwMode="auto">
            <a:xfrm>
              <a:off x="3530257" y="3400511"/>
              <a:ext cx="2758174" cy="1380193"/>
            </a:xfrm>
            <a:custGeom>
              <a:avLst/>
              <a:gdLst/>
              <a:ahLst/>
              <a:cxnLst>
                <a:cxn ang="0">
                  <a:pos x="0" y="0"/>
                </a:cxn>
                <a:cxn ang="0">
                  <a:pos x="223" y="0"/>
                </a:cxn>
                <a:cxn ang="0">
                  <a:pos x="227" y="59"/>
                </a:cxn>
                <a:cxn ang="0">
                  <a:pos x="239" y="116"/>
                </a:cxn>
                <a:cxn ang="0">
                  <a:pos x="260" y="169"/>
                </a:cxn>
                <a:cxn ang="0">
                  <a:pos x="288" y="218"/>
                </a:cxn>
                <a:cxn ang="0">
                  <a:pos x="321" y="264"/>
                </a:cxn>
                <a:cxn ang="0">
                  <a:pos x="360" y="303"/>
                </a:cxn>
                <a:cxn ang="0">
                  <a:pos x="406" y="336"/>
                </a:cxn>
                <a:cxn ang="0">
                  <a:pos x="455" y="363"/>
                </a:cxn>
                <a:cxn ang="0">
                  <a:pos x="507" y="385"/>
                </a:cxn>
                <a:cxn ang="0">
                  <a:pos x="564" y="396"/>
                </a:cxn>
                <a:cxn ang="0">
                  <a:pos x="623" y="401"/>
                </a:cxn>
                <a:cxn ang="0">
                  <a:pos x="682" y="396"/>
                </a:cxn>
                <a:cxn ang="0">
                  <a:pos x="739" y="385"/>
                </a:cxn>
                <a:cxn ang="0">
                  <a:pos x="792" y="363"/>
                </a:cxn>
                <a:cxn ang="0">
                  <a:pos x="841" y="336"/>
                </a:cxn>
                <a:cxn ang="0">
                  <a:pos x="887" y="303"/>
                </a:cxn>
                <a:cxn ang="0">
                  <a:pos x="926" y="264"/>
                </a:cxn>
                <a:cxn ang="0">
                  <a:pos x="959" y="218"/>
                </a:cxn>
                <a:cxn ang="0">
                  <a:pos x="986" y="169"/>
                </a:cxn>
                <a:cxn ang="0">
                  <a:pos x="1008" y="116"/>
                </a:cxn>
                <a:cxn ang="0">
                  <a:pos x="1019" y="59"/>
                </a:cxn>
                <a:cxn ang="0">
                  <a:pos x="1024" y="0"/>
                </a:cxn>
                <a:cxn ang="0">
                  <a:pos x="1247" y="0"/>
                </a:cxn>
                <a:cxn ang="0">
                  <a:pos x="1242" y="79"/>
                </a:cxn>
                <a:cxn ang="0">
                  <a:pos x="1227" y="154"/>
                </a:cxn>
                <a:cxn ang="0">
                  <a:pos x="1204" y="226"/>
                </a:cxn>
                <a:cxn ang="0">
                  <a:pos x="1173" y="293"/>
                </a:cxn>
                <a:cxn ang="0">
                  <a:pos x="1135" y="357"/>
                </a:cxn>
                <a:cxn ang="0">
                  <a:pos x="1089" y="414"/>
                </a:cxn>
                <a:cxn ang="0">
                  <a:pos x="1037" y="466"/>
                </a:cxn>
                <a:cxn ang="0">
                  <a:pos x="980" y="512"/>
                </a:cxn>
                <a:cxn ang="0">
                  <a:pos x="916" y="550"/>
                </a:cxn>
                <a:cxn ang="0">
                  <a:pos x="849" y="581"/>
                </a:cxn>
                <a:cxn ang="0">
                  <a:pos x="777" y="604"/>
                </a:cxn>
                <a:cxn ang="0">
                  <a:pos x="702" y="619"/>
                </a:cxn>
                <a:cxn ang="0">
                  <a:pos x="623" y="624"/>
                </a:cxn>
                <a:cxn ang="0">
                  <a:pos x="545" y="619"/>
                </a:cxn>
                <a:cxn ang="0">
                  <a:pos x="470" y="604"/>
                </a:cxn>
                <a:cxn ang="0">
                  <a:pos x="398" y="581"/>
                </a:cxn>
                <a:cxn ang="0">
                  <a:pos x="330" y="550"/>
                </a:cxn>
                <a:cxn ang="0">
                  <a:pos x="267" y="512"/>
                </a:cxn>
                <a:cxn ang="0">
                  <a:pos x="209" y="466"/>
                </a:cxn>
                <a:cxn ang="0">
                  <a:pos x="157" y="414"/>
                </a:cxn>
                <a:cxn ang="0">
                  <a:pos x="111" y="357"/>
                </a:cxn>
                <a:cxn ang="0">
                  <a:pos x="74" y="293"/>
                </a:cxn>
                <a:cxn ang="0">
                  <a:pos x="43" y="226"/>
                </a:cxn>
                <a:cxn ang="0">
                  <a:pos x="20" y="154"/>
                </a:cxn>
                <a:cxn ang="0">
                  <a:pos x="5" y="79"/>
                </a:cxn>
                <a:cxn ang="0">
                  <a:pos x="0" y="0"/>
                </a:cxn>
              </a:cxnLst>
              <a:rect l="0" t="0" r="r" b="b"/>
              <a:pathLst>
                <a:path w="1247" h="624">
                  <a:moveTo>
                    <a:pt x="0" y="0"/>
                  </a:moveTo>
                  <a:lnTo>
                    <a:pt x="223" y="0"/>
                  </a:lnTo>
                  <a:lnTo>
                    <a:pt x="227" y="59"/>
                  </a:lnTo>
                  <a:lnTo>
                    <a:pt x="239" y="116"/>
                  </a:lnTo>
                  <a:lnTo>
                    <a:pt x="260" y="169"/>
                  </a:lnTo>
                  <a:lnTo>
                    <a:pt x="288" y="218"/>
                  </a:lnTo>
                  <a:lnTo>
                    <a:pt x="321" y="264"/>
                  </a:lnTo>
                  <a:lnTo>
                    <a:pt x="360" y="303"/>
                  </a:lnTo>
                  <a:lnTo>
                    <a:pt x="406" y="336"/>
                  </a:lnTo>
                  <a:lnTo>
                    <a:pt x="455" y="363"/>
                  </a:lnTo>
                  <a:lnTo>
                    <a:pt x="507" y="385"/>
                  </a:lnTo>
                  <a:lnTo>
                    <a:pt x="564" y="396"/>
                  </a:lnTo>
                  <a:lnTo>
                    <a:pt x="623" y="401"/>
                  </a:lnTo>
                  <a:lnTo>
                    <a:pt x="682" y="396"/>
                  </a:lnTo>
                  <a:lnTo>
                    <a:pt x="739" y="385"/>
                  </a:lnTo>
                  <a:lnTo>
                    <a:pt x="792" y="363"/>
                  </a:lnTo>
                  <a:lnTo>
                    <a:pt x="841" y="336"/>
                  </a:lnTo>
                  <a:lnTo>
                    <a:pt x="887" y="303"/>
                  </a:lnTo>
                  <a:lnTo>
                    <a:pt x="926" y="264"/>
                  </a:lnTo>
                  <a:lnTo>
                    <a:pt x="959" y="218"/>
                  </a:lnTo>
                  <a:lnTo>
                    <a:pt x="986" y="169"/>
                  </a:lnTo>
                  <a:lnTo>
                    <a:pt x="1008" y="116"/>
                  </a:lnTo>
                  <a:lnTo>
                    <a:pt x="1019" y="59"/>
                  </a:lnTo>
                  <a:lnTo>
                    <a:pt x="1024" y="0"/>
                  </a:lnTo>
                  <a:lnTo>
                    <a:pt x="1247" y="0"/>
                  </a:lnTo>
                  <a:lnTo>
                    <a:pt x="1242" y="79"/>
                  </a:lnTo>
                  <a:lnTo>
                    <a:pt x="1227" y="154"/>
                  </a:lnTo>
                  <a:lnTo>
                    <a:pt x="1204" y="226"/>
                  </a:lnTo>
                  <a:lnTo>
                    <a:pt x="1173" y="293"/>
                  </a:lnTo>
                  <a:lnTo>
                    <a:pt x="1135" y="357"/>
                  </a:lnTo>
                  <a:lnTo>
                    <a:pt x="1089" y="414"/>
                  </a:lnTo>
                  <a:lnTo>
                    <a:pt x="1037" y="466"/>
                  </a:lnTo>
                  <a:lnTo>
                    <a:pt x="980" y="512"/>
                  </a:lnTo>
                  <a:lnTo>
                    <a:pt x="916" y="550"/>
                  </a:lnTo>
                  <a:lnTo>
                    <a:pt x="849" y="581"/>
                  </a:lnTo>
                  <a:lnTo>
                    <a:pt x="777" y="604"/>
                  </a:lnTo>
                  <a:lnTo>
                    <a:pt x="702" y="619"/>
                  </a:lnTo>
                  <a:lnTo>
                    <a:pt x="623" y="624"/>
                  </a:lnTo>
                  <a:lnTo>
                    <a:pt x="545" y="619"/>
                  </a:lnTo>
                  <a:lnTo>
                    <a:pt x="470" y="604"/>
                  </a:lnTo>
                  <a:lnTo>
                    <a:pt x="398" y="581"/>
                  </a:lnTo>
                  <a:lnTo>
                    <a:pt x="330" y="550"/>
                  </a:lnTo>
                  <a:lnTo>
                    <a:pt x="267" y="512"/>
                  </a:lnTo>
                  <a:lnTo>
                    <a:pt x="209" y="466"/>
                  </a:lnTo>
                  <a:lnTo>
                    <a:pt x="157" y="414"/>
                  </a:lnTo>
                  <a:lnTo>
                    <a:pt x="111" y="357"/>
                  </a:lnTo>
                  <a:lnTo>
                    <a:pt x="74" y="293"/>
                  </a:lnTo>
                  <a:lnTo>
                    <a:pt x="43" y="226"/>
                  </a:lnTo>
                  <a:lnTo>
                    <a:pt x="20" y="154"/>
                  </a:lnTo>
                  <a:lnTo>
                    <a:pt x="5" y="79"/>
                  </a:lnTo>
                  <a:lnTo>
                    <a:pt x="0" y="0"/>
                  </a:lnTo>
                  <a:close/>
                </a:path>
              </a:pathLst>
            </a:custGeom>
            <a:solidFill>
              <a:schemeClr val="bg1">
                <a:lumMod val="95000"/>
              </a:schemeClr>
            </a:solid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200" b="0" i="0" u="none" strike="noStrike" kern="0" cap="none" spc="0" normalizeH="0" baseline="0" noProof="0">
                <a:ln>
                  <a:noFill/>
                </a:ln>
                <a:solidFill>
                  <a:schemeClr val="tx1"/>
                </a:solidFill>
                <a:effectLst/>
                <a:uLnTx/>
                <a:uFillTx/>
                <a:latin typeface="思源黑体 Light" panose="020B0300000000000000" charset="-122"/>
                <a:ea typeface="思源黑体 Light" panose="020B0300000000000000" charset="-122"/>
                <a:cs typeface="+mn-ea"/>
                <a:sym typeface="+mn-lt"/>
              </a:endParaRPr>
            </a:p>
          </p:txBody>
        </p:sp>
        <p:sp>
          <p:nvSpPr>
            <p:cNvPr id="5" name="Freeform 588"/>
            <p:cNvSpPr/>
            <p:nvPr/>
          </p:nvSpPr>
          <p:spPr bwMode="auto">
            <a:xfrm>
              <a:off x="1265326" y="2022530"/>
              <a:ext cx="2758174" cy="1377981"/>
            </a:xfrm>
            <a:custGeom>
              <a:avLst/>
              <a:gdLst/>
              <a:ahLst/>
              <a:cxnLst>
                <a:cxn ang="0">
                  <a:pos x="623" y="0"/>
                </a:cxn>
                <a:cxn ang="0">
                  <a:pos x="702" y="5"/>
                </a:cxn>
                <a:cxn ang="0">
                  <a:pos x="777" y="19"/>
                </a:cxn>
                <a:cxn ang="0">
                  <a:pos x="849" y="42"/>
                </a:cxn>
                <a:cxn ang="0">
                  <a:pos x="916" y="73"/>
                </a:cxn>
                <a:cxn ang="0">
                  <a:pos x="978" y="111"/>
                </a:cxn>
                <a:cxn ang="0">
                  <a:pos x="1037" y="157"/>
                </a:cxn>
                <a:cxn ang="0">
                  <a:pos x="1089" y="209"/>
                </a:cxn>
                <a:cxn ang="0">
                  <a:pos x="1135" y="268"/>
                </a:cxn>
                <a:cxn ang="0">
                  <a:pos x="1173" y="330"/>
                </a:cxn>
                <a:cxn ang="0">
                  <a:pos x="1204" y="397"/>
                </a:cxn>
                <a:cxn ang="0">
                  <a:pos x="1227" y="469"/>
                </a:cxn>
                <a:cxn ang="0">
                  <a:pos x="1242" y="545"/>
                </a:cxn>
                <a:cxn ang="0">
                  <a:pos x="1247" y="623"/>
                </a:cxn>
                <a:cxn ang="0">
                  <a:pos x="1024" y="623"/>
                </a:cxn>
                <a:cxn ang="0">
                  <a:pos x="1019" y="564"/>
                </a:cxn>
                <a:cxn ang="0">
                  <a:pos x="1008" y="507"/>
                </a:cxn>
                <a:cxn ang="0">
                  <a:pos x="986" y="455"/>
                </a:cxn>
                <a:cxn ang="0">
                  <a:pos x="959" y="405"/>
                </a:cxn>
                <a:cxn ang="0">
                  <a:pos x="926" y="360"/>
                </a:cxn>
                <a:cxn ang="0">
                  <a:pos x="887" y="320"/>
                </a:cxn>
                <a:cxn ang="0">
                  <a:pos x="841" y="288"/>
                </a:cxn>
                <a:cxn ang="0">
                  <a:pos x="792" y="260"/>
                </a:cxn>
                <a:cxn ang="0">
                  <a:pos x="739" y="239"/>
                </a:cxn>
                <a:cxn ang="0">
                  <a:pos x="682" y="227"/>
                </a:cxn>
                <a:cxn ang="0">
                  <a:pos x="623" y="222"/>
                </a:cxn>
                <a:cxn ang="0">
                  <a:pos x="564" y="227"/>
                </a:cxn>
                <a:cxn ang="0">
                  <a:pos x="507" y="239"/>
                </a:cxn>
                <a:cxn ang="0">
                  <a:pos x="455" y="260"/>
                </a:cxn>
                <a:cxn ang="0">
                  <a:pos x="406" y="288"/>
                </a:cxn>
                <a:cxn ang="0">
                  <a:pos x="360" y="320"/>
                </a:cxn>
                <a:cxn ang="0">
                  <a:pos x="321" y="360"/>
                </a:cxn>
                <a:cxn ang="0">
                  <a:pos x="288" y="405"/>
                </a:cxn>
                <a:cxn ang="0">
                  <a:pos x="260" y="455"/>
                </a:cxn>
                <a:cxn ang="0">
                  <a:pos x="239" y="507"/>
                </a:cxn>
                <a:cxn ang="0">
                  <a:pos x="227" y="564"/>
                </a:cxn>
                <a:cxn ang="0">
                  <a:pos x="223" y="623"/>
                </a:cxn>
                <a:cxn ang="0">
                  <a:pos x="0" y="623"/>
                </a:cxn>
                <a:cxn ang="0">
                  <a:pos x="5" y="545"/>
                </a:cxn>
                <a:cxn ang="0">
                  <a:pos x="20" y="469"/>
                </a:cxn>
                <a:cxn ang="0">
                  <a:pos x="43" y="397"/>
                </a:cxn>
                <a:cxn ang="0">
                  <a:pos x="74" y="330"/>
                </a:cxn>
                <a:cxn ang="0">
                  <a:pos x="111" y="268"/>
                </a:cxn>
                <a:cxn ang="0">
                  <a:pos x="157" y="209"/>
                </a:cxn>
                <a:cxn ang="0">
                  <a:pos x="209" y="157"/>
                </a:cxn>
                <a:cxn ang="0">
                  <a:pos x="267" y="111"/>
                </a:cxn>
                <a:cxn ang="0">
                  <a:pos x="331" y="73"/>
                </a:cxn>
                <a:cxn ang="0">
                  <a:pos x="398" y="42"/>
                </a:cxn>
                <a:cxn ang="0">
                  <a:pos x="470" y="19"/>
                </a:cxn>
                <a:cxn ang="0">
                  <a:pos x="545" y="5"/>
                </a:cxn>
                <a:cxn ang="0">
                  <a:pos x="623" y="0"/>
                </a:cxn>
              </a:cxnLst>
              <a:rect l="0" t="0" r="r" b="b"/>
              <a:pathLst>
                <a:path w="1247" h="623">
                  <a:moveTo>
                    <a:pt x="623" y="0"/>
                  </a:moveTo>
                  <a:lnTo>
                    <a:pt x="702" y="5"/>
                  </a:lnTo>
                  <a:lnTo>
                    <a:pt x="777" y="19"/>
                  </a:lnTo>
                  <a:lnTo>
                    <a:pt x="849" y="42"/>
                  </a:lnTo>
                  <a:lnTo>
                    <a:pt x="916" y="73"/>
                  </a:lnTo>
                  <a:lnTo>
                    <a:pt x="978" y="111"/>
                  </a:lnTo>
                  <a:lnTo>
                    <a:pt x="1037" y="157"/>
                  </a:lnTo>
                  <a:lnTo>
                    <a:pt x="1089" y="209"/>
                  </a:lnTo>
                  <a:lnTo>
                    <a:pt x="1135" y="268"/>
                  </a:lnTo>
                  <a:lnTo>
                    <a:pt x="1173" y="330"/>
                  </a:lnTo>
                  <a:lnTo>
                    <a:pt x="1204" y="397"/>
                  </a:lnTo>
                  <a:lnTo>
                    <a:pt x="1227" y="469"/>
                  </a:lnTo>
                  <a:lnTo>
                    <a:pt x="1242" y="545"/>
                  </a:lnTo>
                  <a:lnTo>
                    <a:pt x="1247" y="623"/>
                  </a:lnTo>
                  <a:lnTo>
                    <a:pt x="1024" y="623"/>
                  </a:lnTo>
                  <a:lnTo>
                    <a:pt x="1019" y="564"/>
                  </a:lnTo>
                  <a:lnTo>
                    <a:pt x="1008" y="507"/>
                  </a:lnTo>
                  <a:lnTo>
                    <a:pt x="986" y="455"/>
                  </a:lnTo>
                  <a:lnTo>
                    <a:pt x="959" y="405"/>
                  </a:lnTo>
                  <a:lnTo>
                    <a:pt x="926" y="360"/>
                  </a:lnTo>
                  <a:lnTo>
                    <a:pt x="887" y="320"/>
                  </a:lnTo>
                  <a:lnTo>
                    <a:pt x="841" y="288"/>
                  </a:lnTo>
                  <a:lnTo>
                    <a:pt x="792" y="260"/>
                  </a:lnTo>
                  <a:lnTo>
                    <a:pt x="739" y="239"/>
                  </a:lnTo>
                  <a:lnTo>
                    <a:pt x="682" y="227"/>
                  </a:lnTo>
                  <a:lnTo>
                    <a:pt x="623" y="222"/>
                  </a:lnTo>
                  <a:lnTo>
                    <a:pt x="564" y="227"/>
                  </a:lnTo>
                  <a:lnTo>
                    <a:pt x="507" y="239"/>
                  </a:lnTo>
                  <a:lnTo>
                    <a:pt x="455" y="260"/>
                  </a:lnTo>
                  <a:lnTo>
                    <a:pt x="406" y="288"/>
                  </a:lnTo>
                  <a:lnTo>
                    <a:pt x="360" y="320"/>
                  </a:lnTo>
                  <a:lnTo>
                    <a:pt x="321" y="360"/>
                  </a:lnTo>
                  <a:lnTo>
                    <a:pt x="288" y="405"/>
                  </a:lnTo>
                  <a:lnTo>
                    <a:pt x="260" y="455"/>
                  </a:lnTo>
                  <a:lnTo>
                    <a:pt x="239" y="507"/>
                  </a:lnTo>
                  <a:lnTo>
                    <a:pt x="227" y="564"/>
                  </a:lnTo>
                  <a:lnTo>
                    <a:pt x="223" y="623"/>
                  </a:lnTo>
                  <a:lnTo>
                    <a:pt x="0" y="623"/>
                  </a:lnTo>
                  <a:lnTo>
                    <a:pt x="5" y="545"/>
                  </a:lnTo>
                  <a:lnTo>
                    <a:pt x="20" y="469"/>
                  </a:lnTo>
                  <a:lnTo>
                    <a:pt x="43" y="397"/>
                  </a:lnTo>
                  <a:lnTo>
                    <a:pt x="74" y="330"/>
                  </a:lnTo>
                  <a:lnTo>
                    <a:pt x="111" y="268"/>
                  </a:lnTo>
                  <a:lnTo>
                    <a:pt x="157" y="209"/>
                  </a:lnTo>
                  <a:lnTo>
                    <a:pt x="209" y="157"/>
                  </a:lnTo>
                  <a:lnTo>
                    <a:pt x="267" y="111"/>
                  </a:lnTo>
                  <a:lnTo>
                    <a:pt x="331" y="73"/>
                  </a:lnTo>
                  <a:lnTo>
                    <a:pt x="398" y="42"/>
                  </a:lnTo>
                  <a:lnTo>
                    <a:pt x="470" y="19"/>
                  </a:lnTo>
                  <a:lnTo>
                    <a:pt x="545" y="5"/>
                  </a:lnTo>
                  <a:lnTo>
                    <a:pt x="623" y="0"/>
                  </a:lnTo>
                  <a:close/>
                </a:path>
              </a:pathLst>
            </a:custGeom>
            <a:solidFill>
              <a:schemeClr val="bg1">
                <a:lumMod val="95000"/>
              </a:schemeClr>
            </a:solidFill>
            <a:ln w="0">
              <a:noFill/>
              <a:prstDash val="solid"/>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200" b="0" i="0" u="none" strike="noStrike" kern="0" cap="none" spc="0" normalizeH="0" baseline="0" noProof="0">
                <a:ln>
                  <a:noFill/>
                </a:ln>
                <a:solidFill>
                  <a:schemeClr val="tx1"/>
                </a:solidFill>
                <a:effectLst/>
                <a:uLnTx/>
                <a:uFillTx/>
                <a:latin typeface="思源黑体 Light" panose="020B0300000000000000" charset="-122"/>
                <a:ea typeface="思源黑体 Light" panose="020B0300000000000000" charset="-122"/>
                <a:cs typeface="+mn-ea"/>
                <a:sym typeface="+mn-lt"/>
              </a:endParaRPr>
            </a:p>
          </p:txBody>
        </p:sp>
        <p:sp>
          <p:nvSpPr>
            <p:cNvPr id="21" name="Freeform 589"/>
            <p:cNvSpPr/>
            <p:nvPr/>
          </p:nvSpPr>
          <p:spPr bwMode="auto">
            <a:xfrm>
              <a:off x="8060119" y="2022530"/>
              <a:ext cx="2866554" cy="1731876"/>
            </a:xfrm>
            <a:custGeom>
              <a:avLst/>
              <a:gdLst/>
              <a:ahLst/>
              <a:cxnLst>
                <a:cxn ang="0">
                  <a:pos x="623" y="0"/>
                </a:cxn>
                <a:cxn ang="0">
                  <a:pos x="702" y="5"/>
                </a:cxn>
                <a:cxn ang="0">
                  <a:pos x="777" y="19"/>
                </a:cxn>
                <a:cxn ang="0">
                  <a:pos x="849" y="42"/>
                </a:cxn>
                <a:cxn ang="0">
                  <a:pos x="918" y="73"/>
                </a:cxn>
                <a:cxn ang="0">
                  <a:pos x="980" y="111"/>
                </a:cxn>
                <a:cxn ang="0">
                  <a:pos x="1039" y="157"/>
                </a:cxn>
                <a:cxn ang="0">
                  <a:pos x="1091" y="209"/>
                </a:cxn>
                <a:cxn ang="0">
                  <a:pos x="1137" y="268"/>
                </a:cxn>
                <a:cxn ang="0">
                  <a:pos x="1175" y="330"/>
                </a:cxn>
                <a:cxn ang="0">
                  <a:pos x="1206" y="397"/>
                </a:cxn>
                <a:cxn ang="0">
                  <a:pos x="1228" y="469"/>
                </a:cxn>
                <a:cxn ang="0">
                  <a:pos x="1243" y="545"/>
                </a:cxn>
                <a:cxn ang="0">
                  <a:pos x="1248" y="623"/>
                </a:cxn>
                <a:cxn ang="0">
                  <a:pos x="1296" y="623"/>
                </a:cxn>
                <a:cxn ang="0">
                  <a:pos x="1135" y="783"/>
                </a:cxn>
                <a:cxn ang="0">
                  <a:pos x="975" y="623"/>
                </a:cxn>
                <a:cxn ang="0">
                  <a:pos x="1024" y="623"/>
                </a:cxn>
                <a:cxn ang="0">
                  <a:pos x="1019" y="564"/>
                </a:cxn>
                <a:cxn ang="0">
                  <a:pos x="1008" y="507"/>
                </a:cxn>
                <a:cxn ang="0">
                  <a:pos x="986" y="455"/>
                </a:cxn>
                <a:cxn ang="0">
                  <a:pos x="960" y="405"/>
                </a:cxn>
                <a:cxn ang="0">
                  <a:pos x="926" y="360"/>
                </a:cxn>
                <a:cxn ang="0">
                  <a:pos x="887" y="320"/>
                </a:cxn>
                <a:cxn ang="0">
                  <a:pos x="842" y="288"/>
                </a:cxn>
                <a:cxn ang="0">
                  <a:pos x="793" y="260"/>
                </a:cxn>
                <a:cxn ang="0">
                  <a:pos x="739" y="239"/>
                </a:cxn>
                <a:cxn ang="0">
                  <a:pos x="682" y="227"/>
                </a:cxn>
                <a:cxn ang="0">
                  <a:pos x="623" y="222"/>
                </a:cxn>
                <a:cxn ang="0">
                  <a:pos x="564" y="227"/>
                </a:cxn>
                <a:cxn ang="0">
                  <a:pos x="507" y="239"/>
                </a:cxn>
                <a:cxn ang="0">
                  <a:pos x="455" y="260"/>
                </a:cxn>
                <a:cxn ang="0">
                  <a:pos x="406" y="288"/>
                </a:cxn>
                <a:cxn ang="0">
                  <a:pos x="360" y="320"/>
                </a:cxn>
                <a:cxn ang="0">
                  <a:pos x="321" y="360"/>
                </a:cxn>
                <a:cxn ang="0">
                  <a:pos x="288" y="405"/>
                </a:cxn>
                <a:cxn ang="0">
                  <a:pos x="260" y="455"/>
                </a:cxn>
                <a:cxn ang="0">
                  <a:pos x="239" y="507"/>
                </a:cxn>
                <a:cxn ang="0">
                  <a:pos x="227" y="564"/>
                </a:cxn>
                <a:cxn ang="0">
                  <a:pos x="222" y="623"/>
                </a:cxn>
                <a:cxn ang="0">
                  <a:pos x="0" y="623"/>
                </a:cxn>
                <a:cxn ang="0">
                  <a:pos x="5" y="545"/>
                </a:cxn>
                <a:cxn ang="0">
                  <a:pos x="20" y="469"/>
                </a:cxn>
                <a:cxn ang="0">
                  <a:pos x="43" y="397"/>
                </a:cxn>
                <a:cxn ang="0">
                  <a:pos x="74" y="330"/>
                </a:cxn>
                <a:cxn ang="0">
                  <a:pos x="111" y="268"/>
                </a:cxn>
                <a:cxn ang="0">
                  <a:pos x="157" y="209"/>
                </a:cxn>
                <a:cxn ang="0">
                  <a:pos x="209" y="157"/>
                </a:cxn>
                <a:cxn ang="0">
                  <a:pos x="268" y="111"/>
                </a:cxn>
                <a:cxn ang="0">
                  <a:pos x="330" y="73"/>
                </a:cxn>
                <a:cxn ang="0">
                  <a:pos x="398" y="42"/>
                </a:cxn>
                <a:cxn ang="0">
                  <a:pos x="469" y="19"/>
                </a:cxn>
                <a:cxn ang="0">
                  <a:pos x="545" y="5"/>
                </a:cxn>
                <a:cxn ang="0">
                  <a:pos x="623" y="0"/>
                </a:cxn>
              </a:cxnLst>
              <a:rect l="0" t="0" r="r" b="b"/>
              <a:pathLst>
                <a:path w="1296" h="783">
                  <a:moveTo>
                    <a:pt x="623" y="0"/>
                  </a:moveTo>
                  <a:lnTo>
                    <a:pt x="702" y="5"/>
                  </a:lnTo>
                  <a:lnTo>
                    <a:pt x="777" y="19"/>
                  </a:lnTo>
                  <a:lnTo>
                    <a:pt x="849" y="42"/>
                  </a:lnTo>
                  <a:lnTo>
                    <a:pt x="918" y="73"/>
                  </a:lnTo>
                  <a:lnTo>
                    <a:pt x="980" y="111"/>
                  </a:lnTo>
                  <a:lnTo>
                    <a:pt x="1039" y="157"/>
                  </a:lnTo>
                  <a:lnTo>
                    <a:pt x="1091" y="209"/>
                  </a:lnTo>
                  <a:lnTo>
                    <a:pt x="1137" y="268"/>
                  </a:lnTo>
                  <a:lnTo>
                    <a:pt x="1175" y="330"/>
                  </a:lnTo>
                  <a:lnTo>
                    <a:pt x="1206" y="397"/>
                  </a:lnTo>
                  <a:lnTo>
                    <a:pt x="1228" y="469"/>
                  </a:lnTo>
                  <a:lnTo>
                    <a:pt x="1243" y="545"/>
                  </a:lnTo>
                  <a:lnTo>
                    <a:pt x="1248" y="623"/>
                  </a:lnTo>
                  <a:lnTo>
                    <a:pt x="1296" y="623"/>
                  </a:lnTo>
                  <a:lnTo>
                    <a:pt x="1135" y="783"/>
                  </a:lnTo>
                  <a:lnTo>
                    <a:pt x="975" y="623"/>
                  </a:lnTo>
                  <a:lnTo>
                    <a:pt x="1024" y="623"/>
                  </a:lnTo>
                  <a:lnTo>
                    <a:pt x="1019" y="564"/>
                  </a:lnTo>
                  <a:lnTo>
                    <a:pt x="1008" y="507"/>
                  </a:lnTo>
                  <a:lnTo>
                    <a:pt x="986" y="455"/>
                  </a:lnTo>
                  <a:lnTo>
                    <a:pt x="960" y="405"/>
                  </a:lnTo>
                  <a:lnTo>
                    <a:pt x="926" y="360"/>
                  </a:lnTo>
                  <a:lnTo>
                    <a:pt x="887" y="320"/>
                  </a:lnTo>
                  <a:lnTo>
                    <a:pt x="842" y="288"/>
                  </a:lnTo>
                  <a:lnTo>
                    <a:pt x="793" y="260"/>
                  </a:lnTo>
                  <a:lnTo>
                    <a:pt x="739" y="239"/>
                  </a:lnTo>
                  <a:lnTo>
                    <a:pt x="682" y="227"/>
                  </a:lnTo>
                  <a:lnTo>
                    <a:pt x="623" y="222"/>
                  </a:lnTo>
                  <a:lnTo>
                    <a:pt x="564" y="227"/>
                  </a:lnTo>
                  <a:lnTo>
                    <a:pt x="507" y="239"/>
                  </a:lnTo>
                  <a:lnTo>
                    <a:pt x="455" y="260"/>
                  </a:lnTo>
                  <a:lnTo>
                    <a:pt x="406" y="288"/>
                  </a:lnTo>
                  <a:lnTo>
                    <a:pt x="360" y="320"/>
                  </a:lnTo>
                  <a:lnTo>
                    <a:pt x="321" y="360"/>
                  </a:lnTo>
                  <a:lnTo>
                    <a:pt x="288" y="405"/>
                  </a:lnTo>
                  <a:lnTo>
                    <a:pt x="260" y="455"/>
                  </a:lnTo>
                  <a:lnTo>
                    <a:pt x="239" y="507"/>
                  </a:lnTo>
                  <a:lnTo>
                    <a:pt x="227" y="564"/>
                  </a:lnTo>
                  <a:lnTo>
                    <a:pt x="222" y="623"/>
                  </a:lnTo>
                  <a:lnTo>
                    <a:pt x="0" y="623"/>
                  </a:lnTo>
                  <a:lnTo>
                    <a:pt x="5" y="545"/>
                  </a:lnTo>
                  <a:lnTo>
                    <a:pt x="20" y="469"/>
                  </a:lnTo>
                  <a:lnTo>
                    <a:pt x="43" y="397"/>
                  </a:lnTo>
                  <a:lnTo>
                    <a:pt x="74" y="330"/>
                  </a:lnTo>
                  <a:lnTo>
                    <a:pt x="111" y="268"/>
                  </a:lnTo>
                  <a:lnTo>
                    <a:pt x="157" y="209"/>
                  </a:lnTo>
                  <a:lnTo>
                    <a:pt x="209" y="157"/>
                  </a:lnTo>
                  <a:lnTo>
                    <a:pt x="268" y="111"/>
                  </a:lnTo>
                  <a:lnTo>
                    <a:pt x="330" y="73"/>
                  </a:lnTo>
                  <a:lnTo>
                    <a:pt x="398" y="42"/>
                  </a:lnTo>
                  <a:lnTo>
                    <a:pt x="469" y="19"/>
                  </a:lnTo>
                  <a:lnTo>
                    <a:pt x="545" y="5"/>
                  </a:lnTo>
                  <a:lnTo>
                    <a:pt x="623" y="0"/>
                  </a:lnTo>
                  <a:close/>
                </a:path>
              </a:pathLst>
            </a:custGeom>
            <a:solidFill>
              <a:schemeClr val="bg1">
                <a:lumMod val="95000"/>
              </a:schemeClr>
            </a:solidFill>
            <a:ln w="0">
              <a:noFill/>
              <a:prstDash val="solid"/>
              <a:round/>
            </a:ln>
            <a:effec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200" b="0" i="0" u="none" strike="noStrike" kern="0" cap="none" spc="0" normalizeH="0" baseline="0" noProof="0">
                <a:ln>
                  <a:noFill/>
                </a:ln>
                <a:solidFill>
                  <a:schemeClr val="tx1"/>
                </a:solidFill>
                <a:effectLst/>
                <a:uLnTx/>
                <a:uFillTx/>
                <a:latin typeface="思源黑体 Light" panose="020B0300000000000000" charset="-122"/>
                <a:ea typeface="思源黑体 Light" panose="020B0300000000000000" charset="-122"/>
                <a:cs typeface="+mn-ea"/>
                <a:sym typeface="+mn-lt"/>
              </a:endParaRPr>
            </a:p>
          </p:txBody>
        </p:sp>
        <p:sp>
          <p:nvSpPr>
            <p:cNvPr id="6" name="Freeform 590"/>
            <p:cNvSpPr/>
            <p:nvPr/>
          </p:nvSpPr>
          <p:spPr bwMode="auto">
            <a:xfrm>
              <a:off x="5795188" y="3046616"/>
              <a:ext cx="2866554" cy="1734087"/>
            </a:xfrm>
            <a:custGeom>
              <a:avLst/>
              <a:gdLst/>
              <a:ahLst/>
              <a:cxnLst>
                <a:cxn ang="0">
                  <a:pos x="1135" y="0"/>
                </a:cxn>
                <a:cxn ang="0">
                  <a:pos x="1296" y="160"/>
                </a:cxn>
                <a:cxn ang="0">
                  <a:pos x="1246" y="160"/>
                </a:cxn>
                <a:cxn ang="0">
                  <a:pos x="1242" y="239"/>
                </a:cxn>
                <a:cxn ang="0">
                  <a:pos x="1227" y="314"/>
                </a:cxn>
                <a:cxn ang="0">
                  <a:pos x="1204" y="386"/>
                </a:cxn>
                <a:cxn ang="0">
                  <a:pos x="1173" y="453"/>
                </a:cxn>
                <a:cxn ang="0">
                  <a:pos x="1135" y="517"/>
                </a:cxn>
                <a:cxn ang="0">
                  <a:pos x="1089" y="574"/>
                </a:cxn>
                <a:cxn ang="0">
                  <a:pos x="1037" y="626"/>
                </a:cxn>
                <a:cxn ang="0">
                  <a:pos x="980" y="672"/>
                </a:cxn>
                <a:cxn ang="0">
                  <a:pos x="916" y="710"/>
                </a:cxn>
                <a:cxn ang="0">
                  <a:pos x="849" y="741"/>
                </a:cxn>
                <a:cxn ang="0">
                  <a:pos x="777" y="764"/>
                </a:cxn>
                <a:cxn ang="0">
                  <a:pos x="702" y="779"/>
                </a:cxn>
                <a:cxn ang="0">
                  <a:pos x="623" y="784"/>
                </a:cxn>
                <a:cxn ang="0">
                  <a:pos x="545" y="779"/>
                </a:cxn>
                <a:cxn ang="0">
                  <a:pos x="470" y="764"/>
                </a:cxn>
                <a:cxn ang="0">
                  <a:pos x="398" y="741"/>
                </a:cxn>
                <a:cxn ang="0">
                  <a:pos x="330" y="710"/>
                </a:cxn>
                <a:cxn ang="0">
                  <a:pos x="268" y="672"/>
                </a:cxn>
                <a:cxn ang="0">
                  <a:pos x="209" y="626"/>
                </a:cxn>
                <a:cxn ang="0">
                  <a:pos x="157" y="574"/>
                </a:cxn>
                <a:cxn ang="0">
                  <a:pos x="111" y="517"/>
                </a:cxn>
                <a:cxn ang="0">
                  <a:pos x="74" y="453"/>
                </a:cxn>
                <a:cxn ang="0">
                  <a:pos x="43" y="386"/>
                </a:cxn>
                <a:cxn ang="0">
                  <a:pos x="20" y="314"/>
                </a:cxn>
                <a:cxn ang="0">
                  <a:pos x="5" y="239"/>
                </a:cxn>
                <a:cxn ang="0">
                  <a:pos x="0" y="160"/>
                </a:cxn>
                <a:cxn ang="0">
                  <a:pos x="223" y="160"/>
                </a:cxn>
                <a:cxn ang="0">
                  <a:pos x="227" y="219"/>
                </a:cxn>
                <a:cxn ang="0">
                  <a:pos x="239" y="276"/>
                </a:cxn>
                <a:cxn ang="0">
                  <a:pos x="260" y="329"/>
                </a:cxn>
                <a:cxn ang="0">
                  <a:pos x="288" y="378"/>
                </a:cxn>
                <a:cxn ang="0">
                  <a:pos x="321" y="424"/>
                </a:cxn>
                <a:cxn ang="0">
                  <a:pos x="360" y="463"/>
                </a:cxn>
                <a:cxn ang="0">
                  <a:pos x="406" y="496"/>
                </a:cxn>
                <a:cxn ang="0">
                  <a:pos x="455" y="523"/>
                </a:cxn>
                <a:cxn ang="0">
                  <a:pos x="507" y="545"/>
                </a:cxn>
                <a:cxn ang="0">
                  <a:pos x="564" y="556"/>
                </a:cxn>
                <a:cxn ang="0">
                  <a:pos x="623" y="561"/>
                </a:cxn>
                <a:cxn ang="0">
                  <a:pos x="682" y="556"/>
                </a:cxn>
                <a:cxn ang="0">
                  <a:pos x="739" y="545"/>
                </a:cxn>
                <a:cxn ang="0">
                  <a:pos x="792" y="523"/>
                </a:cxn>
                <a:cxn ang="0">
                  <a:pos x="841" y="496"/>
                </a:cxn>
                <a:cxn ang="0">
                  <a:pos x="887" y="463"/>
                </a:cxn>
                <a:cxn ang="0">
                  <a:pos x="926" y="424"/>
                </a:cxn>
                <a:cxn ang="0">
                  <a:pos x="959" y="378"/>
                </a:cxn>
                <a:cxn ang="0">
                  <a:pos x="986" y="329"/>
                </a:cxn>
                <a:cxn ang="0">
                  <a:pos x="1008" y="276"/>
                </a:cxn>
                <a:cxn ang="0">
                  <a:pos x="1019" y="219"/>
                </a:cxn>
                <a:cxn ang="0">
                  <a:pos x="1024" y="160"/>
                </a:cxn>
                <a:cxn ang="0">
                  <a:pos x="975" y="160"/>
                </a:cxn>
                <a:cxn ang="0">
                  <a:pos x="1135" y="0"/>
                </a:cxn>
              </a:cxnLst>
              <a:rect l="0" t="0" r="r" b="b"/>
              <a:pathLst>
                <a:path w="1296" h="784">
                  <a:moveTo>
                    <a:pt x="1135" y="0"/>
                  </a:moveTo>
                  <a:lnTo>
                    <a:pt x="1296" y="160"/>
                  </a:lnTo>
                  <a:lnTo>
                    <a:pt x="1246" y="160"/>
                  </a:lnTo>
                  <a:lnTo>
                    <a:pt x="1242" y="239"/>
                  </a:lnTo>
                  <a:lnTo>
                    <a:pt x="1227" y="314"/>
                  </a:lnTo>
                  <a:lnTo>
                    <a:pt x="1204" y="386"/>
                  </a:lnTo>
                  <a:lnTo>
                    <a:pt x="1173" y="453"/>
                  </a:lnTo>
                  <a:lnTo>
                    <a:pt x="1135" y="517"/>
                  </a:lnTo>
                  <a:lnTo>
                    <a:pt x="1089" y="574"/>
                  </a:lnTo>
                  <a:lnTo>
                    <a:pt x="1037" y="626"/>
                  </a:lnTo>
                  <a:lnTo>
                    <a:pt x="980" y="672"/>
                  </a:lnTo>
                  <a:lnTo>
                    <a:pt x="916" y="710"/>
                  </a:lnTo>
                  <a:lnTo>
                    <a:pt x="849" y="741"/>
                  </a:lnTo>
                  <a:lnTo>
                    <a:pt x="777" y="764"/>
                  </a:lnTo>
                  <a:lnTo>
                    <a:pt x="702" y="779"/>
                  </a:lnTo>
                  <a:lnTo>
                    <a:pt x="623" y="784"/>
                  </a:lnTo>
                  <a:lnTo>
                    <a:pt x="545" y="779"/>
                  </a:lnTo>
                  <a:lnTo>
                    <a:pt x="470" y="764"/>
                  </a:lnTo>
                  <a:lnTo>
                    <a:pt x="398" y="741"/>
                  </a:lnTo>
                  <a:lnTo>
                    <a:pt x="330" y="710"/>
                  </a:lnTo>
                  <a:lnTo>
                    <a:pt x="268" y="672"/>
                  </a:lnTo>
                  <a:lnTo>
                    <a:pt x="209" y="626"/>
                  </a:lnTo>
                  <a:lnTo>
                    <a:pt x="157" y="574"/>
                  </a:lnTo>
                  <a:lnTo>
                    <a:pt x="111" y="517"/>
                  </a:lnTo>
                  <a:lnTo>
                    <a:pt x="74" y="453"/>
                  </a:lnTo>
                  <a:lnTo>
                    <a:pt x="43" y="386"/>
                  </a:lnTo>
                  <a:lnTo>
                    <a:pt x="20" y="314"/>
                  </a:lnTo>
                  <a:lnTo>
                    <a:pt x="5" y="239"/>
                  </a:lnTo>
                  <a:lnTo>
                    <a:pt x="0" y="160"/>
                  </a:lnTo>
                  <a:lnTo>
                    <a:pt x="223" y="160"/>
                  </a:lnTo>
                  <a:lnTo>
                    <a:pt x="227" y="219"/>
                  </a:lnTo>
                  <a:lnTo>
                    <a:pt x="239" y="276"/>
                  </a:lnTo>
                  <a:lnTo>
                    <a:pt x="260" y="329"/>
                  </a:lnTo>
                  <a:lnTo>
                    <a:pt x="288" y="378"/>
                  </a:lnTo>
                  <a:lnTo>
                    <a:pt x="321" y="424"/>
                  </a:lnTo>
                  <a:lnTo>
                    <a:pt x="360" y="463"/>
                  </a:lnTo>
                  <a:lnTo>
                    <a:pt x="406" y="496"/>
                  </a:lnTo>
                  <a:lnTo>
                    <a:pt x="455" y="523"/>
                  </a:lnTo>
                  <a:lnTo>
                    <a:pt x="507" y="545"/>
                  </a:lnTo>
                  <a:lnTo>
                    <a:pt x="564" y="556"/>
                  </a:lnTo>
                  <a:lnTo>
                    <a:pt x="623" y="561"/>
                  </a:lnTo>
                  <a:lnTo>
                    <a:pt x="682" y="556"/>
                  </a:lnTo>
                  <a:lnTo>
                    <a:pt x="739" y="545"/>
                  </a:lnTo>
                  <a:lnTo>
                    <a:pt x="792" y="523"/>
                  </a:lnTo>
                  <a:lnTo>
                    <a:pt x="841" y="496"/>
                  </a:lnTo>
                  <a:lnTo>
                    <a:pt x="887" y="463"/>
                  </a:lnTo>
                  <a:lnTo>
                    <a:pt x="926" y="424"/>
                  </a:lnTo>
                  <a:lnTo>
                    <a:pt x="959" y="378"/>
                  </a:lnTo>
                  <a:lnTo>
                    <a:pt x="986" y="329"/>
                  </a:lnTo>
                  <a:lnTo>
                    <a:pt x="1008" y="276"/>
                  </a:lnTo>
                  <a:lnTo>
                    <a:pt x="1019" y="219"/>
                  </a:lnTo>
                  <a:lnTo>
                    <a:pt x="1024" y="160"/>
                  </a:lnTo>
                  <a:lnTo>
                    <a:pt x="975" y="160"/>
                  </a:lnTo>
                  <a:lnTo>
                    <a:pt x="1135" y="0"/>
                  </a:lnTo>
                  <a:close/>
                </a:path>
              </a:pathLst>
            </a:custGeom>
            <a:solidFill>
              <a:srgbClr val="FEB51B"/>
            </a:solidFill>
            <a:ln w="0">
              <a:noFill/>
              <a:prstDash val="solid"/>
              <a:round/>
            </a:ln>
            <a:effectLst>
              <a:outerShdw blurRad="317500" dist="38100" algn="l" rotWithShape="0">
                <a:schemeClr val="bg1">
                  <a:lumMod val="75000"/>
                  <a:alpha val="40000"/>
                </a:schemeClr>
              </a:outerShdw>
            </a:effec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200" b="0" i="0" u="none" strike="noStrike" kern="0" cap="none" spc="0" normalizeH="0" baseline="0" noProof="0">
                <a:ln>
                  <a:noFill/>
                </a:ln>
                <a:solidFill>
                  <a:schemeClr val="tx1"/>
                </a:solidFill>
                <a:effectLst/>
                <a:uLnTx/>
                <a:uFillTx/>
                <a:latin typeface="思源黑体 Light" panose="020B0300000000000000" charset="-122"/>
                <a:ea typeface="思源黑体 Light" panose="020B0300000000000000" charset="-122"/>
                <a:cs typeface="+mn-ea"/>
                <a:sym typeface="+mn-lt"/>
              </a:endParaRPr>
            </a:p>
          </p:txBody>
        </p:sp>
        <p:sp>
          <p:nvSpPr>
            <p:cNvPr id="23" name="Freeform 591"/>
            <p:cNvSpPr/>
            <p:nvPr/>
          </p:nvSpPr>
          <p:spPr bwMode="auto">
            <a:xfrm>
              <a:off x="3530257" y="2022530"/>
              <a:ext cx="2866554" cy="1731876"/>
            </a:xfrm>
            <a:custGeom>
              <a:avLst/>
              <a:gdLst/>
              <a:ahLst/>
              <a:cxnLst>
                <a:cxn ang="0">
                  <a:pos x="623" y="0"/>
                </a:cxn>
                <a:cxn ang="0">
                  <a:pos x="702" y="5"/>
                </a:cxn>
                <a:cxn ang="0">
                  <a:pos x="777" y="19"/>
                </a:cxn>
                <a:cxn ang="0">
                  <a:pos x="849" y="42"/>
                </a:cxn>
                <a:cxn ang="0">
                  <a:pos x="916" y="73"/>
                </a:cxn>
                <a:cxn ang="0">
                  <a:pos x="980" y="111"/>
                </a:cxn>
                <a:cxn ang="0">
                  <a:pos x="1037" y="157"/>
                </a:cxn>
                <a:cxn ang="0">
                  <a:pos x="1089" y="209"/>
                </a:cxn>
                <a:cxn ang="0">
                  <a:pos x="1135" y="268"/>
                </a:cxn>
                <a:cxn ang="0">
                  <a:pos x="1173" y="330"/>
                </a:cxn>
                <a:cxn ang="0">
                  <a:pos x="1204" y="397"/>
                </a:cxn>
                <a:cxn ang="0">
                  <a:pos x="1227" y="469"/>
                </a:cxn>
                <a:cxn ang="0">
                  <a:pos x="1242" y="545"/>
                </a:cxn>
                <a:cxn ang="0">
                  <a:pos x="1247" y="623"/>
                </a:cxn>
                <a:cxn ang="0">
                  <a:pos x="1296" y="623"/>
                </a:cxn>
                <a:cxn ang="0">
                  <a:pos x="1135" y="783"/>
                </a:cxn>
                <a:cxn ang="0">
                  <a:pos x="975" y="623"/>
                </a:cxn>
                <a:cxn ang="0">
                  <a:pos x="1024" y="623"/>
                </a:cxn>
                <a:cxn ang="0">
                  <a:pos x="1019" y="564"/>
                </a:cxn>
                <a:cxn ang="0">
                  <a:pos x="1008" y="507"/>
                </a:cxn>
                <a:cxn ang="0">
                  <a:pos x="986" y="455"/>
                </a:cxn>
                <a:cxn ang="0">
                  <a:pos x="959" y="405"/>
                </a:cxn>
                <a:cxn ang="0">
                  <a:pos x="926" y="360"/>
                </a:cxn>
                <a:cxn ang="0">
                  <a:pos x="887" y="320"/>
                </a:cxn>
                <a:cxn ang="0">
                  <a:pos x="841" y="288"/>
                </a:cxn>
                <a:cxn ang="0">
                  <a:pos x="792" y="260"/>
                </a:cxn>
                <a:cxn ang="0">
                  <a:pos x="739" y="239"/>
                </a:cxn>
                <a:cxn ang="0">
                  <a:pos x="682" y="227"/>
                </a:cxn>
                <a:cxn ang="0">
                  <a:pos x="623" y="222"/>
                </a:cxn>
                <a:cxn ang="0">
                  <a:pos x="564" y="227"/>
                </a:cxn>
                <a:cxn ang="0">
                  <a:pos x="507" y="239"/>
                </a:cxn>
                <a:cxn ang="0">
                  <a:pos x="455" y="260"/>
                </a:cxn>
                <a:cxn ang="0">
                  <a:pos x="406" y="288"/>
                </a:cxn>
                <a:cxn ang="0">
                  <a:pos x="360" y="320"/>
                </a:cxn>
                <a:cxn ang="0">
                  <a:pos x="321" y="360"/>
                </a:cxn>
                <a:cxn ang="0">
                  <a:pos x="288" y="405"/>
                </a:cxn>
                <a:cxn ang="0">
                  <a:pos x="260" y="455"/>
                </a:cxn>
                <a:cxn ang="0">
                  <a:pos x="239" y="507"/>
                </a:cxn>
                <a:cxn ang="0">
                  <a:pos x="227" y="564"/>
                </a:cxn>
                <a:cxn ang="0">
                  <a:pos x="223" y="623"/>
                </a:cxn>
                <a:cxn ang="0">
                  <a:pos x="0" y="623"/>
                </a:cxn>
                <a:cxn ang="0">
                  <a:pos x="5" y="545"/>
                </a:cxn>
                <a:cxn ang="0">
                  <a:pos x="20" y="469"/>
                </a:cxn>
                <a:cxn ang="0">
                  <a:pos x="43" y="397"/>
                </a:cxn>
                <a:cxn ang="0">
                  <a:pos x="74" y="330"/>
                </a:cxn>
                <a:cxn ang="0">
                  <a:pos x="111" y="268"/>
                </a:cxn>
                <a:cxn ang="0">
                  <a:pos x="157" y="209"/>
                </a:cxn>
                <a:cxn ang="0">
                  <a:pos x="209" y="157"/>
                </a:cxn>
                <a:cxn ang="0">
                  <a:pos x="267" y="111"/>
                </a:cxn>
                <a:cxn ang="0">
                  <a:pos x="330" y="73"/>
                </a:cxn>
                <a:cxn ang="0">
                  <a:pos x="398" y="42"/>
                </a:cxn>
                <a:cxn ang="0">
                  <a:pos x="470" y="19"/>
                </a:cxn>
                <a:cxn ang="0">
                  <a:pos x="545" y="5"/>
                </a:cxn>
                <a:cxn ang="0">
                  <a:pos x="623" y="0"/>
                </a:cxn>
              </a:cxnLst>
              <a:rect l="0" t="0" r="r" b="b"/>
              <a:pathLst>
                <a:path w="1296" h="783">
                  <a:moveTo>
                    <a:pt x="623" y="0"/>
                  </a:moveTo>
                  <a:lnTo>
                    <a:pt x="702" y="5"/>
                  </a:lnTo>
                  <a:lnTo>
                    <a:pt x="777" y="19"/>
                  </a:lnTo>
                  <a:lnTo>
                    <a:pt x="849" y="42"/>
                  </a:lnTo>
                  <a:lnTo>
                    <a:pt x="916" y="73"/>
                  </a:lnTo>
                  <a:lnTo>
                    <a:pt x="980" y="111"/>
                  </a:lnTo>
                  <a:lnTo>
                    <a:pt x="1037" y="157"/>
                  </a:lnTo>
                  <a:lnTo>
                    <a:pt x="1089" y="209"/>
                  </a:lnTo>
                  <a:lnTo>
                    <a:pt x="1135" y="268"/>
                  </a:lnTo>
                  <a:lnTo>
                    <a:pt x="1173" y="330"/>
                  </a:lnTo>
                  <a:lnTo>
                    <a:pt x="1204" y="397"/>
                  </a:lnTo>
                  <a:lnTo>
                    <a:pt x="1227" y="469"/>
                  </a:lnTo>
                  <a:lnTo>
                    <a:pt x="1242" y="545"/>
                  </a:lnTo>
                  <a:lnTo>
                    <a:pt x="1247" y="623"/>
                  </a:lnTo>
                  <a:lnTo>
                    <a:pt x="1296" y="623"/>
                  </a:lnTo>
                  <a:lnTo>
                    <a:pt x="1135" y="783"/>
                  </a:lnTo>
                  <a:lnTo>
                    <a:pt x="975" y="623"/>
                  </a:lnTo>
                  <a:lnTo>
                    <a:pt x="1024" y="623"/>
                  </a:lnTo>
                  <a:lnTo>
                    <a:pt x="1019" y="564"/>
                  </a:lnTo>
                  <a:lnTo>
                    <a:pt x="1008" y="507"/>
                  </a:lnTo>
                  <a:lnTo>
                    <a:pt x="986" y="455"/>
                  </a:lnTo>
                  <a:lnTo>
                    <a:pt x="959" y="405"/>
                  </a:lnTo>
                  <a:lnTo>
                    <a:pt x="926" y="360"/>
                  </a:lnTo>
                  <a:lnTo>
                    <a:pt x="887" y="320"/>
                  </a:lnTo>
                  <a:lnTo>
                    <a:pt x="841" y="288"/>
                  </a:lnTo>
                  <a:lnTo>
                    <a:pt x="792" y="260"/>
                  </a:lnTo>
                  <a:lnTo>
                    <a:pt x="739" y="239"/>
                  </a:lnTo>
                  <a:lnTo>
                    <a:pt x="682" y="227"/>
                  </a:lnTo>
                  <a:lnTo>
                    <a:pt x="623" y="222"/>
                  </a:lnTo>
                  <a:lnTo>
                    <a:pt x="564" y="227"/>
                  </a:lnTo>
                  <a:lnTo>
                    <a:pt x="507" y="239"/>
                  </a:lnTo>
                  <a:lnTo>
                    <a:pt x="455" y="260"/>
                  </a:lnTo>
                  <a:lnTo>
                    <a:pt x="406" y="288"/>
                  </a:lnTo>
                  <a:lnTo>
                    <a:pt x="360" y="320"/>
                  </a:lnTo>
                  <a:lnTo>
                    <a:pt x="321" y="360"/>
                  </a:lnTo>
                  <a:lnTo>
                    <a:pt x="288" y="405"/>
                  </a:lnTo>
                  <a:lnTo>
                    <a:pt x="260" y="455"/>
                  </a:lnTo>
                  <a:lnTo>
                    <a:pt x="239" y="507"/>
                  </a:lnTo>
                  <a:lnTo>
                    <a:pt x="227" y="564"/>
                  </a:lnTo>
                  <a:lnTo>
                    <a:pt x="223" y="623"/>
                  </a:lnTo>
                  <a:lnTo>
                    <a:pt x="0" y="623"/>
                  </a:lnTo>
                  <a:lnTo>
                    <a:pt x="5" y="545"/>
                  </a:lnTo>
                  <a:lnTo>
                    <a:pt x="20" y="469"/>
                  </a:lnTo>
                  <a:lnTo>
                    <a:pt x="43" y="397"/>
                  </a:lnTo>
                  <a:lnTo>
                    <a:pt x="74" y="330"/>
                  </a:lnTo>
                  <a:lnTo>
                    <a:pt x="111" y="268"/>
                  </a:lnTo>
                  <a:lnTo>
                    <a:pt x="157" y="209"/>
                  </a:lnTo>
                  <a:lnTo>
                    <a:pt x="209" y="157"/>
                  </a:lnTo>
                  <a:lnTo>
                    <a:pt x="267" y="111"/>
                  </a:lnTo>
                  <a:lnTo>
                    <a:pt x="330" y="73"/>
                  </a:lnTo>
                  <a:lnTo>
                    <a:pt x="398" y="42"/>
                  </a:lnTo>
                  <a:lnTo>
                    <a:pt x="470" y="19"/>
                  </a:lnTo>
                  <a:lnTo>
                    <a:pt x="545" y="5"/>
                  </a:lnTo>
                  <a:lnTo>
                    <a:pt x="623" y="0"/>
                  </a:lnTo>
                  <a:close/>
                </a:path>
              </a:pathLst>
            </a:custGeom>
            <a:solidFill>
              <a:srgbClr val="26211B"/>
            </a:solidFill>
            <a:ln w="0">
              <a:noFill/>
              <a:prstDash val="solid"/>
              <a:round/>
            </a:ln>
            <a:effectLst>
              <a:outerShdw blurRad="317500" dist="38100" algn="l" rotWithShape="0">
                <a:schemeClr val="bg1">
                  <a:lumMod val="75000"/>
                  <a:alpha val="40000"/>
                </a:schemeClr>
              </a:outerShdw>
            </a:effec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200" b="0" i="0" u="none" strike="noStrike" kern="0" cap="none" spc="0" normalizeH="0" baseline="0" noProof="0" dirty="0">
                <a:ln>
                  <a:noFill/>
                </a:ln>
                <a:solidFill>
                  <a:schemeClr val="tx1"/>
                </a:solidFill>
                <a:effectLst/>
                <a:uLnTx/>
                <a:uFillTx/>
                <a:latin typeface="思源黑体 Light" panose="020B0300000000000000" charset="-122"/>
                <a:ea typeface="思源黑体 Light" panose="020B0300000000000000" charset="-122"/>
                <a:cs typeface="+mn-ea"/>
                <a:sym typeface="+mn-lt"/>
              </a:endParaRPr>
            </a:p>
          </p:txBody>
        </p:sp>
        <p:sp>
          <p:nvSpPr>
            <p:cNvPr id="24" name="Freeform 592"/>
            <p:cNvSpPr/>
            <p:nvPr/>
          </p:nvSpPr>
          <p:spPr bwMode="auto">
            <a:xfrm>
              <a:off x="1265326" y="3046616"/>
              <a:ext cx="2866554" cy="1734087"/>
            </a:xfrm>
            <a:custGeom>
              <a:avLst/>
              <a:gdLst/>
              <a:ahLst/>
              <a:cxnLst>
                <a:cxn ang="0">
                  <a:pos x="1135" y="0"/>
                </a:cxn>
                <a:cxn ang="0">
                  <a:pos x="1296" y="160"/>
                </a:cxn>
                <a:cxn ang="0">
                  <a:pos x="1247" y="160"/>
                </a:cxn>
                <a:cxn ang="0">
                  <a:pos x="1242" y="239"/>
                </a:cxn>
                <a:cxn ang="0">
                  <a:pos x="1227" y="314"/>
                </a:cxn>
                <a:cxn ang="0">
                  <a:pos x="1204" y="386"/>
                </a:cxn>
                <a:cxn ang="0">
                  <a:pos x="1173" y="453"/>
                </a:cxn>
                <a:cxn ang="0">
                  <a:pos x="1135" y="517"/>
                </a:cxn>
                <a:cxn ang="0">
                  <a:pos x="1089" y="574"/>
                </a:cxn>
                <a:cxn ang="0">
                  <a:pos x="1037" y="626"/>
                </a:cxn>
                <a:cxn ang="0">
                  <a:pos x="978" y="672"/>
                </a:cxn>
                <a:cxn ang="0">
                  <a:pos x="916" y="710"/>
                </a:cxn>
                <a:cxn ang="0">
                  <a:pos x="849" y="741"/>
                </a:cxn>
                <a:cxn ang="0">
                  <a:pos x="777" y="764"/>
                </a:cxn>
                <a:cxn ang="0">
                  <a:pos x="702" y="779"/>
                </a:cxn>
                <a:cxn ang="0">
                  <a:pos x="623" y="784"/>
                </a:cxn>
                <a:cxn ang="0">
                  <a:pos x="545" y="779"/>
                </a:cxn>
                <a:cxn ang="0">
                  <a:pos x="470" y="764"/>
                </a:cxn>
                <a:cxn ang="0">
                  <a:pos x="398" y="741"/>
                </a:cxn>
                <a:cxn ang="0">
                  <a:pos x="331" y="710"/>
                </a:cxn>
                <a:cxn ang="0">
                  <a:pos x="267" y="672"/>
                </a:cxn>
                <a:cxn ang="0">
                  <a:pos x="209" y="626"/>
                </a:cxn>
                <a:cxn ang="0">
                  <a:pos x="157" y="574"/>
                </a:cxn>
                <a:cxn ang="0">
                  <a:pos x="111" y="517"/>
                </a:cxn>
                <a:cxn ang="0">
                  <a:pos x="74" y="453"/>
                </a:cxn>
                <a:cxn ang="0">
                  <a:pos x="43" y="386"/>
                </a:cxn>
                <a:cxn ang="0">
                  <a:pos x="20" y="314"/>
                </a:cxn>
                <a:cxn ang="0">
                  <a:pos x="5" y="239"/>
                </a:cxn>
                <a:cxn ang="0">
                  <a:pos x="0" y="160"/>
                </a:cxn>
                <a:cxn ang="0">
                  <a:pos x="223" y="160"/>
                </a:cxn>
                <a:cxn ang="0">
                  <a:pos x="227" y="219"/>
                </a:cxn>
                <a:cxn ang="0">
                  <a:pos x="239" y="276"/>
                </a:cxn>
                <a:cxn ang="0">
                  <a:pos x="260" y="329"/>
                </a:cxn>
                <a:cxn ang="0">
                  <a:pos x="288" y="378"/>
                </a:cxn>
                <a:cxn ang="0">
                  <a:pos x="321" y="424"/>
                </a:cxn>
                <a:cxn ang="0">
                  <a:pos x="360" y="463"/>
                </a:cxn>
                <a:cxn ang="0">
                  <a:pos x="406" y="496"/>
                </a:cxn>
                <a:cxn ang="0">
                  <a:pos x="455" y="523"/>
                </a:cxn>
                <a:cxn ang="0">
                  <a:pos x="507" y="545"/>
                </a:cxn>
                <a:cxn ang="0">
                  <a:pos x="564" y="556"/>
                </a:cxn>
                <a:cxn ang="0">
                  <a:pos x="623" y="561"/>
                </a:cxn>
                <a:cxn ang="0">
                  <a:pos x="682" y="556"/>
                </a:cxn>
                <a:cxn ang="0">
                  <a:pos x="739" y="545"/>
                </a:cxn>
                <a:cxn ang="0">
                  <a:pos x="792" y="523"/>
                </a:cxn>
                <a:cxn ang="0">
                  <a:pos x="841" y="496"/>
                </a:cxn>
                <a:cxn ang="0">
                  <a:pos x="887" y="463"/>
                </a:cxn>
                <a:cxn ang="0">
                  <a:pos x="926" y="424"/>
                </a:cxn>
                <a:cxn ang="0">
                  <a:pos x="959" y="378"/>
                </a:cxn>
                <a:cxn ang="0">
                  <a:pos x="986" y="329"/>
                </a:cxn>
                <a:cxn ang="0">
                  <a:pos x="1008" y="276"/>
                </a:cxn>
                <a:cxn ang="0">
                  <a:pos x="1019" y="219"/>
                </a:cxn>
                <a:cxn ang="0">
                  <a:pos x="1024" y="160"/>
                </a:cxn>
                <a:cxn ang="0">
                  <a:pos x="975" y="160"/>
                </a:cxn>
                <a:cxn ang="0">
                  <a:pos x="1135" y="0"/>
                </a:cxn>
              </a:cxnLst>
              <a:rect l="0" t="0" r="r" b="b"/>
              <a:pathLst>
                <a:path w="1296" h="784">
                  <a:moveTo>
                    <a:pt x="1135" y="0"/>
                  </a:moveTo>
                  <a:lnTo>
                    <a:pt x="1296" y="160"/>
                  </a:lnTo>
                  <a:lnTo>
                    <a:pt x="1247" y="160"/>
                  </a:lnTo>
                  <a:lnTo>
                    <a:pt x="1242" y="239"/>
                  </a:lnTo>
                  <a:lnTo>
                    <a:pt x="1227" y="314"/>
                  </a:lnTo>
                  <a:lnTo>
                    <a:pt x="1204" y="386"/>
                  </a:lnTo>
                  <a:lnTo>
                    <a:pt x="1173" y="453"/>
                  </a:lnTo>
                  <a:lnTo>
                    <a:pt x="1135" y="517"/>
                  </a:lnTo>
                  <a:lnTo>
                    <a:pt x="1089" y="574"/>
                  </a:lnTo>
                  <a:lnTo>
                    <a:pt x="1037" y="626"/>
                  </a:lnTo>
                  <a:lnTo>
                    <a:pt x="978" y="672"/>
                  </a:lnTo>
                  <a:lnTo>
                    <a:pt x="916" y="710"/>
                  </a:lnTo>
                  <a:lnTo>
                    <a:pt x="849" y="741"/>
                  </a:lnTo>
                  <a:lnTo>
                    <a:pt x="777" y="764"/>
                  </a:lnTo>
                  <a:lnTo>
                    <a:pt x="702" y="779"/>
                  </a:lnTo>
                  <a:lnTo>
                    <a:pt x="623" y="784"/>
                  </a:lnTo>
                  <a:lnTo>
                    <a:pt x="545" y="779"/>
                  </a:lnTo>
                  <a:lnTo>
                    <a:pt x="470" y="764"/>
                  </a:lnTo>
                  <a:lnTo>
                    <a:pt x="398" y="741"/>
                  </a:lnTo>
                  <a:lnTo>
                    <a:pt x="331" y="710"/>
                  </a:lnTo>
                  <a:lnTo>
                    <a:pt x="267" y="672"/>
                  </a:lnTo>
                  <a:lnTo>
                    <a:pt x="209" y="626"/>
                  </a:lnTo>
                  <a:lnTo>
                    <a:pt x="157" y="574"/>
                  </a:lnTo>
                  <a:lnTo>
                    <a:pt x="111" y="517"/>
                  </a:lnTo>
                  <a:lnTo>
                    <a:pt x="74" y="453"/>
                  </a:lnTo>
                  <a:lnTo>
                    <a:pt x="43" y="386"/>
                  </a:lnTo>
                  <a:lnTo>
                    <a:pt x="20" y="314"/>
                  </a:lnTo>
                  <a:lnTo>
                    <a:pt x="5" y="239"/>
                  </a:lnTo>
                  <a:lnTo>
                    <a:pt x="0" y="160"/>
                  </a:lnTo>
                  <a:lnTo>
                    <a:pt x="223" y="160"/>
                  </a:lnTo>
                  <a:lnTo>
                    <a:pt x="227" y="219"/>
                  </a:lnTo>
                  <a:lnTo>
                    <a:pt x="239" y="276"/>
                  </a:lnTo>
                  <a:lnTo>
                    <a:pt x="260" y="329"/>
                  </a:lnTo>
                  <a:lnTo>
                    <a:pt x="288" y="378"/>
                  </a:lnTo>
                  <a:lnTo>
                    <a:pt x="321" y="424"/>
                  </a:lnTo>
                  <a:lnTo>
                    <a:pt x="360" y="463"/>
                  </a:lnTo>
                  <a:lnTo>
                    <a:pt x="406" y="496"/>
                  </a:lnTo>
                  <a:lnTo>
                    <a:pt x="455" y="523"/>
                  </a:lnTo>
                  <a:lnTo>
                    <a:pt x="507" y="545"/>
                  </a:lnTo>
                  <a:lnTo>
                    <a:pt x="564" y="556"/>
                  </a:lnTo>
                  <a:lnTo>
                    <a:pt x="623" y="561"/>
                  </a:lnTo>
                  <a:lnTo>
                    <a:pt x="682" y="556"/>
                  </a:lnTo>
                  <a:lnTo>
                    <a:pt x="739" y="545"/>
                  </a:lnTo>
                  <a:lnTo>
                    <a:pt x="792" y="523"/>
                  </a:lnTo>
                  <a:lnTo>
                    <a:pt x="841" y="496"/>
                  </a:lnTo>
                  <a:lnTo>
                    <a:pt x="887" y="463"/>
                  </a:lnTo>
                  <a:lnTo>
                    <a:pt x="926" y="424"/>
                  </a:lnTo>
                  <a:lnTo>
                    <a:pt x="959" y="378"/>
                  </a:lnTo>
                  <a:lnTo>
                    <a:pt x="986" y="329"/>
                  </a:lnTo>
                  <a:lnTo>
                    <a:pt x="1008" y="276"/>
                  </a:lnTo>
                  <a:lnTo>
                    <a:pt x="1019" y="219"/>
                  </a:lnTo>
                  <a:lnTo>
                    <a:pt x="1024" y="160"/>
                  </a:lnTo>
                  <a:lnTo>
                    <a:pt x="975" y="160"/>
                  </a:lnTo>
                  <a:lnTo>
                    <a:pt x="1135" y="0"/>
                  </a:lnTo>
                  <a:close/>
                </a:path>
              </a:pathLst>
            </a:custGeom>
            <a:solidFill>
              <a:srgbClr val="FEB51B"/>
            </a:solidFill>
            <a:ln w="0">
              <a:noFill/>
              <a:prstDash val="solid"/>
              <a:round/>
            </a:ln>
            <a:effectLst>
              <a:outerShdw blurRad="317500" dist="38100" algn="l" rotWithShape="0">
                <a:schemeClr val="bg1">
                  <a:lumMod val="75000"/>
                  <a:alpha val="40000"/>
                </a:schemeClr>
              </a:outerShdw>
            </a:effec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200" b="0" i="0" u="none" strike="noStrike" kern="0" cap="none" spc="0" normalizeH="0" baseline="0" noProof="0" dirty="0">
                <a:ln>
                  <a:noFill/>
                </a:ln>
                <a:solidFill>
                  <a:schemeClr val="tx1"/>
                </a:solidFill>
                <a:effectLst/>
                <a:uLnTx/>
                <a:uFillTx/>
                <a:latin typeface="思源黑体 Light" panose="020B0300000000000000" charset="-122"/>
                <a:ea typeface="思源黑体 Light" panose="020B0300000000000000" charset="-122"/>
                <a:cs typeface="+mn-ea"/>
                <a:sym typeface="+mn-lt"/>
              </a:endParaRPr>
            </a:p>
          </p:txBody>
        </p:sp>
        <p:sp>
          <p:nvSpPr>
            <p:cNvPr id="25" name="Shape 2587"/>
            <p:cNvSpPr/>
            <p:nvPr/>
          </p:nvSpPr>
          <p:spPr>
            <a:xfrm>
              <a:off x="2313189" y="3227896"/>
              <a:ext cx="526510" cy="526510"/>
            </a:xfrm>
            <a:custGeom>
              <a:avLst/>
              <a:gdLst/>
              <a:ahLst/>
              <a:cxnLst>
                <a:cxn ang="0">
                  <a:pos x="wd2" y="hd2"/>
                </a:cxn>
                <a:cxn ang="5400000">
                  <a:pos x="wd2" y="hd2"/>
                </a:cxn>
                <a:cxn ang="10800000">
                  <a:pos x="wd2" y="hd2"/>
                </a:cxn>
                <a:cxn ang="16200000">
                  <a:pos x="wd2" y="hd2"/>
                </a:cxn>
              </a:cxnLst>
              <a:rect l="0" t="0" r="r" b="b"/>
              <a:pathLst>
                <a:path w="21600" h="21600" extrusionOk="0">
                  <a:moveTo>
                    <a:pt x="12281" y="19846"/>
                  </a:moveTo>
                  <a:lnTo>
                    <a:pt x="9413" y="12882"/>
                  </a:lnTo>
                  <a:lnTo>
                    <a:pt x="19655" y="2640"/>
                  </a:lnTo>
                  <a:cubicBezTo>
                    <a:pt x="19655" y="2640"/>
                    <a:pt x="12281" y="19846"/>
                    <a:pt x="12281" y="19846"/>
                  </a:cubicBezTo>
                  <a:close/>
                  <a:moveTo>
                    <a:pt x="1755" y="9320"/>
                  </a:moveTo>
                  <a:lnTo>
                    <a:pt x="18960" y="1945"/>
                  </a:lnTo>
                  <a:lnTo>
                    <a:pt x="8719" y="12187"/>
                  </a:lnTo>
                  <a:cubicBezTo>
                    <a:pt x="8719" y="12187"/>
                    <a:pt x="1755" y="9320"/>
                    <a:pt x="1755" y="9320"/>
                  </a:cubicBezTo>
                  <a:close/>
                  <a:moveTo>
                    <a:pt x="21600" y="491"/>
                  </a:moveTo>
                  <a:cubicBezTo>
                    <a:pt x="21600" y="220"/>
                    <a:pt x="21380" y="0"/>
                    <a:pt x="21109" y="0"/>
                  </a:cubicBezTo>
                  <a:cubicBezTo>
                    <a:pt x="21034" y="0"/>
                    <a:pt x="20964" y="20"/>
                    <a:pt x="20900" y="52"/>
                  </a:cubicBezTo>
                  <a:lnTo>
                    <a:pt x="20898" y="48"/>
                  </a:lnTo>
                  <a:lnTo>
                    <a:pt x="302" y="8875"/>
                  </a:lnTo>
                  <a:cubicBezTo>
                    <a:pt x="301" y="8875"/>
                    <a:pt x="299" y="8876"/>
                    <a:pt x="297" y="8877"/>
                  </a:cubicBezTo>
                  <a:lnTo>
                    <a:pt x="280" y="8885"/>
                  </a:lnTo>
                  <a:lnTo>
                    <a:pt x="281" y="8887"/>
                  </a:lnTo>
                  <a:cubicBezTo>
                    <a:pt x="116" y="8967"/>
                    <a:pt x="0" y="9132"/>
                    <a:pt x="0" y="9327"/>
                  </a:cubicBezTo>
                  <a:cubicBezTo>
                    <a:pt x="0" y="9550"/>
                    <a:pt x="151" y="9731"/>
                    <a:pt x="355" y="9791"/>
                  </a:cubicBezTo>
                  <a:lnTo>
                    <a:pt x="353" y="9799"/>
                  </a:lnTo>
                  <a:lnTo>
                    <a:pt x="8462" y="13138"/>
                  </a:lnTo>
                  <a:lnTo>
                    <a:pt x="11801" y="21248"/>
                  </a:lnTo>
                  <a:lnTo>
                    <a:pt x="11809" y="21245"/>
                  </a:lnTo>
                  <a:cubicBezTo>
                    <a:pt x="11869" y="21449"/>
                    <a:pt x="12050" y="21600"/>
                    <a:pt x="12273" y="21600"/>
                  </a:cubicBezTo>
                  <a:cubicBezTo>
                    <a:pt x="12468" y="21600"/>
                    <a:pt x="12634" y="21484"/>
                    <a:pt x="12713" y="21319"/>
                  </a:cubicBezTo>
                  <a:lnTo>
                    <a:pt x="12716" y="21320"/>
                  </a:lnTo>
                  <a:lnTo>
                    <a:pt x="12723" y="21303"/>
                  </a:lnTo>
                  <a:cubicBezTo>
                    <a:pt x="12724" y="21301"/>
                    <a:pt x="12725" y="21300"/>
                    <a:pt x="12725" y="21298"/>
                  </a:cubicBezTo>
                  <a:lnTo>
                    <a:pt x="21553" y="702"/>
                  </a:lnTo>
                  <a:lnTo>
                    <a:pt x="21547" y="699"/>
                  </a:lnTo>
                  <a:cubicBezTo>
                    <a:pt x="21578" y="636"/>
                    <a:pt x="21600" y="567"/>
                    <a:pt x="21600" y="491"/>
                  </a:cubicBezTo>
                  <a:moveTo>
                    <a:pt x="7855" y="16200"/>
                  </a:moveTo>
                  <a:cubicBezTo>
                    <a:pt x="7719" y="16200"/>
                    <a:pt x="7596" y="16255"/>
                    <a:pt x="7507" y="16344"/>
                  </a:cubicBezTo>
                  <a:lnTo>
                    <a:pt x="6035" y="17817"/>
                  </a:lnTo>
                  <a:cubicBezTo>
                    <a:pt x="5946" y="17905"/>
                    <a:pt x="5891" y="18029"/>
                    <a:pt x="5891" y="18164"/>
                  </a:cubicBezTo>
                  <a:cubicBezTo>
                    <a:pt x="5891" y="18435"/>
                    <a:pt x="6111" y="18655"/>
                    <a:pt x="6382" y="18655"/>
                  </a:cubicBezTo>
                  <a:cubicBezTo>
                    <a:pt x="6517" y="18655"/>
                    <a:pt x="6640" y="18600"/>
                    <a:pt x="6729" y="18511"/>
                  </a:cubicBezTo>
                  <a:lnTo>
                    <a:pt x="8202" y="17038"/>
                  </a:lnTo>
                  <a:cubicBezTo>
                    <a:pt x="8291" y="16950"/>
                    <a:pt x="8345" y="16827"/>
                    <a:pt x="8345" y="16691"/>
                  </a:cubicBezTo>
                  <a:cubicBezTo>
                    <a:pt x="8345" y="16420"/>
                    <a:pt x="8126" y="16200"/>
                    <a:pt x="7855" y="16200"/>
                  </a:cubicBezTo>
                  <a:moveTo>
                    <a:pt x="7855" y="14237"/>
                  </a:moveTo>
                  <a:cubicBezTo>
                    <a:pt x="7855" y="13966"/>
                    <a:pt x="7635" y="13745"/>
                    <a:pt x="7364" y="13745"/>
                  </a:cubicBezTo>
                  <a:cubicBezTo>
                    <a:pt x="7228" y="13745"/>
                    <a:pt x="7105" y="13801"/>
                    <a:pt x="7017" y="13889"/>
                  </a:cubicBezTo>
                  <a:lnTo>
                    <a:pt x="2107" y="18798"/>
                  </a:lnTo>
                  <a:cubicBezTo>
                    <a:pt x="2019" y="18888"/>
                    <a:pt x="1964" y="19011"/>
                    <a:pt x="1964" y="19145"/>
                  </a:cubicBezTo>
                  <a:cubicBezTo>
                    <a:pt x="1964" y="19417"/>
                    <a:pt x="2184" y="19636"/>
                    <a:pt x="2455" y="19636"/>
                  </a:cubicBezTo>
                  <a:cubicBezTo>
                    <a:pt x="2590" y="19636"/>
                    <a:pt x="2713" y="19582"/>
                    <a:pt x="2802" y="19493"/>
                  </a:cubicBezTo>
                  <a:lnTo>
                    <a:pt x="7711" y="14583"/>
                  </a:lnTo>
                  <a:cubicBezTo>
                    <a:pt x="7800" y="14495"/>
                    <a:pt x="7855" y="14372"/>
                    <a:pt x="7855" y="14237"/>
                  </a:cubicBezTo>
                  <a:moveTo>
                    <a:pt x="4765" y="14583"/>
                  </a:moveTo>
                  <a:lnTo>
                    <a:pt x="5256" y="14093"/>
                  </a:lnTo>
                  <a:cubicBezTo>
                    <a:pt x="5345" y="14004"/>
                    <a:pt x="5400" y="13881"/>
                    <a:pt x="5400" y="13745"/>
                  </a:cubicBezTo>
                  <a:cubicBezTo>
                    <a:pt x="5400" y="13475"/>
                    <a:pt x="5180" y="13255"/>
                    <a:pt x="4909" y="13255"/>
                  </a:cubicBezTo>
                  <a:cubicBezTo>
                    <a:pt x="4774" y="13255"/>
                    <a:pt x="4651" y="13310"/>
                    <a:pt x="4562" y="13398"/>
                  </a:cubicBezTo>
                  <a:lnTo>
                    <a:pt x="4071" y="13889"/>
                  </a:lnTo>
                  <a:cubicBezTo>
                    <a:pt x="3982" y="13979"/>
                    <a:pt x="3927" y="14101"/>
                    <a:pt x="3927" y="14237"/>
                  </a:cubicBezTo>
                  <a:cubicBezTo>
                    <a:pt x="3927" y="14507"/>
                    <a:pt x="4147" y="14727"/>
                    <a:pt x="4418" y="14727"/>
                  </a:cubicBezTo>
                  <a:cubicBezTo>
                    <a:pt x="4554" y="14727"/>
                    <a:pt x="4676" y="14673"/>
                    <a:pt x="4765" y="14583"/>
                  </a:cubicBezTo>
                </a:path>
              </a:pathLst>
            </a:custGeom>
            <a:solidFill>
              <a:srgbClr val="26211B"/>
            </a:solidFill>
            <a:ln w="12700">
              <a:miter lim="400000"/>
            </a:ln>
          </p:spPr>
          <p:txBody>
            <a:bodyPr lIns="38090" tIns="38090" rIns="38090" bIns="38090" anchor="ctr"/>
            <a:lstStyle/>
            <a:p>
              <a:pPr marL="0" marR="0" lvl="0" indent="0" defTabSz="457200" eaLnBrk="1" fontAlgn="auto" latinLnBrk="0" hangingPunct="1">
                <a:lnSpc>
                  <a:spcPct val="100000"/>
                </a:lnSpc>
                <a:spcBef>
                  <a:spcPts val="0"/>
                </a:spcBef>
                <a:spcAft>
                  <a:spcPts val="0"/>
                </a:spcAft>
                <a:buClrTx/>
                <a:buSzTx/>
                <a:buFontTx/>
                <a:buNone/>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200" b="0" i="0" u="none" strike="noStrike" kern="0" cap="none" spc="0" normalizeH="0" baseline="0" noProof="0">
                <a:ln>
                  <a:noFill/>
                </a:ln>
                <a:solidFill>
                  <a:schemeClr val="tx1"/>
                </a:solidFill>
                <a:effectLst>
                  <a:outerShdw blurRad="38100" dist="12700" dir="5400000" rotWithShape="0">
                    <a:srgbClr val="000000">
                      <a:alpha val="50000"/>
                    </a:srgbClr>
                  </a:outerShdw>
                </a:effectLst>
                <a:uLnTx/>
                <a:uFillTx/>
                <a:latin typeface="思源黑体 Light" panose="020B0300000000000000" charset="-122"/>
                <a:ea typeface="思源黑体 Light" panose="020B0300000000000000" charset="-122"/>
                <a:cs typeface="+mn-ea"/>
                <a:sym typeface="+mn-lt"/>
              </a:endParaRPr>
            </a:p>
          </p:txBody>
        </p:sp>
        <p:sp>
          <p:nvSpPr>
            <p:cNvPr id="7" name="Shape 2633"/>
            <p:cNvSpPr/>
            <p:nvPr/>
          </p:nvSpPr>
          <p:spPr>
            <a:xfrm>
              <a:off x="4638405" y="3234780"/>
              <a:ext cx="519626" cy="519626"/>
            </a:xfrm>
            <a:custGeom>
              <a:avLst/>
              <a:gdLst/>
              <a:ahLst/>
              <a:cxnLst>
                <a:cxn ang="0">
                  <a:pos x="wd2" y="hd2"/>
                </a:cxn>
                <a:cxn ang="5400000">
                  <a:pos x="wd2" y="hd2"/>
                </a:cxn>
                <a:cxn ang="10800000">
                  <a:pos x="wd2" y="hd2"/>
                </a:cxn>
                <a:cxn ang="16200000">
                  <a:pos x="wd2" y="hd2"/>
                </a:cxn>
              </a:cxnLst>
              <a:rect l="0" t="0" r="r" b="b"/>
              <a:pathLst>
                <a:path w="21600" h="21600" extrusionOk="0">
                  <a:moveTo>
                    <a:pt x="12144" y="18334"/>
                  </a:moveTo>
                  <a:lnTo>
                    <a:pt x="15583" y="6873"/>
                  </a:lnTo>
                  <a:lnTo>
                    <a:pt x="20168" y="6873"/>
                  </a:lnTo>
                  <a:cubicBezTo>
                    <a:pt x="20168" y="6873"/>
                    <a:pt x="12144" y="18334"/>
                    <a:pt x="12144" y="18334"/>
                  </a:cubicBezTo>
                  <a:close/>
                  <a:moveTo>
                    <a:pt x="10800" y="19403"/>
                  </a:moveTo>
                  <a:lnTo>
                    <a:pt x="7041" y="6873"/>
                  </a:lnTo>
                  <a:lnTo>
                    <a:pt x="14559" y="6873"/>
                  </a:lnTo>
                  <a:cubicBezTo>
                    <a:pt x="14559" y="6873"/>
                    <a:pt x="10800" y="19403"/>
                    <a:pt x="10800" y="19403"/>
                  </a:cubicBezTo>
                  <a:close/>
                  <a:moveTo>
                    <a:pt x="1432" y="6873"/>
                  </a:moveTo>
                  <a:lnTo>
                    <a:pt x="6017" y="6873"/>
                  </a:lnTo>
                  <a:lnTo>
                    <a:pt x="9456" y="18334"/>
                  </a:lnTo>
                  <a:cubicBezTo>
                    <a:pt x="9456" y="18334"/>
                    <a:pt x="1432" y="6873"/>
                    <a:pt x="1432" y="6873"/>
                  </a:cubicBezTo>
                  <a:close/>
                  <a:moveTo>
                    <a:pt x="6578" y="982"/>
                  </a:moveTo>
                  <a:lnTo>
                    <a:pt x="8536" y="982"/>
                  </a:lnTo>
                  <a:lnTo>
                    <a:pt x="6082" y="5891"/>
                  </a:lnTo>
                  <a:lnTo>
                    <a:pt x="1669" y="5891"/>
                  </a:lnTo>
                  <a:cubicBezTo>
                    <a:pt x="1669" y="5891"/>
                    <a:pt x="6578" y="982"/>
                    <a:pt x="6578" y="982"/>
                  </a:cubicBezTo>
                  <a:close/>
                  <a:moveTo>
                    <a:pt x="11973" y="982"/>
                  </a:moveTo>
                  <a:lnTo>
                    <a:pt x="14427" y="5891"/>
                  </a:lnTo>
                  <a:lnTo>
                    <a:pt x="7173" y="5891"/>
                  </a:lnTo>
                  <a:lnTo>
                    <a:pt x="9627" y="982"/>
                  </a:lnTo>
                  <a:cubicBezTo>
                    <a:pt x="9627" y="982"/>
                    <a:pt x="11973" y="982"/>
                    <a:pt x="11973" y="982"/>
                  </a:cubicBezTo>
                  <a:close/>
                  <a:moveTo>
                    <a:pt x="15022" y="982"/>
                  </a:moveTo>
                  <a:lnTo>
                    <a:pt x="19931" y="5891"/>
                  </a:lnTo>
                  <a:lnTo>
                    <a:pt x="15518" y="5891"/>
                  </a:lnTo>
                  <a:lnTo>
                    <a:pt x="13064" y="982"/>
                  </a:lnTo>
                  <a:cubicBezTo>
                    <a:pt x="13064" y="982"/>
                    <a:pt x="15022" y="982"/>
                    <a:pt x="15022" y="982"/>
                  </a:cubicBezTo>
                  <a:close/>
                  <a:moveTo>
                    <a:pt x="21600" y="6382"/>
                  </a:moveTo>
                  <a:cubicBezTo>
                    <a:pt x="21600" y="6272"/>
                    <a:pt x="21557" y="6175"/>
                    <a:pt x="21495" y="6093"/>
                  </a:cubicBezTo>
                  <a:lnTo>
                    <a:pt x="21502" y="6088"/>
                  </a:lnTo>
                  <a:lnTo>
                    <a:pt x="21471" y="6057"/>
                  </a:lnTo>
                  <a:cubicBezTo>
                    <a:pt x="21459" y="6044"/>
                    <a:pt x="21448" y="6032"/>
                    <a:pt x="21434" y="6020"/>
                  </a:cubicBezTo>
                  <a:lnTo>
                    <a:pt x="15611" y="197"/>
                  </a:lnTo>
                  <a:lnTo>
                    <a:pt x="15604" y="201"/>
                  </a:lnTo>
                  <a:cubicBezTo>
                    <a:pt x="15514" y="82"/>
                    <a:pt x="15379" y="0"/>
                    <a:pt x="15218" y="0"/>
                  </a:cubicBezTo>
                  <a:lnTo>
                    <a:pt x="6382" y="0"/>
                  </a:lnTo>
                  <a:cubicBezTo>
                    <a:pt x="6221" y="0"/>
                    <a:pt x="6086" y="82"/>
                    <a:pt x="5996" y="201"/>
                  </a:cubicBezTo>
                  <a:lnTo>
                    <a:pt x="5989" y="197"/>
                  </a:lnTo>
                  <a:lnTo>
                    <a:pt x="166" y="6020"/>
                  </a:lnTo>
                  <a:cubicBezTo>
                    <a:pt x="152" y="6032"/>
                    <a:pt x="141" y="6044"/>
                    <a:pt x="129" y="6057"/>
                  </a:cubicBezTo>
                  <a:lnTo>
                    <a:pt x="98" y="6088"/>
                  </a:lnTo>
                  <a:lnTo>
                    <a:pt x="105" y="6093"/>
                  </a:lnTo>
                  <a:cubicBezTo>
                    <a:pt x="43" y="6175"/>
                    <a:pt x="0" y="6272"/>
                    <a:pt x="0" y="6382"/>
                  </a:cubicBezTo>
                  <a:cubicBezTo>
                    <a:pt x="0" y="6499"/>
                    <a:pt x="46" y="6602"/>
                    <a:pt x="115" y="6686"/>
                  </a:cubicBezTo>
                  <a:lnTo>
                    <a:pt x="109" y="6690"/>
                  </a:lnTo>
                  <a:lnTo>
                    <a:pt x="10418" y="21418"/>
                  </a:lnTo>
                  <a:lnTo>
                    <a:pt x="10424" y="21413"/>
                  </a:lnTo>
                  <a:cubicBezTo>
                    <a:pt x="10514" y="21525"/>
                    <a:pt x="10646" y="21600"/>
                    <a:pt x="10800" y="21600"/>
                  </a:cubicBezTo>
                  <a:cubicBezTo>
                    <a:pt x="10954" y="21600"/>
                    <a:pt x="11086" y="21525"/>
                    <a:pt x="11176" y="21413"/>
                  </a:cubicBezTo>
                  <a:lnTo>
                    <a:pt x="11182" y="21418"/>
                  </a:lnTo>
                  <a:lnTo>
                    <a:pt x="21491" y="6690"/>
                  </a:lnTo>
                  <a:lnTo>
                    <a:pt x="21485" y="6686"/>
                  </a:lnTo>
                  <a:cubicBezTo>
                    <a:pt x="21553" y="6602"/>
                    <a:pt x="21600" y="6499"/>
                    <a:pt x="21600" y="6382"/>
                  </a:cubicBezTo>
                </a:path>
              </a:pathLst>
            </a:custGeom>
            <a:solidFill>
              <a:srgbClr val="FEB51B"/>
            </a:solidFill>
            <a:ln w="12700">
              <a:miter lim="400000"/>
            </a:ln>
          </p:spPr>
          <p:txBody>
            <a:bodyPr lIns="38090" tIns="38090" rIns="38090" bIns="38090" anchor="ctr"/>
            <a:lstStyle/>
            <a:p>
              <a:pPr marL="0" marR="0" lvl="0" indent="0" defTabSz="457200" eaLnBrk="1" fontAlgn="auto" latinLnBrk="0" hangingPunct="1">
                <a:lnSpc>
                  <a:spcPct val="100000"/>
                </a:lnSpc>
                <a:spcBef>
                  <a:spcPts val="0"/>
                </a:spcBef>
                <a:spcAft>
                  <a:spcPts val="0"/>
                </a:spcAft>
                <a:buClrTx/>
                <a:buSzTx/>
                <a:buFontTx/>
                <a:buNone/>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200" b="0" i="0" u="none" strike="noStrike" kern="0" cap="none" spc="0" normalizeH="0" baseline="0" noProof="0">
                <a:ln>
                  <a:noFill/>
                </a:ln>
                <a:solidFill>
                  <a:schemeClr val="tx1"/>
                </a:solidFill>
                <a:effectLst>
                  <a:outerShdw blurRad="38100" dist="12700" dir="5400000" rotWithShape="0">
                    <a:srgbClr val="000000">
                      <a:alpha val="50000"/>
                    </a:srgbClr>
                  </a:outerShdw>
                </a:effectLst>
                <a:uLnTx/>
                <a:uFillTx/>
                <a:latin typeface="思源黑体 Light" panose="020B0300000000000000" charset="-122"/>
                <a:ea typeface="思源黑体 Light" panose="020B0300000000000000" charset="-122"/>
                <a:cs typeface="+mn-ea"/>
                <a:sym typeface="+mn-lt"/>
              </a:endParaRPr>
            </a:p>
          </p:txBody>
        </p:sp>
        <p:sp>
          <p:nvSpPr>
            <p:cNvPr id="27" name="Shape 2530"/>
            <p:cNvSpPr/>
            <p:nvPr/>
          </p:nvSpPr>
          <p:spPr>
            <a:xfrm>
              <a:off x="6944900" y="3234780"/>
              <a:ext cx="425135" cy="519626"/>
            </a:xfrm>
            <a:custGeom>
              <a:avLst/>
              <a:gdLst/>
              <a:ahLst/>
              <a:cxnLst>
                <a:cxn ang="0">
                  <a:pos x="wd2" y="hd2"/>
                </a:cxn>
                <a:cxn ang="5400000">
                  <a:pos x="wd2" y="hd2"/>
                </a:cxn>
                <a:cxn ang="10800000">
                  <a:pos x="wd2" y="hd2"/>
                </a:cxn>
                <a:cxn ang="16200000">
                  <a:pos x="wd2" y="hd2"/>
                </a:cxn>
              </a:cxnLst>
              <a:rect l="0" t="0" r="r" b="b"/>
              <a:pathLst>
                <a:path w="21600" h="21600" extrusionOk="0">
                  <a:moveTo>
                    <a:pt x="20400" y="19636"/>
                  </a:moveTo>
                  <a:cubicBezTo>
                    <a:pt x="20400" y="20178"/>
                    <a:pt x="19862" y="20617"/>
                    <a:pt x="19200" y="20617"/>
                  </a:cubicBezTo>
                  <a:lnTo>
                    <a:pt x="6000" y="20617"/>
                  </a:lnTo>
                  <a:lnTo>
                    <a:pt x="6000" y="982"/>
                  </a:lnTo>
                  <a:lnTo>
                    <a:pt x="13200" y="982"/>
                  </a:lnTo>
                  <a:lnTo>
                    <a:pt x="13200" y="6872"/>
                  </a:lnTo>
                  <a:lnTo>
                    <a:pt x="15600" y="4909"/>
                  </a:lnTo>
                  <a:lnTo>
                    <a:pt x="18000" y="6872"/>
                  </a:lnTo>
                  <a:lnTo>
                    <a:pt x="18000" y="982"/>
                  </a:lnTo>
                  <a:lnTo>
                    <a:pt x="19200" y="982"/>
                  </a:lnTo>
                  <a:cubicBezTo>
                    <a:pt x="19862" y="982"/>
                    <a:pt x="20400" y="1422"/>
                    <a:pt x="20400" y="1964"/>
                  </a:cubicBezTo>
                  <a:cubicBezTo>
                    <a:pt x="20400" y="1964"/>
                    <a:pt x="20400" y="19636"/>
                    <a:pt x="20400" y="19636"/>
                  </a:cubicBezTo>
                  <a:close/>
                  <a:moveTo>
                    <a:pt x="4800" y="20617"/>
                  </a:moveTo>
                  <a:lnTo>
                    <a:pt x="2400" y="20617"/>
                  </a:lnTo>
                  <a:cubicBezTo>
                    <a:pt x="1738" y="20617"/>
                    <a:pt x="1200" y="20178"/>
                    <a:pt x="1200" y="19636"/>
                  </a:cubicBezTo>
                  <a:lnTo>
                    <a:pt x="1200" y="1964"/>
                  </a:lnTo>
                  <a:cubicBezTo>
                    <a:pt x="1200" y="1422"/>
                    <a:pt x="1738" y="982"/>
                    <a:pt x="2400" y="982"/>
                  </a:cubicBezTo>
                  <a:lnTo>
                    <a:pt x="4800" y="982"/>
                  </a:lnTo>
                  <a:cubicBezTo>
                    <a:pt x="4800" y="982"/>
                    <a:pt x="4800" y="20617"/>
                    <a:pt x="4800" y="20617"/>
                  </a:cubicBezTo>
                  <a:close/>
                  <a:moveTo>
                    <a:pt x="14400" y="982"/>
                  </a:moveTo>
                  <a:lnTo>
                    <a:pt x="16800" y="982"/>
                  </a:lnTo>
                  <a:lnTo>
                    <a:pt x="16800" y="4418"/>
                  </a:lnTo>
                  <a:lnTo>
                    <a:pt x="15600" y="3436"/>
                  </a:lnTo>
                  <a:lnTo>
                    <a:pt x="14400" y="4418"/>
                  </a:lnTo>
                  <a:cubicBezTo>
                    <a:pt x="14400" y="4418"/>
                    <a:pt x="14400" y="982"/>
                    <a:pt x="14400" y="982"/>
                  </a:cubicBezTo>
                  <a:close/>
                  <a:moveTo>
                    <a:pt x="19200" y="0"/>
                  </a:moveTo>
                  <a:lnTo>
                    <a:pt x="2400" y="0"/>
                  </a:lnTo>
                  <a:cubicBezTo>
                    <a:pt x="1075" y="0"/>
                    <a:pt x="0" y="879"/>
                    <a:pt x="0" y="1964"/>
                  </a:cubicBezTo>
                  <a:lnTo>
                    <a:pt x="0" y="19636"/>
                  </a:lnTo>
                  <a:cubicBezTo>
                    <a:pt x="0" y="20720"/>
                    <a:pt x="1075" y="21600"/>
                    <a:pt x="2400" y="21600"/>
                  </a:cubicBezTo>
                  <a:lnTo>
                    <a:pt x="19200" y="21600"/>
                  </a:lnTo>
                  <a:cubicBezTo>
                    <a:pt x="20525" y="21600"/>
                    <a:pt x="21600" y="20720"/>
                    <a:pt x="21600" y="19636"/>
                  </a:cubicBezTo>
                  <a:lnTo>
                    <a:pt x="21600" y="1964"/>
                  </a:lnTo>
                  <a:cubicBezTo>
                    <a:pt x="21600" y="879"/>
                    <a:pt x="20525" y="0"/>
                    <a:pt x="19200" y="0"/>
                  </a:cubicBezTo>
                </a:path>
              </a:pathLst>
            </a:custGeom>
            <a:solidFill>
              <a:srgbClr val="26211B"/>
            </a:solidFill>
            <a:ln w="12700">
              <a:miter lim="400000"/>
            </a:ln>
          </p:spPr>
          <p:txBody>
            <a:bodyPr lIns="38090" tIns="38090" rIns="38090" bIns="38090" anchor="ctr"/>
            <a:lstStyle/>
            <a:p>
              <a:pPr marL="0" marR="0" lvl="0" indent="0" defTabSz="457200" eaLnBrk="1" fontAlgn="auto" latinLnBrk="0" hangingPunct="1">
                <a:lnSpc>
                  <a:spcPct val="100000"/>
                </a:lnSpc>
                <a:spcBef>
                  <a:spcPts val="0"/>
                </a:spcBef>
                <a:spcAft>
                  <a:spcPts val="0"/>
                </a:spcAft>
                <a:buClrTx/>
                <a:buSzTx/>
                <a:buFontTx/>
                <a:buNone/>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200" b="0" i="0" u="none" strike="noStrike" kern="0" cap="none" spc="0" normalizeH="0" baseline="0" noProof="0">
                <a:ln>
                  <a:noFill/>
                </a:ln>
                <a:solidFill>
                  <a:schemeClr val="tx1"/>
                </a:solidFill>
                <a:effectLst>
                  <a:outerShdw blurRad="38100" dist="12700" dir="5400000" rotWithShape="0">
                    <a:srgbClr val="000000">
                      <a:alpha val="50000"/>
                    </a:srgbClr>
                  </a:outerShdw>
                </a:effectLst>
                <a:uLnTx/>
                <a:uFillTx/>
                <a:latin typeface="思源黑体 Light" panose="020B0300000000000000" charset="-122"/>
                <a:ea typeface="思源黑体 Light" panose="020B0300000000000000" charset="-122"/>
                <a:cs typeface="+mn-ea"/>
                <a:sym typeface="+mn-lt"/>
              </a:endParaRPr>
            </a:p>
          </p:txBody>
        </p:sp>
        <p:sp>
          <p:nvSpPr>
            <p:cNvPr id="28" name="Shape 2602"/>
            <p:cNvSpPr/>
            <p:nvPr/>
          </p:nvSpPr>
          <p:spPr>
            <a:xfrm>
              <a:off x="9163685" y="3242561"/>
              <a:ext cx="522650" cy="427625"/>
            </a:xfrm>
            <a:custGeom>
              <a:avLst/>
              <a:gdLst/>
              <a:ahLst/>
              <a:cxnLst>
                <a:cxn ang="0">
                  <a:pos x="wd2" y="hd2"/>
                </a:cxn>
                <a:cxn ang="5400000">
                  <a:pos x="wd2" y="hd2"/>
                </a:cxn>
                <a:cxn ang="10800000">
                  <a:pos x="wd2" y="hd2"/>
                </a:cxn>
                <a:cxn ang="16200000">
                  <a:pos x="wd2" y="hd2"/>
                </a:cxn>
              </a:cxnLst>
              <a:rect l="0" t="0" r="r" b="b"/>
              <a:pathLst>
                <a:path w="21600" h="21600" extrusionOk="0">
                  <a:moveTo>
                    <a:pt x="5400" y="6001"/>
                  </a:moveTo>
                  <a:lnTo>
                    <a:pt x="8345" y="6001"/>
                  </a:lnTo>
                  <a:cubicBezTo>
                    <a:pt x="8617" y="6001"/>
                    <a:pt x="8836" y="5732"/>
                    <a:pt x="8836" y="5400"/>
                  </a:cubicBezTo>
                  <a:cubicBezTo>
                    <a:pt x="8836" y="5069"/>
                    <a:pt x="8617" y="4800"/>
                    <a:pt x="8345" y="4800"/>
                  </a:cubicBezTo>
                  <a:lnTo>
                    <a:pt x="5400" y="4800"/>
                  </a:lnTo>
                  <a:cubicBezTo>
                    <a:pt x="5129" y="4800"/>
                    <a:pt x="4909" y="5069"/>
                    <a:pt x="4909" y="5400"/>
                  </a:cubicBezTo>
                  <a:cubicBezTo>
                    <a:pt x="4909" y="5732"/>
                    <a:pt x="5129" y="6001"/>
                    <a:pt x="5400" y="6001"/>
                  </a:cubicBezTo>
                  <a:moveTo>
                    <a:pt x="20618" y="20400"/>
                  </a:moveTo>
                  <a:lnTo>
                    <a:pt x="18655" y="20400"/>
                  </a:lnTo>
                  <a:lnTo>
                    <a:pt x="18655" y="18000"/>
                  </a:lnTo>
                  <a:cubicBezTo>
                    <a:pt x="18926" y="18000"/>
                    <a:pt x="19145" y="17732"/>
                    <a:pt x="19145" y="17400"/>
                  </a:cubicBezTo>
                  <a:cubicBezTo>
                    <a:pt x="19145" y="17069"/>
                    <a:pt x="18926" y="16801"/>
                    <a:pt x="18655" y="16801"/>
                  </a:cubicBezTo>
                  <a:lnTo>
                    <a:pt x="18655" y="3601"/>
                  </a:lnTo>
                  <a:lnTo>
                    <a:pt x="20618" y="3601"/>
                  </a:lnTo>
                  <a:cubicBezTo>
                    <a:pt x="20618" y="3601"/>
                    <a:pt x="20618" y="20400"/>
                    <a:pt x="20618" y="20400"/>
                  </a:cubicBezTo>
                  <a:close/>
                  <a:moveTo>
                    <a:pt x="17673" y="16801"/>
                  </a:moveTo>
                  <a:cubicBezTo>
                    <a:pt x="17401" y="16801"/>
                    <a:pt x="17182" y="17069"/>
                    <a:pt x="17182" y="17400"/>
                  </a:cubicBezTo>
                  <a:cubicBezTo>
                    <a:pt x="17182" y="17732"/>
                    <a:pt x="17401" y="18000"/>
                    <a:pt x="17673" y="18000"/>
                  </a:cubicBezTo>
                  <a:lnTo>
                    <a:pt x="17673" y="20400"/>
                  </a:lnTo>
                  <a:lnTo>
                    <a:pt x="3927" y="20400"/>
                  </a:lnTo>
                  <a:lnTo>
                    <a:pt x="3927" y="18000"/>
                  </a:lnTo>
                  <a:cubicBezTo>
                    <a:pt x="4199" y="18000"/>
                    <a:pt x="4418" y="17732"/>
                    <a:pt x="4418" y="17400"/>
                  </a:cubicBezTo>
                  <a:cubicBezTo>
                    <a:pt x="4418" y="17069"/>
                    <a:pt x="4199" y="16801"/>
                    <a:pt x="3927" y="16801"/>
                  </a:cubicBezTo>
                  <a:lnTo>
                    <a:pt x="3927" y="3601"/>
                  </a:lnTo>
                  <a:lnTo>
                    <a:pt x="17673" y="3601"/>
                  </a:lnTo>
                  <a:cubicBezTo>
                    <a:pt x="17673" y="3601"/>
                    <a:pt x="17673" y="16801"/>
                    <a:pt x="17673" y="16801"/>
                  </a:cubicBezTo>
                  <a:close/>
                  <a:moveTo>
                    <a:pt x="2945" y="16801"/>
                  </a:moveTo>
                  <a:cubicBezTo>
                    <a:pt x="2674" y="16801"/>
                    <a:pt x="2455" y="17069"/>
                    <a:pt x="2455" y="17400"/>
                  </a:cubicBezTo>
                  <a:cubicBezTo>
                    <a:pt x="2455" y="17732"/>
                    <a:pt x="2674" y="18000"/>
                    <a:pt x="2945" y="18000"/>
                  </a:cubicBezTo>
                  <a:lnTo>
                    <a:pt x="2945" y="20400"/>
                  </a:lnTo>
                  <a:lnTo>
                    <a:pt x="982" y="20400"/>
                  </a:lnTo>
                  <a:lnTo>
                    <a:pt x="982" y="3601"/>
                  </a:lnTo>
                  <a:lnTo>
                    <a:pt x="2945" y="3601"/>
                  </a:lnTo>
                  <a:cubicBezTo>
                    <a:pt x="2945" y="3601"/>
                    <a:pt x="2945" y="16801"/>
                    <a:pt x="2945" y="16801"/>
                  </a:cubicBezTo>
                  <a:close/>
                  <a:moveTo>
                    <a:pt x="8836" y="1200"/>
                  </a:moveTo>
                  <a:lnTo>
                    <a:pt x="12764" y="1200"/>
                  </a:lnTo>
                  <a:cubicBezTo>
                    <a:pt x="13305" y="1200"/>
                    <a:pt x="13745" y="1738"/>
                    <a:pt x="13745" y="2400"/>
                  </a:cubicBezTo>
                  <a:lnTo>
                    <a:pt x="7855" y="2400"/>
                  </a:lnTo>
                  <a:cubicBezTo>
                    <a:pt x="7855" y="1738"/>
                    <a:pt x="8295" y="1200"/>
                    <a:pt x="8836" y="1200"/>
                  </a:cubicBezTo>
                  <a:moveTo>
                    <a:pt x="20618" y="2400"/>
                  </a:moveTo>
                  <a:lnTo>
                    <a:pt x="14727" y="2400"/>
                  </a:lnTo>
                  <a:cubicBezTo>
                    <a:pt x="14727" y="1075"/>
                    <a:pt x="13848" y="0"/>
                    <a:pt x="12764" y="0"/>
                  </a:cubicBezTo>
                  <a:lnTo>
                    <a:pt x="8836" y="0"/>
                  </a:lnTo>
                  <a:cubicBezTo>
                    <a:pt x="7752" y="0"/>
                    <a:pt x="6873" y="1075"/>
                    <a:pt x="6873" y="2400"/>
                  </a:cubicBezTo>
                  <a:lnTo>
                    <a:pt x="982" y="2400"/>
                  </a:lnTo>
                  <a:cubicBezTo>
                    <a:pt x="439" y="2400"/>
                    <a:pt x="0" y="2938"/>
                    <a:pt x="0" y="3601"/>
                  </a:cubicBezTo>
                  <a:lnTo>
                    <a:pt x="0" y="20400"/>
                  </a:lnTo>
                  <a:cubicBezTo>
                    <a:pt x="0" y="21063"/>
                    <a:pt x="439" y="21600"/>
                    <a:pt x="982" y="21600"/>
                  </a:cubicBezTo>
                  <a:lnTo>
                    <a:pt x="20618" y="21600"/>
                  </a:lnTo>
                  <a:cubicBezTo>
                    <a:pt x="21160" y="21600"/>
                    <a:pt x="21600" y="21063"/>
                    <a:pt x="21600" y="20400"/>
                  </a:cubicBezTo>
                  <a:lnTo>
                    <a:pt x="21600" y="3601"/>
                  </a:lnTo>
                  <a:cubicBezTo>
                    <a:pt x="21600" y="2938"/>
                    <a:pt x="21160" y="2400"/>
                    <a:pt x="20618" y="2400"/>
                  </a:cubicBezTo>
                  <a:moveTo>
                    <a:pt x="5400" y="8400"/>
                  </a:moveTo>
                  <a:lnTo>
                    <a:pt x="6382" y="8400"/>
                  </a:lnTo>
                  <a:cubicBezTo>
                    <a:pt x="6653" y="8400"/>
                    <a:pt x="6873" y="8132"/>
                    <a:pt x="6873" y="7800"/>
                  </a:cubicBezTo>
                  <a:cubicBezTo>
                    <a:pt x="6873" y="7469"/>
                    <a:pt x="6653" y="7200"/>
                    <a:pt x="6382" y="7200"/>
                  </a:cubicBezTo>
                  <a:lnTo>
                    <a:pt x="5400" y="7200"/>
                  </a:lnTo>
                  <a:cubicBezTo>
                    <a:pt x="5129" y="7200"/>
                    <a:pt x="4909" y="7469"/>
                    <a:pt x="4909" y="7800"/>
                  </a:cubicBezTo>
                  <a:cubicBezTo>
                    <a:pt x="4909" y="8132"/>
                    <a:pt x="5129" y="8400"/>
                    <a:pt x="5400" y="8400"/>
                  </a:cubicBezTo>
                </a:path>
              </a:pathLst>
            </a:custGeom>
            <a:solidFill>
              <a:srgbClr val="FEB51B"/>
            </a:solidFill>
            <a:ln w="12700">
              <a:miter lim="400000"/>
            </a:ln>
          </p:spPr>
          <p:txBody>
            <a:bodyPr lIns="38090" tIns="38090" rIns="38090" bIns="38090" anchor="ctr"/>
            <a:lstStyle/>
            <a:p>
              <a:pPr marL="0" marR="0" lvl="0" indent="0" defTabSz="457200" eaLnBrk="1" fontAlgn="auto" latinLnBrk="0" hangingPunct="1">
                <a:lnSpc>
                  <a:spcPct val="100000"/>
                </a:lnSpc>
                <a:spcBef>
                  <a:spcPts val="0"/>
                </a:spcBef>
                <a:spcAft>
                  <a:spcPts val="0"/>
                </a:spcAft>
                <a:buClrTx/>
                <a:buSzTx/>
                <a:buFontTx/>
                <a:buNone/>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200" b="0" i="0" u="none" strike="noStrike" kern="0" cap="none" spc="0" normalizeH="0" baseline="0" noProof="0">
                <a:ln>
                  <a:noFill/>
                </a:ln>
                <a:solidFill>
                  <a:schemeClr val="tx1"/>
                </a:solidFill>
                <a:effectLst>
                  <a:outerShdw blurRad="38100" dist="12700" dir="5400000" rotWithShape="0">
                    <a:srgbClr val="000000">
                      <a:alpha val="50000"/>
                    </a:srgbClr>
                  </a:outerShdw>
                </a:effectLst>
                <a:uLnTx/>
                <a:uFillTx/>
                <a:latin typeface="思源黑体 Light" panose="020B0300000000000000" charset="-122"/>
                <a:ea typeface="思源黑体 Light" panose="020B0300000000000000" charset="-122"/>
                <a:cs typeface="+mn-ea"/>
                <a:sym typeface="+mn-lt"/>
              </a:endParaRPr>
            </a:p>
          </p:txBody>
        </p:sp>
      </p:grpSp>
      <p:sp>
        <p:nvSpPr>
          <p:cNvPr id="29" name="TextBox 23"/>
          <p:cNvSpPr txBox="1"/>
          <p:nvPr/>
        </p:nvSpPr>
        <p:spPr>
          <a:xfrm>
            <a:off x="1922605" y="4846278"/>
            <a:ext cx="1405890" cy="33718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13" name="Rectangle 25"/>
          <p:cNvSpPr/>
          <p:nvPr/>
        </p:nvSpPr>
        <p:spPr>
          <a:xfrm>
            <a:off x="1608370" y="5203382"/>
            <a:ext cx="2069107" cy="1050290"/>
          </a:xfrm>
          <a:prstGeom prst="rect">
            <a:avLst/>
          </a:prstGeom>
        </p:spPr>
        <p:txBody>
          <a:bodyPr wrap="square">
            <a:spAutoFit/>
          </a:bodyPr>
          <a:lstStyle/>
          <a:p>
            <a:pPr algn="ctr">
              <a:lnSpc>
                <a:spcPct val="130000"/>
              </a:lnSpc>
            </a:pPr>
            <a:r>
              <a:rPr lang="zh-CN" altLang="en-US" sz="1200" dirty="0">
                <a:solidFill>
                  <a:schemeClr val="tx1"/>
                </a:solidFill>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a:t>
            </a:r>
          </a:p>
        </p:txBody>
      </p:sp>
      <p:sp>
        <p:nvSpPr>
          <p:cNvPr id="31" name="TextBox 23"/>
          <p:cNvSpPr txBox="1"/>
          <p:nvPr/>
        </p:nvSpPr>
        <p:spPr>
          <a:xfrm>
            <a:off x="4161285" y="4846278"/>
            <a:ext cx="1405890" cy="33718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32" name="Rectangle 25"/>
          <p:cNvSpPr/>
          <p:nvPr/>
        </p:nvSpPr>
        <p:spPr>
          <a:xfrm>
            <a:off x="3891356" y="5203382"/>
            <a:ext cx="2069107" cy="1050290"/>
          </a:xfrm>
          <a:prstGeom prst="rect">
            <a:avLst/>
          </a:prstGeom>
        </p:spPr>
        <p:txBody>
          <a:bodyPr wrap="square">
            <a:spAutoFit/>
          </a:bodyPr>
          <a:lstStyle/>
          <a:p>
            <a:pPr algn="ctr">
              <a:lnSpc>
                <a:spcPct val="130000"/>
              </a:lnSpc>
            </a:pPr>
            <a:r>
              <a:rPr lang="zh-CN" altLang="en-US" sz="1200" dirty="0">
                <a:solidFill>
                  <a:schemeClr val="tx1"/>
                </a:solidFill>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a:t>
            </a:r>
          </a:p>
        </p:txBody>
      </p:sp>
      <p:sp>
        <p:nvSpPr>
          <p:cNvPr id="14" name="TextBox 23"/>
          <p:cNvSpPr txBox="1"/>
          <p:nvPr/>
        </p:nvSpPr>
        <p:spPr>
          <a:xfrm>
            <a:off x="6445685" y="4846278"/>
            <a:ext cx="1405890" cy="33718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34" name="Rectangle 25"/>
          <p:cNvSpPr/>
          <p:nvPr/>
        </p:nvSpPr>
        <p:spPr>
          <a:xfrm>
            <a:off x="6105768" y="5203382"/>
            <a:ext cx="2069107" cy="1050290"/>
          </a:xfrm>
          <a:prstGeom prst="rect">
            <a:avLst/>
          </a:prstGeom>
        </p:spPr>
        <p:txBody>
          <a:bodyPr wrap="square">
            <a:spAutoFit/>
          </a:bodyPr>
          <a:lstStyle/>
          <a:p>
            <a:pPr algn="ctr">
              <a:lnSpc>
                <a:spcPct val="130000"/>
              </a:lnSpc>
            </a:pPr>
            <a:r>
              <a:rPr lang="zh-CN" altLang="en-US" sz="1200" dirty="0">
                <a:solidFill>
                  <a:schemeClr val="tx1"/>
                </a:solidFill>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a:t>
            </a:r>
          </a:p>
        </p:txBody>
      </p:sp>
      <p:sp>
        <p:nvSpPr>
          <p:cNvPr id="15" name="TextBox 23"/>
          <p:cNvSpPr txBox="1"/>
          <p:nvPr/>
        </p:nvSpPr>
        <p:spPr>
          <a:xfrm>
            <a:off x="8719290" y="4846278"/>
            <a:ext cx="1405890" cy="33718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39" name="Rectangle 25"/>
          <p:cNvSpPr/>
          <p:nvPr/>
        </p:nvSpPr>
        <p:spPr>
          <a:xfrm>
            <a:off x="8461570" y="5180928"/>
            <a:ext cx="2069107" cy="1050290"/>
          </a:xfrm>
          <a:prstGeom prst="rect">
            <a:avLst/>
          </a:prstGeom>
        </p:spPr>
        <p:txBody>
          <a:bodyPr wrap="square">
            <a:spAutoFit/>
          </a:bodyPr>
          <a:lstStyle/>
          <a:p>
            <a:pPr algn="ctr">
              <a:lnSpc>
                <a:spcPct val="130000"/>
              </a:lnSpc>
            </a:pPr>
            <a:r>
              <a:rPr lang="zh-CN" altLang="en-US" sz="1200" dirty="0">
                <a:solidFill>
                  <a:schemeClr val="tx1"/>
                </a:solidFill>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plus(in)">
                                      <p:cBhvr>
                                        <p:cTn id="7" dur="2000"/>
                                        <p:tgtEl>
                                          <p:spTgt spid="22"/>
                                        </p:tgtEl>
                                      </p:cBhvr>
                                    </p:animEffect>
                                  </p:childTnLst>
                                </p:cTn>
                              </p:par>
                            </p:childTnLst>
                          </p:cTn>
                        </p:par>
                        <p:par>
                          <p:cTn id="8" fill="hold">
                            <p:stCondLst>
                              <p:cond delay="2000"/>
                            </p:stCondLst>
                            <p:childTnLst>
                              <p:par>
                                <p:cTn id="9" presetID="22" presetClass="entr" presetSubtype="8"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left)">
                                      <p:cBhvr>
                                        <p:cTn id="11" dur="500"/>
                                        <p:tgtEl>
                                          <p:spTgt spid="16"/>
                                        </p:tgtEl>
                                      </p:cBhvr>
                                    </p:animEffect>
                                  </p:childTnLst>
                                </p:cTn>
                              </p:par>
                            </p:childTnLst>
                          </p:cTn>
                        </p:par>
                        <p:par>
                          <p:cTn id="12" fill="hold">
                            <p:stCondLst>
                              <p:cond delay="2500"/>
                            </p:stCondLst>
                            <p:childTnLst>
                              <p:par>
                                <p:cTn id="13" presetID="22" presetClass="entr" presetSubtype="1" fill="hold" grpId="0" nodeType="after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wipe(up)">
                                      <p:cBhvr>
                                        <p:cTn id="15" dur="500"/>
                                        <p:tgtEl>
                                          <p:spTgt spid="29"/>
                                        </p:tgtEl>
                                      </p:cBhvr>
                                    </p:animEffect>
                                  </p:childTnLst>
                                </p:cTn>
                              </p:par>
                            </p:childTnLst>
                          </p:cTn>
                        </p:par>
                        <p:par>
                          <p:cTn id="16" fill="hold">
                            <p:stCondLst>
                              <p:cond delay="3000"/>
                            </p:stCondLst>
                            <p:childTnLst>
                              <p:par>
                                <p:cTn id="17" presetID="22" presetClass="entr" presetSubtype="1"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up)">
                                      <p:cBhvr>
                                        <p:cTn id="19" dur="500"/>
                                        <p:tgtEl>
                                          <p:spTgt spid="13"/>
                                        </p:tgtEl>
                                      </p:cBhvr>
                                    </p:animEffect>
                                  </p:childTnLst>
                                </p:cTn>
                              </p:par>
                            </p:childTnLst>
                          </p:cTn>
                        </p:par>
                        <p:par>
                          <p:cTn id="20" fill="hold">
                            <p:stCondLst>
                              <p:cond delay="3500"/>
                            </p:stCondLst>
                            <p:childTnLst>
                              <p:par>
                                <p:cTn id="21" presetID="22" presetClass="entr" presetSubtype="1" fill="hold" grpId="0" nodeType="after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wipe(up)">
                                      <p:cBhvr>
                                        <p:cTn id="23" dur="500"/>
                                        <p:tgtEl>
                                          <p:spTgt spid="31"/>
                                        </p:tgtEl>
                                      </p:cBhvr>
                                    </p:animEffect>
                                  </p:childTnLst>
                                </p:cTn>
                              </p:par>
                            </p:childTnLst>
                          </p:cTn>
                        </p:par>
                        <p:par>
                          <p:cTn id="24" fill="hold">
                            <p:stCondLst>
                              <p:cond delay="4000"/>
                            </p:stCondLst>
                            <p:childTnLst>
                              <p:par>
                                <p:cTn id="25" presetID="22" presetClass="entr" presetSubtype="1" fill="hold" grpId="0" nodeType="after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wipe(up)">
                                      <p:cBhvr>
                                        <p:cTn id="27" dur="500"/>
                                        <p:tgtEl>
                                          <p:spTgt spid="32"/>
                                        </p:tgtEl>
                                      </p:cBhvr>
                                    </p:animEffect>
                                  </p:childTnLst>
                                </p:cTn>
                              </p:par>
                            </p:childTnLst>
                          </p:cTn>
                        </p:par>
                        <p:par>
                          <p:cTn id="28" fill="hold">
                            <p:stCondLst>
                              <p:cond delay="4500"/>
                            </p:stCondLst>
                            <p:childTnLst>
                              <p:par>
                                <p:cTn id="29" presetID="22" presetClass="entr" presetSubtype="1" fill="hold" grpId="0" nodeType="after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up)">
                                      <p:cBhvr>
                                        <p:cTn id="31" dur="500"/>
                                        <p:tgtEl>
                                          <p:spTgt spid="14"/>
                                        </p:tgtEl>
                                      </p:cBhvr>
                                    </p:animEffect>
                                  </p:childTnLst>
                                </p:cTn>
                              </p:par>
                            </p:childTnLst>
                          </p:cTn>
                        </p:par>
                        <p:par>
                          <p:cTn id="32" fill="hold">
                            <p:stCondLst>
                              <p:cond delay="5000"/>
                            </p:stCondLst>
                            <p:childTnLst>
                              <p:par>
                                <p:cTn id="33" presetID="22" presetClass="entr" presetSubtype="1" fill="hold" grpId="0" nodeType="afterEffect">
                                  <p:stCondLst>
                                    <p:cond delay="0"/>
                                  </p:stCondLst>
                                  <p:childTnLst>
                                    <p:set>
                                      <p:cBhvr>
                                        <p:cTn id="34" dur="1" fill="hold">
                                          <p:stCondLst>
                                            <p:cond delay="0"/>
                                          </p:stCondLst>
                                        </p:cTn>
                                        <p:tgtEl>
                                          <p:spTgt spid="34"/>
                                        </p:tgtEl>
                                        <p:attrNameLst>
                                          <p:attrName>style.visibility</p:attrName>
                                        </p:attrNameLst>
                                      </p:cBhvr>
                                      <p:to>
                                        <p:strVal val="visible"/>
                                      </p:to>
                                    </p:set>
                                    <p:animEffect transition="in" filter="wipe(up)">
                                      <p:cBhvr>
                                        <p:cTn id="35" dur="500"/>
                                        <p:tgtEl>
                                          <p:spTgt spid="34"/>
                                        </p:tgtEl>
                                      </p:cBhvr>
                                    </p:animEffect>
                                  </p:childTnLst>
                                </p:cTn>
                              </p:par>
                            </p:childTnLst>
                          </p:cTn>
                        </p:par>
                        <p:par>
                          <p:cTn id="36" fill="hold">
                            <p:stCondLst>
                              <p:cond delay="5500"/>
                            </p:stCondLst>
                            <p:childTnLst>
                              <p:par>
                                <p:cTn id="37" presetID="22" presetClass="entr" presetSubtype="1" fill="hold" grpId="0" nodeType="after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wipe(up)">
                                      <p:cBhvr>
                                        <p:cTn id="39" dur="500"/>
                                        <p:tgtEl>
                                          <p:spTgt spid="15"/>
                                        </p:tgtEl>
                                      </p:cBhvr>
                                    </p:animEffect>
                                  </p:childTnLst>
                                </p:cTn>
                              </p:par>
                            </p:childTnLst>
                          </p:cTn>
                        </p:par>
                        <p:par>
                          <p:cTn id="40" fill="hold">
                            <p:stCondLst>
                              <p:cond delay="6000"/>
                            </p:stCondLst>
                            <p:childTnLst>
                              <p:par>
                                <p:cTn id="41" presetID="22" presetClass="entr" presetSubtype="1" fill="hold" grpId="0" nodeType="afterEffect">
                                  <p:stCondLst>
                                    <p:cond delay="0"/>
                                  </p:stCondLst>
                                  <p:childTnLst>
                                    <p:set>
                                      <p:cBhvr>
                                        <p:cTn id="42" dur="1" fill="hold">
                                          <p:stCondLst>
                                            <p:cond delay="0"/>
                                          </p:stCondLst>
                                        </p:cTn>
                                        <p:tgtEl>
                                          <p:spTgt spid="39"/>
                                        </p:tgtEl>
                                        <p:attrNameLst>
                                          <p:attrName>style.visibility</p:attrName>
                                        </p:attrNameLst>
                                      </p:cBhvr>
                                      <p:to>
                                        <p:strVal val="visible"/>
                                      </p:to>
                                    </p:set>
                                    <p:animEffect transition="in" filter="wipe(up)">
                                      <p:cBhvr>
                                        <p:cTn id="43"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13" grpId="0"/>
      <p:bldP spid="31" grpId="0"/>
      <p:bldP spid="32" grpId="0"/>
      <p:bldP spid="14" grpId="0"/>
      <p:bldP spid="34" grpId="0"/>
      <p:bldP spid="15" grpId="0"/>
      <p:bldP spid="39"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grpSp>
        <p:nvGrpSpPr>
          <p:cNvPr id="20" name="组合 19"/>
          <p:cNvGrpSpPr/>
          <p:nvPr/>
        </p:nvGrpSpPr>
        <p:grpSpPr>
          <a:xfrm>
            <a:off x="-1445895" y="-2014855"/>
            <a:ext cx="15448280" cy="10515600"/>
            <a:chOff x="-2277" y="-3173"/>
            <a:chExt cx="24328" cy="16560"/>
          </a:xfrm>
        </p:grpSpPr>
        <p:sp>
          <p:nvSpPr>
            <p:cNvPr id="42" name="矩形 41"/>
            <p:cNvSpPr/>
            <p:nvPr/>
          </p:nvSpPr>
          <p:spPr>
            <a:xfrm>
              <a:off x="1" y="0"/>
              <a:ext cx="19230" cy="10812"/>
            </a:xfrm>
            <a:prstGeom prst="rect">
              <a:avLst/>
            </a:prstGeom>
            <a:solidFill>
              <a:srgbClr val="F4F4F4">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flipV="1">
              <a:off x="15059" y="6395"/>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同心圆 3"/>
            <p:cNvSpPr/>
            <p:nvPr/>
          </p:nvSpPr>
          <p:spPr>
            <a:xfrm flipV="1">
              <a:off x="15715" y="639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2277" y="-3173"/>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8" name="组合 77"/>
            <p:cNvGrpSpPr/>
            <p:nvPr/>
          </p:nvGrpSpPr>
          <p:grpSpPr>
            <a:xfrm>
              <a:off x="883" y="260"/>
              <a:ext cx="17435" cy="10209"/>
              <a:chOff x="1038" y="260"/>
              <a:chExt cx="17435" cy="10209"/>
            </a:xfrm>
          </p:grpSpPr>
          <p:sp>
            <p:nvSpPr>
              <p:cNvPr id="144" name="文本框 143"/>
              <p:cNvSpPr txBox="1"/>
              <p:nvPr/>
            </p:nvSpPr>
            <p:spPr>
              <a:xfrm>
                <a:off x="1038" y="10035"/>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sp>
            <p:nvSpPr>
              <p:cNvPr id="77" name="文本框 76"/>
              <p:cNvSpPr txBox="1"/>
              <p:nvPr/>
            </p:nvSpPr>
            <p:spPr>
              <a:xfrm>
                <a:off x="1038" y="260"/>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grpSp>
        <p:sp>
          <p:nvSpPr>
            <p:cNvPr id="2" name="同心圆 1"/>
            <p:cNvSpPr/>
            <p:nvPr/>
          </p:nvSpPr>
          <p:spPr>
            <a:xfrm>
              <a:off x="803" y="123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13451" y="8447"/>
              <a:ext cx="1521" cy="1257"/>
              <a:chOff x="9608895" y="5661744"/>
              <a:chExt cx="966066" cy="798214"/>
            </a:xfrm>
            <a:solidFill>
              <a:srgbClr val="26211B"/>
            </a:solidFill>
          </p:grpSpPr>
          <p:sp>
            <p:nvSpPr>
              <p:cNvPr id="8" name="Freeform: Shape 72"/>
              <p:cNvSpPr/>
              <p:nvPr/>
            </p:nvSpPr>
            <p:spPr>
              <a:xfrm rot="900000">
                <a:off x="10086716" y="5661744"/>
                <a:ext cx="488245" cy="486465"/>
              </a:xfrm>
              <a:custGeom>
                <a:avLst/>
                <a:gdLst>
                  <a:gd name="connsiteX0" fmla="*/ 0 w 1225398"/>
                  <a:gd name="connsiteY0" fmla="*/ 169222 h 1220932"/>
                  <a:gd name="connsiteX1" fmla="*/ 144732 w 1225398"/>
                  <a:gd name="connsiteY1" fmla="*/ 5194 h 1220932"/>
                  <a:gd name="connsiteX2" fmla="*/ 279815 w 1225398"/>
                  <a:gd name="connsiteY2" fmla="*/ 53438 h 1220932"/>
                  <a:gd name="connsiteX3" fmla="*/ 1206101 w 1225398"/>
                  <a:gd name="connsiteY3" fmla="*/ 1124446 h 1220932"/>
                  <a:gd name="connsiteX4" fmla="*/ 1225399 w 1225398"/>
                  <a:gd name="connsiteY4" fmla="*/ 1211284 h 1220932"/>
                  <a:gd name="connsiteX5" fmla="*/ 1138560 w 1225398"/>
                  <a:gd name="connsiteY5" fmla="*/ 1220933 h 1220932"/>
                  <a:gd name="connsiteX6" fmla="*/ 125434 w 1225398"/>
                  <a:gd name="connsiteY6" fmla="*/ 400792 h 1220932"/>
                  <a:gd name="connsiteX7" fmla="*/ 0 w 1225398"/>
                  <a:gd name="connsiteY7" fmla="*/ 169222 h 1220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5398" h="1220932">
                    <a:moveTo>
                      <a:pt x="0" y="169222"/>
                    </a:moveTo>
                    <a:cubicBezTo>
                      <a:pt x="48244" y="111330"/>
                      <a:pt x="86839" y="43789"/>
                      <a:pt x="144732" y="5194"/>
                    </a:cubicBezTo>
                    <a:cubicBezTo>
                      <a:pt x="173679" y="-14103"/>
                      <a:pt x="250869" y="24492"/>
                      <a:pt x="279815" y="53438"/>
                    </a:cubicBezTo>
                    <a:cubicBezTo>
                      <a:pt x="607875" y="391143"/>
                      <a:pt x="955232" y="719200"/>
                      <a:pt x="1206101" y="1124446"/>
                    </a:cubicBezTo>
                    <a:cubicBezTo>
                      <a:pt x="1215750" y="1143743"/>
                      <a:pt x="1215750" y="1182338"/>
                      <a:pt x="1225399" y="1211284"/>
                    </a:cubicBezTo>
                    <a:cubicBezTo>
                      <a:pt x="1196452" y="1211284"/>
                      <a:pt x="1157857" y="1220933"/>
                      <a:pt x="1138560" y="1220933"/>
                    </a:cubicBezTo>
                    <a:cubicBezTo>
                      <a:pt x="685065" y="1095500"/>
                      <a:pt x="366655" y="786741"/>
                      <a:pt x="125434" y="400792"/>
                    </a:cubicBezTo>
                    <a:cubicBezTo>
                      <a:pt x="77190" y="333251"/>
                      <a:pt x="48244" y="256061"/>
                      <a:pt x="0" y="169222"/>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9" name="Freeform: Shape 73"/>
              <p:cNvSpPr/>
              <p:nvPr/>
            </p:nvSpPr>
            <p:spPr>
              <a:xfrm rot="900000">
                <a:off x="9797933" y="6071856"/>
                <a:ext cx="293229" cy="298545"/>
              </a:xfrm>
              <a:custGeom>
                <a:avLst/>
                <a:gdLst>
                  <a:gd name="connsiteX0" fmla="*/ 611818 w 735946"/>
                  <a:gd name="connsiteY0" fmla="*/ 749289 h 749289"/>
                  <a:gd name="connsiteX1" fmla="*/ 457437 w 735946"/>
                  <a:gd name="connsiteY1" fmla="*/ 691397 h 749289"/>
                  <a:gd name="connsiteX2" fmla="*/ 23241 w 735946"/>
                  <a:gd name="connsiteY2" fmla="*/ 247556 h 749289"/>
                  <a:gd name="connsiteX3" fmla="*/ 90782 w 735946"/>
                  <a:gd name="connsiteY3" fmla="*/ 6338 h 749289"/>
                  <a:gd name="connsiteX4" fmla="*/ 196919 w 735946"/>
                  <a:gd name="connsiteY4" fmla="*/ 15987 h 749289"/>
                  <a:gd name="connsiteX5" fmla="*/ 727604 w 735946"/>
                  <a:gd name="connsiteY5" fmla="*/ 604559 h 749289"/>
                  <a:gd name="connsiteX6" fmla="*/ 611818 w 735946"/>
                  <a:gd name="connsiteY6" fmla="*/ 749289 h 74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5946" h="749289">
                    <a:moveTo>
                      <a:pt x="611818" y="749289"/>
                    </a:moveTo>
                    <a:cubicBezTo>
                      <a:pt x="573223" y="739641"/>
                      <a:pt x="515330" y="720343"/>
                      <a:pt x="457437" y="691397"/>
                    </a:cubicBezTo>
                    <a:cubicBezTo>
                      <a:pt x="264461" y="594910"/>
                      <a:pt x="129378" y="440530"/>
                      <a:pt x="23241" y="247556"/>
                    </a:cubicBezTo>
                    <a:cubicBezTo>
                      <a:pt x="-25003" y="160717"/>
                      <a:pt x="3943" y="54581"/>
                      <a:pt x="90782" y="6338"/>
                    </a:cubicBezTo>
                    <a:cubicBezTo>
                      <a:pt x="119729" y="-3311"/>
                      <a:pt x="167973" y="-3311"/>
                      <a:pt x="196919" y="15987"/>
                    </a:cubicBezTo>
                    <a:cubicBezTo>
                      <a:pt x="438140" y="151069"/>
                      <a:pt x="611818" y="353692"/>
                      <a:pt x="727604" y="604559"/>
                    </a:cubicBezTo>
                    <a:cubicBezTo>
                      <a:pt x="756550" y="672100"/>
                      <a:pt x="708306" y="749289"/>
                      <a:pt x="611818" y="749289"/>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0" name="Freeform: Shape 74"/>
              <p:cNvSpPr/>
              <p:nvPr/>
            </p:nvSpPr>
            <p:spPr>
              <a:xfrm rot="900000">
                <a:off x="9985044" y="5926402"/>
                <a:ext cx="291519" cy="279323"/>
              </a:xfrm>
              <a:custGeom>
                <a:avLst/>
                <a:gdLst>
                  <a:gd name="connsiteX0" fmla="*/ 731654 w 731654"/>
                  <a:gd name="connsiteY0" fmla="*/ 701046 h 701045"/>
                  <a:gd name="connsiteX1" fmla="*/ 268511 w 731654"/>
                  <a:gd name="connsiteY1" fmla="*/ 450179 h 701045"/>
                  <a:gd name="connsiteX2" fmla="*/ 7993 w 731654"/>
                  <a:gd name="connsiteY2" fmla="*/ 102825 h 701045"/>
                  <a:gd name="connsiteX3" fmla="*/ 27291 w 731654"/>
                  <a:gd name="connsiteY3" fmla="*/ 6338 h 701045"/>
                  <a:gd name="connsiteX4" fmla="*/ 104481 w 731654"/>
                  <a:gd name="connsiteY4" fmla="*/ 15986 h 701045"/>
                  <a:gd name="connsiteX5" fmla="*/ 413243 w 731654"/>
                  <a:gd name="connsiteY5" fmla="*/ 334394 h 701045"/>
                  <a:gd name="connsiteX6" fmla="*/ 693059 w 731654"/>
                  <a:gd name="connsiteY6" fmla="*/ 643153 h 701045"/>
                  <a:gd name="connsiteX7" fmla="*/ 731654 w 731654"/>
                  <a:gd name="connsiteY7" fmla="*/ 701046 h 701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1654" h="701045">
                    <a:moveTo>
                      <a:pt x="731654" y="701046"/>
                    </a:moveTo>
                    <a:cubicBezTo>
                      <a:pt x="529029" y="691397"/>
                      <a:pt x="384297" y="575612"/>
                      <a:pt x="268511" y="450179"/>
                    </a:cubicBezTo>
                    <a:cubicBezTo>
                      <a:pt x="172023" y="344043"/>
                      <a:pt x="85184" y="228258"/>
                      <a:pt x="7993" y="102825"/>
                    </a:cubicBezTo>
                    <a:cubicBezTo>
                      <a:pt x="-11304" y="83528"/>
                      <a:pt x="7993" y="25635"/>
                      <a:pt x="27291" y="6338"/>
                    </a:cubicBezTo>
                    <a:cubicBezTo>
                      <a:pt x="27291" y="-3311"/>
                      <a:pt x="85184" y="-3311"/>
                      <a:pt x="104481" y="15986"/>
                    </a:cubicBezTo>
                    <a:cubicBezTo>
                      <a:pt x="210618" y="122122"/>
                      <a:pt x="316755" y="228258"/>
                      <a:pt x="413243" y="334394"/>
                    </a:cubicBezTo>
                    <a:cubicBezTo>
                      <a:pt x="509731" y="440530"/>
                      <a:pt x="596571" y="546666"/>
                      <a:pt x="693059" y="643153"/>
                    </a:cubicBezTo>
                    <a:cubicBezTo>
                      <a:pt x="712356" y="652802"/>
                      <a:pt x="722005" y="672100"/>
                      <a:pt x="731654" y="701046"/>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1" name="Freeform: Shape 75"/>
              <p:cNvSpPr/>
              <p:nvPr/>
            </p:nvSpPr>
            <p:spPr>
              <a:xfrm rot="900000">
                <a:off x="9608895" y="6329170"/>
                <a:ext cx="128789" cy="130788"/>
              </a:xfrm>
              <a:custGeom>
                <a:avLst/>
                <a:gdLst>
                  <a:gd name="connsiteX0" fmla="*/ 323235 w 323235"/>
                  <a:gd name="connsiteY0" fmla="*/ 250867 h 328251"/>
                  <a:gd name="connsiteX1" fmla="*/ 217098 w 323235"/>
                  <a:gd name="connsiteY1" fmla="*/ 318408 h 328251"/>
                  <a:gd name="connsiteX2" fmla="*/ 14473 w 323235"/>
                  <a:gd name="connsiteY2" fmla="*/ 164028 h 328251"/>
                  <a:gd name="connsiteX3" fmla="*/ 14473 w 323235"/>
                  <a:gd name="connsiteY3" fmla="*/ 67541 h 328251"/>
                  <a:gd name="connsiteX4" fmla="*/ 110961 w 323235"/>
                  <a:gd name="connsiteY4" fmla="*/ 0 h 328251"/>
                  <a:gd name="connsiteX5" fmla="*/ 323235 w 323235"/>
                  <a:gd name="connsiteY5" fmla="*/ 250867 h 328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3235" h="328251">
                    <a:moveTo>
                      <a:pt x="323235" y="250867"/>
                    </a:moveTo>
                    <a:cubicBezTo>
                      <a:pt x="323235" y="308759"/>
                      <a:pt x="255693" y="347354"/>
                      <a:pt x="217098" y="318408"/>
                    </a:cubicBezTo>
                    <a:cubicBezTo>
                      <a:pt x="149557" y="270164"/>
                      <a:pt x="72366" y="221921"/>
                      <a:pt x="14473" y="164028"/>
                    </a:cubicBezTo>
                    <a:cubicBezTo>
                      <a:pt x="-4824" y="144731"/>
                      <a:pt x="-4824" y="96487"/>
                      <a:pt x="14473" y="67541"/>
                    </a:cubicBezTo>
                    <a:cubicBezTo>
                      <a:pt x="33771" y="38595"/>
                      <a:pt x="82015" y="0"/>
                      <a:pt x="110961" y="0"/>
                    </a:cubicBezTo>
                    <a:cubicBezTo>
                      <a:pt x="168854" y="9649"/>
                      <a:pt x="313586" y="192974"/>
                      <a:pt x="323235" y="250867"/>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grpSp>
        <p:sp>
          <p:nvSpPr>
            <p:cNvPr id="56" name="圆角矩形 55"/>
            <p:cNvSpPr/>
            <p:nvPr/>
          </p:nvSpPr>
          <p:spPr>
            <a:xfrm>
              <a:off x="557" y="685"/>
              <a:ext cx="18087" cy="943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p:cNvGrpSpPr/>
          <p:nvPr/>
        </p:nvGrpSpPr>
        <p:grpSpPr>
          <a:xfrm>
            <a:off x="711835" y="643890"/>
            <a:ext cx="4533265" cy="712470"/>
            <a:chOff x="9628" y="2104"/>
            <a:chExt cx="7139" cy="1122"/>
          </a:xfrm>
        </p:grpSpPr>
        <p:grpSp>
          <p:nvGrpSpPr>
            <p:cNvPr id="26" name="组合 25"/>
            <p:cNvGrpSpPr/>
            <p:nvPr/>
          </p:nvGrpSpPr>
          <p:grpSpPr>
            <a:xfrm>
              <a:off x="9628" y="2104"/>
              <a:ext cx="1123" cy="1123"/>
              <a:chOff x="5384682" y="2168242"/>
              <a:chExt cx="713358" cy="713358"/>
            </a:xfrm>
          </p:grpSpPr>
          <p:sp>
            <p:nvSpPr>
              <p:cNvPr id="33" name="Flowchart: Connector 21"/>
              <p:cNvSpPr/>
              <p:nvPr/>
            </p:nvSpPr>
            <p:spPr>
              <a:xfrm>
                <a:off x="5384682" y="2168242"/>
                <a:ext cx="713358" cy="713358"/>
              </a:xfrm>
              <a:prstGeom prst="flowChartConnector">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bg1"/>
                  </a:solidFill>
                  <a:cs typeface="+mn-ea"/>
                  <a:sym typeface="+mn-lt"/>
                </a:endParaRPr>
              </a:p>
            </p:txBody>
          </p:sp>
          <p:sp>
            <p:nvSpPr>
              <p:cNvPr id="35" name="Shape"/>
              <p:cNvSpPr>
                <a:spLocks noChangeAspect="1"/>
              </p:cNvSpPr>
              <p:nvPr/>
            </p:nvSpPr>
            <p:spPr>
              <a:xfrm>
                <a:off x="5568489" y="2352050"/>
                <a:ext cx="345743" cy="345743"/>
              </a:xfrm>
              <a:custGeom>
                <a:avLst/>
                <a:gdLst>
                  <a:gd name="connsiteX0" fmla="*/ 474017 w 514350"/>
                  <a:gd name="connsiteY0" fmla="*/ 243036 h 514189"/>
                  <a:gd name="connsiteX1" fmla="*/ 474017 w 514350"/>
                  <a:gd name="connsiteY1" fmla="*/ 284209 h 514189"/>
                  <a:gd name="connsiteX2" fmla="*/ 494101 w 514350"/>
                  <a:gd name="connsiteY2" fmla="*/ 304297 h 514189"/>
                  <a:gd name="connsiteX3" fmla="*/ 514185 w 514350"/>
                  <a:gd name="connsiteY3" fmla="*/ 284209 h 514189"/>
                  <a:gd name="connsiteX4" fmla="*/ 514185 w 514350"/>
                  <a:gd name="connsiteY4" fmla="*/ 161727 h 514189"/>
                  <a:gd name="connsiteX5" fmla="*/ 433845 w 514350"/>
                  <a:gd name="connsiteY5" fmla="*/ 81384 h 514189"/>
                  <a:gd name="connsiteX6" fmla="*/ 347404 w 514350"/>
                  <a:gd name="connsiteY6" fmla="*/ 81384 h 514189"/>
                  <a:gd name="connsiteX7" fmla="*/ 347404 w 514350"/>
                  <a:gd name="connsiteY7" fmla="*/ 55198 h 514189"/>
                  <a:gd name="connsiteX8" fmla="*/ 292206 w 514350"/>
                  <a:gd name="connsiteY8" fmla="*/ 0 h 514189"/>
                  <a:gd name="connsiteX9" fmla="*/ 221979 w 514350"/>
                  <a:gd name="connsiteY9" fmla="*/ 0 h 514189"/>
                  <a:gd name="connsiteX10" fmla="*/ 166782 w 514350"/>
                  <a:gd name="connsiteY10" fmla="*/ 55198 h 514189"/>
                  <a:gd name="connsiteX11" fmla="*/ 166782 w 514350"/>
                  <a:gd name="connsiteY11" fmla="*/ 81384 h 514189"/>
                  <a:gd name="connsiteX12" fmla="*/ 80340 w 514350"/>
                  <a:gd name="connsiteY12" fmla="*/ 81384 h 514189"/>
                  <a:gd name="connsiteX13" fmla="*/ 0 w 514350"/>
                  <a:gd name="connsiteY13" fmla="*/ 161723 h 514189"/>
                  <a:gd name="connsiteX14" fmla="*/ 0 w 514350"/>
                  <a:gd name="connsiteY14" fmla="*/ 395718 h 514189"/>
                  <a:gd name="connsiteX15" fmla="*/ 80340 w 514350"/>
                  <a:gd name="connsiteY15" fmla="*/ 476062 h 514189"/>
                  <a:gd name="connsiteX16" fmla="*/ 250064 w 514350"/>
                  <a:gd name="connsiteY16" fmla="*/ 476062 h 514189"/>
                  <a:gd name="connsiteX17" fmla="*/ 270148 w 514350"/>
                  <a:gd name="connsiteY17" fmla="*/ 455974 h 514189"/>
                  <a:gd name="connsiteX18" fmla="*/ 250064 w 514350"/>
                  <a:gd name="connsiteY18" fmla="*/ 435890 h 514189"/>
                  <a:gd name="connsiteX19" fmla="*/ 80340 w 514350"/>
                  <a:gd name="connsiteY19" fmla="*/ 435890 h 514189"/>
                  <a:gd name="connsiteX20" fmla="*/ 40172 w 514350"/>
                  <a:gd name="connsiteY20" fmla="*/ 395718 h 514189"/>
                  <a:gd name="connsiteX21" fmla="*/ 40172 w 514350"/>
                  <a:gd name="connsiteY21" fmla="*/ 243036 h 514189"/>
                  <a:gd name="connsiteX22" fmla="*/ 238013 w 514350"/>
                  <a:gd name="connsiteY22" fmla="*/ 243036 h 514189"/>
                  <a:gd name="connsiteX23" fmla="*/ 238013 w 514350"/>
                  <a:gd name="connsiteY23" fmla="*/ 273201 h 514189"/>
                  <a:gd name="connsiteX24" fmla="*/ 258097 w 514350"/>
                  <a:gd name="connsiteY24" fmla="*/ 293285 h 514189"/>
                  <a:gd name="connsiteX25" fmla="*/ 278181 w 514350"/>
                  <a:gd name="connsiteY25" fmla="*/ 273201 h 514189"/>
                  <a:gd name="connsiteX26" fmla="*/ 278181 w 514350"/>
                  <a:gd name="connsiteY26" fmla="*/ 243036 h 514189"/>
                  <a:gd name="connsiteX27" fmla="*/ 206953 w 514350"/>
                  <a:gd name="connsiteY27" fmla="*/ 55198 h 514189"/>
                  <a:gd name="connsiteX28" fmla="*/ 221979 w 514350"/>
                  <a:gd name="connsiteY28" fmla="*/ 40172 h 514189"/>
                  <a:gd name="connsiteX29" fmla="*/ 292206 w 514350"/>
                  <a:gd name="connsiteY29" fmla="*/ 40172 h 514189"/>
                  <a:gd name="connsiteX30" fmla="*/ 307232 w 514350"/>
                  <a:gd name="connsiteY30" fmla="*/ 55198 h 514189"/>
                  <a:gd name="connsiteX31" fmla="*/ 307232 w 514350"/>
                  <a:gd name="connsiteY31" fmla="*/ 81384 h 514189"/>
                  <a:gd name="connsiteX32" fmla="*/ 206953 w 514350"/>
                  <a:gd name="connsiteY32" fmla="*/ 81384 h 514189"/>
                  <a:gd name="connsiteX33" fmla="*/ 40172 w 514350"/>
                  <a:gd name="connsiteY33" fmla="*/ 161727 h 514189"/>
                  <a:gd name="connsiteX34" fmla="*/ 80340 w 514350"/>
                  <a:gd name="connsiteY34" fmla="*/ 121555 h 514189"/>
                  <a:gd name="connsiteX35" fmla="*/ 433845 w 514350"/>
                  <a:gd name="connsiteY35" fmla="*/ 121555 h 514189"/>
                  <a:gd name="connsiteX36" fmla="*/ 474017 w 514350"/>
                  <a:gd name="connsiteY36" fmla="*/ 161727 h 514189"/>
                  <a:gd name="connsiteX37" fmla="*/ 474017 w 514350"/>
                  <a:gd name="connsiteY37" fmla="*/ 202864 h 514189"/>
                  <a:gd name="connsiteX38" fmla="*/ 40172 w 514350"/>
                  <a:gd name="connsiteY38" fmla="*/ 202864 h 514189"/>
                  <a:gd name="connsiteX39" fmla="*/ 508468 w 514350"/>
                  <a:gd name="connsiteY39" fmla="*/ 479900 h 514189"/>
                  <a:gd name="connsiteX40" fmla="*/ 462198 w 514350"/>
                  <a:gd name="connsiteY40" fmla="*/ 433630 h 514189"/>
                  <a:gd name="connsiteX41" fmla="*/ 476023 w 514350"/>
                  <a:gd name="connsiteY41" fmla="*/ 385641 h 514189"/>
                  <a:gd name="connsiteX42" fmla="*/ 385641 w 514350"/>
                  <a:gd name="connsiteY42" fmla="*/ 295255 h 514189"/>
                  <a:gd name="connsiteX43" fmla="*/ 295255 w 514350"/>
                  <a:gd name="connsiteY43" fmla="*/ 385641 h 514189"/>
                  <a:gd name="connsiteX44" fmla="*/ 385641 w 514350"/>
                  <a:gd name="connsiteY44" fmla="*/ 476026 h 514189"/>
                  <a:gd name="connsiteX45" fmla="*/ 433830 w 514350"/>
                  <a:gd name="connsiteY45" fmla="*/ 462072 h 514189"/>
                  <a:gd name="connsiteX46" fmla="*/ 480061 w 514350"/>
                  <a:gd name="connsiteY46" fmla="*/ 508303 h 514189"/>
                  <a:gd name="connsiteX47" fmla="*/ 494266 w 514350"/>
                  <a:gd name="connsiteY47" fmla="*/ 514189 h 514189"/>
                  <a:gd name="connsiteX48" fmla="*/ 508468 w 514350"/>
                  <a:gd name="connsiteY48" fmla="*/ 508303 h 514189"/>
                  <a:gd name="connsiteX49" fmla="*/ 508468 w 514350"/>
                  <a:gd name="connsiteY49" fmla="*/ 479900 h 514189"/>
                  <a:gd name="connsiteX50" fmla="*/ 335427 w 514350"/>
                  <a:gd name="connsiteY50" fmla="*/ 385641 h 514189"/>
                  <a:gd name="connsiteX51" fmla="*/ 385641 w 514350"/>
                  <a:gd name="connsiteY51" fmla="*/ 335427 h 514189"/>
                  <a:gd name="connsiteX52" fmla="*/ 435855 w 514350"/>
                  <a:gd name="connsiteY52" fmla="*/ 385641 h 514189"/>
                  <a:gd name="connsiteX53" fmla="*/ 385641 w 514350"/>
                  <a:gd name="connsiteY53" fmla="*/ 435855 h 514189"/>
                  <a:gd name="connsiteX54" fmla="*/ 335427 w 514350"/>
                  <a:gd name="connsiteY54" fmla="*/ 385641 h 51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14350" h="514189">
                    <a:moveTo>
                      <a:pt x="474017" y="243036"/>
                    </a:moveTo>
                    <a:lnTo>
                      <a:pt x="474017" y="284209"/>
                    </a:lnTo>
                    <a:cubicBezTo>
                      <a:pt x="474017" y="295302"/>
                      <a:pt x="483008" y="304297"/>
                      <a:pt x="494101" y="304297"/>
                    </a:cubicBezTo>
                    <a:cubicBezTo>
                      <a:pt x="505195" y="304297"/>
                      <a:pt x="514185" y="295302"/>
                      <a:pt x="514185" y="284209"/>
                    </a:cubicBezTo>
                    <a:lnTo>
                      <a:pt x="514185" y="161727"/>
                    </a:lnTo>
                    <a:cubicBezTo>
                      <a:pt x="514185" y="117427"/>
                      <a:pt x="478146" y="81384"/>
                      <a:pt x="433845" y="81384"/>
                    </a:cubicBezTo>
                    <a:lnTo>
                      <a:pt x="347404" y="81384"/>
                    </a:lnTo>
                    <a:lnTo>
                      <a:pt x="347404" y="55198"/>
                    </a:lnTo>
                    <a:cubicBezTo>
                      <a:pt x="347404" y="24762"/>
                      <a:pt x="322642" y="0"/>
                      <a:pt x="292206" y="0"/>
                    </a:cubicBezTo>
                    <a:lnTo>
                      <a:pt x="221979" y="0"/>
                    </a:lnTo>
                    <a:cubicBezTo>
                      <a:pt x="191543" y="0"/>
                      <a:pt x="166782" y="24762"/>
                      <a:pt x="166782" y="55198"/>
                    </a:cubicBezTo>
                    <a:lnTo>
                      <a:pt x="166782" y="81384"/>
                    </a:lnTo>
                    <a:lnTo>
                      <a:pt x="80340" y="81384"/>
                    </a:lnTo>
                    <a:cubicBezTo>
                      <a:pt x="36040" y="81384"/>
                      <a:pt x="0" y="117423"/>
                      <a:pt x="0" y="161723"/>
                    </a:cubicBezTo>
                    <a:lnTo>
                      <a:pt x="0" y="395718"/>
                    </a:lnTo>
                    <a:cubicBezTo>
                      <a:pt x="0" y="440018"/>
                      <a:pt x="36040" y="476062"/>
                      <a:pt x="80340" y="476062"/>
                    </a:cubicBezTo>
                    <a:lnTo>
                      <a:pt x="250064" y="476062"/>
                    </a:lnTo>
                    <a:cubicBezTo>
                      <a:pt x="261158" y="476062"/>
                      <a:pt x="270148" y="467068"/>
                      <a:pt x="270148" y="455974"/>
                    </a:cubicBezTo>
                    <a:cubicBezTo>
                      <a:pt x="270148" y="444884"/>
                      <a:pt x="261158" y="435890"/>
                      <a:pt x="250064" y="435890"/>
                    </a:cubicBezTo>
                    <a:lnTo>
                      <a:pt x="80340" y="435890"/>
                    </a:lnTo>
                    <a:cubicBezTo>
                      <a:pt x="58192" y="435890"/>
                      <a:pt x="40172" y="417870"/>
                      <a:pt x="40172" y="395718"/>
                    </a:cubicBezTo>
                    <a:lnTo>
                      <a:pt x="40172" y="243036"/>
                    </a:lnTo>
                    <a:lnTo>
                      <a:pt x="238013" y="243036"/>
                    </a:lnTo>
                    <a:lnTo>
                      <a:pt x="238013" y="273201"/>
                    </a:lnTo>
                    <a:cubicBezTo>
                      <a:pt x="238013" y="284291"/>
                      <a:pt x="247004" y="293285"/>
                      <a:pt x="258097" y="293285"/>
                    </a:cubicBezTo>
                    <a:cubicBezTo>
                      <a:pt x="269191" y="293285"/>
                      <a:pt x="278181" y="284291"/>
                      <a:pt x="278181" y="273201"/>
                    </a:cubicBezTo>
                    <a:lnTo>
                      <a:pt x="278181" y="243036"/>
                    </a:lnTo>
                    <a:close/>
                    <a:moveTo>
                      <a:pt x="206953" y="55198"/>
                    </a:moveTo>
                    <a:cubicBezTo>
                      <a:pt x="206953" y="46914"/>
                      <a:pt x="213695" y="40172"/>
                      <a:pt x="221979" y="40172"/>
                    </a:cubicBezTo>
                    <a:lnTo>
                      <a:pt x="292206" y="40172"/>
                    </a:lnTo>
                    <a:cubicBezTo>
                      <a:pt x="300490" y="40172"/>
                      <a:pt x="307232" y="46910"/>
                      <a:pt x="307232" y="55198"/>
                    </a:cubicBezTo>
                    <a:lnTo>
                      <a:pt x="307232" y="81384"/>
                    </a:lnTo>
                    <a:lnTo>
                      <a:pt x="206953" y="81384"/>
                    </a:lnTo>
                    <a:close/>
                    <a:moveTo>
                      <a:pt x="40172" y="161727"/>
                    </a:moveTo>
                    <a:cubicBezTo>
                      <a:pt x="40172" y="139575"/>
                      <a:pt x="58192" y="121555"/>
                      <a:pt x="80340" y="121555"/>
                    </a:cubicBezTo>
                    <a:lnTo>
                      <a:pt x="433845" y="121555"/>
                    </a:lnTo>
                    <a:cubicBezTo>
                      <a:pt x="455994" y="121555"/>
                      <a:pt x="474017" y="139575"/>
                      <a:pt x="474017" y="161727"/>
                    </a:cubicBezTo>
                    <a:lnTo>
                      <a:pt x="474017" y="202864"/>
                    </a:lnTo>
                    <a:lnTo>
                      <a:pt x="40172" y="202864"/>
                    </a:lnTo>
                    <a:close/>
                    <a:moveTo>
                      <a:pt x="508468" y="479900"/>
                    </a:moveTo>
                    <a:lnTo>
                      <a:pt x="462198" y="433630"/>
                    </a:lnTo>
                    <a:cubicBezTo>
                      <a:pt x="470953" y="419715"/>
                      <a:pt x="476023" y="403260"/>
                      <a:pt x="476023" y="385641"/>
                    </a:cubicBezTo>
                    <a:cubicBezTo>
                      <a:pt x="476023" y="335804"/>
                      <a:pt x="435478" y="295255"/>
                      <a:pt x="385641" y="295255"/>
                    </a:cubicBezTo>
                    <a:cubicBezTo>
                      <a:pt x="335804" y="295255"/>
                      <a:pt x="295255" y="335804"/>
                      <a:pt x="295255" y="385641"/>
                    </a:cubicBezTo>
                    <a:cubicBezTo>
                      <a:pt x="295255" y="435478"/>
                      <a:pt x="335804" y="476026"/>
                      <a:pt x="385641" y="476026"/>
                    </a:cubicBezTo>
                    <a:cubicBezTo>
                      <a:pt x="403343" y="476026"/>
                      <a:pt x="419871" y="470905"/>
                      <a:pt x="433830" y="462072"/>
                    </a:cubicBezTo>
                    <a:lnTo>
                      <a:pt x="480061" y="508303"/>
                    </a:lnTo>
                    <a:cubicBezTo>
                      <a:pt x="483985" y="512227"/>
                      <a:pt x="489125" y="514189"/>
                      <a:pt x="494266" y="514189"/>
                    </a:cubicBezTo>
                    <a:cubicBezTo>
                      <a:pt x="499407" y="514189"/>
                      <a:pt x="504543" y="512227"/>
                      <a:pt x="508468" y="508303"/>
                    </a:cubicBezTo>
                    <a:cubicBezTo>
                      <a:pt x="516312" y="500458"/>
                      <a:pt x="516312" y="487744"/>
                      <a:pt x="508468" y="479900"/>
                    </a:cubicBezTo>
                    <a:close/>
                    <a:moveTo>
                      <a:pt x="335427" y="385641"/>
                    </a:moveTo>
                    <a:cubicBezTo>
                      <a:pt x="335427" y="357952"/>
                      <a:pt x="357952" y="335427"/>
                      <a:pt x="385641" y="335427"/>
                    </a:cubicBezTo>
                    <a:cubicBezTo>
                      <a:pt x="413326" y="335427"/>
                      <a:pt x="435855" y="357952"/>
                      <a:pt x="435855" y="385641"/>
                    </a:cubicBezTo>
                    <a:cubicBezTo>
                      <a:pt x="435855" y="413330"/>
                      <a:pt x="413326" y="435855"/>
                      <a:pt x="385641" y="435855"/>
                    </a:cubicBezTo>
                    <a:cubicBezTo>
                      <a:pt x="357952" y="435855"/>
                      <a:pt x="335427" y="413326"/>
                      <a:pt x="335427" y="385641"/>
                    </a:cubicBezTo>
                    <a:close/>
                  </a:path>
                </a:pathLst>
              </a:custGeom>
              <a:solidFill>
                <a:schemeClr val="bg1"/>
              </a:solidFill>
              <a:ln w="1005" cap="flat">
                <a:noFill/>
                <a:prstDash val="solid"/>
                <a:miter/>
              </a:ln>
            </p:spPr>
            <p:txBody>
              <a:bodyPr rtlCol="0" anchor="ctr"/>
              <a:lstStyle/>
              <a:p>
                <a:endParaRPr lang="en-US">
                  <a:cs typeface="+mn-ea"/>
                  <a:sym typeface="+mn-lt"/>
                </a:endParaRPr>
              </a:p>
            </p:txBody>
          </p:sp>
        </p:grpSp>
        <p:grpSp>
          <p:nvGrpSpPr>
            <p:cNvPr id="36" name="组合 35"/>
            <p:cNvGrpSpPr/>
            <p:nvPr/>
          </p:nvGrpSpPr>
          <p:grpSpPr>
            <a:xfrm>
              <a:off x="10835" y="2104"/>
              <a:ext cx="5932" cy="1065"/>
              <a:chOff x="11126" y="1970"/>
              <a:chExt cx="5932" cy="1065"/>
            </a:xfrm>
          </p:grpSpPr>
          <p:sp>
            <p:nvSpPr>
              <p:cNvPr id="37" name="圆角矩形 36"/>
              <p:cNvSpPr/>
              <p:nvPr/>
            </p:nvSpPr>
            <p:spPr>
              <a:xfrm>
                <a:off x="11126" y="1970"/>
                <a:ext cx="2570" cy="866"/>
              </a:xfrm>
              <a:prstGeom prst="roundRect">
                <a:avLst>
                  <a:gd name="adj" fmla="val 0"/>
                </a:avLst>
              </a:prstGeom>
              <a:noFill/>
              <a:ln>
                <a:no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rPr>
                  <a:t>年度重点工作</a:t>
                </a:r>
              </a:p>
            </p:txBody>
          </p:sp>
          <p:sp>
            <p:nvSpPr>
              <p:cNvPr id="38" name="文本框 37"/>
              <p:cNvSpPr txBox="1"/>
              <p:nvPr/>
            </p:nvSpPr>
            <p:spPr>
              <a:xfrm>
                <a:off x="11126" y="2601"/>
                <a:ext cx="5932" cy="434"/>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noProof="0" dirty="0">
                    <a:ln>
                      <a:noFill/>
                    </a:ln>
                    <a:solidFill>
                      <a:schemeClr val="tx1"/>
                    </a:solidFill>
                    <a:effectLst/>
                    <a:uLnTx/>
                    <a:uFillTx/>
                    <a:latin typeface="思源黑体 Light" panose="020B0300000000000000" charset="-122"/>
                    <a:ea typeface="思源黑体 Light" panose="020B0300000000000000" charset="-122"/>
                    <a:sym typeface="+mn-ea"/>
                  </a:rPr>
                  <a:t>Click here to change your need text or word</a:t>
                </a:r>
              </a:p>
            </p:txBody>
          </p:sp>
        </p:grpSp>
      </p:grpSp>
      <p:grpSp>
        <p:nvGrpSpPr>
          <p:cNvPr id="47" name="组合 46" descr="e7d195523061f1c0600ade85ab8d19863d296bbd6d3c8047FB0A4867354E4F1E3A7DEAE3C4C4B5C9777EC9E9D7F78045DB0296A4194571101A21F67FC7D6C39966CE50B69116E2EE84E571E25F3C0CCEADD1E9BCC604229604EF9EB2ED458F6291A3AC4FCE2A74BE0932CE18EC714A7E2A87B71E7ACF352085E1982922B907B05CDE409235A6873B8CE32A586BD2F5D8"/>
          <p:cNvGrpSpPr/>
          <p:nvPr/>
        </p:nvGrpSpPr>
        <p:grpSpPr>
          <a:xfrm>
            <a:off x="737245" y="1527814"/>
            <a:ext cx="4394634" cy="4382936"/>
            <a:chOff x="690933" y="2020017"/>
            <a:chExt cx="4217033" cy="4205808"/>
          </a:xfrm>
          <a:effectLst/>
        </p:grpSpPr>
        <p:sp>
          <p:nvSpPr>
            <p:cNvPr id="48" name="Freeform 12"/>
            <p:cNvSpPr/>
            <p:nvPr/>
          </p:nvSpPr>
          <p:spPr bwMode="auto">
            <a:xfrm rot="2700000">
              <a:off x="1278639" y="2364099"/>
              <a:ext cx="1741488" cy="2263775"/>
            </a:xfrm>
            <a:custGeom>
              <a:avLst/>
              <a:gdLst>
                <a:gd name="T0" fmla="*/ 361 w 361"/>
                <a:gd name="T1" fmla="*/ 236 h 469"/>
                <a:gd name="T2" fmla="*/ 361 w 361"/>
                <a:gd name="T3" fmla="*/ 235 h 469"/>
                <a:gd name="T4" fmla="*/ 361 w 361"/>
                <a:gd name="T5" fmla="*/ 234 h 469"/>
                <a:gd name="T6" fmla="*/ 181 w 361"/>
                <a:gd name="T7" fmla="*/ 55 h 469"/>
                <a:gd name="T8" fmla="*/ 85 w 361"/>
                <a:gd name="T9" fmla="*/ 0 h 469"/>
                <a:gd name="T10" fmla="*/ 0 w 361"/>
                <a:gd name="T11" fmla="*/ 235 h 469"/>
                <a:gd name="T12" fmla="*/ 84 w 361"/>
                <a:gd name="T13" fmla="*/ 469 h 469"/>
                <a:gd name="T14" fmla="*/ 182 w 361"/>
                <a:gd name="T15" fmla="*/ 415 h 469"/>
                <a:gd name="T16" fmla="*/ 361 w 361"/>
                <a:gd name="T17" fmla="*/ 236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1" h="469">
                  <a:moveTo>
                    <a:pt x="361" y="236"/>
                  </a:moveTo>
                  <a:cubicBezTo>
                    <a:pt x="361" y="235"/>
                    <a:pt x="361" y="235"/>
                    <a:pt x="361" y="235"/>
                  </a:cubicBezTo>
                  <a:cubicBezTo>
                    <a:pt x="361" y="235"/>
                    <a:pt x="361" y="234"/>
                    <a:pt x="361" y="234"/>
                  </a:cubicBezTo>
                  <a:cubicBezTo>
                    <a:pt x="320" y="233"/>
                    <a:pt x="244" y="153"/>
                    <a:pt x="181" y="55"/>
                  </a:cubicBezTo>
                  <a:cubicBezTo>
                    <a:pt x="150" y="35"/>
                    <a:pt x="117" y="16"/>
                    <a:pt x="85" y="0"/>
                  </a:cubicBezTo>
                  <a:cubicBezTo>
                    <a:pt x="32" y="64"/>
                    <a:pt x="0" y="146"/>
                    <a:pt x="0" y="235"/>
                  </a:cubicBezTo>
                  <a:cubicBezTo>
                    <a:pt x="0" y="324"/>
                    <a:pt x="32" y="406"/>
                    <a:pt x="84" y="469"/>
                  </a:cubicBezTo>
                  <a:cubicBezTo>
                    <a:pt x="117" y="453"/>
                    <a:pt x="151" y="435"/>
                    <a:pt x="182" y="415"/>
                  </a:cubicBezTo>
                  <a:cubicBezTo>
                    <a:pt x="245" y="316"/>
                    <a:pt x="320" y="237"/>
                    <a:pt x="361" y="236"/>
                  </a:cubicBezTo>
                  <a:close/>
                </a:path>
              </a:pathLst>
            </a:custGeom>
            <a:solidFill>
              <a:srgbClr val="F4F4F4"/>
            </a:solidFill>
            <a:ln>
              <a:noFill/>
            </a:ln>
          </p:spPr>
          <p:txBody>
            <a:bodyPr vert="horz" wrap="square" lIns="91440" tIns="45720" rIns="91440" bIns="45720" numCol="1" anchor="t" anchorCtr="0" compatLnSpc="1"/>
            <a:lstStyle/>
            <a:p>
              <a:endParaRPr lang="en-US" sz="1600">
                <a:solidFill>
                  <a:schemeClr val="tx1"/>
                </a:solidFill>
                <a:latin typeface="思源黑体 CN Medium" panose="020B0600000000000000" charset="-122"/>
                <a:ea typeface="思源黑体 CN Medium" panose="020B0600000000000000" charset="-122"/>
                <a:cs typeface="+mn-ea"/>
                <a:sym typeface="+mn-lt"/>
              </a:endParaRPr>
            </a:p>
          </p:txBody>
        </p:sp>
        <p:sp>
          <p:nvSpPr>
            <p:cNvPr id="49" name="Freeform 13"/>
            <p:cNvSpPr/>
            <p:nvPr/>
          </p:nvSpPr>
          <p:spPr bwMode="auto">
            <a:xfrm rot="2700000">
              <a:off x="2503660" y="3598646"/>
              <a:ext cx="1808163" cy="2311400"/>
            </a:xfrm>
            <a:custGeom>
              <a:avLst/>
              <a:gdLst>
                <a:gd name="T0" fmla="*/ 0 w 375"/>
                <a:gd name="T1" fmla="*/ 239 h 479"/>
                <a:gd name="T2" fmla="*/ 0 w 375"/>
                <a:gd name="T3" fmla="*/ 240 h 479"/>
                <a:gd name="T4" fmla="*/ 0 w 375"/>
                <a:gd name="T5" fmla="*/ 241 h 479"/>
                <a:gd name="T6" fmla="*/ 180 w 375"/>
                <a:gd name="T7" fmla="*/ 420 h 479"/>
                <a:gd name="T8" fmla="*/ 287 w 375"/>
                <a:gd name="T9" fmla="*/ 479 h 479"/>
                <a:gd name="T10" fmla="*/ 375 w 375"/>
                <a:gd name="T11" fmla="*/ 240 h 479"/>
                <a:gd name="T12" fmla="*/ 287 w 375"/>
                <a:gd name="T13" fmla="*/ 0 h 479"/>
                <a:gd name="T14" fmla="*/ 180 w 375"/>
                <a:gd name="T15" fmla="*/ 59 h 479"/>
                <a:gd name="T16" fmla="*/ 0 w 375"/>
                <a:gd name="T17" fmla="*/ 239 h 4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5" h="479">
                  <a:moveTo>
                    <a:pt x="0" y="239"/>
                  </a:moveTo>
                  <a:cubicBezTo>
                    <a:pt x="0" y="239"/>
                    <a:pt x="0" y="240"/>
                    <a:pt x="0" y="240"/>
                  </a:cubicBezTo>
                  <a:cubicBezTo>
                    <a:pt x="0" y="240"/>
                    <a:pt x="0" y="240"/>
                    <a:pt x="0" y="241"/>
                  </a:cubicBezTo>
                  <a:cubicBezTo>
                    <a:pt x="41" y="242"/>
                    <a:pt x="117" y="322"/>
                    <a:pt x="180" y="420"/>
                  </a:cubicBezTo>
                  <a:cubicBezTo>
                    <a:pt x="214" y="442"/>
                    <a:pt x="251" y="462"/>
                    <a:pt x="287" y="479"/>
                  </a:cubicBezTo>
                  <a:cubicBezTo>
                    <a:pt x="342" y="415"/>
                    <a:pt x="375" y="331"/>
                    <a:pt x="375" y="240"/>
                  </a:cubicBezTo>
                  <a:cubicBezTo>
                    <a:pt x="375" y="148"/>
                    <a:pt x="342" y="65"/>
                    <a:pt x="287" y="0"/>
                  </a:cubicBezTo>
                  <a:cubicBezTo>
                    <a:pt x="251" y="17"/>
                    <a:pt x="215" y="37"/>
                    <a:pt x="180" y="59"/>
                  </a:cubicBezTo>
                  <a:cubicBezTo>
                    <a:pt x="117" y="158"/>
                    <a:pt x="42" y="238"/>
                    <a:pt x="0" y="239"/>
                  </a:cubicBezTo>
                  <a:close/>
                </a:path>
              </a:pathLst>
            </a:custGeom>
            <a:solidFill>
              <a:srgbClr val="26211B"/>
            </a:solidFill>
            <a:ln>
              <a:noFill/>
            </a:ln>
          </p:spPr>
          <p:txBody>
            <a:bodyPr vert="horz" wrap="square" lIns="91440" tIns="45720" rIns="91440" bIns="45720" numCol="1" anchor="t" anchorCtr="0" compatLnSpc="1"/>
            <a:lstStyle/>
            <a:p>
              <a:endParaRPr lang="en-US" sz="1600" dirty="0">
                <a:solidFill>
                  <a:schemeClr val="tx1"/>
                </a:solidFill>
                <a:latin typeface="思源黑体 CN Medium" panose="020B0600000000000000" charset="-122"/>
                <a:ea typeface="思源黑体 CN Medium" panose="020B0600000000000000" charset="-122"/>
                <a:cs typeface="+mn-ea"/>
                <a:sym typeface="+mn-lt"/>
              </a:endParaRPr>
            </a:p>
          </p:txBody>
        </p:sp>
        <p:sp>
          <p:nvSpPr>
            <p:cNvPr id="50" name="Freeform 14"/>
            <p:cNvSpPr/>
            <p:nvPr/>
          </p:nvSpPr>
          <p:spPr bwMode="auto">
            <a:xfrm rot="2700000">
              <a:off x="2261374" y="2604413"/>
              <a:ext cx="2286000" cy="1776413"/>
            </a:xfrm>
            <a:custGeom>
              <a:avLst/>
              <a:gdLst>
                <a:gd name="T0" fmla="*/ 0 w 474"/>
                <a:gd name="T1" fmla="*/ 91 h 368"/>
                <a:gd name="T2" fmla="*/ 54 w 474"/>
                <a:gd name="T3" fmla="*/ 189 h 368"/>
                <a:gd name="T4" fmla="*/ 234 w 474"/>
                <a:gd name="T5" fmla="*/ 368 h 368"/>
                <a:gd name="T6" fmla="*/ 235 w 474"/>
                <a:gd name="T7" fmla="*/ 368 h 368"/>
                <a:gd name="T8" fmla="*/ 235 w 474"/>
                <a:gd name="T9" fmla="*/ 368 h 368"/>
                <a:gd name="T10" fmla="*/ 415 w 474"/>
                <a:gd name="T11" fmla="*/ 188 h 368"/>
                <a:gd name="T12" fmla="*/ 474 w 474"/>
                <a:gd name="T13" fmla="*/ 82 h 368"/>
                <a:gd name="T14" fmla="*/ 242 w 474"/>
                <a:gd name="T15" fmla="*/ 0 h 368"/>
                <a:gd name="T16" fmla="*/ 0 w 474"/>
                <a:gd name="T17" fmla="*/ 91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4" h="368">
                  <a:moveTo>
                    <a:pt x="0" y="91"/>
                  </a:moveTo>
                  <a:cubicBezTo>
                    <a:pt x="16" y="124"/>
                    <a:pt x="34" y="157"/>
                    <a:pt x="54" y="189"/>
                  </a:cubicBezTo>
                  <a:cubicBezTo>
                    <a:pt x="153" y="251"/>
                    <a:pt x="233" y="327"/>
                    <a:pt x="234" y="368"/>
                  </a:cubicBezTo>
                  <a:cubicBezTo>
                    <a:pt x="234" y="368"/>
                    <a:pt x="234" y="368"/>
                    <a:pt x="235" y="368"/>
                  </a:cubicBezTo>
                  <a:cubicBezTo>
                    <a:pt x="235" y="368"/>
                    <a:pt x="235" y="368"/>
                    <a:pt x="235" y="368"/>
                  </a:cubicBezTo>
                  <a:cubicBezTo>
                    <a:pt x="236" y="327"/>
                    <a:pt x="317" y="251"/>
                    <a:pt x="415" y="188"/>
                  </a:cubicBezTo>
                  <a:cubicBezTo>
                    <a:pt x="437" y="154"/>
                    <a:pt x="457" y="118"/>
                    <a:pt x="474" y="82"/>
                  </a:cubicBezTo>
                  <a:cubicBezTo>
                    <a:pt x="410" y="31"/>
                    <a:pt x="330" y="0"/>
                    <a:pt x="242" y="0"/>
                  </a:cubicBezTo>
                  <a:cubicBezTo>
                    <a:pt x="149" y="0"/>
                    <a:pt x="64" y="35"/>
                    <a:pt x="0" y="91"/>
                  </a:cubicBezTo>
                  <a:close/>
                </a:path>
              </a:pathLst>
            </a:custGeom>
            <a:solidFill>
              <a:srgbClr val="FEB51B"/>
            </a:solidFill>
            <a:ln>
              <a:noFill/>
            </a:ln>
          </p:spPr>
          <p:txBody>
            <a:bodyPr vert="horz" wrap="square" lIns="91440" tIns="45720" rIns="91440" bIns="45720" numCol="1" anchor="t" anchorCtr="0" compatLnSpc="1"/>
            <a:lstStyle/>
            <a:p>
              <a:endParaRPr lang="en-US" sz="1600">
                <a:solidFill>
                  <a:schemeClr val="tx1"/>
                </a:solidFill>
                <a:latin typeface="思源黑体 CN Medium" panose="020B0600000000000000" charset="-122"/>
                <a:ea typeface="思源黑体 CN Medium" panose="020B0600000000000000" charset="-122"/>
                <a:cs typeface="+mn-ea"/>
                <a:sym typeface="+mn-lt"/>
              </a:endParaRPr>
            </a:p>
          </p:txBody>
        </p:sp>
        <p:sp>
          <p:nvSpPr>
            <p:cNvPr id="51" name="Freeform 15"/>
            <p:cNvSpPr/>
            <p:nvPr/>
          </p:nvSpPr>
          <p:spPr bwMode="auto">
            <a:xfrm rot="2700000">
              <a:off x="1000771" y="3868192"/>
              <a:ext cx="2286000" cy="1770063"/>
            </a:xfrm>
            <a:custGeom>
              <a:avLst/>
              <a:gdLst>
                <a:gd name="T0" fmla="*/ 235 w 474"/>
                <a:gd name="T1" fmla="*/ 0 h 367"/>
                <a:gd name="T2" fmla="*/ 235 w 474"/>
                <a:gd name="T3" fmla="*/ 0 h 367"/>
                <a:gd name="T4" fmla="*/ 234 w 474"/>
                <a:gd name="T5" fmla="*/ 0 h 367"/>
                <a:gd name="T6" fmla="*/ 55 w 474"/>
                <a:gd name="T7" fmla="*/ 179 h 367"/>
                <a:gd name="T8" fmla="*/ 0 w 474"/>
                <a:gd name="T9" fmla="*/ 277 h 367"/>
                <a:gd name="T10" fmla="*/ 242 w 474"/>
                <a:gd name="T11" fmla="*/ 367 h 367"/>
                <a:gd name="T12" fmla="*/ 474 w 474"/>
                <a:gd name="T13" fmla="*/ 285 h 367"/>
                <a:gd name="T14" fmla="*/ 415 w 474"/>
                <a:gd name="T15" fmla="*/ 179 h 367"/>
                <a:gd name="T16" fmla="*/ 235 w 474"/>
                <a:gd name="T17" fmla="*/ 0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4" h="367">
                  <a:moveTo>
                    <a:pt x="235" y="0"/>
                  </a:moveTo>
                  <a:cubicBezTo>
                    <a:pt x="235" y="0"/>
                    <a:pt x="235" y="0"/>
                    <a:pt x="235" y="0"/>
                  </a:cubicBezTo>
                  <a:cubicBezTo>
                    <a:pt x="234" y="0"/>
                    <a:pt x="234" y="0"/>
                    <a:pt x="234" y="0"/>
                  </a:cubicBezTo>
                  <a:cubicBezTo>
                    <a:pt x="233" y="40"/>
                    <a:pt x="153" y="116"/>
                    <a:pt x="55" y="179"/>
                  </a:cubicBezTo>
                  <a:cubicBezTo>
                    <a:pt x="35" y="210"/>
                    <a:pt x="16" y="243"/>
                    <a:pt x="0" y="277"/>
                  </a:cubicBezTo>
                  <a:cubicBezTo>
                    <a:pt x="64" y="333"/>
                    <a:pt x="149" y="367"/>
                    <a:pt x="242" y="367"/>
                  </a:cubicBezTo>
                  <a:cubicBezTo>
                    <a:pt x="330" y="367"/>
                    <a:pt x="410" y="337"/>
                    <a:pt x="474" y="285"/>
                  </a:cubicBezTo>
                  <a:cubicBezTo>
                    <a:pt x="457" y="249"/>
                    <a:pt x="437" y="213"/>
                    <a:pt x="415" y="179"/>
                  </a:cubicBezTo>
                  <a:cubicBezTo>
                    <a:pt x="316" y="116"/>
                    <a:pt x="236" y="40"/>
                    <a:pt x="235" y="0"/>
                  </a:cubicBezTo>
                  <a:close/>
                </a:path>
              </a:pathLst>
            </a:custGeom>
            <a:solidFill>
              <a:srgbClr val="FEB51B"/>
            </a:solidFill>
            <a:ln>
              <a:noFill/>
            </a:ln>
          </p:spPr>
          <p:txBody>
            <a:bodyPr vert="horz" wrap="square" lIns="91440" tIns="45720" rIns="91440" bIns="45720" numCol="1" anchor="t" anchorCtr="0" compatLnSpc="1"/>
            <a:lstStyle/>
            <a:p>
              <a:endParaRPr lang="en-US" sz="1600">
                <a:solidFill>
                  <a:schemeClr val="tx1"/>
                </a:solidFill>
                <a:latin typeface="思源黑体 CN Medium" panose="020B0600000000000000" charset="-122"/>
                <a:ea typeface="思源黑体 CN Medium" panose="020B0600000000000000" charset="-122"/>
                <a:cs typeface="+mn-ea"/>
                <a:sym typeface="+mn-lt"/>
              </a:endParaRPr>
            </a:p>
          </p:txBody>
        </p:sp>
        <p:sp>
          <p:nvSpPr>
            <p:cNvPr id="52" name="Freeform 16"/>
            <p:cNvSpPr/>
            <p:nvPr/>
          </p:nvSpPr>
          <p:spPr bwMode="auto">
            <a:xfrm rot="2700000">
              <a:off x="670046" y="4904231"/>
              <a:ext cx="2179638" cy="463550"/>
            </a:xfrm>
            <a:custGeom>
              <a:avLst/>
              <a:gdLst>
                <a:gd name="T0" fmla="*/ 0 w 452"/>
                <a:gd name="T1" fmla="*/ 7 h 96"/>
                <a:gd name="T2" fmla="*/ 231 w 452"/>
                <a:gd name="T3" fmla="*/ 96 h 96"/>
                <a:gd name="T4" fmla="*/ 452 w 452"/>
                <a:gd name="T5" fmla="*/ 15 h 96"/>
                <a:gd name="T6" fmla="*/ 448 w 452"/>
                <a:gd name="T7" fmla="*/ 8 h 96"/>
                <a:gd name="T8" fmla="*/ 231 w 452"/>
                <a:gd name="T9" fmla="*/ 88 h 96"/>
                <a:gd name="T10" fmla="*/ 4 w 452"/>
                <a:gd name="T11" fmla="*/ 0 h 96"/>
                <a:gd name="T12" fmla="*/ 0 w 452"/>
                <a:gd name="T13" fmla="*/ 7 h 96"/>
              </a:gdLst>
              <a:ahLst/>
              <a:cxnLst>
                <a:cxn ang="0">
                  <a:pos x="T0" y="T1"/>
                </a:cxn>
                <a:cxn ang="0">
                  <a:pos x="T2" y="T3"/>
                </a:cxn>
                <a:cxn ang="0">
                  <a:pos x="T4" y="T5"/>
                </a:cxn>
                <a:cxn ang="0">
                  <a:pos x="T6" y="T7"/>
                </a:cxn>
                <a:cxn ang="0">
                  <a:pos x="T8" y="T9"/>
                </a:cxn>
                <a:cxn ang="0">
                  <a:pos x="T10" y="T11"/>
                </a:cxn>
                <a:cxn ang="0">
                  <a:pos x="T12" y="T13"/>
                </a:cxn>
              </a:cxnLst>
              <a:rect l="0" t="0" r="r" b="b"/>
              <a:pathLst>
                <a:path w="452" h="96">
                  <a:moveTo>
                    <a:pt x="0" y="7"/>
                  </a:moveTo>
                  <a:cubicBezTo>
                    <a:pt x="61" y="62"/>
                    <a:pt x="142" y="96"/>
                    <a:pt x="231" y="96"/>
                  </a:cubicBezTo>
                  <a:cubicBezTo>
                    <a:pt x="315" y="96"/>
                    <a:pt x="392" y="66"/>
                    <a:pt x="452" y="15"/>
                  </a:cubicBezTo>
                  <a:cubicBezTo>
                    <a:pt x="451" y="13"/>
                    <a:pt x="450" y="11"/>
                    <a:pt x="448" y="8"/>
                  </a:cubicBezTo>
                  <a:cubicBezTo>
                    <a:pt x="390" y="58"/>
                    <a:pt x="314" y="88"/>
                    <a:pt x="231" y="88"/>
                  </a:cubicBezTo>
                  <a:cubicBezTo>
                    <a:pt x="143" y="88"/>
                    <a:pt x="63" y="54"/>
                    <a:pt x="4" y="0"/>
                  </a:cubicBezTo>
                  <a:cubicBezTo>
                    <a:pt x="2" y="2"/>
                    <a:pt x="1" y="4"/>
                    <a:pt x="0"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sz="1600">
                <a:solidFill>
                  <a:schemeClr val="tx1"/>
                </a:solidFill>
                <a:latin typeface="思源黑体 CN Medium" panose="020B0600000000000000" charset="-122"/>
                <a:ea typeface="思源黑体 CN Medium" panose="020B0600000000000000" charset="-122"/>
                <a:cs typeface="+mn-ea"/>
                <a:sym typeface="+mn-lt"/>
              </a:endParaRPr>
            </a:p>
          </p:txBody>
        </p:sp>
        <p:sp>
          <p:nvSpPr>
            <p:cNvPr id="53" name="Freeform 17"/>
            <p:cNvSpPr/>
            <p:nvPr/>
          </p:nvSpPr>
          <p:spPr bwMode="auto">
            <a:xfrm rot="2700000">
              <a:off x="3576847" y="4051120"/>
              <a:ext cx="458788" cy="2203450"/>
            </a:xfrm>
            <a:custGeom>
              <a:avLst/>
              <a:gdLst>
                <a:gd name="T0" fmla="*/ 8 w 95"/>
                <a:gd name="T1" fmla="*/ 0 h 457"/>
                <a:gd name="T2" fmla="*/ 0 w 95"/>
                <a:gd name="T3" fmla="*/ 4 h 457"/>
                <a:gd name="T4" fmla="*/ 87 w 95"/>
                <a:gd name="T5" fmla="*/ 229 h 457"/>
                <a:gd name="T6" fmla="*/ 1 w 95"/>
                <a:gd name="T7" fmla="*/ 454 h 457"/>
                <a:gd name="T8" fmla="*/ 8 w 95"/>
                <a:gd name="T9" fmla="*/ 457 h 457"/>
                <a:gd name="T10" fmla="*/ 95 w 95"/>
                <a:gd name="T11" fmla="*/ 229 h 457"/>
                <a:gd name="T12" fmla="*/ 8 w 95"/>
                <a:gd name="T13" fmla="*/ 0 h 457"/>
              </a:gdLst>
              <a:ahLst/>
              <a:cxnLst>
                <a:cxn ang="0">
                  <a:pos x="T0" y="T1"/>
                </a:cxn>
                <a:cxn ang="0">
                  <a:pos x="T2" y="T3"/>
                </a:cxn>
                <a:cxn ang="0">
                  <a:pos x="T4" y="T5"/>
                </a:cxn>
                <a:cxn ang="0">
                  <a:pos x="T6" y="T7"/>
                </a:cxn>
                <a:cxn ang="0">
                  <a:pos x="T8" y="T9"/>
                </a:cxn>
                <a:cxn ang="0">
                  <a:pos x="T10" y="T11"/>
                </a:cxn>
                <a:cxn ang="0">
                  <a:pos x="T12" y="T13"/>
                </a:cxn>
              </a:cxnLst>
              <a:rect l="0" t="0" r="r" b="b"/>
              <a:pathLst>
                <a:path w="95" h="457">
                  <a:moveTo>
                    <a:pt x="8" y="0"/>
                  </a:moveTo>
                  <a:cubicBezTo>
                    <a:pt x="5" y="1"/>
                    <a:pt x="3" y="3"/>
                    <a:pt x="0" y="4"/>
                  </a:cubicBezTo>
                  <a:cubicBezTo>
                    <a:pt x="54" y="64"/>
                    <a:pt x="87" y="142"/>
                    <a:pt x="87" y="229"/>
                  </a:cubicBezTo>
                  <a:cubicBezTo>
                    <a:pt x="87" y="315"/>
                    <a:pt x="54" y="394"/>
                    <a:pt x="1" y="454"/>
                  </a:cubicBezTo>
                  <a:cubicBezTo>
                    <a:pt x="3" y="455"/>
                    <a:pt x="5" y="456"/>
                    <a:pt x="8" y="457"/>
                  </a:cubicBezTo>
                  <a:cubicBezTo>
                    <a:pt x="62" y="397"/>
                    <a:pt x="95" y="317"/>
                    <a:pt x="95" y="229"/>
                  </a:cubicBezTo>
                  <a:cubicBezTo>
                    <a:pt x="95" y="141"/>
                    <a:pt x="62" y="61"/>
                    <a:pt x="8"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sz="1600">
                <a:solidFill>
                  <a:schemeClr val="tx1"/>
                </a:solidFill>
                <a:latin typeface="思源黑体 CN Medium" panose="020B0600000000000000" charset="-122"/>
                <a:ea typeface="思源黑体 CN Medium" panose="020B0600000000000000" charset="-122"/>
                <a:cs typeface="+mn-ea"/>
                <a:sym typeface="+mn-lt"/>
              </a:endParaRPr>
            </a:p>
          </p:txBody>
        </p:sp>
        <p:sp>
          <p:nvSpPr>
            <p:cNvPr id="54" name="Freeform 18"/>
            <p:cNvSpPr/>
            <p:nvPr/>
          </p:nvSpPr>
          <p:spPr bwMode="auto">
            <a:xfrm rot="2700000">
              <a:off x="2696216" y="2878061"/>
              <a:ext cx="2179638" cy="463550"/>
            </a:xfrm>
            <a:custGeom>
              <a:avLst/>
              <a:gdLst>
                <a:gd name="T0" fmla="*/ 452 w 452"/>
                <a:gd name="T1" fmla="*/ 80 h 96"/>
                <a:gd name="T2" fmla="*/ 231 w 452"/>
                <a:gd name="T3" fmla="*/ 0 h 96"/>
                <a:gd name="T4" fmla="*/ 0 w 452"/>
                <a:gd name="T5" fmla="*/ 89 h 96"/>
                <a:gd name="T6" fmla="*/ 4 w 452"/>
                <a:gd name="T7" fmla="*/ 96 h 96"/>
                <a:gd name="T8" fmla="*/ 231 w 452"/>
                <a:gd name="T9" fmla="*/ 8 h 96"/>
                <a:gd name="T10" fmla="*/ 448 w 452"/>
                <a:gd name="T11" fmla="*/ 88 h 96"/>
                <a:gd name="T12" fmla="*/ 452 w 452"/>
                <a:gd name="T13" fmla="*/ 80 h 96"/>
              </a:gdLst>
              <a:ahLst/>
              <a:cxnLst>
                <a:cxn ang="0">
                  <a:pos x="T0" y="T1"/>
                </a:cxn>
                <a:cxn ang="0">
                  <a:pos x="T2" y="T3"/>
                </a:cxn>
                <a:cxn ang="0">
                  <a:pos x="T4" y="T5"/>
                </a:cxn>
                <a:cxn ang="0">
                  <a:pos x="T6" y="T7"/>
                </a:cxn>
                <a:cxn ang="0">
                  <a:pos x="T8" y="T9"/>
                </a:cxn>
                <a:cxn ang="0">
                  <a:pos x="T10" y="T11"/>
                </a:cxn>
                <a:cxn ang="0">
                  <a:pos x="T12" y="T13"/>
                </a:cxn>
              </a:cxnLst>
              <a:rect l="0" t="0" r="r" b="b"/>
              <a:pathLst>
                <a:path w="452" h="96">
                  <a:moveTo>
                    <a:pt x="452" y="80"/>
                  </a:moveTo>
                  <a:cubicBezTo>
                    <a:pt x="392" y="30"/>
                    <a:pt x="315" y="0"/>
                    <a:pt x="231" y="0"/>
                  </a:cubicBezTo>
                  <a:cubicBezTo>
                    <a:pt x="142" y="0"/>
                    <a:pt x="61" y="34"/>
                    <a:pt x="0" y="89"/>
                  </a:cubicBezTo>
                  <a:cubicBezTo>
                    <a:pt x="1" y="91"/>
                    <a:pt x="2" y="94"/>
                    <a:pt x="4" y="96"/>
                  </a:cubicBezTo>
                  <a:cubicBezTo>
                    <a:pt x="63" y="41"/>
                    <a:pt x="143" y="8"/>
                    <a:pt x="231" y="8"/>
                  </a:cubicBezTo>
                  <a:cubicBezTo>
                    <a:pt x="314" y="8"/>
                    <a:pt x="390" y="38"/>
                    <a:pt x="448" y="88"/>
                  </a:cubicBezTo>
                  <a:cubicBezTo>
                    <a:pt x="450" y="85"/>
                    <a:pt x="451" y="83"/>
                    <a:pt x="452" y="8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sz="1600">
                <a:solidFill>
                  <a:schemeClr val="tx1"/>
                </a:solidFill>
                <a:latin typeface="思源黑体 CN Medium" panose="020B0600000000000000" charset="-122"/>
                <a:ea typeface="思源黑体 CN Medium" panose="020B0600000000000000" charset="-122"/>
                <a:cs typeface="+mn-ea"/>
                <a:sym typeface="+mn-lt"/>
              </a:endParaRPr>
            </a:p>
          </p:txBody>
        </p:sp>
        <p:sp>
          <p:nvSpPr>
            <p:cNvPr id="55" name="Freeform 19"/>
            <p:cNvSpPr/>
            <p:nvPr/>
          </p:nvSpPr>
          <p:spPr bwMode="auto">
            <a:xfrm rot="2700000">
              <a:off x="1552151" y="2037536"/>
              <a:ext cx="433388" cy="2155825"/>
            </a:xfrm>
            <a:custGeom>
              <a:avLst/>
              <a:gdLst>
                <a:gd name="T0" fmla="*/ 82 w 90"/>
                <a:gd name="T1" fmla="*/ 447 h 447"/>
                <a:gd name="T2" fmla="*/ 89 w 90"/>
                <a:gd name="T3" fmla="*/ 444 h 447"/>
                <a:gd name="T4" fmla="*/ 8 w 90"/>
                <a:gd name="T5" fmla="*/ 224 h 447"/>
                <a:gd name="T6" fmla="*/ 90 w 90"/>
                <a:gd name="T7" fmla="*/ 4 h 447"/>
                <a:gd name="T8" fmla="*/ 82 w 90"/>
                <a:gd name="T9" fmla="*/ 0 h 447"/>
                <a:gd name="T10" fmla="*/ 0 w 90"/>
                <a:gd name="T11" fmla="*/ 224 h 447"/>
                <a:gd name="T12" fmla="*/ 82 w 90"/>
                <a:gd name="T13" fmla="*/ 447 h 447"/>
              </a:gdLst>
              <a:ahLst/>
              <a:cxnLst>
                <a:cxn ang="0">
                  <a:pos x="T0" y="T1"/>
                </a:cxn>
                <a:cxn ang="0">
                  <a:pos x="T2" y="T3"/>
                </a:cxn>
                <a:cxn ang="0">
                  <a:pos x="T4" y="T5"/>
                </a:cxn>
                <a:cxn ang="0">
                  <a:pos x="T6" y="T7"/>
                </a:cxn>
                <a:cxn ang="0">
                  <a:pos x="T8" y="T9"/>
                </a:cxn>
                <a:cxn ang="0">
                  <a:pos x="T10" y="T11"/>
                </a:cxn>
                <a:cxn ang="0">
                  <a:pos x="T12" y="T13"/>
                </a:cxn>
              </a:cxnLst>
              <a:rect l="0" t="0" r="r" b="b"/>
              <a:pathLst>
                <a:path w="90" h="447">
                  <a:moveTo>
                    <a:pt x="82" y="447"/>
                  </a:moveTo>
                  <a:cubicBezTo>
                    <a:pt x="85" y="446"/>
                    <a:pt x="87" y="445"/>
                    <a:pt x="89" y="444"/>
                  </a:cubicBezTo>
                  <a:cubicBezTo>
                    <a:pt x="39" y="385"/>
                    <a:pt x="8" y="308"/>
                    <a:pt x="8" y="224"/>
                  </a:cubicBezTo>
                  <a:cubicBezTo>
                    <a:pt x="8" y="140"/>
                    <a:pt x="39" y="63"/>
                    <a:pt x="90" y="4"/>
                  </a:cubicBezTo>
                  <a:cubicBezTo>
                    <a:pt x="87" y="3"/>
                    <a:pt x="85" y="1"/>
                    <a:pt x="82" y="0"/>
                  </a:cubicBezTo>
                  <a:cubicBezTo>
                    <a:pt x="31" y="60"/>
                    <a:pt x="0" y="139"/>
                    <a:pt x="0" y="224"/>
                  </a:cubicBezTo>
                  <a:cubicBezTo>
                    <a:pt x="0" y="309"/>
                    <a:pt x="31" y="387"/>
                    <a:pt x="82" y="44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sz="1600">
                <a:solidFill>
                  <a:schemeClr val="tx1"/>
                </a:solidFill>
                <a:latin typeface="思源黑体 CN Medium" panose="020B0600000000000000" charset="-122"/>
                <a:ea typeface="思源黑体 CN Medium" panose="020B0600000000000000" charset="-122"/>
                <a:cs typeface="+mn-ea"/>
                <a:sym typeface="+mn-lt"/>
              </a:endParaRPr>
            </a:p>
          </p:txBody>
        </p:sp>
        <p:sp>
          <p:nvSpPr>
            <p:cNvPr id="5" name="Oval 46"/>
            <p:cNvSpPr>
              <a:spLocks noChangeArrowheads="1"/>
            </p:cNvSpPr>
            <p:nvPr/>
          </p:nvSpPr>
          <p:spPr bwMode="auto">
            <a:xfrm rot="2700000">
              <a:off x="2088113" y="3434717"/>
              <a:ext cx="1403350" cy="140335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sz="1600" dirty="0">
                <a:solidFill>
                  <a:schemeClr val="tx1"/>
                </a:solidFill>
                <a:latin typeface="思源黑体 CN Medium" panose="020B0600000000000000" charset="-122"/>
                <a:ea typeface="思源黑体 CN Medium" panose="020B0600000000000000" charset="-122"/>
                <a:cs typeface="+mn-ea"/>
                <a:sym typeface="+mn-lt"/>
              </a:endParaRPr>
            </a:p>
          </p:txBody>
        </p:sp>
        <p:sp>
          <p:nvSpPr>
            <p:cNvPr id="57" name="Freeform 36"/>
            <p:cNvSpPr>
              <a:spLocks noEditPoints="1"/>
            </p:cNvSpPr>
            <p:nvPr/>
          </p:nvSpPr>
          <p:spPr bwMode="auto">
            <a:xfrm>
              <a:off x="2475453" y="3821130"/>
              <a:ext cx="586931" cy="590805"/>
            </a:xfrm>
            <a:custGeom>
              <a:avLst/>
              <a:gdLst>
                <a:gd name="T0" fmla="*/ 61 w 128"/>
                <a:gd name="T1" fmla="*/ 95 h 128"/>
                <a:gd name="T2" fmla="*/ 64 w 128"/>
                <a:gd name="T3" fmla="*/ 96 h 128"/>
                <a:gd name="T4" fmla="*/ 67 w 128"/>
                <a:gd name="T5" fmla="*/ 95 h 128"/>
                <a:gd name="T6" fmla="*/ 87 w 128"/>
                <a:gd name="T7" fmla="*/ 71 h 128"/>
                <a:gd name="T8" fmla="*/ 87 w 128"/>
                <a:gd name="T9" fmla="*/ 65 h 128"/>
                <a:gd name="T10" fmla="*/ 81 w 128"/>
                <a:gd name="T11" fmla="*/ 65 h 128"/>
                <a:gd name="T12" fmla="*/ 68 w 128"/>
                <a:gd name="T13" fmla="*/ 81 h 128"/>
                <a:gd name="T14" fmla="*/ 68 w 128"/>
                <a:gd name="T15" fmla="*/ 20 h 128"/>
                <a:gd name="T16" fmla="*/ 64 w 128"/>
                <a:gd name="T17" fmla="*/ 16 h 128"/>
                <a:gd name="T18" fmla="*/ 60 w 128"/>
                <a:gd name="T19" fmla="*/ 20 h 128"/>
                <a:gd name="T20" fmla="*/ 60 w 128"/>
                <a:gd name="T21" fmla="*/ 81 h 128"/>
                <a:gd name="T22" fmla="*/ 47 w 128"/>
                <a:gd name="T23" fmla="*/ 65 h 128"/>
                <a:gd name="T24" fmla="*/ 41 w 128"/>
                <a:gd name="T25" fmla="*/ 65 h 128"/>
                <a:gd name="T26" fmla="*/ 41 w 128"/>
                <a:gd name="T27" fmla="*/ 71 h 128"/>
                <a:gd name="T28" fmla="*/ 61 w 128"/>
                <a:gd name="T29" fmla="*/ 95 h 128"/>
                <a:gd name="T30" fmla="*/ 100 w 128"/>
                <a:gd name="T31" fmla="*/ 104 h 128"/>
                <a:gd name="T32" fmla="*/ 28 w 128"/>
                <a:gd name="T33" fmla="*/ 104 h 128"/>
                <a:gd name="T34" fmla="*/ 24 w 128"/>
                <a:gd name="T35" fmla="*/ 108 h 128"/>
                <a:gd name="T36" fmla="*/ 28 w 128"/>
                <a:gd name="T37" fmla="*/ 112 h 128"/>
                <a:gd name="T38" fmla="*/ 100 w 128"/>
                <a:gd name="T39" fmla="*/ 112 h 128"/>
                <a:gd name="T40" fmla="*/ 104 w 128"/>
                <a:gd name="T41" fmla="*/ 108 h 128"/>
                <a:gd name="T42" fmla="*/ 100 w 128"/>
                <a:gd name="T43" fmla="*/ 104 h 128"/>
                <a:gd name="T44" fmla="*/ 112 w 128"/>
                <a:gd name="T45" fmla="*/ 0 h 128"/>
                <a:gd name="T46" fmla="*/ 16 w 128"/>
                <a:gd name="T47" fmla="*/ 0 h 128"/>
                <a:gd name="T48" fmla="*/ 0 w 128"/>
                <a:gd name="T49" fmla="*/ 16 h 128"/>
                <a:gd name="T50" fmla="*/ 0 w 128"/>
                <a:gd name="T51" fmla="*/ 112 h 128"/>
                <a:gd name="T52" fmla="*/ 16 w 128"/>
                <a:gd name="T53" fmla="*/ 128 h 128"/>
                <a:gd name="T54" fmla="*/ 112 w 128"/>
                <a:gd name="T55" fmla="*/ 128 h 128"/>
                <a:gd name="T56" fmla="*/ 128 w 128"/>
                <a:gd name="T57" fmla="*/ 112 h 128"/>
                <a:gd name="T58" fmla="*/ 128 w 128"/>
                <a:gd name="T59" fmla="*/ 16 h 128"/>
                <a:gd name="T60" fmla="*/ 112 w 128"/>
                <a:gd name="T61" fmla="*/ 0 h 128"/>
                <a:gd name="T62" fmla="*/ 120 w 128"/>
                <a:gd name="T63" fmla="*/ 112 h 128"/>
                <a:gd name="T64" fmla="*/ 112 w 128"/>
                <a:gd name="T65" fmla="*/ 120 h 128"/>
                <a:gd name="T66" fmla="*/ 16 w 128"/>
                <a:gd name="T67" fmla="*/ 120 h 128"/>
                <a:gd name="T68" fmla="*/ 8 w 128"/>
                <a:gd name="T69" fmla="*/ 112 h 128"/>
                <a:gd name="T70" fmla="*/ 8 w 128"/>
                <a:gd name="T71" fmla="*/ 16 h 128"/>
                <a:gd name="T72" fmla="*/ 16 w 128"/>
                <a:gd name="T73" fmla="*/ 8 h 128"/>
                <a:gd name="T74" fmla="*/ 112 w 128"/>
                <a:gd name="T75" fmla="*/ 8 h 128"/>
                <a:gd name="T76" fmla="*/ 120 w 128"/>
                <a:gd name="T77" fmla="*/ 16 h 128"/>
                <a:gd name="T78" fmla="*/ 120 w 128"/>
                <a:gd name="T79" fmla="*/ 11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28" h="128">
                  <a:moveTo>
                    <a:pt x="61" y="95"/>
                  </a:moveTo>
                  <a:cubicBezTo>
                    <a:pt x="62" y="96"/>
                    <a:pt x="63" y="96"/>
                    <a:pt x="64" y="96"/>
                  </a:cubicBezTo>
                  <a:cubicBezTo>
                    <a:pt x="65" y="96"/>
                    <a:pt x="66" y="96"/>
                    <a:pt x="67" y="95"/>
                  </a:cubicBezTo>
                  <a:cubicBezTo>
                    <a:pt x="87" y="71"/>
                    <a:pt x="87" y="71"/>
                    <a:pt x="87" y="71"/>
                  </a:cubicBezTo>
                  <a:cubicBezTo>
                    <a:pt x="88" y="69"/>
                    <a:pt x="88" y="67"/>
                    <a:pt x="87" y="65"/>
                  </a:cubicBezTo>
                  <a:cubicBezTo>
                    <a:pt x="85" y="64"/>
                    <a:pt x="83" y="64"/>
                    <a:pt x="81" y="65"/>
                  </a:cubicBezTo>
                  <a:cubicBezTo>
                    <a:pt x="68" y="81"/>
                    <a:pt x="68" y="81"/>
                    <a:pt x="68" y="81"/>
                  </a:cubicBezTo>
                  <a:cubicBezTo>
                    <a:pt x="68" y="20"/>
                    <a:pt x="68" y="20"/>
                    <a:pt x="68" y="20"/>
                  </a:cubicBezTo>
                  <a:cubicBezTo>
                    <a:pt x="68" y="18"/>
                    <a:pt x="66" y="16"/>
                    <a:pt x="64" y="16"/>
                  </a:cubicBezTo>
                  <a:cubicBezTo>
                    <a:pt x="62" y="16"/>
                    <a:pt x="60" y="18"/>
                    <a:pt x="60" y="20"/>
                  </a:cubicBezTo>
                  <a:cubicBezTo>
                    <a:pt x="60" y="81"/>
                    <a:pt x="60" y="81"/>
                    <a:pt x="60" y="81"/>
                  </a:cubicBezTo>
                  <a:cubicBezTo>
                    <a:pt x="47" y="65"/>
                    <a:pt x="47" y="65"/>
                    <a:pt x="47" y="65"/>
                  </a:cubicBezTo>
                  <a:cubicBezTo>
                    <a:pt x="45" y="64"/>
                    <a:pt x="43" y="64"/>
                    <a:pt x="41" y="65"/>
                  </a:cubicBezTo>
                  <a:cubicBezTo>
                    <a:pt x="40" y="67"/>
                    <a:pt x="40" y="69"/>
                    <a:pt x="41" y="71"/>
                  </a:cubicBezTo>
                  <a:lnTo>
                    <a:pt x="61" y="95"/>
                  </a:lnTo>
                  <a:close/>
                  <a:moveTo>
                    <a:pt x="100" y="104"/>
                  </a:moveTo>
                  <a:cubicBezTo>
                    <a:pt x="28" y="104"/>
                    <a:pt x="28" y="104"/>
                    <a:pt x="28" y="104"/>
                  </a:cubicBezTo>
                  <a:cubicBezTo>
                    <a:pt x="26" y="104"/>
                    <a:pt x="24" y="106"/>
                    <a:pt x="24" y="108"/>
                  </a:cubicBezTo>
                  <a:cubicBezTo>
                    <a:pt x="24" y="110"/>
                    <a:pt x="26" y="112"/>
                    <a:pt x="28" y="112"/>
                  </a:cubicBezTo>
                  <a:cubicBezTo>
                    <a:pt x="100" y="112"/>
                    <a:pt x="100" y="112"/>
                    <a:pt x="100" y="112"/>
                  </a:cubicBezTo>
                  <a:cubicBezTo>
                    <a:pt x="102" y="112"/>
                    <a:pt x="104" y="110"/>
                    <a:pt x="104" y="108"/>
                  </a:cubicBezTo>
                  <a:cubicBezTo>
                    <a:pt x="104" y="106"/>
                    <a:pt x="102" y="104"/>
                    <a:pt x="100" y="104"/>
                  </a:cubicBezTo>
                  <a:close/>
                  <a:moveTo>
                    <a:pt x="112" y="0"/>
                  </a:moveTo>
                  <a:cubicBezTo>
                    <a:pt x="16" y="0"/>
                    <a:pt x="16" y="0"/>
                    <a:pt x="16" y="0"/>
                  </a:cubicBezTo>
                  <a:cubicBezTo>
                    <a:pt x="7" y="0"/>
                    <a:pt x="0" y="7"/>
                    <a:pt x="0" y="16"/>
                  </a:cubicBezTo>
                  <a:cubicBezTo>
                    <a:pt x="0" y="112"/>
                    <a:pt x="0" y="112"/>
                    <a:pt x="0" y="112"/>
                  </a:cubicBezTo>
                  <a:cubicBezTo>
                    <a:pt x="0" y="121"/>
                    <a:pt x="7" y="128"/>
                    <a:pt x="16" y="128"/>
                  </a:cubicBezTo>
                  <a:cubicBezTo>
                    <a:pt x="112" y="128"/>
                    <a:pt x="112" y="128"/>
                    <a:pt x="112" y="128"/>
                  </a:cubicBezTo>
                  <a:cubicBezTo>
                    <a:pt x="121" y="128"/>
                    <a:pt x="128" y="121"/>
                    <a:pt x="128" y="112"/>
                  </a:cubicBezTo>
                  <a:cubicBezTo>
                    <a:pt x="128" y="16"/>
                    <a:pt x="128" y="16"/>
                    <a:pt x="128" y="16"/>
                  </a:cubicBezTo>
                  <a:cubicBezTo>
                    <a:pt x="128" y="7"/>
                    <a:pt x="121" y="0"/>
                    <a:pt x="112" y="0"/>
                  </a:cubicBezTo>
                  <a:close/>
                  <a:moveTo>
                    <a:pt x="120" y="112"/>
                  </a:moveTo>
                  <a:cubicBezTo>
                    <a:pt x="120" y="116"/>
                    <a:pt x="116" y="120"/>
                    <a:pt x="112" y="120"/>
                  </a:cubicBezTo>
                  <a:cubicBezTo>
                    <a:pt x="16" y="120"/>
                    <a:pt x="16" y="120"/>
                    <a:pt x="16" y="120"/>
                  </a:cubicBezTo>
                  <a:cubicBezTo>
                    <a:pt x="12" y="120"/>
                    <a:pt x="8" y="116"/>
                    <a:pt x="8" y="112"/>
                  </a:cubicBezTo>
                  <a:cubicBezTo>
                    <a:pt x="8" y="16"/>
                    <a:pt x="8" y="16"/>
                    <a:pt x="8" y="16"/>
                  </a:cubicBezTo>
                  <a:cubicBezTo>
                    <a:pt x="8" y="12"/>
                    <a:pt x="12" y="8"/>
                    <a:pt x="16" y="8"/>
                  </a:cubicBezTo>
                  <a:cubicBezTo>
                    <a:pt x="112" y="8"/>
                    <a:pt x="112" y="8"/>
                    <a:pt x="112" y="8"/>
                  </a:cubicBezTo>
                  <a:cubicBezTo>
                    <a:pt x="116" y="8"/>
                    <a:pt x="120" y="12"/>
                    <a:pt x="120" y="16"/>
                  </a:cubicBezTo>
                  <a:lnTo>
                    <a:pt x="120" y="112"/>
                  </a:lnTo>
                  <a:close/>
                </a:path>
              </a:pathLst>
            </a:custGeom>
            <a:solidFill>
              <a:srgbClr val="26211B"/>
            </a:solidFill>
            <a:ln>
              <a:noFill/>
            </a:ln>
          </p:spPr>
          <p:txBody>
            <a:bodyPr vert="horz" wrap="square" lIns="91440" tIns="45720" rIns="91440" bIns="45720" numCol="1" anchor="t" anchorCtr="0" compatLnSpc="1"/>
            <a:lstStyle/>
            <a:p>
              <a:endParaRPr lang="en-US" sz="1600" dirty="0">
                <a:solidFill>
                  <a:schemeClr val="tx1"/>
                </a:solidFill>
                <a:latin typeface="思源黑体 CN Medium" panose="020B0600000000000000" charset="-122"/>
                <a:ea typeface="思源黑体 CN Medium" panose="020B0600000000000000" charset="-122"/>
                <a:cs typeface="+mn-ea"/>
                <a:sym typeface="+mn-lt"/>
              </a:endParaRPr>
            </a:p>
          </p:txBody>
        </p:sp>
        <p:sp>
          <p:nvSpPr>
            <p:cNvPr id="58" name="文本框 57" descr="e7d195523061f1c0600ade85ab8d19863d296bbd6d3c8047FB0A4867354E4F1E3A7DEAE3C4C4B5C9777EC9E9D7F78045DB0296A4194571101A21F67FC7D6C39966CE50B69116E2EE84E571E25F3C0CCEADD1E9BCC6042296AAC0621B1BBC906E62209E0F7E5802CD1625C023747D10417BAC0B61006E81A0161F38657A9FBC8CC7E3A15F3A96ACE26B1925407C5B6E0E"/>
            <p:cNvSpPr txBox="1"/>
            <p:nvPr/>
          </p:nvSpPr>
          <p:spPr>
            <a:xfrm>
              <a:off x="1332795" y="3182408"/>
              <a:ext cx="1535427" cy="32355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dirty="0">
                <a:ln w="19050">
                  <a:noFill/>
                </a:ln>
                <a:solidFill>
                  <a:schemeClr val="tx1"/>
                </a:solidFill>
                <a:latin typeface="思源黑体 CN Medium" panose="020B0600000000000000" charset="-122"/>
                <a:ea typeface="思源黑体 CN Medium" panose="020B0600000000000000" charset="-122"/>
                <a:cs typeface="+mn-ea"/>
                <a:sym typeface="+mn-lt"/>
              </a:endParaRPr>
            </a:p>
          </p:txBody>
        </p:sp>
        <p:sp>
          <p:nvSpPr>
            <p:cNvPr id="59" name="文本框 58" descr="e7d195523061f1c0600ade85ab8d19863d296bbd6d3c8047FB0A4867354E4F1E3A7DEAE3C4C4B5C9777EC9E9D7F78045DB0296A4194571101A21F67FC7D6C39966CE50B69116E2EE84E571E25F3C0CCEADD1E9BCC6042296AAC0621B1BBC906E62209E0F7E5802CD1625C023747D10417BAC0B61006E81A0161F38657A9FBC8CC7E3A15F3A96ACE26B1925407C5B6E0E"/>
            <p:cNvSpPr txBox="1"/>
            <p:nvPr/>
          </p:nvSpPr>
          <p:spPr>
            <a:xfrm>
              <a:off x="2756267" y="3188423"/>
              <a:ext cx="1535427" cy="32355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dirty="0">
                <a:ln w="19050">
                  <a:noFill/>
                </a:ln>
                <a:solidFill>
                  <a:schemeClr val="tx1"/>
                </a:solidFill>
                <a:latin typeface="思源黑体 CN Medium" panose="020B0600000000000000" charset="-122"/>
                <a:ea typeface="思源黑体 CN Medium" panose="020B0600000000000000" charset="-122"/>
                <a:cs typeface="+mn-ea"/>
                <a:sym typeface="+mn-lt"/>
              </a:endParaRPr>
            </a:p>
          </p:txBody>
        </p:sp>
        <p:sp>
          <p:nvSpPr>
            <p:cNvPr id="60" name="文本框 59" descr="e7d195523061f1c0600ade85ab8d19863d296bbd6d3c8047FB0A4867354E4F1E3A7DEAE3C4C4B5C9777EC9E9D7F78045DB0296A4194571101A21F67FC7D6C39966CE50B69116E2EE84E571E25F3C0CCEADD1E9BCC6042296AAC0621B1BBC906E62209E0F7E5802CD1625C023747D10417BAC0B61006E81A0161F38657A9FBC8CC7E3A15F3A96ACE26B1925407C5B6E0E"/>
            <p:cNvSpPr txBox="1"/>
            <p:nvPr/>
          </p:nvSpPr>
          <p:spPr>
            <a:xfrm>
              <a:off x="1332795" y="4954537"/>
              <a:ext cx="1535427" cy="32355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dirty="0">
                <a:ln w="19050">
                  <a:noFill/>
                </a:ln>
                <a:solidFill>
                  <a:schemeClr val="tx1"/>
                </a:solidFill>
                <a:latin typeface="思源黑体 CN Medium" panose="020B0600000000000000" charset="-122"/>
                <a:ea typeface="思源黑体 CN Medium" panose="020B0600000000000000" charset="-122"/>
                <a:cs typeface="+mn-ea"/>
                <a:sym typeface="+mn-lt"/>
              </a:endParaRPr>
            </a:p>
          </p:txBody>
        </p:sp>
        <p:sp>
          <p:nvSpPr>
            <p:cNvPr id="61" name="文本框 60" descr="e7d195523061f1c0600ade85ab8d19863d296bbd6d3c8047FB0A4867354E4F1E3A7DEAE3C4C4B5C9777EC9E9D7F78045DB0296A4194571101A21F67FC7D6C39966CE50B69116E2EE84E571E25F3C0CCEADD1E9BCC6042296AAC0621B1BBC906E62209E0F7E5802CD1625C023747D10417BAC0B61006E81A0161F38657A9FBC8CC7E3A15F3A96ACE26B1925407C5B6E0E"/>
            <p:cNvSpPr txBox="1"/>
            <p:nvPr/>
          </p:nvSpPr>
          <p:spPr>
            <a:xfrm>
              <a:off x="2756267" y="4960552"/>
              <a:ext cx="1535427" cy="32355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solidFill>
                    <a:schemeClr val="bg1"/>
                  </a:solidFill>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b="1" dirty="0">
                <a:ln w="19050">
                  <a:noFill/>
                </a:ln>
                <a:solidFill>
                  <a:schemeClr val="bg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grpSp>
      <p:sp>
        <p:nvSpPr>
          <p:cNvPr id="62" name="Freeform 140"/>
          <p:cNvSpPr>
            <a:spLocks noEditPoints="1"/>
          </p:cNvSpPr>
          <p:nvPr/>
        </p:nvSpPr>
        <p:spPr bwMode="auto">
          <a:xfrm>
            <a:off x="5759229" y="1823166"/>
            <a:ext cx="463561" cy="440985"/>
          </a:xfrm>
          <a:custGeom>
            <a:avLst/>
            <a:gdLst>
              <a:gd name="T0" fmla="*/ 129 w 130"/>
              <a:gd name="T1" fmla="*/ 46 h 124"/>
              <a:gd name="T2" fmla="*/ 121 w 130"/>
              <a:gd name="T3" fmla="*/ 40 h 124"/>
              <a:gd name="T4" fmla="*/ 88 w 130"/>
              <a:gd name="T5" fmla="*/ 35 h 124"/>
              <a:gd name="T6" fmla="*/ 73 w 130"/>
              <a:gd name="T7" fmla="*/ 5 h 124"/>
              <a:gd name="T8" fmla="*/ 65 w 130"/>
              <a:gd name="T9" fmla="*/ 0 h 124"/>
              <a:gd name="T10" fmla="*/ 57 w 130"/>
              <a:gd name="T11" fmla="*/ 5 h 124"/>
              <a:gd name="T12" fmla="*/ 42 w 130"/>
              <a:gd name="T13" fmla="*/ 35 h 124"/>
              <a:gd name="T14" fmla="*/ 9 w 130"/>
              <a:gd name="T15" fmla="*/ 40 h 124"/>
              <a:gd name="T16" fmla="*/ 1 w 130"/>
              <a:gd name="T17" fmla="*/ 46 h 124"/>
              <a:gd name="T18" fmla="*/ 4 w 130"/>
              <a:gd name="T19" fmla="*/ 55 h 124"/>
              <a:gd name="T20" fmla="*/ 28 w 130"/>
              <a:gd name="T21" fmla="*/ 80 h 124"/>
              <a:gd name="T22" fmla="*/ 22 w 130"/>
              <a:gd name="T23" fmla="*/ 114 h 124"/>
              <a:gd name="T24" fmla="*/ 26 w 130"/>
              <a:gd name="T25" fmla="*/ 122 h 124"/>
              <a:gd name="T26" fmla="*/ 31 w 130"/>
              <a:gd name="T27" fmla="*/ 124 h 124"/>
              <a:gd name="T28" fmla="*/ 36 w 130"/>
              <a:gd name="T29" fmla="*/ 123 h 124"/>
              <a:gd name="T30" fmla="*/ 65 w 130"/>
              <a:gd name="T31" fmla="*/ 107 h 124"/>
              <a:gd name="T32" fmla="*/ 94 w 130"/>
              <a:gd name="T33" fmla="*/ 123 h 124"/>
              <a:gd name="T34" fmla="*/ 99 w 130"/>
              <a:gd name="T35" fmla="*/ 124 h 124"/>
              <a:gd name="T36" fmla="*/ 104 w 130"/>
              <a:gd name="T37" fmla="*/ 122 h 124"/>
              <a:gd name="T38" fmla="*/ 108 w 130"/>
              <a:gd name="T39" fmla="*/ 114 h 124"/>
              <a:gd name="T40" fmla="*/ 102 w 130"/>
              <a:gd name="T41" fmla="*/ 80 h 124"/>
              <a:gd name="T42" fmla="*/ 126 w 130"/>
              <a:gd name="T43" fmla="*/ 55 h 124"/>
              <a:gd name="T44" fmla="*/ 129 w 130"/>
              <a:gd name="T45" fmla="*/ 46 h 124"/>
              <a:gd name="T46" fmla="*/ 95 w 130"/>
              <a:gd name="T47" fmla="*/ 73 h 124"/>
              <a:gd name="T48" fmla="*/ 93 w 130"/>
              <a:gd name="T49" fmla="*/ 81 h 124"/>
              <a:gd name="T50" fmla="*/ 99 w 130"/>
              <a:gd name="T51" fmla="*/ 115 h 124"/>
              <a:gd name="T52" fmla="*/ 69 w 130"/>
              <a:gd name="T53" fmla="*/ 99 h 124"/>
              <a:gd name="T54" fmla="*/ 65 w 130"/>
              <a:gd name="T55" fmla="*/ 98 h 124"/>
              <a:gd name="T56" fmla="*/ 61 w 130"/>
              <a:gd name="T57" fmla="*/ 99 h 124"/>
              <a:gd name="T58" fmla="*/ 31 w 130"/>
              <a:gd name="T59" fmla="*/ 115 h 124"/>
              <a:gd name="T60" fmla="*/ 37 w 130"/>
              <a:gd name="T61" fmla="*/ 81 h 124"/>
              <a:gd name="T62" fmla="*/ 35 w 130"/>
              <a:gd name="T63" fmla="*/ 73 h 124"/>
              <a:gd name="T64" fmla="*/ 10 w 130"/>
              <a:gd name="T65" fmla="*/ 49 h 124"/>
              <a:gd name="T66" fmla="*/ 44 w 130"/>
              <a:gd name="T67" fmla="*/ 44 h 124"/>
              <a:gd name="T68" fmla="*/ 51 w 130"/>
              <a:gd name="T69" fmla="*/ 39 h 124"/>
              <a:gd name="T70" fmla="*/ 65 w 130"/>
              <a:gd name="T71" fmla="*/ 9 h 124"/>
              <a:gd name="T72" fmla="*/ 79 w 130"/>
              <a:gd name="T73" fmla="*/ 39 h 124"/>
              <a:gd name="T74" fmla="*/ 86 w 130"/>
              <a:gd name="T75" fmla="*/ 44 h 124"/>
              <a:gd name="T76" fmla="*/ 120 w 130"/>
              <a:gd name="T77" fmla="*/ 49 h 124"/>
              <a:gd name="T78" fmla="*/ 95 w 130"/>
              <a:gd name="T79" fmla="*/ 73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30" h="124">
                <a:moveTo>
                  <a:pt x="129" y="46"/>
                </a:moveTo>
                <a:cubicBezTo>
                  <a:pt x="127" y="43"/>
                  <a:pt x="125" y="41"/>
                  <a:pt x="121" y="40"/>
                </a:cubicBezTo>
                <a:cubicBezTo>
                  <a:pt x="88" y="35"/>
                  <a:pt x="88" y="35"/>
                  <a:pt x="88" y="35"/>
                </a:cubicBezTo>
                <a:cubicBezTo>
                  <a:pt x="73" y="5"/>
                  <a:pt x="73" y="5"/>
                  <a:pt x="73" y="5"/>
                </a:cubicBezTo>
                <a:cubicBezTo>
                  <a:pt x="72" y="2"/>
                  <a:pt x="69" y="0"/>
                  <a:pt x="65" y="0"/>
                </a:cubicBezTo>
                <a:cubicBezTo>
                  <a:pt x="61" y="0"/>
                  <a:pt x="58" y="2"/>
                  <a:pt x="57" y="5"/>
                </a:cubicBezTo>
                <a:cubicBezTo>
                  <a:pt x="42" y="35"/>
                  <a:pt x="42" y="35"/>
                  <a:pt x="42" y="35"/>
                </a:cubicBezTo>
                <a:cubicBezTo>
                  <a:pt x="9" y="40"/>
                  <a:pt x="9" y="40"/>
                  <a:pt x="9" y="40"/>
                </a:cubicBezTo>
                <a:cubicBezTo>
                  <a:pt x="5" y="41"/>
                  <a:pt x="3" y="43"/>
                  <a:pt x="1" y="46"/>
                </a:cubicBezTo>
                <a:cubicBezTo>
                  <a:pt x="0" y="49"/>
                  <a:pt x="1" y="53"/>
                  <a:pt x="4" y="55"/>
                </a:cubicBezTo>
                <a:cubicBezTo>
                  <a:pt x="28" y="80"/>
                  <a:pt x="28" y="80"/>
                  <a:pt x="28" y="80"/>
                </a:cubicBezTo>
                <a:cubicBezTo>
                  <a:pt x="22" y="114"/>
                  <a:pt x="22" y="114"/>
                  <a:pt x="22" y="114"/>
                </a:cubicBezTo>
                <a:cubicBezTo>
                  <a:pt x="22" y="117"/>
                  <a:pt x="23" y="120"/>
                  <a:pt x="26" y="122"/>
                </a:cubicBezTo>
                <a:cubicBezTo>
                  <a:pt x="28" y="123"/>
                  <a:pt x="30" y="124"/>
                  <a:pt x="31" y="124"/>
                </a:cubicBezTo>
                <a:cubicBezTo>
                  <a:pt x="33" y="124"/>
                  <a:pt x="35" y="124"/>
                  <a:pt x="36" y="123"/>
                </a:cubicBezTo>
                <a:cubicBezTo>
                  <a:pt x="65" y="107"/>
                  <a:pt x="65" y="107"/>
                  <a:pt x="65" y="107"/>
                </a:cubicBezTo>
                <a:cubicBezTo>
                  <a:pt x="94" y="123"/>
                  <a:pt x="94" y="123"/>
                  <a:pt x="94" y="123"/>
                </a:cubicBezTo>
                <a:cubicBezTo>
                  <a:pt x="95" y="124"/>
                  <a:pt x="97" y="124"/>
                  <a:pt x="99" y="124"/>
                </a:cubicBezTo>
                <a:cubicBezTo>
                  <a:pt x="100" y="124"/>
                  <a:pt x="102" y="123"/>
                  <a:pt x="104" y="122"/>
                </a:cubicBezTo>
                <a:cubicBezTo>
                  <a:pt x="107" y="120"/>
                  <a:pt x="108" y="117"/>
                  <a:pt x="108" y="114"/>
                </a:cubicBezTo>
                <a:cubicBezTo>
                  <a:pt x="102" y="80"/>
                  <a:pt x="102" y="80"/>
                  <a:pt x="102" y="80"/>
                </a:cubicBezTo>
                <a:cubicBezTo>
                  <a:pt x="126" y="55"/>
                  <a:pt x="126" y="55"/>
                  <a:pt x="126" y="55"/>
                </a:cubicBezTo>
                <a:cubicBezTo>
                  <a:pt x="129" y="53"/>
                  <a:pt x="130" y="49"/>
                  <a:pt x="129" y="46"/>
                </a:cubicBezTo>
                <a:close/>
                <a:moveTo>
                  <a:pt x="95" y="73"/>
                </a:moveTo>
                <a:cubicBezTo>
                  <a:pt x="93" y="75"/>
                  <a:pt x="92" y="78"/>
                  <a:pt x="93" y="81"/>
                </a:cubicBezTo>
                <a:cubicBezTo>
                  <a:pt x="99" y="115"/>
                  <a:pt x="99" y="115"/>
                  <a:pt x="99" y="115"/>
                </a:cubicBezTo>
                <a:cubicBezTo>
                  <a:pt x="69" y="99"/>
                  <a:pt x="69" y="99"/>
                  <a:pt x="69" y="99"/>
                </a:cubicBezTo>
                <a:cubicBezTo>
                  <a:pt x="68" y="99"/>
                  <a:pt x="67" y="98"/>
                  <a:pt x="65" y="98"/>
                </a:cubicBezTo>
                <a:cubicBezTo>
                  <a:pt x="63" y="98"/>
                  <a:pt x="62" y="99"/>
                  <a:pt x="61" y="99"/>
                </a:cubicBezTo>
                <a:cubicBezTo>
                  <a:pt x="31" y="115"/>
                  <a:pt x="31" y="115"/>
                  <a:pt x="31" y="115"/>
                </a:cubicBezTo>
                <a:cubicBezTo>
                  <a:pt x="37" y="81"/>
                  <a:pt x="37" y="81"/>
                  <a:pt x="37" y="81"/>
                </a:cubicBezTo>
                <a:cubicBezTo>
                  <a:pt x="38" y="78"/>
                  <a:pt x="37" y="75"/>
                  <a:pt x="35" y="73"/>
                </a:cubicBezTo>
                <a:cubicBezTo>
                  <a:pt x="10" y="49"/>
                  <a:pt x="10" y="49"/>
                  <a:pt x="10" y="49"/>
                </a:cubicBezTo>
                <a:cubicBezTo>
                  <a:pt x="44" y="44"/>
                  <a:pt x="44" y="44"/>
                  <a:pt x="44" y="44"/>
                </a:cubicBezTo>
                <a:cubicBezTo>
                  <a:pt x="47" y="44"/>
                  <a:pt x="49" y="42"/>
                  <a:pt x="51" y="39"/>
                </a:cubicBezTo>
                <a:cubicBezTo>
                  <a:pt x="65" y="9"/>
                  <a:pt x="65" y="9"/>
                  <a:pt x="65" y="9"/>
                </a:cubicBezTo>
                <a:cubicBezTo>
                  <a:pt x="79" y="39"/>
                  <a:pt x="79" y="39"/>
                  <a:pt x="79" y="39"/>
                </a:cubicBezTo>
                <a:cubicBezTo>
                  <a:pt x="81" y="42"/>
                  <a:pt x="83" y="44"/>
                  <a:pt x="86" y="44"/>
                </a:cubicBezTo>
                <a:cubicBezTo>
                  <a:pt x="120" y="49"/>
                  <a:pt x="120" y="49"/>
                  <a:pt x="120" y="49"/>
                </a:cubicBezTo>
                <a:lnTo>
                  <a:pt x="95" y="73"/>
                </a:lnTo>
                <a:close/>
              </a:path>
            </a:pathLst>
          </a:custGeom>
          <a:solidFill>
            <a:srgbClr val="FEB51B"/>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200" b="0" i="0" u="none" strike="noStrike" kern="0" cap="none" spc="0" normalizeH="0" baseline="0" noProof="0">
              <a:ln>
                <a:noFill/>
              </a:ln>
              <a:solidFill>
                <a:schemeClr val="tx1"/>
              </a:solidFill>
              <a:effectLst/>
              <a:uLnTx/>
              <a:uFillTx/>
              <a:latin typeface="思源黑体 Light" panose="020B0300000000000000" charset="-122"/>
              <a:ea typeface="思源黑体 Light" panose="020B0300000000000000" charset="-122"/>
              <a:cs typeface="+mn-ea"/>
              <a:sym typeface="+mn-lt"/>
            </a:endParaRPr>
          </a:p>
        </p:txBody>
      </p:sp>
      <p:sp>
        <p:nvSpPr>
          <p:cNvPr id="63" name="Freeform 33"/>
          <p:cNvSpPr>
            <a:spLocks noEditPoints="1"/>
          </p:cNvSpPr>
          <p:nvPr/>
        </p:nvSpPr>
        <p:spPr bwMode="auto">
          <a:xfrm>
            <a:off x="5787697" y="5076047"/>
            <a:ext cx="406625" cy="348535"/>
          </a:xfrm>
          <a:custGeom>
            <a:avLst/>
            <a:gdLst>
              <a:gd name="T0" fmla="*/ 126 w 130"/>
              <a:gd name="T1" fmla="*/ 18 h 112"/>
              <a:gd name="T2" fmla="*/ 106 w 130"/>
              <a:gd name="T3" fmla="*/ 2 h 112"/>
              <a:gd name="T4" fmla="*/ 101 w 130"/>
              <a:gd name="T5" fmla="*/ 0 h 112"/>
              <a:gd name="T6" fmla="*/ 29 w 130"/>
              <a:gd name="T7" fmla="*/ 0 h 112"/>
              <a:gd name="T8" fmla="*/ 24 w 130"/>
              <a:gd name="T9" fmla="*/ 2 h 112"/>
              <a:gd name="T10" fmla="*/ 4 w 130"/>
              <a:gd name="T11" fmla="*/ 18 h 112"/>
              <a:gd name="T12" fmla="*/ 1 w 130"/>
              <a:gd name="T13" fmla="*/ 27 h 112"/>
              <a:gd name="T14" fmla="*/ 9 w 130"/>
              <a:gd name="T15" fmla="*/ 51 h 112"/>
              <a:gd name="T16" fmla="*/ 14 w 130"/>
              <a:gd name="T17" fmla="*/ 56 h 112"/>
              <a:gd name="T18" fmla="*/ 17 w 130"/>
              <a:gd name="T19" fmla="*/ 56 h 112"/>
              <a:gd name="T20" fmla="*/ 21 w 130"/>
              <a:gd name="T21" fmla="*/ 55 h 112"/>
              <a:gd name="T22" fmla="*/ 21 w 130"/>
              <a:gd name="T23" fmla="*/ 104 h 112"/>
              <a:gd name="T24" fmla="*/ 29 w 130"/>
              <a:gd name="T25" fmla="*/ 112 h 112"/>
              <a:gd name="T26" fmla="*/ 101 w 130"/>
              <a:gd name="T27" fmla="*/ 112 h 112"/>
              <a:gd name="T28" fmla="*/ 109 w 130"/>
              <a:gd name="T29" fmla="*/ 104 h 112"/>
              <a:gd name="T30" fmla="*/ 109 w 130"/>
              <a:gd name="T31" fmla="*/ 55 h 112"/>
              <a:gd name="T32" fmla="*/ 113 w 130"/>
              <a:gd name="T33" fmla="*/ 56 h 112"/>
              <a:gd name="T34" fmla="*/ 116 w 130"/>
              <a:gd name="T35" fmla="*/ 56 h 112"/>
              <a:gd name="T36" fmla="*/ 121 w 130"/>
              <a:gd name="T37" fmla="*/ 51 h 112"/>
              <a:gd name="T38" fmla="*/ 129 w 130"/>
              <a:gd name="T39" fmla="*/ 27 h 112"/>
              <a:gd name="T40" fmla="*/ 126 w 130"/>
              <a:gd name="T41" fmla="*/ 18 h 112"/>
              <a:gd name="T42" fmla="*/ 80 w 130"/>
              <a:gd name="T43" fmla="*/ 8 h 112"/>
              <a:gd name="T44" fmla="*/ 65 w 130"/>
              <a:gd name="T45" fmla="*/ 16 h 112"/>
              <a:gd name="T46" fmla="*/ 50 w 130"/>
              <a:gd name="T47" fmla="*/ 8 h 112"/>
              <a:gd name="T48" fmla="*/ 80 w 130"/>
              <a:gd name="T49" fmla="*/ 8 h 112"/>
              <a:gd name="T50" fmla="*/ 113 w 130"/>
              <a:gd name="T51" fmla="*/ 48 h 112"/>
              <a:gd name="T52" fmla="*/ 101 w 130"/>
              <a:gd name="T53" fmla="*/ 40 h 112"/>
              <a:gd name="T54" fmla="*/ 101 w 130"/>
              <a:gd name="T55" fmla="*/ 104 h 112"/>
              <a:gd name="T56" fmla="*/ 29 w 130"/>
              <a:gd name="T57" fmla="*/ 104 h 112"/>
              <a:gd name="T58" fmla="*/ 29 w 130"/>
              <a:gd name="T59" fmla="*/ 40 h 112"/>
              <a:gd name="T60" fmla="*/ 17 w 130"/>
              <a:gd name="T61" fmla="*/ 48 h 112"/>
              <a:gd name="T62" fmla="*/ 9 w 130"/>
              <a:gd name="T63" fmla="*/ 24 h 112"/>
              <a:gd name="T64" fmla="*/ 29 w 130"/>
              <a:gd name="T65" fmla="*/ 8 h 112"/>
              <a:gd name="T66" fmla="*/ 46 w 130"/>
              <a:gd name="T67" fmla="*/ 8 h 112"/>
              <a:gd name="T68" fmla="*/ 65 w 130"/>
              <a:gd name="T69" fmla="*/ 20 h 112"/>
              <a:gd name="T70" fmla="*/ 84 w 130"/>
              <a:gd name="T71" fmla="*/ 8 h 112"/>
              <a:gd name="T72" fmla="*/ 101 w 130"/>
              <a:gd name="T73" fmla="*/ 8 h 112"/>
              <a:gd name="T74" fmla="*/ 121 w 130"/>
              <a:gd name="T75" fmla="*/ 24 h 112"/>
              <a:gd name="T76" fmla="*/ 113 w 130"/>
              <a:gd name="T77" fmla="*/ 4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0" h="112">
                <a:moveTo>
                  <a:pt x="126" y="18"/>
                </a:moveTo>
                <a:cubicBezTo>
                  <a:pt x="106" y="2"/>
                  <a:pt x="106" y="2"/>
                  <a:pt x="106" y="2"/>
                </a:cubicBezTo>
                <a:cubicBezTo>
                  <a:pt x="105" y="1"/>
                  <a:pt x="103" y="0"/>
                  <a:pt x="101" y="0"/>
                </a:cubicBezTo>
                <a:cubicBezTo>
                  <a:pt x="29" y="0"/>
                  <a:pt x="29" y="0"/>
                  <a:pt x="29" y="0"/>
                </a:cubicBezTo>
                <a:cubicBezTo>
                  <a:pt x="27" y="0"/>
                  <a:pt x="25" y="1"/>
                  <a:pt x="24" y="2"/>
                </a:cubicBezTo>
                <a:cubicBezTo>
                  <a:pt x="4" y="18"/>
                  <a:pt x="4" y="18"/>
                  <a:pt x="4" y="18"/>
                </a:cubicBezTo>
                <a:cubicBezTo>
                  <a:pt x="1" y="20"/>
                  <a:pt x="0" y="23"/>
                  <a:pt x="1" y="27"/>
                </a:cubicBezTo>
                <a:cubicBezTo>
                  <a:pt x="9" y="51"/>
                  <a:pt x="9" y="51"/>
                  <a:pt x="9" y="51"/>
                </a:cubicBezTo>
                <a:cubicBezTo>
                  <a:pt x="10" y="53"/>
                  <a:pt x="12" y="55"/>
                  <a:pt x="14" y="56"/>
                </a:cubicBezTo>
                <a:cubicBezTo>
                  <a:pt x="15" y="56"/>
                  <a:pt x="16" y="56"/>
                  <a:pt x="17" y="56"/>
                </a:cubicBezTo>
                <a:cubicBezTo>
                  <a:pt x="18" y="56"/>
                  <a:pt x="20" y="56"/>
                  <a:pt x="21" y="55"/>
                </a:cubicBezTo>
                <a:cubicBezTo>
                  <a:pt x="21" y="104"/>
                  <a:pt x="21" y="104"/>
                  <a:pt x="21" y="104"/>
                </a:cubicBezTo>
                <a:cubicBezTo>
                  <a:pt x="21" y="108"/>
                  <a:pt x="25" y="112"/>
                  <a:pt x="29" y="112"/>
                </a:cubicBezTo>
                <a:cubicBezTo>
                  <a:pt x="101" y="112"/>
                  <a:pt x="101" y="112"/>
                  <a:pt x="101" y="112"/>
                </a:cubicBezTo>
                <a:cubicBezTo>
                  <a:pt x="105" y="112"/>
                  <a:pt x="109" y="108"/>
                  <a:pt x="109" y="104"/>
                </a:cubicBezTo>
                <a:cubicBezTo>
                  <a:pt x="109" y="55"/>
                  <a:pt x="109" y="55"/>
                  <a:pt x="109" y="55"/>
                </a:cubicBezTo>
                <a:cubicBezTo>
                  <a:pt x="110" y="56"/>
                  <a:pt x="112" y="56"/>
                  <a:pt x="113" y="56"/>
                </a:cubicBezTo>
                <a:cubicBezTo>
                  <a:pt x="114" y="56"/>
                  <a:pt x="115" y="56"/>
                  <a:pt x="116" y="56"/>
                </a:cubicBezTo>
                <a:cubicBezTo>
                  <a:pt x="118" y="55"/>
                  <a:pt x="120" y="53"/>
                  <a:pt x="121" y="51"/>
                </a:cubicBezTo>
                <a:cubicBezTo>
                  <a:pt x="129" y="27"/>
                  <a:pt x="129" y="27"/>
                  <a:pt x="129" y="27"/>
                </a:cubicBezTo>
                <a:cubicBezTo>
                  <a:pt x="130" y="23"/>
                  <a:pt x="129" y="20"/>
                  <a:pt x="126" y="18"/>
                </a:cubicBezTo>
                <a:close/>
                <a:moveTo>
                  <a:pt x="80" y="8"/>
                </a:moveTo>
                <a:cubicBezTo>
                  <a:pt x="78" y="13"/>
                  <a:pt x="72" y="16"/>
                  <a:pt x="65" y="16"/>
                </a:cubicBezTo>
                <a:cubicBezTo>
                  <a:pt x="58" y="16"/>
                  <a:pt x="52" y="13"/>
                  <a:pt x="50" y="8"/>
                </a:cubicBezTo>
                <a:lnTo>
                  <a:pt x="80" y="8"/>
                </a:lnTo>
                <a:close/>
                <a:moveTo>
                  <a:pt x="113" y="48"/>
                </a:moveTo>
                <a:cubicBezTo>
                  <a:pt x="101" y="40"/>
                  <a:pt x="101" y="40"/>
                  <a:pt x="101" y="40"/>
                </a:cubicBezTo>
                <a:cubicBezTo>
                  <a:pt x="101" y="104"/>
                  <a:pt x="101" y="104"/>
                  <a:pt x="101" y="104"/>
                </a:cubicBezTo>
                <a:cubicBezTo>
                  <a:pt x="29" y="104"/>
                  <a:pt x="29" y="104"/>
                  <a:pt x="29" y="104"/>
                </a:cubicBezTo>
                <a:cubicBezTo>
                  <a:pt x="29" y="40"/>
                  <a:pt x="29" y="40"/>
                  <a:pt x="29" y="40"/>
                </a:cubicBezTo>
                <a:cubicBezTo>
                  <a:pt x="17" y="48"/>
                  <a:pt x="17" y="48"/>
                  <a:pt x="17" y="48"/>
                </a:cubicBezTo>
                <a:cubicBezTo>
                  <a:pt x="9" y="24"/>
                  <a:pt x="9" y="24"/>
                  <a:pt x="9" y="24"/>
                </a:cubicBezTo>
                <a:cubicBezTo>
                  <a:pt x="29" y="8"/>
                  <a:pt x="29" y="8"/>
                  <a:pt x="29" y="8"/>
                </a:cubicBezTo>
                <a:cubicBezTo>
                  <a:pt x="46" y="8"/>
                  <a:pt x="46" y="8"/>
                  <a:pt x="46" y="8"/>
                </a:cubicBezTo>
                <a:cubicBezTo>
                  <a:pt x="48" y="15"/>
                  <a:pt x="56" y="20"/>
                  <a:pt x="65" y="20"/>
                </a:cubicBezTo>
                <a:cubicBezTo>
                  <a:pt x="74" y="20"/>
                  <a:pt x="82" y="15"/>
                  <a:pt x="84" y="8"/>
                </a:cubicBezTo>
                <a:cubicBezTo>
                  <a:pt x="101" y="8"/>
                  <a:pt x="101" y="8"/>
                  <a:pt x="101" y="8"/>
                </a:cubicBezTo>
                <a:cubicBezTo>
                  <a:pt x="121" y="24"/>
                  <a:pt x="121" y="24"/>
                  <a:pt x="121" y="24"/>
                </a:cubicBezTo>
                <a:lnTo>
                  <a:pt x="113" y="48"/>
                </a:lnTo>
                <a:close/>
              </a:path>
            </a:pathLst>
          </a:custGeom>
          <a:solidFill>
            <a:srgbClr val="26211B"/>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200" b="0" i="0" u="none" strike="noStrike" kern="0" cap="none" spc="0" normalizeH="0" baseline="0" noProof="0">
              <a:ln>
                <a:noFill/>
              </a:ln>
              <a:solidFill>
                <a:schemeClr val="tx1"/>
              </a:solidFill>
              <a:effectLst/>
              <a:uLnTx/>
              <a:uFillTx/>
              <a:latin typeface="思源黑体 Light" panose="020B0300000000000000" charset="-122"/>
              <a:ea typeface="思源黑体 Light" panose="020B0300000000000000" charset="-122"/>
              <a:cs typeface="+mn-ea"/>
              <a:sym typeface="+mn-lt"/>
            </a:endParaRPr>
          </a:p>
        </p:txBody>
      </p:sp>
      <p:grpSp>
        <p:nvGrpSpPr>
          <p:cNvPr id="64" name="Group 44"/>
          <p:cNvGrpSpPr/>
          <p:nvPr/>
        </p:nvGrpSpPr>
        <p:grpSpPr>
          <a:xfrm>
            <a:off x="5790997" y="2943569"/>
            <a:ext cx="400024" cy="374940"/>
            <a:chOff x="4836122" y="1968640"/>
            <a:chExt cx="400024" cy="374940"/>
          </a:xfrm>
          <a:solidFill>
            <a:srgbClr val="F4F4F4"/>
          </a:solidFill>
        </p:grpSpPr>
        <p:sp>
          <p:nvSpPr>
            <p:cNvPr id="65" name="Freeform 111"/>
            <p:cNvSpPr>
              <a:spLocks noEditPoints="1"/>
            </p:cNvSpPr>
            <p:nvPr/>
          </p:nvSpPr>
          <p:spPr bwMode="auto">
            <a:xfrm>
              <a:off x="4886290" y="2018808"/>
              <a:ext cx="301008" cy="199352"/>
            </a:xfrm>
            <a:custGeom>
              <a:avLst/>
              <a:gdLst>
                <a:gd name="T0" fmla="*/ 92 w 96"/>
                <a:gd name="T1" fmla="*/ 0 h 64"/>
                <a:gd name="T2" fmla="*/ 4 w 96"/>
                <a:gd name="T3" fmla="*/ 0 h 64"/>
                <a:gd name="T4" fmla="*/ 0 w 96"/>
                <a:gd name="T5" fmla="*/ 4 h 64"/>
                <a:gd name="T6" fmla="*/ 0 w 96"/>
                <a:gd name="T7" fmla="*/ 60 h 64"/>
                <a:gd name="T8" fmla="*/ 4 w 96"/>
                <a:gd name="T9" fmla="*/ 64 h 64"/>
                <a:gd name="T10" fmla="*/ 92 w 96"/>
                <a:gd name="T11" fmla="*/ 64 h 64"/>
                <a:gd name="T12" fmla="*/ 96 w 96"/>
                <a:gd name="T13" fmla="*/ 60 h 64"/>
                <a:gd name="T14" fmla="*/ 96 w 96"/>
                <a:gd name="T15" fmla="*/ 4 h 64"/>
                <a:gd name="T16" fmla="*/ 92 w 96"/>
                <a:gd name="T17" fmla="*/ 0 h 64"/>
                <a:gd name="T18" fmla="*/ 92 w 96"/>
                <a:gd name="T19" fmla="*/ 60 h 64"/>
                <a:gd name="T20" fmla="*/ 4 w 96"/>
                <a:gd name="T21" fmla="*/ 60 h 64"/>
                <a:gd name="T22" fmla="*/ 4 w 96"/>
                <a:gd name="T23" fmla="*/ 4 h 64"/>
                <a:gd name="T24" fmla="*/ 92 w 96"/>
                <a:gd name="T25" fmla="*/ 4 h 64"/>
                <a:gd name="T26" fmla="*/ 92 w 96"/>
                <a:gd name="T27" fmla="*/ 6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6" h="64">
                  <a:moveTo>
                    <a:pt x="92" y="0"/>
                  </a:moveTo>
                  <a:cubicBezTo>
                    <a:pt x="4" y="0"/>
                    <a:pt x="4" y="0"/>
                    <a:pt x="4" y="0"/>
                  </a:cubicBezTo>
                  <a:cubicBezTo>
                    <a:pt x="2" y="0"/>
                    <a:pt x="0" y="2"/>
                    <a:pt x="0" y="4"/>
                  </a:cubicBezTo>
                  <a:cubicBezTo>
                    <a:pt x="0" y="60"/>
                    <a:pt x="0" y="60"/>
                    <a:pt x="0" y="60"/>
                  </a:cubicBezTo>
                  <a:cubicBezTo>
                    <a:pt x="0" y="62"/>
                    <a:pt x="2" y="64"/>
                    <a:pt x="4" y="64"/>
                  </a:cubicBezTo>
                  <a:cubicBezTo>
                    <a:pt x="92" y="64"/>
                    <a:pt x="92" y="64"/>
                    <a:pt x="92" y="64"/>
                  </a:cubicBezTo>
                  <a:cubicBezTo>
                    <a:pt x="94" y="64"/>
                    <a:pt x="96" y="62"/>
                    <a:pt x="96" y="60"/>
                  </a:cubicBezTo>
                  <a:cubicBezTo>
                    <a:pt x="96" y="4"/>
                    <a:pt x="96" y="4"/>
                    <a:pt x="96" y="4"/>
                  </a:cubicBezTo>
                  <a:cubicBezTo>
                    <a:pt x="96" y="2"/>
                    <a:pt x="94" y="0"/>
                    <a:pt x="92" y="0"/>
                  </a:cubicBezTo>
                  <a:close/>
                  <a:moveTo>
                    <a:pt x="92" y="60"/>
                  </a:moveTo>
                  <a:cubicBezTo>
                    <a:pt x="4" y="60"/>
                    <a:pt x="4" y="60"/>
                    <a:pt x="4" y="60"/>
                  </a:cubicBezTo>
                  <a:cubicBezTo>
                    <a:pt x="4" y="4"/>
                    <a:pt x="4" y="4"/>
                    <a:pt x="4" y="4"/>
                  </a:cubicBezTo>
                  <a:cubicBezTo>
                    <a:pt x="92" y="4"/>
                    <a:pt x="92" y="4"/>
                    <a:pt x="92" y="4"/>
                  </a:cubicBezTo>
                  <a:lnTo>
                    <a:pt x="92" y="6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200" b="0" i="0" u="none" strike="noStrike" kern="0" cap="none" spc="0" normalizeH="0" baseline="0" noProof="0">
                <a:ln>
                  <a:noFill/>
                </a:ln>
                <a:solidFill>
                  <a:schemeClr val="tx1"/>
                </a:solidFill>
                <a:effectLst/>
                <a:uLnTx/>
                <a:uFillTx/>
                <a:latin typeface="思源黑体 Light" panose="020B0300000000000000" charset="-122"/>
                <a:ea typeface="思源黑体 Light" panose="020B0300000000000000" charset="-122"/>
                <a:cs typeface="+mn-ea"/>
                <a:sym typeface="+mn-lt"/>
              </a:endParaRPr>
            </a:p>
          </p:txBody>
        </p:sp>
        <p:sp>
          <p:nvSpPr>
            <p:cNvPr id="66" name="Freeform 112"/>
            <p:cNvSpPr>
              <a:spLocks noEditPoints="1"/>
            </p:cNvSpPr>
            <p:nvPr/>
          </p:nvSpPr>
          <p:spPr bwMode="auto">
            <a:xfrm>
              <a:off x="4836122" y="1968640"/>
              <a:ext cx="400024" cy="374940"/>
            </a:xfrm>
            <a:custGeom>
              <a:avLst/>
              <a:gdLst>
                <a:gd name="T0" fmla="*/ 116 w 128"/>
                <a:gd name="T1" fmla="*/ 0 h 120"/>
                <a:gd name="T2" fmla="*/ 12 w 128"/>
                <a:gd name="T3" fmla="*/ 0 h 120"/>
                <a:gd name="T4" fmla="*/ 0 w 128"/>
                <a:gd name="T5" fmla="*/ 12 h 120"/>
                <a:gd name="T6" fmla="*/ 0 w 128"/>
                <a:gd name="T7" fmla="*/ 92 h 120"/>
                <a:gd name="T8" fmla="*/ 12 w 128"/>
                <a:gd name="T9" fmla="*/ 104 h 120"/>
                <a:gd name="T10" fmla="*/ 52 w 128"/>
                <a:gd name="T11" fmla="*/ 104 h 120"/>
                <a:gd name="T12" fmla="*/ 52 w 128"/>
                <a:gd name="T13" fmla="*/ 109 h 120"/>
                <a:gd name="T14" fmla="*/ 27 w 128"/>
                <a:gd name="T15" fmla="*/ 112 h 120"/>
                <a:gd name="T16" fmla="*/ 24 w 128"/>
                <a:gd name="T17" fmla="*/ 116 h 120"/>
                <a:gd name="T18" fmla="*/ 28 w 128"/>
                <a:gd name="T19" fmla="*/ 120 h 120"/>
                <a:gd name="T20" fmla="*/ 100 w 128"/>
                <a:gd name="T21" fmla="*/ 120 h 120"/>
                <a:gd name="T22" fmla="*/ 104 w 128"/>
                <a:gd name="T23" fmla="*/ 116 h 120"/>
                <a:gd name="T24" fmla="*/ 101 w 128"/>
                <a:gd name="T25" fmla="*/ 112 h 120"/>
                <a:gd name="T26" fmla="*/ 76 w 128"/>
                <a:gd name="T27" fmla="*/ 109 h 120"/>
                <a:gd name="T28" fmla="*/ 76 w 128"/>
                <a:gd name="T29" fmla="*/ 104 h 120"/>
                <a:gd name="T30" fmla="*/ 116 w 128"/>
                <a:gd name="T31" fmla="*/ 104 h 120"/>
                <a:gd name="T32" fmla="*/ 128 w 128"/>
                <a:gd name="T33" fmla="*/ 92 h 120"/>
                <a:gd name="T34" fmla="*/ 128 w 128"/>
                <a:gd name="T35" fmla="*/ 12 h 120"/>
                <a:gd name="T36" fmla="*/ 116 w 128"/>
                <a:gd name="T37" fmla="*/ 0 h 120"/>
                <a:gd name="T38" fmla="*/ 120 w 128"/>
                <a:gd name="T39" fmla="*/ 92 h 120"/>
                <a:gd name="T40" fmla="*/ 116 w 128"/>
                <a:gd name="T41" fmla="*/ 96 h 120"/>
                <a:gd name="T42" fmla="*/ 80 w 128"/>
                <a:gd name="T43" fmla="*/ 96 h 120"/>
                <a:gd name="T44" fmla="*/ 48 w 128"/>
                <a:gd name="T45" fmla="*/ 96 h 120"/>
                <a:gd name="T46" fmla="*/ 12 w 128"/>
                <a:gd name="T47" fmla="*/ 96 h 120"/>
                <a:gd name="T48" fmla="*/ 8 w 128"/>
                <a:gd name="T49" fmla="*/ 92 h 120"/>
                <a:gd name="T50" fmla="*/ 8 w 128"/>
                <a:gd name="T51" fmla="*/ 12 h 120"/>
                <a:gd name="T52" fmla="*/ 12 w 128"/>
                <a:gd name="T53" fmla="*/ 8 h 120"/>
                <a:gd name="T54" fmla="*/ 116 w 128"/>
                <a:gd name="T55" fmla="*/ 8 h 120"/>
                <a:gd name="T56" fmla="*/ 120 w 128"/>
                <a:gd name="T57" fmla="*/ 12 h 120"/>
                <a:gd name="T58" fmla="*/ 120 w 128"/>
                <a:gd name="T59" fmla="*/ 92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28" h="120">
                  <a:moveTo>
                    <a:pt x="116" y="0"/>
                  </a:moveTo>
                  <a:cubicBezTo>
                    <a:pt x="12" y="0"/>
                    <a:pt x="12" y="0"/>
                    <a:pt x="12" y="0"/>
                  </a:cubicBezTo>
                  <a:cubicBezTo>
                    <a:pt x="5" y="0"/>
                    <a:pt x="0" y="5"/>
                    <a:pt x="0" y="12"/>
                  </a:cubicBezTo>
                  <a:cubicBezTo>
                    <a:pt x="0" y="92"/>
                    <a:pt x="0" y="92"/>
                    <a:pt x="0" y="92"/>
                  </a:cubicBezTo>
                  <a:cubicBezTo>
                    <a:pt x="0" y="99"/>
                    <a:pt x="5" y="104"/>
                    <a:pt x="12" y="104"/>
                  </a:cubicBezTo>
                  <a:cubicBezTo>
                    <a:pt x="52" y="104"/>
                    <a:pt x="52" y="104"/>
                    <a:pt x="52" y="104"/>
                  </a:cubicBezTo>
                  <a:cubicBezTo>
                    <a:pt x="52" y="109"/>
                    <a:pt x="52" y="109"/>
                    <a:pt x="52" y="109"/>
                  </a:cubicBezTo>
                  <a:cubicBezTo>
                    <a:pt x="27" y="112"/>
                    <a:pt x="27" y="112"/>
                    <a:pt x="27" y="112"/>
                  </a:cubicBezTo>
                  <a:cubicBezTo>
                    <a:pt x="25" y="113"/>
                    <a:pt x="24" y="114"/>
                    <a:pt x="24" y="116"/>
                  </a:cubicBezTo>
                  <a:cubicBezTo>
                    <a:pt x="24" y="118"/>
                    <a:pt x="26" y="120"/>
                    <a:pt x="28" y="120"/>
                  </a:cubicBezTo>
                  <a:cubicBezTo>
                    <a:pt x="100" y="120"/>
                    <a:pt x="100" y="120"/>
                    <a:pt x="100" y="120"/>
                  </a:cubicBezTo>
                  <a:cubicBezTo>
                    <a:pt x="102" y="120"/>
                    <a:pt x="104" y="118"/>
                    <a:pt x="104" y="116"/>
                  </a:cubicBezTo>
                  <a:cubicBezTo>
                    <a:pt x="104" y="114"/>
                    <a:pt x="103" y="113"/>
                    <a:pt x="101" y="112"/>
                  </a:cubicBezTo>
                  <a:cubicBezTo>
                    <a:pt x="76" y="109"/>
                    <a:pt x="76" y="109"/>
                    <a:pt x="76" y="109"/>
                  </a:cubicBezTo>
                  <a:cubicBezTo>
                    <a:pt x="76" y="104"/>
                    <a:pt x="76" y="104"/>
                    <a:pt x="76" y="104"/>
                  </a:cubicBezTo>
                  <a:cubicBezTo>
                    <a:pt x="116" y="104"/>
                    <a:pt x="116" y="104"/>
                    <a:pt x="116" y="104"/>
                  </a:cubicBezTo>
                  <a:cubicBezTo>
                    <a:pt x="123" y="104"/>
                    <a:pt x="128" y="99"/>
                    <a:pt x="128" y="92"/>
                  </a:cubicBezTo>
                  <a:cubicBezTo>
                    <a:pt x="128" y="12"/>
                    <a:pt x="128" y="12"/>
                    <a:pt x="128" y="12"/>
                  </a:cubicBezTo>
                  <a:cubicBezTo>
                    <a:pt x="128" y="5"/>
                    <a:pt x="123" y="0"/>
                    <a:pt x="116" y="0"/>
                  </a:cubicBezTo>
                  <a:close/>
                  <a:moveTo>
                    <a:pt x="120" y="92"/>
                  </a:moveTo>
                  <a:cubicBezTo>
                    <a:pt x="120" y="94"/>
                    <a:pt x="118" y="96"/>
                    <a:pt x="116" y="96"/>
                  </a:cubicBezTo>
                  <a:cubicBezTo>
                    <a:pt x="80" y="96"/>
                    <a:pt x="80" y="96"/>
                    <a:pt x="80" y="96"/>
                  </a:cubicBezTo>
                  <a:cubicBezTo>
                    <a:pt x="48" y="96"/>
                    <a:pt x="48" y="96"/>
                    <a:pt x="48" y="96"/>
                  </a:cubicBezTo>
                  <a:cubicBezTo>
                    <a:pt x="12" y="96"/>
                    <a:pt x="12" y="96"/>
                    <a:pt x="12" y="96"/>
                  </a:cubicBezTo>
                  <a:cubicBezTo>
                    <a:pt x="10" y="96"/>
                    <a:pt x="8" y="94"/>
                    <a:pt x="8" y="92"/>
                  </a:cubicBezTo>
                  <a:cubicBezTo>
                    <a:pt x="8" y="12"/>
                    <a:pt x="8" y="12"/>
                    <a:pt x="8" y="12"/>
                  </a:cubicBezTo>
                  <a:cubicBezTo>
                    <a:pt x="8" y="10"/>
                    <a:pt x="10" y="8"/>
                    <a:pt x="12" y="8"/>
                  </a:cubicBezTo>
                  <a:cubicBezTo>
                    <a:pt x="116" y="8"/>
                    <a:pt x="116" y="8"/>
                    <a:pt x="116" y="8"/>
                  </a:cubicBezTo>
                  <a:cubicBezTo>
                    <a:pt x="118" y="8"/>
                    <a:pt x="120" y="10"/>
                    <a:pt x="120" y="12"/>
                  </a:cubicBezTo>
                  <a:lnTo>
                    <a:pt x="120" y="9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200" b="0" i="0" u="none" strike="noStrike" kern="0" cap="none" spc="0" normalizeH="0" baseline="0" noProof="0">
                <a:ln>
                  <a:noFill/>
                </a:ln>
                <a:solidFill>
                  <a:schemeClr val="tx1"/>
                </a:solidFill>
                <a:effectLst/>
                <a:uLnTx/>
                <a:uFillTx/>
                <a:latin typeface="思源黑体 Light" panose="020B0300000000000000" charset="-122"/>
                <a:ea typeface="思源黑体 Light" panose="020B0300000000000000" charset="-122"/>
                <a:cs typeface="+mn-ea"/>
                <a:sym typeface="+mn-lt"/>
              </a:endParaRPr>
            </a:p>
          </p:txBody>
        </p:sp>
      </p:grpSp>
      <p:grpSp>
        <p:nvGrpSpPr>
          <p:cNvPr id="67" name="Group 47"/>
          <p:cNvGrpSpPr/>
          <p:nvPr/>
        </p:nvGrpSpPr>
        <p:grpSpPr>
          <a:xfrm>
            <a:off x="5790997" y="3997927"/>
            <a:ext cx="400024" cy="398703"/>
            <a:chOff x="4037394" y="1144829"/>
            <a:chExt cx="400024" cy="398703"/>
          </a:xfrm>
          <a:solidFill>
            <a:srgbClr val="FEB51B"/>
          </a:solidFill>
        </p:grpSpPr>
        <p:sp>
          <p:nvSpPr>
            <p:cNvPr id="68" name="Freeform 124"/>
            <p:cNvSpPr>
              <a:spLocks noEditPoints="1"/>
            </p:cNvSpPr>
            <p:nvPr/>
          </p:nvSpPr>
          <p:spPr bwMode="auto">
            <a:xfrm>
              <a:off x="4037394" y="1144829"/>
              <a:ext cx="400024" cy="398703"/>
            </a:xfrm>
            <a:custGeom>
              <a:avLst/>
              <a:gdLst>
                <a:gd name="T0" fmla="*/ 109 w 128"/>
                <a:gd name="T1" fmla="*/ 48 h 128"/>
                <a:gd name="T2" fmla="*/ 114 w 128"/>
                <a:gd name="T3" fmla="*/ 33 h 128"/>
                <a:gd name="T4" fmla="*/ 105 w 128"/>
                <a:gd name="T5" fmla="*/ 15 h 128"/>
                <a:gd name="T6" fmla="*/ 95 w 128"/>
                <a:gd name="T7" fmla="*/ 14 h 128"/>
                <a:gd name="T8" fmla="*/ 80 w 128"/>
                <a:gd name="T9" fmla="*/ 19 h 128"/>
                <a:gd name="T10" fmla="*/ 69 w 128"/>
                <a:gd name="T11" fmla="*/ 0 h 128"/>
                <a:gd name="T12" fmla="*/ 51 w 128"/>
                <a:gd name="T13" fmla="*/ 6 h 128"/>
                <a:gd name="T14" fmla="*/ 43 w 128"/>
                <a:gd name="T15" fmla="*/ 21 h 128"/>
                <a:gd name="T16" fmla="*/ 28 w 128"/>
                <a:gd name="T17" fmla="*/ 13 h 128"/>
                <a:gd name="T18" fmla="*/ 15 w 128"/>
                <a:gd name="T19" fmla="*/ 23 h 128"/>
                <a:gd name="T20" fmla="*/ 21 w 128"/>
                <a:gd name="T21" fmla="*/ 43 h 128"/>
                <a:gd name="T22" fmla="*/ 6 w 128"/>
                <a:gd name="T23" fmla="*/ 51 h 128"/>
                <a:gd name="T24" fmla="*/ 0 w 128"/>
                <a:gd name="T25" fmla="*/ 69 h 128"/>
                <a:gd name="T26" fmla="*/ 19 w 128"/>
                <a:gd name="T27" fmla="*/ 80 h 128"/>
                <a:gd name="T28" fmla="*/ 14 w 128"/>
                <a:gd name="T29" fmla="*/ 95 h 128"/>
                <a:gd name="T30" fmla="*/ 23 w 128"/>
                <a:gd name="T31" fmla="*/ 113 h 128"/>
                <a:gd name="T32" fmla="*/ 33 w 128"/>
                <a:gd name="T33" fmla="*/ 114 h 128"/>
                <a:gd name="T34" fmla="*/ 48 w 128"/>
                <a:gd name="T35" fmla="*/ 109 h 128"/>
                <a:gd name="T36" fmla="*/ 59 w 128"/>
                <a:gd name="T37" fmla="*/ 128 h 128"/>
                <a:gd name="T38" fmla="*/ 77 w 128"/>
                <a:gd name="T39" fmla="*/ 122 h 128"/>
                <a:gd name="T40" fmla="*/ 85 w 128"/>
                <a:gd name="T41" fmla="*/ 107 h 128"/>
                <a:gd name="T42" fmla="*/ 100 w 128"/>
                <a:gd name="T43" fmla="*/ 115 h 128"/>
                <a:gd name="T44" fmla="*/ 113 w 128"/>
                <a:gd name="T45" fmla="*/ 105 h 128"/>
                <a:gd name="T46" fmla="*/ 107 w 128"/>
                <a:gd name="T47" fmla="*/ 85 h 128"/>
                <a:gd name="T48" fmla="*/ 122 w 128"/>
                <a:gd name="T49" fmla="*/ 77 h 128"/>
                <a:gd name="T50" fmla="*/ 128 w 128"/>
                <a:gd name="T51" fmla="*/ 59 h 128"/>
                <a:gd name="T52" fmla="*/ 108 w 128"/>
                <a:gd name="T53" fmla="*/ 72 h 128"/>
                <a:gd name="T54" fmla="*/ 100 w 128"/>
                <a:gd name="T55" fmla="*/ 81 h 128"/>
                <a:gd name="T56" fmla="*/ 107 w 128"/>
                <a:gd name="T57" fmla="*/ 100 h 128"/>
                <a:gd name="T58" fmla="*/ 89 w 128"/>
                <a:gd name="T59" fmla="*/ 101 h 128"/>
                <a:gd name="T60" fmla="*/ 81 w 128"/>
                <a:gd name="T61" fmla="*/ 100 h 128"/>
                <a:gd name="T62" fmla="*/ 72 w 128"/>
                <a:gd name="T63" fmla="*/ 108 h 128"/>
                <a:gd name="T64" fmla="*/ 59 w 128"/>
                <a:gd name="T65" fmla="*/ 120 h 128"/>
                <a:gd name="T66" fmla="*/ 51 w 128"/>
                <a:gd name="T67" fmla="*/ 102 h 128"/>
                <a:gd name="T68" fmla="*/ 43 w 128"/>
                <a:gd name="T69" fmla="*/ 99 h 128"/>
                <a:gd name="T70" fmla="*/ 28 w 128"/>
                <a:gd name="T71" fmla="*/ 107 h 128"/>
                <a:gd name="T72" fmla="*/ 27 w 128"/>
                <a:gd name="T73" fmla="*/ 89 h 128"/>
                <a:gd name="T74" fmla="*/ 26 w 128"/>
                <a:gd name="T75" fmla="*/ 77 h 128"/>
                <a:gd name="T76" fmla="*/ 8 w 128"/>
                <a:gd name="T77" fmla="*/ 69 h 128"/>
                <a:gd name="T78" fmla="*/ 20 w 128"/>
                <a:gd name="T79" fmla="*/ 56 h 128"/>
                <a:gd name="T80" fmla="*/ 28 w 128"/>
                <a:gd name="T81" fmla="*/ 47 h 128"/>
                <a:gd name="T82" fmla="*/ 21 w 128"/>
                <a:gd name="T83" fmla="*/ 28 h 128"/>
                <a:gd name="T84" fmla="*/ 39 w 128"/>
                <a:gd name="T85" fmla="*/ 27 h 128"/>
                <a:gd name="T86" fmla="*/ 47 w 128"/>
                <a:gd name="T87" fmla="*/ 28 h 128"/>
                <a:gd name="T88" fmla="*/ 56 w 128"/>
                <a:gd name="T89" fmla="*/ 20 h 128"/>
                <a:gd name="T90" fmla="*/ 69 w 128"/>
                <a:gd name="T91" fmla="*/ 8 h 128"/>
                <a:gd name="T92" fmla="*/ 77 w 128"/>
                <a:gd name="T93" fmla="*/ 26 h 128"/>
                <a:gd name="T94" fmla="*/ 85 w 128"/>
                <a:gd name="T95" fmla="*/ 29 h 128"/>
                <a:gd name="T96" fmla="*/ 100 w 128"/>
                <a:gd name="T97" fmla="*/ 21 h 128"/>
                <a:gd name="T98" fmla="*/ 101 w 128"/>
                <a:gd name="T99" fmla="*/ 39 h 128"/>
                <a:gd name="T100" fmla="*/ 102 w 128"/>
                <a:gd name="T101" fmla="*/ 51 h 128"/>
                <a:gd name="T102" fmla="*/ 120 w 128"/>
                <a:gd name="T103" fmla="*/ 59 h 128"/>
                <a:gd name="T104" fmla="*/ 108 w 128"/>
                <a:gd name="T105" fmla="*/ 7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8" h="128">
                  <a:moveTo>
                    <a:pt x="122" y="51"/>
                  </a:moveTo>
                  <a:cubicBezTo>
                    <a:pt x="109" y="48"/>
                    <a:pt x="109" y="48"/>
                    <a:pt x="109" y="48"/>
                  </a:cubicBezTo>
                  <a:cubicBezTo>
                    <a:pt x="109" y="46"/>
                    <a:pt x="108" y="45"/>
                    <a:pt x="107" y="43"/>
                  </a:cubicBezTo>
                  <a:cubicBezTo>
                    <a:pt x="114" y="33"/>
                    <a:pt x="114" y="33"/>
                    <a:pt x="114" y="33"/>
                  </a:cubicBezTo>
                  <a:cubicBezTo>
                    <a:pt x="116" y="30"/>
                    <a:pt x="116" y="25"/>
                    <a:pt x="113" y="23"/>
                  </a:cubicBezTo>
                  <a:cubicBezTo>
                    <a:pt x="105" y="15"/>
                    <a:pt x="105" y="15"/>
                    <a:pt x="105" y="15"/>
                  </a:cubicBezTo>
                  <a:cubicBezTo>
                    <a:pt x="104" y="13"/>
                    <a:pt x="102" y="13"/>
                    <a:pt x="100" y="13"/>
                  </a:cubicBezTo>
                  <a:cubicBezTo>
                    <a:pt x="98" y="13"/>
                    <a:pt x="97" y="13"/>
                    <a:pt x="95" y="14"/>
                  </a:cubicBezTo>
                  <a:cubicBezTo>
                    <a:pt x="85" y="21"/>
                    <a:pt x="85" y="21"/>
                    <a:pt x="85" y="21"/>
                  </a:cubicBezTo>
                  <a:cubicBezTo>
                    <a:pt x="83" y="20"/>
                    <a:pt x="82" y="19"/>
                    <a:pt x="80" y="19"/>
                  </a:cubicBezTo>
                  <a:cubicBezTo>
                    <a:pt x="77" y="6"/>
                    <a:pt x="77" y="6"/>
                    <a:pt x="77" y="6"/>
                  </a:cubicBezTo>
                  <a:cubicBezTo>
                    <a:pt x="77" y="3"/>
                    <a:pt x="73" y="0"/>
                    <a:pt x="69" y="0"/>
                  </a:cubicBezTo>
                  <a:cubicBezTo>
                    <a:pt x="59" y="0"/>
                    <a:pt x="59" y="0"/>
                    <a:pt x="59" y="0"/>
                  </a:cubicBezTo>
                  <a:cubicBezTo>
                    <a:pt x="55" y="0"/>
                    <a:pt x="51" y="3"/>
                    <a:pt x="51" y="6"/>
                  </a:cubicBezTo>
                  <a:cubicBezTo>
                    <a:pt x="48" y="19"/>
                    <a:pt x="48" y="19"/>
                    <a:pt x="48" y="19"/>
                  </a:cubicBezTo>
                  <a:cubicBezTo>
                    <a:pt x="46" y="19"/>
                    <a:pt x="45" y="20"/>
                    <a:pt x="43" y="21"/>
                  </a:cubicBezTo>
                  <a:cubicBezTo>
                    <a:pt x="33" y="14"/>
                    <a:pt x="33" y="14"/>
                    <a:pt x="33" y="14"/>
                  </a:cubicBezTo>
                  <a:cubicBezTo>
                    <a:pt x="31" y="13"/>
                    <a:pt x="30" y="13"/>
                    <a:pt x="28" y="13"/>
                  </a:cubicBezTo>
                  <a:cubicBezTo>
                    <a:pt x="26" y="13"/>
                    <a:pt x="24" y="13"/>
                    <a:pt x="23" y="15"/>
                  </a:cubicBezTo>
                  <a:cubicBezTo>
                    <a:pt x="15" y="23"/>
                    <a:pt x="15" y="23"/>
                    <a:pt x="15" y="23"/>
                  </a:cubicBezTo>
                  <a:cubicBezTo>
                    <a:pt x="12" y="25"/>
                    <a:pt x="12" y="30"/>
                    <a:pt x="14" y="33"/>
                  </a:cubicBezTo>
                  <a:cubicBezTo>
                    <a:pt x="21" y="43"/>
                    <a:pt x="21" y="43"/>
                    <a:pt x="21" y="43"/>
                  </a:cubicBezTo>
                  <a:cubicBezTo>
                    <a:pt x="20" y="45"/>
                    <a:pt x="19" y="46"/>
                    <a:pt x="19" y="48"/>
                  </a:cubicBezTo>
                  <a:cubicBezTo>
                    <a:pt x="6" y="51"/>
                    <a:pt x="6" y="51"/>
                    <a:pt x="6" y="51"/>
                  </a:cubicBezTo>
                  <a:cubicBezTo>
                    <a:pt x="3" y="51"/>
                    <a:pt x="0" y="55"/>
                    <a:pt x="0" y="59"/>
                  </a:cubicBezTo>
                  <a:cubicBezTo>
                    <a:pt x="0" y="69"/>
                    <a:pt x="0" y="69"/>
                    <a:pt x="0" y="69"/>
                  </a:cubicBezTo>
                  <a:cubicBezTo>
                    <a:pt x="0" y="73"/>
                    <a:pt x="3" y="77"/>
                    <a:pt x="6" y="77"/>
                  </a:cubicBezTo>
                  <a:cubicBezTo>
                    <a:pt x="19" y="80"/>
                    <a:pt x="19" y="80"/>
                    <a:pt x="19" y="80"/>
                  </a:cubicBezTo>
                  <a:cubicBezTo>
                    <a:pt x="19" y="82"/>
                    <a:pt x="20" y="83"/>
                    <a:pt x="21" y="85"/>
                  </a:cubicBezTo>
                  <a:cubicBezTo>
                    <a:pt x="14" y="95"/>
                    <a:pt x="14" y="95"/>
                    <a:pt x="14" y="95"/>
                  </a:cubicBezTo>
                  <a:cubicBezTo>
                    <a:pt x="12" y="98"/>
                    <a:pt x="12" y="103"/>
                    <a:pt x="15" y="105"/>
                  </a:cubicBezTo>
                  <a:cubicBezTo>
                    <a:pt x="23" y="113"/>
                    <a:pt x="23" y="113"/>
                    <a:pt x="23" y="113"/>
                  </a:cubicBezTo>
                  <a:cubicBezTo>
                    <a:pt x="24" y="115"/>
                    <a:pt x="26" y="115"/>
                    <a:pt x="28" y="115"/>
                  </a:cubicBezTo>
                  <a:cubicBezTo>
                    <a:pt x="30" y="115"/>
                    <a:pt x="31" y="115"/>
                    <a:pt x="33" y="114"/>
                  </a:cubicBezTo>
                  <a:cubicBezTo>
                    <a:pt x="43" y="107"/>
                    <a:pt x="43" y="107"/>
                    <a:pt x="43" y="107"/>
                  </a:cubicBezTo>
                  <a:cubicBezTo>
                    <a:pt x="45" y="108"/>
                    <a:pt x="46" y="109"/>
                    <a:pt x="48" y="109"/>
                  </a:cubicBezTo>
                  <a:cubicBezTo>
                    <a:pt x="51" y="122"/>
                    <a:pt x="51" y="122"/>
                    <a:pt x="51" y="122"/>
                  </a:cubicBezTo>
                  <a:cubicBezTo>
                    <a:pt x="51" y="125"/>
                    <a:pt x="55" y="128"/>
                    <a:pt x="59" y="128"/>
                  </a:cubicBezTo>
                  <a:cubicBezTo>
                    <a:pt x="69" y="128"/>
                    <a:pt x="69" y="128"/>
                    <a:pt x="69" y="128"/>
                  </a:cubicBezTo>
                  <a:cubicBezTo>
                    <a:pt x="73" y="128"/>
                    <a:pt x="77" y="125"/>
                    <a:pt x="77" y="122"/>
                  </a:cubicBezTo>
                  <a:cubicBezTo>
                    <a:pt x="80" y="109"/>
                    <a:pt x="80" y="109"/>
                    <a:pt x="80" y="109"/>
                  </a:cubicBezTo>
                  <a:cubicBezTo>
                    <a:pt x="82" y="109"/>
                    <a:pt x="83" y="108"/>
                    <a:pt x="85" y="107"/>
                  </a:cubicBezTo>
                  <a:cubicBezTo>
                    <a:pt x="95" y="114"/>
                    <a:pt x="95" y="114"/>
                    <a:pt x="95" y="114"/>
                  </a:cubicBezTo>
                  <a:cubicBezTo>
                    <a:pt x="97" y="115"/>
                    <a:pt x="98" y="115"/>
                    <a:pt x="100" y="115"/>
                  </a:cubicBezTo>
                  <a:cubicBezTo>
                    <a:pt x="102" y="115"/>
                    <a:pt x="104" y="115"/>
                    <a:pt x="105" y="113"/>
                  </a:cubicBezTo>
                  <a:cubicBezTo>
                    <a:pt x="113" y="105"/>
                    <a:pt x="113" y="105"/>
                    <a:pt x="113" y="105"/>
                  </a:cubicBezTo>
                  <a:cubicBezTo>
                    <a:pt x="116" y="103"/>
                    <a:pt x="116" y="98"/>
                    <a:pt x="114" y="95"/>
                  </a:cubicBezTo>
                  <a:cubicBezTo>
                    <a:pt x="107" y="85"/>
                    <a:pt x="107" y="85"/>
                    <a:pt x="107" y="85"/>
                  </a:cubicBezTo>
                  <a:cubicBezTo>
                    <a:pt x="108" y="83"/>
                    <a:pt x="109" y="82"/>
                    <a:pt x="109" y="80"/>
                  </a:cubicBezTo>
                  <a:cubicBezTo>
                    <a:pt x="122" y="77"/>
                    <a:pt x="122" y="77"/>
                    <a:pt x="122" y="77"/>
                  </a:cubicBezTo>
                  <a:cubicBezTo>
                    <a:pt x="125" y="77"/>
                    <a:pt x="128" y="73"/>
                    <a:pt x="128" y="69"/>
                  </a:cubicBezTo>
                  <a:cubicBezTo>
                    <a:pt x="128" y="59"/>
                    <a:pt x="128" y="59"/>
                    <a:pt x="128" y="59"/>
                  </a:cubicBezTo>
                  <a:cubicBezTo>
                    <a:pt x="128" y="55"/>
                    <a:pt x="125" y="51"/>
                    <a:pt x="122" y="51"/>
                  </a:cubicBezTo>
                  <a:close/>
                  <a:moveTo>
                    <a:pt x="108" y="72"/>
                  </a:moveTo>
                  <a:cubicBezTo>
                    <a:pt x="105" y="72"/>
                    <a:pt x="103" y="74"/>
                    <a:pt x="102" y="77"/>
                  </a:cubicBezTo>
                  <a:cubicBezTo>
                    <a:pt x="101" y="79"/>
                    <a:pt x="101" y="80"/>
                    <a:pt x="100" y="81"/>
                  </a:cubicBezTo>
                  <a:cubicBezTo>
                    <a:pt x="99" y="84"/>
                    <a:pt x="99" y="87"/>
                    <a:pt x="101" y="89"/>
                  </a:cubicBezTo>
                  <a:cubicBezTo>
                    <a:pt x="107" y="100"/>
                    <a:pt x="107" y="100"/>
                    <a:pt x="107" y="100"/>
                  </a:cubicBezTo>
                  <a:cubicBezTo>
                    <a:pt x="100" y="107"/>
                    <a:pt x="100" y="107"/>
                    <a:pt x="100" y="107"/>
                  </a:cubicBezTo>
                  <a:cubicBezTo>
                    <a:pt x="89" y="101"/>
                    <a:pt x="89" y="101"/>
                    <a:pt x="89" y="101"/>
                  </a:cubicBezTo>
                  <a:cubicBezTo>
                    <a:pt x="88" y="100"/>
                    <a:pt x="86" y="99"/>
                    <a:pt x="85" y="99"/>
                  </a:cubicBezTo>
                  <a:cubicBezTo>
                    <a:pt x="84" y="99"/>
                    <a:pt x="83" y="99"/>
                    <a:pt x="81" y="100"/>
                  </a:cubicBezTo>
                  <a:cubicBezTo>
                    <a:pt x="80" y="101"/>
                    <a:pt x="79" y="101"/>
                    <a:pt x="77" y="102"/>
                  </a:cubicBezTo>
                  <a:cubicBezTo>
                    <a:pt x="74" y="103"/>
                    <a:pt x="72" y="105"/>
                    <a:pt x="72" y="108"/>
                  </a:cubicBezTo>
                  <a:cubicBezTo>
                    <a:pt x="69" y="120"/>
                    <a:pt x="69" y="120"/>
                    <a:pt x="69" y="120"/>
                  </a:cubicBezTo>
                  <a:cubicBezTo>
                    <a:pt x="59" y="120"/>
                    <a:pt x="59" y="120"/>
                    <a:pt x="59" y="120"/>
                  </a:cubicBezTo>
                  <a:cubicBezTo>
                    <a:pt x="56" y="108"/>
                    <a:pt x="56" y="108"/>
                    <a:pt x="56" y="108"/>
                  </a:cubicBezTo>
                  <a:cubicBezTo>
                    <a:pt x="56" y="105"/>
                    <a:pt x="54" y="103"/>
                    <a:pt x="51" y="102"/>
                  </a:cubicBezTo>
                  <a:cubicBezTo>
                    <a:pt x="49" y="101"/>
                    <a:pt x="48" y="101"/>
                    <a:pt x="47" y="100"/>
                  </a:cubicBezTo>
                  <a:cubicBezTo>
                    <a:pt x="45" y="99"/>
                    <a:pt x="44" y="99"/>
                    <a:pt x="43" y="99"/>
                  </a:cubicBezTo>
                  <a:cubicBezTo>
                    <a:pt x="42" y="99"/>
                    <a:pt x="40" y="100"/>
                    <a:pt x="39" y="101"/>
                  </a:cubicBezTo>
                  <a:cubicBezTo>
                    <a:pt x="28" y="107"/>
                    <a:pt x="28" y="107"/>
                    <a:pt x="28" y="107"/>
                  </a:cubicBezTo>
                  <a:cubicBezTo>
                    <a:pt x="21" y="100"/>
                    <a:pt x="21" y="100"/>
                    <a:pt x="21" y="100"/>
                  </a:cubicBezTo>
                  <a:cubicBezTo>
                    <a:pt x="27" y="89"/>
                    <a:pt x="27" y="89"/>
                    <a:pt x="27" y="89"/>
                  </a:cubicBezTo>
                  <a:cubicBezTo>
                    <a:pt x="29" y="87"/>
                    <a:pt x="29" y="84"/>
                    <a:pt x="28" y="81"/>
                  </a:cubicBezTo>
                  <a:cubicBezTo>
                    <a:pt x="27" y="80"/>
                    <a:pt x="27" y="79"/>
                    <a:pt x="26" y="77"/>
                  </a:cubicBezTo>
                  <a:cubicBezTo>
                    <a:pt x="25" y="74"/>
                    <a:pt x="23" y="72"/>
                    <a:pt x="20" y="72"/>
                  </a:cubicBezTo>
                  <a:cubicBezTo>
                    <a:pt x="8" y="69"/>
                    <a:pt x="8" y="69"/>
                    <a:pt x="8" y="69"/>
                  </a:cubicBezTo>
                  <a:cubicBezTo>
                    <a:pt x="8" y="59"/>
                    <a:pt x="8" y="59"/>
                    <a:pt x="8" y="59"/>
                  </a:cubicBezTo>
                  <a:cubicBezTo>
                    <a:pt x="20" y="56"/>
                    <a:pt x="20" y="56"/>
                    <a:pt x="20" y="56"/>
                  </a:cubicBezTo>
                  <a:cubicBezTo>
                    <a:pt x="23" y="56"/>
                    <a:pt x="25" y="54"/>
                    <a:pt x="26" y="51"/>
                  </a:cubicBezTo>
                  <a:cubicBezTo>
                    <a:pt x="27" y="49"/>
                    <a:pt x="27" y="48"/>
                    <a:pt x="28" y="47"/>
                  </a:cubicBezTo>
                  <a:cubicBezTo>
                    <a:pt x="29" y="44"/>
                    <a:pt x="29" y="41"/>
                    <a:pt x="27" y="39"/>
                  </a:cubicBezTo>
                  <a:cubicBezTo>
                    <a:pt x="21" y="28"/>
                    <a:pt x="21" y="28"/>
                    <a:pt x="21" y="28"/>
                  </a:cubicBezTo>
                  <a:cubicBezTo>
                    <a:pt x="28" y="21"/>
                    <a:pt x="28" y="21"/>
                    <a:pt x="28" y="21"/>
                  </a:cubicBezTo>
                  <a:cubicBezTo>
                    <a:pt x="39" y="27"/>
                    <a:pt x="39" y="27"/>
                    <a:pt x="39" y="27"/>
                  </a:cubicBezTo>
                  <a:cubicBezTo>
                    <a:pt x="40" y="28"/>
                    <a:pt x="42" y="29"/>
                    <a:pt x="43" y="29"/>
                  </a:cubicBezTo>
                  <a:cubicBezTo>
                    <a:pt x="44" y="29"/>
                    <a:pt x="45" y="29"/>
                    <a:pt x="47" y="28"/>
                  </a:cubicBezTo>
                  <a:cubicBezTo>
                    <a:pt x="48" y="27"/>
                    <a:pt x="49" y="27"/>
                    <a:pt x="51" y="26"/>
                  </a:cubicBezTo>
                  <a:cubicBezTo>
                    <a:pt x="54" y="25"/>
                    <a:pt x="56" y="23"/>
                    <a:pt x="56" y="20"/>
                  </a:cubicBezTo>
                  <a:cubicBezTo>
                    <a:pt x="59" y="8"/>
                    <a:pt x="59" y="8"/>
                    <a:pt x="59" y="8"/>
                  </a:cubicBezTo>
                  <a:cubicBezTo>
                    <a:pt x="69" y="8"/>
                    <a:pt x="69" y="8"/>
                    <a:pt x="69" y="8"/>
                  </a:cubicBezTo>
                  <a:cubicBezTo>
                    <a:pt x="72" y="20"/>
                    <a:pt x="72" y="20"/>
                    <a:pt x="72" y="20"/>
                  </a:cubicBezTo>
                  <a:cubicBezTo>
                    <a:pt x="72" y="23"/>
                    <a:pt x="74" y="25"/>
                    <a:pt x="77" y="26"/>
                  </a:cubicBezTo>
                  <a:cubicBezTo>
                    <a:pt x="79" y="27"/>
                    <a:pt x="80" y="27"/>
                    <a:pt x="81" y="28"/>
                  </a:cubicBezTo>
                  <a:cubicBezTo>
                    <a:pt x="83" y="29"/>
                    <a:pt x="84" y="29"/>
                    <a:pt x="85" y="29"/>
                  </a:cubicBezTo>
                  <a:cubicBezTo>
                    <a:pt x="86" y="29"/>
                    <a:pt x="88" y="28"/>
                    <a:pt x="89" y="27"/>
                  </a:cubicBezTo>
                  <a:cubicBezTo>
                    <a:pt x="100" y="21"/>
                    <a:pt x="100" y="21"/>
                    <a:pt x="100" y="21"/>
                  </a:cubicBezTo>
                  <a:cubicBezTo>
                    <a:pt x="107" y="28"/>
                    <a:pt x="107" y="28"/>
                    <a:pt x="107" y="28"/>
                  </a:cubicBezTo>
                  <a:cubicBezTo>
                    <a:pt x="101" y="39"/>
                    <a:pt x="101" y="39"/>
                    <a:pt x="101" y="39"/>
                  </a:cubicBezTo>
                  <a:cubicBezTo>
                    <a:pt x="99" y="41"/>
                    <a:pt x="99" y="44"/>
                    <a:pt x="100" y="47"/>
                  </a:cubicBezTo>
                  <a:cubicBezTo>
                    <a:pt x="101" y="48"/>
                    <a:pt x="101" y="49"/>
                    <a:pt x="102" y="51"/>
                  </a:cubicBezTo>
                  <a:cubicBezTo>
                    <a:pt x="103" y="54"/>
                    <a:pt x="105" y="56"/>
                    <a:pt x="108" y="56"/>
                  </a:cubicBezTo>
                  <a:cubicBezTo>
                    <a:pt x="120" y="59"/>
                    <a:pt x="120" y="59"/>
                    <a:pt x="120" y="59"/>
                  </a:cubicBezTo>
                  <a:cubicBezTo>
                    <a:pt x="120" y="69"/>
                    <a:pt x="120" y="69"/>
                    <a:pt x="120" y="69"/>
                  </a:cubicBezTo>
                  <a:lnTo>
                    <a:pt x="108" y="7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200" b="0" i="0" u="none" strike="noStrike" kern="0" cap="none" spc="0" normalizeH="0" baseline="0" noProof="0">
                <a:ln>
                  <a:noFill/>
                </a:ln>
                <a:solidFill>
                  <a:schemeClr val="tx1"/>
                </a:solidFill>
                <a:effectLst/>
                <a:uLnTx/>
                <a:uFillTx/>
                <a:latin typeface="思源黑体 Light" panose="020B0300000000000000" charset="-122"/>
                <a:ea typeface="思源黑体 Light" panose="020B0300000000000000" charset="-122"/>
                <a:cs typeface="+mn-ea"/>
                <a:sym typeface="+mn-lt"/>
              </a:endParaRPr>
            </a:p>
          </p:txBody>
        </p:sp>
        <p:sp>
          <p:nvSpPr>
            <p:cNvPr id="69" name="Freeform 125"/>
            <p:cNvSpPr>
              <a:spLocks noEditPoints="1"/>
            </p:cNvSpPr>
            <p:nvPr/>
          </p:nvSpPr>
          <p:spPr bwMode="auto">
            <a:xfrm>
              <a:off x="4149612" y="1257048"/>
              <a:ext cx="174268" cy="174268"/>
            </a:xfrm>
            <a:custGeom>
              <a:avLst/>
              <a:gdLst>
                <a:gd name="T0" fmla="*/ 28 w 56"/>
                <a:gd name="T1" fmla="*/ 0 h 56"/>
                <a:gd name="T2" fmla="*/ 0 w 56"/>
                <a:gd name="T3" fmla="*/ 28 h 56"/>
                <a:gd name="T4" fmla="*/ 28 w 56"/>
                <a:gd name="T5" fmla="*/ 56 h 56"/>
                <a:gd name="T6" fmla="*/ 56 w 56"/>
                <a:gd name="T7" fmla="*/ 28 h 56"/>
                <a:gd name="T8" fmla="*/ 28 w 56"/>
                <a:gd name="T9" fmla="*/ 0 h 56"/>
                <a:gd name="T10" fmla="*/ 28 w 56"/>
                <a:gd name="T11" fmla="*/ 53 h 56"/>
                <a:gd name="T12" fmla="*/ 4 w 56"/>
                <a:gd name="T13" fmla="*/ 28 h 56"/>
                <a:gd name="T14" fmla="*/ 28 w 56"/>
                <a:gd name="T15" fmla="*/ 4 h 56"/>
                <a:gd name="T16" fmla="*/ 53 w 56"/>
                <a:gd name="T17" fmla="*/ 28 h 56"/>
                <a:gd name="T18" fmla="*/ 28 w 56"/>
                <a:gd name="T19" fmla="*/ 53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56">
                  <a:moveTo>
                    <a:pt x="28" y="0"/>
                  </a:moveTo>
                  <a:cubicBezTo>
                    <a:pt x="13" y="0"/>
                    <a:pt x="0" y="13"/>
                    <a:pt x="0" y="28"/>
                  </a:cubicBezTo>
                  <a:cubicBezTo>
                    <a:pt x="0" y="43"/>
                    <a:pt x="13" y="56"/>
                    <a:pt x="28" y="56"/>
                  </a:cubicBezTo>
                  <a:cubicBezTo>
                    <a:pt x="43" y="56"/>
                    <a:pt x="56" y="43"/>
                    <a:pt x="56" y="28"/>
                  </a:cubicBezTo>
                  <a:cubicBezTo>
                    <a:pt x="56" y="13"/>
                    <a:pt x="43" y="0"/>
                    <a:pt x="28" y="0"/>
                  </a:cubicBezTo>
                  <a:close/>
                  <a:moveTo>
                    <a:pt x="28" y="53"/>
                  </a:moveTo>
                  <a:cubicBezTo>
                    <a:pt x="14" y="53"/>
                    <a:pt x="4" y="42"/>
                    <a:pt x="4" y="28"/>
                  </a:cubicBezTo>
                  <a:cubicBezTo>
                    <a:pt x="4" y="14"/>
                    <a:pt x="14" y="4"/>
                    <a:pt x="28" y="4"/>
                  </a:cubicBezTo>
                  <a:cubicBezTo>
                    <a:pt x="42" y="4"/>
                    <a:pt x="53" y="14"/>
                    <a:pt x="53" y="28"/>
                  </a:cubicBezTo>
                  <a:cubicBezTo>
                    <a:pt x="53" y="42"/>
                    <a:pt x="42" y="53"/>
                    <a:pt x="28" y="5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200" b="0" i="0" u="none" strike="noStrike" kern="0" cap="none" spc="0" normalizeH="0" baseline="0" noProof="0">
                <a:ln>
                  <a:noFill/>
                </a:ln>
                <a:solidFill>
                  <a:schemeClr val="tx1"/>
                </a:solidFill>
                <a:effectLst/>
                <a:uLnTx/>
                <a:uFillTx/>
                <a:latin typeface="思源黑体 Light" panose="020B0300000000000000" charset="-122"/>
                <a:ea typeface="思源黑体 Light" panose="020B0300000000000000" charset="-122"/>
                <a:cs typeface="+mn-ea"/>
                <a:sym typeface="+mn-lt"/>
              </a:endParaRPr>
            </a:p>
          </p:txBody>
        </p:sp>
        <p:sp>
          <p:nvSpPr>
            <p:cNvPr id="70" name="Freeform 126"/>
            <p:cNvSpPr>
              <a:spLocks noEditPoints="1"/>
            </p:cNvSpPr>
            <p:nvPr/>
          </p:nvSpPr>
          <p:spPr bwMode="auto">
            <a:xfrm>
              <a:off x="4186578" y="1294013"/>
              <a:ext cx="100336" cy="100336"/>
            </a:xfrm>
            <a:custGeom>
              <a:avLst/>
              <a:gdLst>
                <a:gd name="T0" fmla="*/ 16 w 32"/>
                <a:gd name="T1" fmla="*/ 0 h 32"/>
                <a:gd name="T2" fmla="*/ 0 w 32"/>
                <a:gd name="T3" fmla="*/ 16 h 32"/>
                <a:gd name="T4" fmla="*/ 16 w 32"/>
                <a:gd name="T5" fmla="*/ 32 h 32"/>
                <a:gd name="T6" fmla="*/ 32 w 32"/>
                <a:gd name="T7" fmla="*/ 16 h 32"/>
                <a:gd name="T8" fmla="*/ 16 w 32"/>
                <a:gd name="T9" fmla="*/ 0 h 32"/>
                <a:gd name="T10" fmla="*/ 16 w 32"/>
                <a:gd name="T11" fmla="*/ 28 h 32"/>
                <a:gd name="T12" fmla="*/ 4 w 32"/>
                <a:gd name="T13" fmla="*/ 16 h 32"/>
                <a:gd name="T14" fmla="*/ 16 w 32"/>
                <a:gd name="T15" fmla="*/ 4 h 32"/>
                <a:gd name="T16" fmla="*/ 28 w 32"/>
                <a:gd name="T17" fmla="*/ 16 h 32"/>
                <a:gd name="T18" fmla="*/ 16 w 32"/>
                <a:gd name="T19" fmla="*/ 2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32">
                  <a:moveTo>
                    <a:pt x="16" y="0"/>
                  </a:moveTo>
                  <a:cubicBezTo>
                    <a:pt x="7" y="0"/>
                    <a:pt x="0" y="7"/>
                    <a:pt x="0" y="16"/>
                  </a:cubicBezTo>
                  <a:cubicBezTo>
                    <a:pt x="0" y="25"/>
                    <a:pt x="7" y="32"/>
                    <a:pt x="16" y="32"/>
                  </a:cubicBezTo>
                  <a:cubicBezTo>
                    <a:pt x="25" y="32"/>
                    <a:pt x="32" y="25"/>
                    <a:pt x="32" y="16"/>
                  </a:cubicBezTo>
                  <a:cubicBezTo>
                    <a:pt x="32" y="7"/>
                    <a:pt x="25" y="0"/>
                    <a:pt x="16" y="0"/>
                  </a:cubicBezTo>
                  <a:close/>
                  <a:moveTo>
                    <a:pt x="16" y="28"/>
                  </a:moveTo>
                  <a:cubicBezTo>
                    <a:pt x="9" y="28"/>
                    <a:pt x="4" y="23"/>
                    <a:pt x="4" y="16"/>
                  </a:cubicBezTo>
                  <a:cubicBezTo>
                    <a:pt x="4" y="9"/>
                    <a:pt x="9" y="4"/>
                    <a:pt x="16" y="4"/>
                  </a:cubicBezTo>
                  <a:cubicBezTo>
                    <a:pt x="23" y="4"/>
                    <a:pt x="28" y="9"/>
                    <a:pt x="28" y="16"/>
                  </a:cubicBezTo>
                  <a:cubicBezTo>
                    <a:pt x="28" y="23"/>
                    <a:pt x="23" y="28"/>
                    <a:pt x="16"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200" b="0" i="0" u="none" strike="noStrike" kern="0" cap="none" spc="0" normalizeH="0" baseline="0" noProof="0">
                <a:ln>
                  <a:noFill/>
                </a:ln>
                <a:solidFill>
                  <a:schemeClr val="tx1"/>
                </a:solidFill>
                <a:effectLst/>
                <a:uLnTx/>
                <a:uFillTx/>
                <a:latin typeface="思源黑体 Light" panose="020B0300000000000000" charset="-122"/>
                <a:ea typeface="思源黑体 Light" panose="020B0300000000000000" charset="-122"/>
                <a:cs typeface="+mn-ea"/>
                <a:sym typeface="+mn-lt"/>
              </a:endParaRPr>
            </a:p>
          </p:txBody>
        </p:sp>
      </p:grpSp>
      <p:sp>
        <p:nvSpPr>
          <p:cNvPr id="71" name="TextBox 43"/>
          <p:cNvSpPr txBox="1"/>
          <p:nvPr/>
        </p:nvSpPr>
        <p:spPr>
          <a:xfrm>
            <a:off x="6380104" y="1761543"/>
            <a:ext cx="1405890" cy="245745"/>
          </a:xfrm>
          <a:prstGeom prst="rect">
            <a:avLst/>
          </a:prstGeom>
          <a:noFill/>
        </p:spPr>
        <p:txBody>
          <a:bodyPr wrap="none" t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72" name="TextBox 44"/>
          <p:cNvSpPr txBox="1"/>
          <p:nvPr/>
        </p:nvSpPr>
        <p:spPr>
          <a:xfrm>
            <a:off x="6380104" y="2043658"/>
            <a:ext cx="4775269" cy="570865"/>
          </a:xfrm>
          <a:prstGeom prst="rect">
            <a:avLst/>
          </a:prstGeom>
          <a:noFill/>
        </p:spPr>
        <p:txBody>
          <a:bodyPr wrap="square" rtlCol="0">
            <a:spAutoFit/>
          </a:bodyPr>
          <a:lstStyle/>
          <a:p>
            <a:pPr>
              <a:lnSpc>
                <a:spcPct val="130000"/>
              </a:lnSpc>
            </a:pPr>
            <a:r>
              <a:rPr lang="zh-CN" altLang="en-US" sz="1200" dirty="0">
                <a:solidFill>
                  <a:schemeClr val="tx1"/>
                </a:solidFill>
                <a:latin typeface="思源黑体 Light" panose="020B0300000000000000" charset="-122"/>
                <a:ea typeface="思源黑体 Light" panose="020B0300000000000000" charset="-122"/>
                <a:cs typeface="+mn-ea"/>
                <a:sym typeface="+mn-lt"/>
              </a:rPr>
              <a:t>您的内容打在这里，或者通过复制您的文本后，在此框中选择粘贴，并选择只保留文字。您的内容打在这里，或者通过通过复制您的文本。</a:t>
            </a:r>
          </a:p>
        </p:txBody>
      </p:sp>
      <p:sp>
        <p:nvSpPr>
          <p:cNvPr id="73" name="TextBox 43"/>
          <p:cNvSpPr txBox="1"/>
          <p:nvPr/>
        </p:nvSpPr>
        <p:spPr>
          <a:xfrm>
            <a:off x="6380104" y="2809254"/>
            <a:ext cx="1405890" cy="245745"/>
          </a:xfrm>
          <a:prstGeom prst="rect">
            <a:avLst/>
          </a:prstGeom>
          <a:noFill/>
        </p:spPr>
        <p:txBody>
          <a:bodyPr wrap="none" t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74" name="TextBox 44"/>
          <p:cNvSpPr txBox="1"/>
          <p:nvPr/>
        </p:nvSpPr>
        <p:spPr>
          <a:xfrm>
            <a:off x="6380104" y="3091369"/>
            <a:ext cx="4775269" cy="570865"/>
          </a:xfrm>
          <a:prstGeom prst="rect">
            <a:avLst/>
          </a:prstGeom>
          <a:noFill/>
        </p:spPr>
        <p:txBody>
          <a:bodyPr wrap="square" rtlCol="0">
            <a:spAutoFit/>
          </a:bodyPr>
          <a:lstStyle/>
          <a:p>
            <a:pPr>
              <a:lnSpc>
                <a:spcPct val="130000"/>
              </a:lnSpc>
            </a:pPr>
            <a:r>
              <a:rPr lang="zh-CN" altLang="en-US" sz="1200" dirty="0">
                <a:solidFill>
                  <a:schemeClr val="tx1"/>
                </a:solidFill>
                <a:latin typeface="思源黑体 Light" panose="020B0300000000000000" charset="-122"/>
                <a:ea typeface="思源黑体 Light" panose="020B0300000000000000" charset="-122"/>
                <a:cs typeface="+mn-ea"/>
                <a:sym typeface="+mn-lt"/>
              </a:rPr>
              <a:t>您的内容打在这里，或者通过复制您的文本后，在此框中选择粘贴，并选择只保留文字。您的内容打在这里，或者通过通过复制您的文本。</a:t>
            </a:r>
          </a:p>
        </p:txBody>
      </p:sp>
      <p:sp>
        <p:nvSpPr>
          <p:cNvPr id="6" name="TextBox 43"/>
          <p:cNvSpPr txBox="1"/>
          <p:nvPr/>
        </p:nvSpPr>
        <p:spPr>
          <a:xfrm>
            <a:off x="6380104" y="3856965"/>
            <a:ext cx="1405890" cy="245745"/>
          </a:xfrm>
          <a:prstGeom prst="rect">
            <a:avLst/>
          </a:prstGeom>
          <a:noFill/>
        </p:spPr>
        <p:txBody>
          <a:bodyPr wrap="none" t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79" name="TextBox 44"/>
          <p:cNvSpPr txBox="1"/>
          <p:nvPr/>
        </p:nvSpPr>
        <p:spPr>
          <a:xfrm>
            <a:off x="6380104" y="4139080"/>
            <a:ext cx="4775269" cy="570865"/>
          </a:xfrm>
          <a:prstGeom prst="rect">
            <a:avLst/>
          </a:prstGeom>
          <a:noFill/>
        </p:spPr>
        <p:txBody>
          <a:bodyPr wrap="square" rtlCol="0">
            <a:spAutoFit/>
          </a:bodyPr>
          <a:lstStyle/>
          <a:p>
            <a:pPr>
              <a:lnSpc>
                <a:spcPct val="130000"/>
              </a:lnSpc>
            </a:pPr>
            <a:r>
              <a:rPr lang="zh-CN" altLang="en-US" sz="1200" dirty="0">
                <a:solidFill>
                  <a:schemeClr val="tx1"/>
                </a:solidFill>
                <a:latin typeface="思源黑体 Light" panose="020B0300000000000000" charset="-122"/>
                <a:ea typeface="思源黑体 Light" panose="020B0300000000000000" charset="-122"/>
                <a:cs typeface="+mn-ea"/>
                <a:sym typeface="+mn-lt"/>
              </a:rPr>
              <a:t>您的内容打在这里，或者通过复制您的文本后，在此框中选择粘贴，并选择只保留文字。您的内容打在这里，或者通过通过复制您的文本。</a:t>
            </a:r>
          </a:p>
        </p:txBody>
      </p:sp>
      <p:sp>
        <p:nvSpPr>
          <p:cNvPr id="80" name="TextBox 43"/>
          <p:cNvSpPr txBox="1"/>
          <p:nvPr/>
        </p:nvSpPr>
        <p:spPr>
          <a:xfrm>
            <a:off x="6380104" y="4904677"/>
            <a:ext cx="1405890" cy="245745"/>
          </a:xfrm>
          <a:prstGeom prst="rect">
            <a:avLst/>
          </a:prstGeom>
          <a:noFill/>
        </p:spPr>
        <p:txBody>
          <a:bodyPr wrap="none" t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81" name="TextBox 44"/>
          <p:cNvSpPr txBox="1"/>
          <p:nvPr/>
        </p:nvSpPr>
        <p:spPr>
          <a:xfrm>
            <a:off x="6380104" y="5186792"/>
            <a:ext cx="4775269" cy="570865"/>
          </a:xfrm>
          <a:prstGeom prst="rect">
            <a:avLst/>
          </a:prstGeom>
          <a:noFill/>
        </p:spPr>
        <p:txBody>
          <a:bodyPr wrap="square" rtlCol="0">
            <a:spAutoFit/>
          </a:bodyPr>
          <a:lstStyle/>
          <a:p>
            <a:pPr>
              <a:lnSpc>
                <a:spcPct val="130000"/>
              </a:lnSpc>
            </a:pPr>
            <a:r>
              <a:rPr lang="zh-CN" altLang="en-US" sz="1200" dirty="0">
                <a:solidFill>
                  <a:schemeClr val="tx1"/>
                </a:solidFill>
                <a:latin typeface="思源黑体 Light" panose="020B0300000000000000" charset="-122"/>
                <a:ea typeface="思源黑体 Light" panose="020B0300000000000000" charset="-122"/>
                <a:cs typeface="+mn-ea"/>
                <a:sym typeface="+mn-lt"/>
              </a:rPr>
              <a:t>您的内容打在这里，或者通过复制您的文本后，在此框中选择粘贴，并选择只保留文字。您的内容打在这里，或者通过通过复制您的文本。</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plus(in)">
                                      <p:cBhvr>
                                        <p:cTn id="7" dur="2000"/>
                                        <p:tgtEl>
                                          <p:spTgt spid="22"/>
                                        </p:tgtEl>
                                      </p:cBhvr>
                                    </p:animEffect>
                                  </p:childTnLst>
                                </p:cTn>
                              </p:par>
                            </p:childTnLst>
                          </p:cTn>
                        </p:par>
                        <p:par>
                          <p:cTn id="8" fill="hold">
                            <p:stCondLst>
                              <p:cond delay="2000"/>
                            </p:stCondLst>
                            <p:childTnLst>
                              <p:par>
                                <p:cTn id="9" presetID="31" presetClass="entr" presetSubtype="0" fill="hold" nodeType="afterEffect">
                                  <p:stCondLst>
                                    <p:cond delay="0"/>
                                  </p:stCondLst>
                                  <p:childTnLst>
                                    <p:set>
                                      <p:cBhvr>
                                        <p:cTn id="10" dur="1" fill="hold">
                                          <p:stCondLst>
                                            <p:cond delay="0"/>
                                          </p:stCondLst>
                                        </p:cTn>
                                        <p:tgtEl>
                                          <p:spTgt spid="47"/>
                                        </p:tgtEl>
                                        <p:attrNameLst>
                                          <p:attrName>style.visibility</p:attrName>
                                        </p:attrNameLst>
                                      </p:cBhvr>
                                      <p:to>
                                        <p:strVal val="visible"/>
                                      </p:to>
                                    </p:set>
                                    <p:anim calcmode="lin" valueType="num">
                                      <p:cBhvr>
                                        <p:cTn id="11" dur="1000" fill="hold"/>
                                        <p:tgtEl>
                                          <p:spTgt spid="47"/>
                                        </p:tgtEl>
                                        <p:attrNameLst>
                                          <p:attrName>ppt_w</p:attrName>
                                        </p:attrNameLst>
                                      </p:cBhvr>
                                      <p:tavLst>
                                        <p:tav tm="0">
                                          <p:val>
                                            <p:fltVal val="0"/>
                                          </p:val>
                                        </p:tav>
                                        <p:tav tm="100000">
                                          <p:val>
                                            <p:strVal val="#ppt_w"/>
                                          </p:val>
                                        </p:tav>
                                      </p:tavLst>
                                    </p:anim>
                                    <p:anim calcmode="lin" valueType="num">
                                      <p:cBhvr>
                                        <p:cTn id="12" dur="1000" fill="hold"/>
                                        <p:tgtEl>
                                          <p:spTgt spid="47"/>
                                        </p:tgtEl>
                                        <p:attrNameLst>
                                          <p:attrName>ppt_h</p:attrName>
                                        </p:attrNameLst>
                                      </p:cBhvr>
                                      <p:tavLst>
                                        <p:tav tm="0">
                                          <p:val>
                                            <p:fltVal val="0"/>
                                          </p:val>
                                        </p:tav>
                                        <p:tav tm="100000">
                                          <p:val>
                                            <p:strVal val="#ppt_h"/>
                                          </p:val>
                                        </p:tav>
                                      </p:tavLst>
                                    </p:anim>
                                    <p:anim calcmode="lin" valueType="num">
                                      <p:cBhvr>
                                        <p:cTn id="13" dur="1000" fill="hold"/>
                                        <p:tgtEl>
                                          <p:spTgt spid="47"/>
                                        </p:tgtEl>
                                        <p:attrNameLst>
                                          <p:attrName>style.rotation</p:attrName>
                                        </p:attrNameLst>
                                      </p:cBhvr>
                                      <p:tavLst>
                                        <p:tav tm="0">
                                          <p:val>
                                            <p:fltVal val="90"/>
                                          </p:val>
                                        </p:tav>
                                        <p:tav tm="100000">
                                          <p:val>
                                            <p:fltVal val="0"/>
                                          </p:val>
                                        </p:tav>
                                      </p:tavLst>
                                    </p:anim>
                                    <p:animEffect transition="in" filter="fade">
                                      <p:cBhvr>
                                        <p:cTn id="14" dur="1000"/>
                                        <p:tgtEl>
                                          <p:spTgt spid="47"/>
                                        </p:tgtEl>
                                      </p:cBhvr>
                                    </p:animEffect>
                                  </p:childTnLst>
                                </p:cTn>
                              </p:par>
                            </p:childTnLst>
                          </p:cTn>
                        </p:par>
                        <p:par>
                          <p:cTn id="15" fill="hold">
                            <p:stCondLst>
                              <p:cond delay="3000"/>
                            </p:stCondLst>
                            <p:childTnLst>
                              <p:par>
                                <p:cTn id="16" presetID="53" presetClass="entr" presetSubtype="16" fill="hold" grpId="0" nodeType="afterEffect">
                                  <p:stCondLst>
                                    <p:cond delay="0"/>
                                  </p:stCondLst>
                                  <p:childTnLst>
                                    <p:set>
                                      <p:cBhvr>
                                        <p:cTn id="17" dur="1" fill="hold">
                                          <p:stCondLst>
                                            <p:cond delay="0"/>
                                          </p:stCondLst>
                                        </p:cTn>
                                        <p:tgtEl>
                                          <p:spTgt spid="62"/>
                                        </p:tgtEl>
                                        <p:attrNameLst>
                                          <p:attrName>style.visibility</p:attrName>
                                        </p:attrNameLst>
                                      </p:cBhvr>
                                      <p:to>
                                        <p:strVal val="visible"/>
                                      </p:to>
                                    </p:set>
                                    <p:anim calcmode="lin" valueType="num">
                                      <p:cBhvr>
                                        <p:cTn id="18" dur="500" fill="hold"/>
                                        <p:tgtEl>
                                          <p:spTgt spid="62"/>
                                        </p:tgtEl>
                                        <p:attrNameLst>
                                          <p:attrName>ppt_w</p:attrName>
                                        </p:attrNameLst>
                                      </p:cBhvr>
                                      <p:tavLst>
                                        <p:tav tm="0">
                                          <p:val>
                                            <p:fltVal val="0"/>
                                          </p:val>
                                        </p:tav>
                                        <p:tav tm="100000">
                                          <p:val>
                                            <p:strVal val="#ppt_w"/>
                                          </p:val>
                                        </p:tav>
                                      </p:tavLst>
                                    </p:anim>
                                    <p:anim calcmode="lin" valueType="num">
                                      <p:cBhvr>
                                        <p:cTn id="19" dur="500" fill="hold"/>
                                        <p:tgtEl>
                                          <p:spTgt spid="62"/>
                                        </p:tgtEl>
                                        <p:attrNameLst>
                                          <p:attrName>ppt_h</p:attrName>
                                        </p:attrNameLst>
                                      </p:cBhvr>
                                      <p:tavLst>
                                        <p:tav tm="0">
                                          <p:val>
                                            <p:fltVal val="0"/>
                                          </p:val>
                                        </p:tav>
                                        <p:tav tm="100000">
                                          <p:val>
                                            <p:strVal val="#ppt_h"/>
                                          </p:val>
                                        </p:tav>
                                      </p:tavLst>
                                    </p:anim>
                                    <p:animEffect transition="in" filter="fade">
                                      <p:cBhvr>
                                        <p:cTn id="20" dur="500"/>
                                        <p:tgtEl>
                                          <p:spTgt spid="62"/>
                                        </p:tgtEl>
                                      </p:cBhvr>
                                    </p:animEffect>
                                  </p:childTnLst>
                                </p:cTn>
                              </p:par>
                            </p:childTnLst>
                          </p:cTn>
                        </p:par>
                        <p:par>
                          <p:cTn id="21" fill="hold">
                            <p:stCondLst>
                              <p:cond delay="3500"/>
                            </p:stCondLst>
                            <p:childTnLst>
                              <p:par>
                                <p:cTn id="22" presetID="14" presetClass="entr" presetSubtype="10" fill="hold" grpId="0" nodeType="afterEffect">
                                  <p:stCondLst>
                                    <p:cond delay="0"/>
                                  </p:stCondLst>
                                  <p:childTnLst>
                                    <p:set>
                                      <p:cBhvr>
                                        <p:cTn id="23" dur="1" fill="hold">
                                          <p:stCondLst>
                                            <p:cond delay="0"/>
                                          </p:stCondLst>
                                        </p:cTn>
                                        <p:tgtEl>
                                          <p:spTgt spid="71"/>
                                        </p:tgtEl>
                                        <p:attrNameLst>
                                          <p:attrName>style.visibility</p:attrName>
                                        </p:attrNameLst>
                                      </p:cBhvr>
                                      <p:to>
                                        <p:strVal val="visible"/>
                                      </p:to>
                                    </p:set>
                                    <p:animEffect transition="in" filter="randombar(horizontal)">
                                      <p:cBhvr>
                                        <p:cTn id="24" dur="500"/>
                                        <p:tgtEl>
                                          <p:spTgt spid="71"/>
                                        </p:tgtEl>
                                      </p:cBhvr>
                                    </p:animEffect>
                                  </p:childTnLst>
                                </p:cTn>
                              </p:par>
                            </p:childTnLst>
                          </p:cTn>
                        </p:par>
                        <p:par>
                          <p:cTn id="25" fill="hold">
                            <p:stCondLst>
                              <p:cond delay="4000"/>
                            </p:stCondLst>
                            <p:childTnLst>
                              <p:par>
                                <p:cTn id="26" presetID="14" presetClass="entr" presetSubtype="10" fill="hold" grpId="0" nodeType="afterEffect">
                                  <p:stCondLst>
                                    <p:cond delay="0"/>
                                  </p:stCondLst>
                                  <p:childTnLst>
                                    <p:set>
                                      <p:cBhvr>
                                        <p:cTn id="27" dur="1" fill="hold">
                                          <p:stCondLst>
                                            <p:cond delay="0"/>
                                          </p:stCondLst>
                                        </p:cTn>
                                        <p:tgtEl>
                                          <p:spTgt spid="72"/>
                                        </p:tgtEl>
                                        <p:attrNameLst>
                                          <p:attrName>style.visibility</p:attrName>
                                        </p:attrNameLst>
                                      </p:cBhvr>
                                      <p:to>
                                        <p:strVal val="visible"/>
                                      </p:to>
                                    </p:set>
                                    <p:animEffect transition="in" filter="randombar(horizontal)">
                                      <p:cBhvr>
                                        <p:cTn id="28" dur="500"/>
                                        <p:tgtEl>
                                          <p:spTgt spid="72"/>
                                        </p:tgtEl>
                                      </p:cBhvr>
                                    </p:animEffect>
                                  </p:childTnLst>
                                </p:cTn>
                              </p:par>
                            </p:childTnLst>
                          </p:cTn>
                        </p:par>
                        <p:par>
                          <p:cTn id="29" fill="hold">
                            <p:stCondLst>
                              <p:cond delay="4500"/>
                            </p:stCondLst>
                            <p:childTnLst>
                              <p:par>
                                <p:cTn id="30" presetID="53" presetClass="entr" presetSubtype="16" fill="hold" nodeType="afterEffect">
                                  <p:stCondLst>
                                    <p:cond delay="0"/>
                                  </p:stCondLst>
                                  <p:childTnLst>
                                    <p:set>
                                      <p:cBhvr>
                                        <p:cTn id="31" dur="1" fill="hold">
                                          <p:stCondLst>
                                            <p:cond delay="0"/>
                                          </p:stCondLst>
                                        </p:cTn>
                                        <p:tgtEl>
                                          <p:spTgt spid="64"/>
                                        </p:tgtEl>
                                        <p:attrNameLst>
                                          <p:attrName>style.visibility</p:attrName>
                                        </p:attrNameLst>
                                      </p:cBhvr>
                                      <p:to>
                                        <p:strVal val="visible"/>
                                      </p:to>
                                    </p:set>
                                    <p:anim calcmode="lin" valueType="num">
                                      <p:cBhvr>
                                        <p:cTn id="32" dur="500" fill="hold"/>
                                        <p:tgtEl>
                                          <p:spTgt spid="64"/>
                                        </p:tgtEl>
                                        <p:attrNameLst>
                                          <p:attrName>ppt_w</p:attrName>
                                        </p:attrNameLst>
                                      </p:cBhvr>
                                      <p:tavLst>
                                        <p:tav tm="0">
                                          <p:val>
                                            <p:fltVal val="0"/>
                                          </p:val>
                                        </p:tav>
                                        <p:tav tm="100000">
                                          <p:val>
                                            <p:strVal val="#ppt_w"/>
                                          </p:val>
                                        </p:tav>
                                      </p:tavLst>
                                    </p:anim>
                                    <p:anim calcmode="lin" valueType="num">
                                      <p:cBhvr>
                                        <p:cTn id="33" dur="500" fill="hold"/>
                                        <p:tgtEl>
                                          <p:spTgt spid="64"/>
                                        </p:tgtEl>
                                        <p:attrNameLst>
                                          <p:attrName>ppt_h</p:attrName>
                                        </p:attrNameLst>
                                      </p:cBhvr>
                                      <p:tavLst>
                                        <p:tav tm="0">
                                          <p:val>
                                            <p:fltVal val="0"/>
                                          </p:val>
                                        </p:tav>
                                        <p:tav tm="100000">
                                          <p:val>
                                            <p:strVal val="#ppt_h"/>
                                          </p:val>
                                        </p:tav>
                                      </p:tavLst>
                                    </p:anim>
                                    <p:animEffect transition="in" filter="fade">
                                      <p:cBhvr>
                                        <p:cTn id="34" dur="500"/>
                                        <p:tgtEl>
                                          <p:spTgt spid="64"/>
                                        </p:tgtEl>
                                      </p:cBhvr>
                                    </p:animEffect>
                                  </p:childTnLst>
                                </p:cTn>
                              </p:par>
                            </p:childTnLst>
                          </p:cTn>
                        </p:par>
                        <p:par>
                          <p:cTn id="35" fill="hold">
                            <p:stCondLst>
                              <p:cond delay="5000"/>
                            </p:stCondLst>
                            <p:childTnLst>
                              <p:par>
                                <p:cTn id="36" presetID="14" presetClass="entr" presetSubtype="10" fill="hold" grpId="0" nodeType="afterEffect">
                                  <p:stCondLst>
                                    <p:cond delay="0"/>
                                  </p:stCondLst>
                                  <p:childTnLst>
                                    <p:set>
                                      <p:cBhvr>
                                        <p:cTn id="37" dur="1" fill="hold">
                                          <p:stCondLst>
                                            <p:cond delay="0"/>
                                          </p:stCondLst>
                                        </p:cTn>
                                        <p:tgtEl>
                                          <p:spTgt spid="73"/>
                                        </p:tgtEl>
                                        <p:attrNameLst>
                                          <p:attrName>style.visibility</p:attrName>
                                        </p:attrNameLst>
                                      </p:cBhvr>
                                      <p:to>
                                        <p:strVal val="visible"/>
                                      </p:to>
                                    </p:set>
                                    <p:animEffect transition="in" filter="randombar(horizontal)">
                                      <p:cBhvr>
                                        <p:cTn id="38" dur="500"/>
                                        <p:tgtEl>
                                          <p:spTgt spid="73"/>
                                        </p:tgtEl>
                                      </p:cBhvr>
                                    </p:animEffect>
                                  </p:childTnLst>
                                </p:cTn>
                              </p:par>
                            </p:childTnLst>
                          </p:cTn>
                        </p:par>
                        <p:par>
                          <p:cTn id="39" fill="hold">
                            <p:stCondLst>
                              <p:cond delay="5500"/>
                            </p:stCondLst>
                            <p:childTnLst>
                              <p:par>
                                <p:cTn id="40" presetID="14" presetClass="entr" presetSubtype="10" fill="hold" grpId="0" nodeType="afterEffect">
                                  <p:stCondLst>
                                    <p:cond delay="0"/>
                                  </p:stCondLst>
                                  <p:childTnLst>
                                    <p:set>
                                      <p:cBhvr>
                                        <p:cTn id="41" dur="1" fill="hold">
                                          <p:stCondLst>
                                            <p:cond delay="0"/>
                                          </p:stCondLst>
                                        </p:cTn>
                                        <p:tgtEl>
                                          <p:spTgt spid="74"/>
                                        </p:tgtEl>
                                        <p:attrNameLst>
                                          <p:attrName>style.visibility</p:attrName>
                                        </p:attrNameLst>
                                      </p:cBhvr>
                                      <p:to>
                                        <p:strVal val="visible"/>
                                      </p:to>
                                    </p:set>
                                    <p:animEffect transition="in" filter="randombar(horizontal)">
                                      <p:cBhvr>
                                        <p:cTn id="42" dur="500"/>
                                        <p:tgtEl>
                                          <p:spTgt spid="74"/>
                                        </p:tgtEl>
                                      </p:cBhvr>
                                    </p:animEffect>
                                  </p:childTnLst>
                                </p:cTn>
                              </p:par>
                            </p:childTnLst>
                          </p:cTn>
                        </p:par>
                        <p:par>
                          <p:cTn id="43" fill="hold">
                            <p:stCondLst>
                              <p:cond delay="6000"/>
                            </p:stCondLst>
                            <p:childTnLst>
                              <p:par>
                                <p:cTn id="44" presetID="53" presetClass="entr" presetSubtype="16" fill="hold" nodeType="afterEffect">
                                  <p:stCondLst>
                                    <p:cond delay="0"/>
                                  </p:stCondLst>
                                  <p:childTnLst>
                                    <p:set>
                                      <p:cBhvr>
                                        <p:cTn id="45" dur="1" fill="hold">
                                          <p:stCondLst>
                                            <p:cond delay="0"/>
                                          </p:stCondLst>
                                        </p:cTn>
                                        <p:tgtEl>
                                          <p:spTgt spid="67"/>
                                        </p:tgtEl>
                                        <p:attrNameLst>
                                          <p:attrName>style.visibility</p:attrName>
                                        </p:attrNameLst>
                                      </p:cBhvr>
                                      <p:to>
                                        <p:strVal val="visible"/>
                                      </p:to>
                                    </p:set>
                                    <p:anim calcmode="lin" valueType="num">
                                      <p:cBhvr>
                                        <p:cTn id="46" dur="500" fill="hold"/>
                                        <p:tgtEl>
                                          <p:spTgt spid="67"/>
                                        </p:tgtEl>
                                        <p:attrNameLst>
                                          <p:attrName>ppt_w</p:attrName>
                                        </p:attrNameLst>
                                      </p:cBhvr>
                                      <p:tavLst>
                                        <p:tav tm="0">
                                          <p:val>
                                            <p:fltVal val="0"/>
                                          </p:val>
                                        </p:tav>
                                        <p:tav tm="100000">
                                          <p:val>
                                            <p:strVal val="#ppt_w"/>
                                          </p:val>
                                        </p:tav>
                                      </p:tavLst>
                                    </p:anim>
                                    <p:anim calcmode="lin" valueType="num">
                                      <p:cBhvr>
                                        <p:cTn id="47" dur="500" fill="hold"/>
                                        <p:tgtEl>
                                          <p:spTgt spid="67"/>
                                        </p:tgtEl>
                                        <p:attrNameLst>
                                          <p:attrName>ppt_h</p:attrName>
                                        </p:attrNameLst>
                                      </p:cBhvr>
                                      <p:tavLst>
                                        <p:tav tm="0">
                                          <p:val>
                                            <p:fltVal val="0"/>
                                          </p:val>
                                        </p:tav>
                                        <p:tav tm="100000">
                                          <p:val>
                                            <p:strVal val="#ppt_h"/>
                                          </p:val>
                                        </p:tav>
                                      </p:tavLst>
                                    </p:anim>
                                    <p:animEffect transition="in" filter="fade">
                                      <p:cBhvr>
                                        <p:cTn id="48" dur="500"/>
                                        <p:tgtEl>
                                          <p:spTgt spid="67"/>
                                        </p:tgtEl>
                                      </p:cBhvr>
                                    </p:animEffect>
                                  </p:childTnLst>
                                </p:cTn>
                              </p:par>
                            </p:childTnLst>
                          </p:cTn>
                        </p:par>
                        <p:par>
                          <p:cTn id="49" fill="hold">
                            <p:stCondLst>
                              <p:cond delay="6500"/>
                            </p:stCondLst>
                            <p:childTnLst>
                              <p:par>
                                <p:cTn id="50" presetID="14" presetClass="entr" presetSubtype="10" fill="hold" grpId="0" nodeType="after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randombar(horizontal)">
                                      <p:cBhvr>
                                        <p:cTn id="52" dur="500"/>
                                        <p:tgtEl>
                                          <p:spTgt spid="6"/>
                                        </p:tgtEl>
                                      </p:cBhvr>
                                    </p:animEffect>
                                  </p:childTnLst>
                                </p:cTn>
                              </p:par>
                            </p:childTnLst>
                          </p:cTn>
                        </p:par>
                        <p:par>
                          <p:cTn id="53" fill="hold">
                            <p:stCondLst>
                              <p:cond delay="7000"/>
                            </p:stCondLst>
                            <p:childTnLst>
                              <p:par>
                                <p:cTn id="54" presetID="14" presetClass="entr" presetSubtype="10" fill="hold" grpId="0" nodeType="afterEffect">
                                  <p:stCondLst>
                                    <p:cond delay="0"/>
                                  </p:stCondLst>
                                  <p:childTnLst>
                                    <p:set>
                                      <p:cBhvr>
                                        <p:cTn id="55" dur="1" fill="hold">
                                          <p:stCondLst>
                                            <p:cond delay="0"/>
                                          </p:stCondLst>
                                        </p:cTn>
                                        <p:tgtEl>
                                          <p:spTgt spid="79"/>
                                        </p:tgtEl>
                                        <p:attrNameLst>
                                          <p:attrName>style.visibility</p:attrName>
                                        </p:attrNameLst>
                                      </p:cBhvr>
                                      <p:to>
                                        <p:strVal val="visible"/>
                                      </p:to>
                                    </p:set>
                                    <p:animEffect transition="in" filter="randombar(horizontal)">
                                      <p:cBhvr>
                                        <p:cTn id="56" dur="500"/>
                                        <p:tgtEl>
                                          <p:spTgt spid="79"/>
                                        </p:tgtEl>
                                      </p:cBhvr>
                                    </p:animEffect>
                                  </p:childTnLst>
                                </p:cTn>
                              </p:par>
                            </p:childTnLst>
                          </p:cTn>
                        </p:par>
                        <p:par>
                          <p:cTn id="57" fill="hold">
                            <p:stCondLst>
                              <p:cond delay="7500"/>
                            </p:stCondLst>
                            <p:childTnLst>
                              <p:par>
                                <p:cTn id="58" presetID="53" presetClass="entr" presetSubtype="16" fill="hold" grpId="0" nodeType="afterEffect">
                                  <p:stCondLst>
                                    <p:cond delay="0"/>
                                  </p:stCondLst>
                                  <p:childTnLst>
                                    <p:set>
                                      <p:cBhvr>
                                        <p:cTn id="59" dur="1" fill="hold">
                                          <p:stCondLst>
                                            <p:cond delay="0"/>
                                          </p:stCondLst>
                                        </p:cTn>
                                        <p:tgtEl>
                                          <p:spTgt spid="63"/>
                                        </p:tgtEl>
                                        <p:attrNameLst>
                                          <p:attrName>style.visibility</p:attrName>
                                        </p:attrNameLst>
                                      </p:cBhvr>
                                      <p:to>
                                        <p:strVal val="visible"/>
                                      </p:to>
                                    </p:set>
                                    <p:anim calcmode="lin" valueType="num">
                                      <p:cBhvr>
                                        <p:cTn id="60" dur="500" fill="hold"/>
                                        <p:tgtEl>
                                          <p:spTgt spid="63"/>
                                        </p:tgtEl>
                                        <p:attrNameLst>
                                          <p:attrName>ppt_w</p:attrName>
                                        </p:attrNameLst>
                                      </p:cBhvr>
                                      <p:tavLst>
                                        <p:tav tm="0">
                                          <p:val>
                                            <p:fltVal val="0"/>
                                          </p:val>
                                        </p:tav>
                                        <p:tav tm="100000">
                                          <p:val>
                                            <p:strVal val="#ppt_w"/>
                                          </p:val>
                                        </p:tav>
                                      </p:tavLst>
                                    </p:anim>
                                    <p:anim calcmode="lin" valueType="num">
                                      <p:cBhvr>
                                        <p:cTn id="61" dur="500" fill="hold"/>
                                        <p:tgtEl>
                                          <p:spTgt spid="63"/>
                                        </p:tgtEl>
                                        <p:attrNameLst>
                                          <p:attrName>ppt_h</p:attrName>
                                        </p:attrNameLst>
                                      </p:cBhvr>
                                      <p:tavLst>
                                        <p:tav tm="0">
                                          <p:val>
                                            <p:fltVal val="0"/>
                                          </p:val>
                                        </p:tav>
                                        <p:tav tm="100000">
                                          <p:val>
                                            <p:strVal val="#ppt_h"/>
                                          </p:val>
                                        </p:tav>
                                      </p:tavLst>
                                    </p:anim>
                                    <p:animEffect transition="in" filter="fade">
                                      <p:cBhvr>
                                        <p:cTn id="62" dur="500"/>
                                        <p:tgtEl>
                                          <p:spTgt spid="63"/>
                                        </p:tgtEl>
                                      </p:cBhvr>
                                    </p:animEffect>
                                  </p:childTnLst>
                                </p:cTn>
                              </p:par>
                            </p:childTnLst>
                          </p:cTn>
                        </p:par>
                        <p:par>
                          <p:cTn id="63" fill="hold">
                            <p:stCondLst>
                              <p:cond delay="8000"/>
                            </p:stCondLst>
                            <p:childTnLst>
                              <p:par>
                                <p:cTn id="64" presetID="14" presetClass="entr" presetSubtype="10" fill="hold" grpId="0" nodeType="afterEffect">
                                  <p:stCondLst>
                                    <p:cond delay="0"/>
                                  </p:stCondLst>
                                  <p:childTnLst>
                                    <p:set>
                                      <p:cBhvr>
                                        <p:cTn id="65" dur="1" fill="hold">
                                          <p:stCondLst>
                                            <p:cond delay="0"/>
                                          </p:stCondLst>
                                        </p:cTn>
                                        <p:tgtEl>
                                          <p:spTgt spid="80"/>
                                        </p:tgtEl>
                                        <p:attrNameLst>
                                          <p:attrName>style.visibility</p:attrName>
                                        </p:attrNameLst>
                                      </p:cBhvr>
                                      <p:to>
                                        <p:strVal val="visible"/>
                                      </p:to>
                                    </p:set>
                                    <p:animEffect transition="in" filter="randombar(horizontal)">
                                      <p:cBhvr>
                                        <p:cTn id="66" dur="500"/>
                                        <p:tgtEl>
                                          <p:spTgt spid="80"/>
                                        </p:tgtEl>
                                      </p:cBhvr>
                                    </p:animEffect>
                                  </p:childTnLst>
                                </p:cTn>
                              </p:par>
                            </p:childTnLst>
                          </p:cTn>
                        </p:par>
                        <p:par>
                          <p:cTn id="67" fill="hold">
                            <p:stCondLst>
                              <p:cond delay="8500"/>
                            </p:stCondLst>
                            <p:childTnLst>
                              <p:par>
                                <p:cTn id="68" presetID="14" presetClass="entr" presetSubtype="10" fill="hold" grpId="0" nodeType="afterEffect">
                                  <p:stCondLst>
                                    <p:cond delay="0"/>
                                  </p:stCondLst>
                                  <p:childTnLst>
                                    <p:set>
                                      <p:cBhvr>
                                        <p:cTn id="69" dur="1" fill="hold">
                                          <p:stCondLst>
                                            <p:cond delay="0"/>
                                          </p:stCondLst>
                                        </p:cTn>
                                        <p:tgtEl>
                                          <p:spTgt spid="81"/>
                                        </p:tgtEl>
                                        <p:attrNameLst>
                                          <p:attrName>style.visibility</p:attrName>
                                        </p:attrNameLst>
                                      </p:cBhvr>
                                      <p:to>
                                        <p:strVal val="visible"/>
                                      </p:to>
                                    </p:set>
                                    <p:animEffect transition="in" filter="randombar(horizontal)">
                                      <p:cBhvr>
                                        <p:cTn id="70"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bldLvl="0" animBg="1"/>
      <p:bldP spid="63" grpId="0" bldLvl="0" animBg="1"/>
      <p:bldP spid="71" grpId="0"/>
      <p:bldP spid="72" grpId="0"/>
      <p:bldP spid="73" grpId="0"/>
      <p:bldP spid="74" grpId="0"/>
      <p:bldP spid="6" grpId="0"/>
      <p:bldP spid="79" grpId="0"/>
      <p:bldP spid="80" grpId="0"/>
      <p:bldP spid="81"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grpSp>
        <p:nvGrpSpPr>
          <p:cNvPr id="20" name="组合 19"/>
          <p:cNvGrpSpPr/>
          <p:nvPr/>
        </p:nvGrpSpPr>
        <p:grpSpPr>
          <a:xfrm>
            <a:off x="-1445895" y="-2014855"/>
            <a:ext cx="15448280" cy="10515600"/>
            <a:chOff x="-2277" y="-3173"/>
            <a:chExt cx="24328" cy="16560"/>
          </a:xfrm>
        </p:grpSpPr>
        <p:sp>
          <p:nvSpPr>
            <p:cNvPr id="42" name="矩形 41"/>
            <p:cNvSpPr/>
            <p:nvPr/>
          </p:nvSpPr>
          <p:spPr>
            <a:xfrm>
              <a:off x="1" y="0"/>
              <a:ext cx="19230" cy="10812"/>
            </a:xfrm>
            <a:prstGeom prst="rect">
              <a:avLst/>
            </a:prstGeom>
            <a:solidFill>
              <a:srgbClr val="F4F4F4">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flipV="1">
              <a:off x="15059" y="6395"/>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同心圆 3"/>
            <p:cNvSpPr/>
            <p:nvPr/>
          </p:nvSpPr>
          <p:spPr>
            <a:xfrm flipV="1">
              <a:off x="15715" y="639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2277" y="-3173"/>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8" name="组合 77"/>
            <p:cNvGrpSpPr/>
            <p:nvPr/>
          </p:nvGrpSpPr>
          <p:grpSpPr>
            <a:xfrm>
              <a:off x="883" y="260"/>
              <a:ext cx="17435" cy="10209"/>
              <a:chOff x="1038" y="260"/>
              <a:chExt cx="17435" cy="10209"/>
            </a:xfrm>
          </p:grpSpPr>
          <p:sp>
            <p:nvSpPr>
              <p:cNvPr id="144" name="文本框 143"/>
              <p:cNvSpPr txBox="1"/>
              <p:nvPr/>
            </p:nvSpPr>
            <p:spPr>
              <a:xfrm>
                <a:off x="1038" y="10035"/>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sp>
            <p:nvSpPr>
              <p:cNvPr id="77" name="文本框 76"/>
              <p:cNvSpPr txBox="1"/>
              <p:nvPr/>
            </p:nvSpPr>
            <p:spPr>
              <a:xfrm>
                <a:off x="1038" y="260"/>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grpSp>
        <p:sp>
          <p:nvSpPr>
            <p:cNvPr id="2" name="同心圆 1"/>
            <p:cNvSpPr/>
            <p:nvPr/>
          </p:nvSpPr>
          <p:spPr>
            <a:xfrm>
              <a:off x="803" y="123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13451" y="8447"/>
              <a:ext cx="1521" cy="1257"/>
              <a:chOff x="9608895" y="5661744"/>
              <a:chExt cx="966066" cy="798214"/>
            </a:xfrm>
            <a:solidFill>
              <a:srgbClr val="26211B"/>
            </a:solidFill>
          </p:grpSpPr>
          <p:sp>
            <p:nvSpPr>
              <p:cNvPr id="8" name="Freeform: Shape 72"/>
              <p:cNvSpPr/>
              <p:nvPr/>
            </p:nvSpPr>
            <p:spPr>
              <a:xfrm rot="900000">
                <a:off x="10086716" y="5661744"/>
                <a:ext cx="488245" cy="486465"/>
              </a:xfrm>
              <a:custGeom>
                <a:avLst/>
                <a:gdLst>
                  <a:gd name="connsiteX0" fmla="*/ 0 w 1225398"/>
                  <a:gd name="connsiteY0" fmla="*/ 169222 h 1220932"/>
                  <a:gd name="connsiteX1" fmla="*/ 144732 w 1225398"/>
                  <a:gd name="connsiteY1" fmla="*/ 5194 h 1220932"/>
                  <a:gd name="connsiteX2" fmla="*/ 279815 w 1225398"/>
                  <a:gd name="connsiteY2" fmla="*/ 53438 h 1220932"/>
                  <a:gd name="connsiteX3" fmla="*/ 1206101 w 1225398"/>
                  <a:gd name="connsiteY3" fmla="*/ 1124446 h 1220932"/>
                  <a:gd name="connsiteX4" fmla="*/ 1225399 w 1225398"/>
                  <a:gd name="connsiteY4" fmla="*/ 1211284 h 1220932"/>
                  <a:gd name="connsiteX5" fmla="*/ 1138560 w 1225398"/>
                  <a:gd name="connsiteY5" fmla="*/ 1220933 h 1220932"/>
                  <a:gd name="connsiteX6" fmla="*/ 125434 w 1225398"/>
                  <a:gd name="connsiteY6" fmla="*/ 400792 h 1220932"/>
                  <a:gd name="connsiteX7" fmla="*/ 0 w 1225398"/>
                  <a:gd name="connsiteY7" fmla="*/ 169222 h 1220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5398" h="1220932">
                    <a:moveTo>
                      <a:pt x="0" y="169222"/>
                    </a:moveTo>
                    <a:cubicBezTo>
                      <a:pt x="48244" y="111330"/>
                      <a:pt x="86839" y="43789"/>
                      <a:pt x="144732" y="5194"/>
                    </a:cubicBezTo>
                    <a:cubicBezTo>
                      <a:pt x="173679" y="-14103"/>
                      <a:pt x="250869" y="24492"/>
                      <a:pt x="279815" y="53438"/>
                    </a:cubicBezTo>
                    <a:cubicBezTo>
                      <a:pt x="607875" y="391143"/>
                      <a:pt x="955232" y="719200"/>
                      <a:pt x="1206101" y="1124446"/>
                    </a:cubicBezTo>
                    <a:cubicBezTo>
                      <a:pt x="1215750" y="1143743"/>
                      <a:pt x="1215750" y="1182338"/>
                      <a:pt x="1225399" y="1211284"/>
                    </a:cubicBezTo>
                    <a:cubicBezTo>
                      <a:pt x="1196452" y="1211284"/>
                      <a:pt x="1157857" y="1220933"/>
                      <a:pt x="1138560" y="1220933"/>
                    </a:cubicBezTo>
                    <a:cubicBezTo>
                      <a:pt x="685065" y="1095500"/>
                      <a:pt x="366655" y="786741"/>
                      <a:pt x="125434" y="400792"/>
                    </a:cubicBezTo>
                    <a:cubicBezTo>
                      <a:pt x="77190" y="333251"/>
                      <a:pt x="48244" y="256061"/>
                      <a:pt x="0" y="169222"/>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9" name="Freeform: Shape 73"/>
              <p:cNvSpPr/>
              <p:nvPr/>
            </p:nvSpPr>
            <p:spPr>
              <a:xfrm rot="900000">
                <a:off x="9797933" y="6071856"/>
                <a:ext cx="293229" cy="298545"/>
              </a:xfrm>
              <a:custGeom>
                <a:avLst/>
                <a:gdLst>
                  <a:gd name="connsiteX0" fmla="*/ 611818 w 735946"/>
                  <a:gd name="connsiteY0" fmla="*/ 749289 h 749289"/>
                  <a:gd name="connsiteX1" fmla="*/ 457437 w 735946"/>
                  <a:gd name="connsiteY1" fmla="*/ 691397 h 749289"/>
                  <a:gd name="connsiteX2" fmla="*/ 23241 w 735946"/>
                  <a:gd name="connsiteY2" fmla="*/ 247556 h 749289"/>
                  <a:gd name="connsiteX3" fmla="*/ 90782 w 735946"/>
                  <a:gd name="connsiteY3" fmla="*/ 6338 h 749289"/>
                  <a:gd name="connsiteX4" fmla="*/ 196919 w 735946"/>
                  <a:gd name="connsiteY4" fmla="*/ 15987 h 749289"/>
                  <a:gd name="connsiteX5" fmla="*/ 727604 w 735946"/>
                  <a:gd name="connsiteY5" fmla="*/ 604559 h 749289"/>
                  <a:gd name="connsiteX6" fmla="*/ 611818 w 735946"/>
                  <a:gd name="connsiteY6" fmla="*/ 749289 h 74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5946" h="749289">
                    <a:moveTo>
                      <a:pt x="611818" y="749289"/>
                    </a:moveTo>
                    <a:cubicBezTo>
                      <a:pt x="573223" y="739641"/>
                      <a:pt x="515330" y="720343"/>
                      <a:pt x="457437" y="691397"/>
                    </a:cubicBezTo>
                    <a:cubicBezTo>
                      <a:pt x="264461" y="594910"/>
                      <a:pt x="129378" y="440530"/>
                      <a:pt x="23241" y="247556"/>
                    </a:cubicBezTo>
                    <a:cubicBezTo>
                      <a:pt x="-25003" y="160717"/>
                      <a:pt x="3943" y="54581"/>
                      <a:pt x="90782" y="6338"/>
                    </a:cubicBezTo>
                    <a:cubicBezTo>
                      <a:pt x="119729" y="-3311"/>
                      <a:pt x="167973" y="-3311"/>
                      <a:pt x="196919" y="15987"/>
                    </a:cubicBezTo>
                    <a:cubicBezTo>
                      <a:pt x="438140" y="151069"/>
                      <a:pt x="611818" y="353692"/>
                      <a:pt x="727604" y="604559"/>
                    </a:cubicBezTo>
                    <a:cubicBezTo>
                      <a:pt x="756550" y="672100"/>
                      <a:pt x="708306" y="749289"/>
                      <a:pt x="611818" y="749289"/>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0" name="Freeform: Shape 74"/>
              <p:cNvSpPr/>
              <p:nvPr/>
            </p:nvSpPr>
            <p:spPr>
              <a:xfrm rot="900000">
                <a:off x="9985044" y="5926402"/>
                <a:ext cx="291519" cy="279323"/>
              </a:xfrm>
              <a:custGeom>
                <a:avLst/>
                <a:gdLst>
                  <a:gd name="connsiteX0" fmla="*/ 731654 w 731654"/>
                  <a:gd name="connsiteY0" fmla="*/ 701046 h 701045"/>
                  <a:gd name="connsiteX1" fmla="*/ 268511 w 731654"/>
                  <a:gd name="connsiteY1" fmla="*/ 450179 h 701045"/>
                  <a:gd name="connsiteX2" fmla="*/ 7993 w 731654"/>
                  <a:gd name="connsiteY2" fmla="*/ 102825 h 701045"/>
                  <a:gd name="connsiteX3" fmla="*/ 27291 w 731654"/>
                  <a:gd name="connsiteY3" fmla="*/ 6338 h 701045"/>
                  <a:gd name="connsiteX4" fmla="*/ 104481 w 731654"/>
                  <a:gd name="connsiteY4" fmla="*/ 15986 h 701045"/>
                  <a:gd name="connsiteX5" fmla="*/ 413243 w 731654"/>
                  <a:gd name="connsiteY5" fmla="*/ 334394 h 701045"/>
                  <a:gd name="connsiteX6" fmla="*/ 693059 w 731654"/>
                  <a:gd name="connsiteY6" fmla="*/ 643153 h 701045"/>
                  <a:gd name="connsiteX7" fmla="*/ 731654 w 731654"/>
                  <a:gd name="connsiteY7" fmla="*/ 701046 h 701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1654" h="701045">
                    <a:moveTo>
                      <a:pt x="731654" y="701046"/>
                    </a:moveTo>
                    <a:cubicBezTo>
                      <a:pt x="529029" y="691397"/>
                      <a:pt x="384297" y="575612"/>
                      <a:pt x="268511" y="450179"/>
                    </a:cubicBezTo>
                    <a:cubicBezTo>
                      <a:pt x="172023" y="344043"/>
                      <a:pt x="85184" y="228258"/>
                      <a:pt x="7993" y="102825"/>
                    </a:cubicBezTo>
                    <a:cubicBezTo>
                      <a:pt x="-11304" y="83528"/>
                      <a:pt x="7993" y="25635"/>
                      <a:pt x="27291" y="6338"/>
                    </a:cubicBezTo>
                    <a:cubicBezTo>
                      <a:pt x="27291" y="-3311"/>
                      <a:pt x="85184" y="-3311"/>
                      <a:pt x="104481" y="15986"/>
                    </a:cubicBezTo>
                    <a:cubicBezTo>
                      <a:pt x="210618" y="122122"/>
                      <a:pt x="316755" y="228258"/>
                      <a:pt x="413243" y="334394"/>
                    </a:cubicBezTo>
                    <a:cubicBezTo>
                      <a:pt x="509731" y="440530"/>
                      <a:pt x="596571" y="546666"/>
                      <a:pt x="693059" y="643153"/>
                    </a:cubicBezTo>
                    <a:cubicBezTo>
                      <a:pt x="712356" y="652802"/>
                      <a:pt x="722005" y="672100"/>
                      <a:pt x="731654" y="701046"/>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1" name="Freeform: Shape 75"/>
              <p:cNvSpPr/>
              <p:nvPr/>
            </p:nvSpPr>
            <p:spPr>
              <a:xfrm rot="900000">
                <a:off x="9608895" y="6329170"/>
                <a:ext cx="128789" cy="130788"/>
              </a:xfrm>
              <a:custGeom>
                <a:avLst/>
                <a:gdLst>
                  <a:gd name="connsiteX0" fmla="*/ 323235 w 323235"/>
                  <a:gd name="connsiteY0" fmla="*/ 250867 h 328251"/>
                  <a:gd name="connsiteX1" fmla="*/ 217098 w 323235"/>
                  <a:gd name="connsiteY1" fmla="*/ 318408 h 328251"/>
                  <a:gd name="connsiteX2" fmla="*/ 14473 w 323235"/>
                  <a:gd name="connsiteY2" fmla="*/ 164028 h 328251"/>
                  <a:gd name="connsiteX3" fmla="*/ 14473 w 323235"/>
                  <a:gd name="connsiteY3" fmla="*/ 67541 h 328251"/>
                  <a:gd name="connsiteX4" fmla="*/ 110961 w 323235"/>
                  <a:gd name="connsiteY4" fmla="*/ 0 h 328251"/>
                  <a:gd name="connsiteX5" fmla="*/ 323235 w 323235"/>
                  <a:gd name="connsiteY5" fmla="*/ 250867 h 328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3235" h="328251">
                    <a:moveTo>
                      <a:pt x="323235" y="250867"/>
                    </a:moveTo>
                    <a:cubicBezTo>
                      <a:pt x="323235" y="308759"/>
                      <a:pt x="255693" y="347354"/>
                      <a:pt x="217098" y="318408"/>
                    </a:cubicBezTo>
                    <a:cubicBezTo>
                      <a:pt x="149557" y="270164"/>
                      <a:pt x="72366" y="221921"/>
                      <a:pt x="14473" y="164028"/>
                    </a:cubicBezTo>
                    <a:cubicBezTo>
                      <a:pt x="-4824" y="144731"/>
                      <a:pt x="-4824" y="96487"/>
                      <a:pt x="14473" y="67541"/>
                    </a:cubicBezTo>
                    <a:cubicBezTo>
                      <a:pt x="33771" y="38595"/>
                      <a:pt x="82015" y="0"/>
                      <a:pt x="110961" y="0"/>
                    </a:cubicBezTo>
                    <a:cubicBezTo>
                      <a:pt x="168854" y="9649"/>
                      <a:pt x="313586" y="192974"/>
                      <a:pt x="323235" y="250867"/>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grpSp>
        <p:sp>
          <p:nvSpPr>
            <p:cNvPr id="56" name="圆角矩形 55"/>
            <p:cNvSpPr/>
            <p:nvPr/>
          </p:nvSpPr>
          <p:spPr>
            <a:xfrm>
              <a:off x="557" y="685"/>
              <a:ext cx="18087" cy="943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p:cNvGrpSpPr/>
          <p:nvPr/>
        </p:nvGrpSpPr>
        <p:grpSpPr>
          <a:xfrm>
            <a:off x="711835" y="643890"/>
            <a:ext cx="4533265" cy="712470"/>
            <a:chOff x="9628" y="2104"/>
            <a:chExt cx="7139" cy="1122"/>
          </a:xfrm>
        </p:grpSpPr>
        <p:grpSp>
          <p:nvGrpSpPr>
            <p:cNvPr id="26" name="组合 25"/>
            <p:cNvGrpSpPr/>
            <p:nvPr/>
          </p:nvGrpSpPr>
          <p:grpSpPr>
            <a:xfrm>
              <a:off x="9628" y="2104"/>
              <a:ext cx="1123" cy="1123"/>
              <a:chOff x="5384682" y="2168242"/>
              <a:chExt cx="713358" cy="713358"/>
            </a:xfrm>
          </p:grpSpPr>
          <p:sp>
            <p:nvSpPr>
              <p:cNvPr id="33" name="Flowchart: Connector 21"/>
              <p:cNvSpPr/>
              <p:nvPr/>
            </p:nvSpPr>
            <p:spPr>
              <a:xfrm>
                <a:off x="5384682" y="2168242"/>
                <a:ext cx="713358" cy="713358"/>
              </a:xfrm>
              <a:prstGeom prst="flowChartConnector">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bg1"/>
                  </a:solidFill>
                  <a:cs typeface="+mn-ea"/>
                  <a:sym typeface="+mn-lt"/>
                </a:endParaRPr>
              </a:p>
            </p:txBody>
          </p:sp>
          <p:sp>
            <p:nvSpPr>
              <p:cNvPr id="35" name="Shape"/>
              <p:cNvSpPr>
                <a:spLocks noChangeAspect="1"/>
              </p:cNvSpPr>
              <p:nvPr/>
            </p:nvSpPr>
            <p:spPr>
              <a:xfrm>
                <a:off x="5568489" y="2352050"/>
                <a:ext cx="345743" cy="345743"/>
              </a:xfrm>
              <a:custGeom>
                <a:avLst/>
                <a:gdLst>
                  <a:gd name="connsiteX0" fmla="*/ 474017 w 514350"/>
                  <a:gd name="connsiteY0" fmla="*/ 243036 h 514189"/>
                  <a:gd name="connsiteX1" fmla="*/ 474017 w 514350"/>
                  <a:gd name="connsiteY1" fmla="*/ 284209 h 514189"/>
                  <a:gd name="connsiteX2" fmla="*/ 494101 w 514350"/>
                  <a:gd name="connsiteY2" fmla="*/ 304297 h 514189"/>
                  <a:gd name="connsiteX3" fmla="*/ 514185 w 514350"/>
                  <a:gd name="connsiteY3" fmla="*/ 284209 h 514189"/>
                  <a:gd name="connsiteX4" fmla="*/ 514185 w 514350"/>
                  <a:gd name="connsiteY4" fmla="*/ 161727 h 514189"/>
                  <a:gd name="connsiteX5" fmla="*/ 433845 w 514350"/>
                  <a:gd name="connsiteY5" fmla="*/ 81384 h 514189"/>
                  <a:gd name="connsiteX6" fmla="*/ 347404 w 514350"/>
                  <a:gd name="connsiteY6" fmla="*/ 81384 h 514189"/>
                  <a:gd name="connsiteX7" fmla="*/ 347404 w 514350"/>
                  <a:gd name="connsiteY7" fmla="*/ 55198 h 514189"/>
                  <a:gd name="connsiteX8" fmla="*/ 292206 w 514350"/>
                  <a:gd name="connsiteY8" fmla="*/ 0 h 514189"/>
                  <a:gd name="connsiteX9" fmla="*/ 221979 w 514350"/>
                  <a:gd name="connsiteY9" fmla="*/ 0 h 514189"/>
                  <a:gd name="connsiteX10" fmla="*/ 166782 w 514350"/>
                  <a:gd name="connsiteY10" fmla="*/ 55198 h 514189"/>
                  <a:gd name="connsiteX11" fmla="*/ 166782 w 514350"/>
                  <a:gd name="connsiteY11" fmla="*/ 81384 h 514189"/>
                  <a:gd name="connsiteX12" fmla="*/ 80340 w 514350"/>
                  <a:gd name="connsiteY12" fmla="*/ 81384 h 514189"/>
                  <a:gd name="connsiteX13" fmla="*/ 0 w 514350"/>
                  <a:gd name="connsiteY13" fmla="*/ 161723 h 514189"/>
                  <a:gd name="connsiteX14" fmla="*/ 0 w 514350"/>
                  <a:gd name="connsiteY14" fmla="*/ 395718 h 514189"/>
                  <a:gd name="connsiteX15" fmla="*/ 80340 w 514350"/>
                  <a:gd name="connsiteY15" fmla="*/ 476062 h 514189"/>
                  <a:gd name="connsiteX16" fmla="*/ 250064 w 514350"/>
                  <a:gd name="connsiteY16" fmla="*/ 476062 h 514189"/>
                  <a:gd name="connsiteX17" fmla="*/ 270148 w 514350"/>
                  <a:gd name="connsiteY17" fmla="*/ 455974 h 514189"/>
                  <a:gd name="connsiteX18" fmla="*/ 250064 w 514350"/>
                  <a:gd name="connsiteY18" fmla="*/ 435890 h 514189"/>
                  <a:gd name="connsiteX19" fmla="*/ 80340 w 514350"/>
                  <a:gd name="connsiteY19" fmla="*/ 435890 h 514189"/>
                  <a:gd name="connsiteX20" fmla="*/ 40172 w 514350"/>
                  <a:gd name="connsiteY20" fmla="*/ 395718 h 514189"/>
                  <a:gd name="connsiteX21" fmla="*/ 40172 w 514350"/>
                  <a:gd name="connsiteY21" fmla="*/ 243036 h 514189"/>
                  <a:gd name="connsiteX22" fmla="*/ 238013 w 514350"/>
                  <a:gd name="connsiteY22" fmla="*/ 243036 h 514189"/>
                  <a:gd name="connsiteX23" fmla="*/ 238013 w 514350"/>
                  <a:gd name="connsiteY23" fmla="*/ 273201 h 514189"/>
                  <a:gd name="connsiteX24" fmla="*/ 258097 w 514350"/>
                  <a:gd name="connsiteY24" fmla="*/ 293285 h 514189"/>
                  <a:gd name="connsiteX25" fmla="*/ 278181 w 514350"/>
                  <a:gd name="connsiteY25" fmla="*/ 273201 h 514189"/>
                  <a:gd name="connsiteX26" fmla="*/ 278181 w 514350"/>
                  <a:gd name="connsiteY26" fmla="*/ 243036 h 514189"/>
                  <a:gd name="connsiteX27" fmla="*/ 206953 w 514350"/>
                  <a:gd name="connsiteY27" fmla="*/ 55198 h 514189"/>
                  <a:gd name="connsiteX28" fmla="*/ 221979 w 514350"/>
                  <a:gd name="connsiteY28" fmla="*/ 40172 h 514189"/>
                  <a:gd name="connsiteX29" fmla="*/ 292206 w 514350"/>
                  <a:gd name="connsiteY29" fmla="*/ 40172 h 514189"/>
                  <a:gd name="connsiteX30" fmla="*/ 307232 w 514350"/>
                  <a:gd name="connsiteY30" fmla="*/ 55198 h 514189"/>
                  <a:gd name="connsiteX31" fmla="*/ 307232 w 514350"/>
                  <a:gd name="connsiteY31" fmla="*/ 81384 h 514189"/>
                  <a:gd name="connsiteX32" fmla="*/ 206953 w 514350"/>
                  <a:gd name="connsiteY32" fmla="*/ 81384 h 514189"/>
                  <a:gd name="connsiteX33" fmla="*/ 40172 w 514350"/>
                  <a:gd name="connsiteY33" fmla="*/ 161727 h 514189"/>
                  <a:gd name="connsiteX34" fmla="*/ 80340 w 514350"/>
                  <a:gd name="connsiteY34" fmla="*/ 121555 h 514189"/>
                  <a:gd name="connsiteX35" fmla="*/ 433845 w 514350"/>
                  <a:gd name="connsiteY35" fmla="*/ 121555 h 514189"/>
                  <a:gd name="connsiteX36" fmla="*/ 474017 w 514350"/>
                  <a:gd name="connsiteY36" fmla="*/ 161727 h 514189"/>
                  <a:gd name="connsiteX37" fmla="*/ 474017 w 514350"/>
                  <a:gd name="connsiteY37" fmla="*/ 202864 h 514189"/>
                  <a:gd name="connsiteX38" fmla="*/ 40172 w 514350"/>
                  <a:gd name="connsiteY38" fmla="*/ 202864 h 514189"/>
                  <a:gd name="connsiteX39" fmla="*/ 508468 w 514350"/>
                  <a:gd name="connsiteY39" fmla="*/ 479900 h 514189"/>
                  <a:gd name="connsiteX40" fmla="*/ 462198 w 514350"/>
                  <a:gd name="connsiteY40" fmla="*/ 433630 h 514189"/>
                  <a:gd name="connsiteX41" fmla="*/ 476023 w 514350"/>
                  <a:gd name="connsiteY41" fmla="*/ 385641 h 514189"/>
                  <a:gd name="connsiteX42" fmla="*/ 385641 w 514350"/>
                  <a:gd name="connsiteY42" fmla="*/ 295255 h 514189"/>
                  <a:gd name="connsiteX43" fmla="*/ 295255 w 514350"/>
                  <a:gd name="connsiteY43" fmla="*/ 385641 h 514189"/>
                  <a:gd name="connsiteX44" fmla="*/ 385641 w 514350"/>
                  <a:gd name="connsiteY44" fmla="*/ 476026 h 514189"/>
                  <a:gd name="connsiteX45" fmla="*/ 433830 w 514350"/>
                  <a:gd name="connsiteY45" fmla="*/ 462072 h 514189"/>
                  <a:gd name="connsiteX46" fmla="*/ 480061 w 514350"/>
                  <a:gd name="connsiteY46" fmla="*/ 508303 h 514189"/>
                  <a:gd name="connsiteX47" fmla="*/ 494266 w 514350"/>
                  <a:gd name="connsiteY47" fmla="*/ 514189 h 514189"/>
                  <a:gd name="connsiteX48" fmla="*/ 508468 w 514350"/>
                  <a:gd name="connsiteY48" fmla="*/ 508303 h 514189"/>
                  <a:gd name="connsiteX49" fmla="*/ 508468 w 514350"/>
                  <a:gd name="connsiteY49" fmla="*/ 479900 h 514189"/>
                  <a:gd name="connsiteX50" fmla="*/ 335427 w 514350"/>
                  <a:gd name="connsiteY50" fmla="*/ 385641 h 514189"/>
                  <a:gd name="connsiteX51" fmla="*/ 385641 w 514350"/>
                  <a:gd name="connsiteY51" fmla="*/ 335427 h 514189"/>
                  <a:gd name="connsiteX52" fmla="*/ 435855 w 514350"/>
                  <a:gd name="connsiteY52" fmla="*/ 385641 h 514189"/>
                  <a:gd name="connsiteX53" fmla="*/ 385641 w 514350"/>
                  <a:gd name="connsiteY53" fmla="*/ 435855 h 514189"/>
                  <a:gd name="connsiteX54" fmla="*/ 335427 w 514350"/>
                  <a:gd name="connsiteY54" fmla="*/ 385641 h 51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14350" h="514189">
                    <a:moveTo>
                      <a:pt x="474017" y="243036"/>
                    </a:moveTo>
                    <a:lnTo>
                      <a:pt x="474017" y="284209"/>
                    </a:lnTo>
                    <a:cubicBezTo>
                      <a:pt x="474017" y="295302"/>
                      <a:pt x="483008" y="304297"/>
                      <a:pt x="494101" y="304297"/>
                    </a:cubicBezTo>
                    <a:cubicBezTo>
                      <a:pt x="505195" y="304297"/>
                      <a:pt x="514185" y="295302"/>
                      <a:pt x="514185" y="284209"/>
                    </a:cubicBezTo>
                    <a:lnTo>
                      <a:pt x="514185" y="161727"/>
                    </a:lnTo>
                    <a:cubicBezTo>
                      <a:pt x="514185" y="117427"/>
                      <a:pt x="478146" y="81384"/>
                      <a:pt x="433845" y="81384"/>
                    </a:cubicBezTo>
                    <a:lnTo>
                      <a:pt x="347404" y="81384"/>
                    </a:lnTo>
                    <a:lnTo>
                      <a:pt x="347404" y="55198"/>
                    </a:lnTo>
                    <a:cubicBezTo>
                      <a:pt x="347404" y="24762"/>
                      <a:pt x="322642" y="0"/>
                      <a:pt x="292206" y="0"/>
                    </a:cubicBezTo>
                    <a:lnTo>
                      <a:pt x="221979" y="0"/>
                    </a:lnTo>
                    <a:cubicBezTo>
                      <a:pt x="191543" y="0"/>
                      <a:pt x="166782" y="24762"/>
                      <a:pt x="166782" y="55198"/>
                    </a:cubicBezTo>
                    <a:lnTo>
                      <a:pt x="166782" y="81384"/>
                    </a:lnTo>
                    <a:lnTo>
                      <a:pt x="80340" y="81384"/>
                    </a:lnTo>
                    <a:cubicBezTo>
                      <a:pt x="36040" y="81384"/>
                      <a:pt x="0" y="117423"/>
                      <a:pt x="0" y="161723"/>
                    </a:cubicBezTo>
                    <a:lnTo>
                      <a:pt x="0" y="395718"/>
                    </a:lnTo>
                    <a:cubicBezTo>
                      <a:pt x="0" y="440018"/>
                      <a:pt x="36040" y="476062"/>
                      <a:pt x="80340" y="476062"/>
                    </a:cubicBezTo>
                    <a:lnTo>
                      <a:pt x="250064" y="476062"/>
                    </a:lnTo>
                    <a:cubicBezTo>
                      <a:pt x="261158" y="476062"/>
                      <a:pt x="270148" y="467068"/>
                      <a:pt x="270148" y="455974"/>
                    </a:cubicBezTo>
                    <a:cubicBezTo>
                      <a:pt x="270148" y="444884"/>
                      <a:pt x="261158" y="435890"/>
                      <a:pt x="250064" y="435890"/>
                    </a:cubicBezTo>
                    <a:lnTo>
                      <a:pt x="80340" y="435890"/>
                    </a:lnTo>
                    <a:cubicBezTo>
                      <a:pt x="58192" y="435890"/>
                      <a:pt x="40172" y="417870"/>
                      <a:pt x="40172" y="395718"/>
                    </a:cubicBezTo>
                    <a:lnTo>
                      <a:pt x="40172" y="243036"/>
                    </a:lnTo>
                    <a:lnTo>
                      <a:pt x="238013" y="243036"/>
                    </a:lnTo>
                    <a:lnTo>
                      <a:pt x="238013" y="273201"/>
                    </a:lnTo>
                    <a:cubicBezTo>
                      <a:pt x="238013" y="284291"/>
                      <a:pt x="247004" y="293285"/>
                      <a:pt x="258097" y="293285"/>
                    </a:cubicBezTo>
                    <a:cubicBezTo>
                      <a:pt x="269191" y="293285"/>
                      <a:pt x="278181" y="284291"/>
                      <a:pt x="278181" y="273201"/>
                    </a:cubicBezTo>
                    <a:lnTo>
                      <a:pt x="278181" y="243036"/>
                    </a:lnTo>
                    <a:close/>
                    <a:moveTo>
                      <a:pt x="206953" y="55198"/>
                    </a:moveTo>
                    <a:cubicBezTo>
                      <a:pt x="206953" y="46914"/>
                      <a:pt x="213695" y="40172"/>
                      <a:pt x="221979" y="40172"/>
                    </a:cubicBezTo>
                    <a:lnTo>
                      <a:pt x="292206" y="40172"/>
                    </a:lnTo>
                    <a:cubicBezTo>
                      <a:pt x="300490" y="40172"/>
                      <a:pt x="307232" y="46910"/>
                      <a:pt x="307232" y="55198"/>
                    </a:cubicBezTo>
                    <a:lnTo>
                      <a:pt x="307232" y="81384"/>
                    </a:lnTo>
                    <a:lnTo>
                      <a:pt x="206953" y="81384"/>
                    </a:lnTo>
                    <a:close/>
                    <a:moveTo>
                      <a:pt x="40172" y="161727"/>
                    </a:moveTo>
                    <a:cubicBezTo>
                      <a:pt x="40172" y="139575"/>
                      <a:pt x="58192" y="121555"/>
                      <a:pt x="80340" y="121555"/>
                    </a:cubicBezTo>
                    <a:lnTo>
                      <a:pt x="433845" y="121555"/>
                    </a:lnTo>
                    <a:cubicBezTo>
                      <a:pt x="455994" y="121555"/>
                      <a:pt x="474017" y="139575"/>
                      <a:pt x="474017" y="161727"/>
                    </a:cubicBezTo>
                    <a:lnTo>
                      <a:pt x="474017" y="202864"/>
                    </a:lnTo>
                    <a:lnTo>
                      <a:pt x="40172" y="202864"/>
                    </a:lnTo>
                    <a:close/>
                    <a:moveTo>
                      <a:pt x="508468" y="479900"/>
                    </a:moveTo>
                    <a:lnTo>
                      <a:pt x="462198" y="433630"/>
                    </a:lnTo>
                    <a:cubicBezTo>
                      <a:pt x="470953" y="419715"/>
                      <a:pt x="476023" y="403260"/>
                      <a:pt x="476023" y="385641"/>
                    </a:cubicBezTo>
                    <a:cubicBezTo>
                      <a:pt x="476023" y="335804"/>
                      <a:pt x="435478" y="295255"/>
                      <a:pt x="385641" y="295255"/>
                    </a:cubicBezTo>
                    <a:cubicBezTo>
                      <a:pt x="335804" y="295255"/>
                      <a:pt x="295255" y="335804"/>
                      <a:pt x="295255" y="385641"/>
                    </a:cubicBezTo>
                    <a:cubicBezTo>
                      <a:pt x="295255" y="435478"/>
                      <a:pt x="335804" y="476026"/>
                      <a:pt x="385641" y="476026"/>
                    </a:cubicBezTo>
                    <a:cubicBezTo>
                      <a:pt x="403343" y="476026"/>
                      <a:pt x="419871" y="470905"/>
                      <a:pt x="433830" y="462072"/>
                    </a:cubicBezTo>
                    <a:lnTo>
                      <a:pt x="480061" y="508303"/>
                    </a:lnTo>
                    <a:cubicBezTo>
                      <a:pt x="483985" y="512227"/>
                      <a:pt x="489125" y="514189"/>
                      <a:pt x="494266" y="514189"/>
                    </a:cubicBezTo>
                    <a:cubicBezTo>
                      <a:pt x="499407" y="514189"/>
                      <a:pt x="504543" y="512227"/>
                      <a:pt x="508468" y="508303"/>
                    </a:cubicBezTo>
                    <a:cubicBezTo>
                      <a:pt x="516312" y="500458"/>
                      <a:pt x="516312" y="487744"/>
                      <a:pt x="508468" y="479900"/>
                    </a:cubicBezTo>
                    <a:close/>
                    <a:moveTo>
                      <a:pt x="335427" y="385641"/>
                    </a:moveTo>
                    <a:cubicBezTo>
                      <a:pt x="335427" y="357952"/>
                      <a:pt x="357952" y="335427"/>
                      <a:pt x="385641" y="335427"/>
                    </a:cubicBezTo>
                    <a:cubicBezTo>
                      <a:pt x="413326" y="335427"/>
                      <a:pt x="435855" y="357952"/>
                      <a:pt x="435855" y="385641"/>
                    </a:cubicBezTo>
                    <a:cubicBezTo>
                      <a:pt x="435855" y="413330"/>
                      <a:pt x="413326" y="435855"/>
                      <a:pt x="385641" y="435855"/>
                    </a:cubicBezTo>
                    <a:cubicBezTo>
                      <a:pt x="357952" y="435855"/>
                      <a:pt x="335427" y="413326"/>
                      <a:pt x="335427" y="385641"/>
                    </a:cubicBezTo>
                    <a:close/>
                  </a:path>
                </a:pathLst>
              </a:custGeom>
              <a:solidFill>
                <a:schemeClr val="bg1"/>
              </a:solidFill>
              <a:ln w="1005" cap="flat">
                <a:noFill/>
                <a:prstDash val="solid"/>
                <a:miter/>
              </a:ln>
            </p:spPr>
            <p:txBody>
              <a:bodyPr rtlCol="0" anchor="ctr"/>
              <a:lstStyle/>
              <a:p>
                <a:endParaRPr lang="en-US">
                  <a:cs typeface="+mn-ea"/>
                  <a:sym typeface="+mn-lt"/>
                </a:endParaRPr>
              </a:p>
            </p:txBody>
          </p:sp>
        </p:grpSp>
        <p:grpSp>
          <p:nvGrpSpPr>
            <p:cNvPr id="36" name="组合 35"/>
            <p:cNvGrpSpPr/>
            <p:nvPr/>
          </p:nvGrpSpPr>
          <p:grpSpPr>
            <a:xfrm>
              <a:off x="10835" y="2104"/>
              <a:ext cx="5932" cy="1065"/>
              <a:chOff x="11126" y="1970"/>
              <a:chExt cx="5932" cy="1065"/>
            </a:xfrm>
          </p:grpSpPr>
          <p:sp>
            <p:nvSpPr>
              <p:cNvPr id="37" name="圆角矩形 36"/>
              <p:cNvSpPr/>
              <p:nvPr/>
            </p:nvSpPr>
            <p:spPr>
              <a:xfrm>
                <a:off x="11126" y="1970"/>
                <a:ext cx="2570" cy="866"/>
              </a:xfrm>
              <a:prstGeom prst="roundRect">
                <a:avLst>
                  <a:gd name="adj" fmla="val 0"/>
                </a:avLst>
              </a:prstGeom>
              <a:noFill/>
              <a:ln>
                <a:no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rPr>
                  <a:t>年度重点工作</a:t>
                </a:r>
              </a:p>
            </p:txBody>
          </p:sp>
          <p:sp>
            <p:nvSpPr>
              <p:cNvPr id="38" name="文本框 37"/>
              <p:cNvSpPr txBox="1"/>
              <p:nvPr/>
            </p:nvSpPr>
            <p:spPr>
              <a:xfrm>
                <a:off x="11126" y="2601"/>
                <a:ext cx="5932" cy="434"/>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noProof="0" dirty="0">
                    <a:ln>
                      <a:noFill/>
                    </a:ln>
                    <a:solidFill>
                      <a:schemeClr val="tx1"/>
                    </a:solidFill>
                    <a:effectLst/>
                    <a:uLnTx/>
                    <a:uFillTx/>
                    <a:latin typeface="思源黑体 Light" panose="020B0300000000000000" charset="-122"/>
                    <a:ea typeface="思源黑体 Light" panose="020B0300000000000000" charset="-122"/>
                    <a:sym typeface="+mn-ea"/>
                  </a:rPr>
                  <a:t>Click here to change your need text or word</a:t>
                </a:r>
              </a:p>
            </p:txBody>
          </p:sp>
        </p:grpSp>
      </p:grpSp>
      <p:grpSp>
        <p:nvGrpSpPr>
          <p:cNvPr id="40" name="组合 39"/>
          <p:cNvGrpSpPr/>
          <p:nvPr/>
        </p:nvGrpSpPr>
        <p:grpSpPr>
          <a:xfrm>
            <a:off x="1629501" y="3369552"/>
            <a:ext cx="8737220" cy="990361"/>
            <a:chOff x="1543009" y="3056820"/>
            <a:chExt cx="8737220" cy="990361"/>
          </a:xfrm>
        </p:grpSpPr>
        <p:sp>
          <p:nvSpPr>
            <p:cNvPr id="41" name="Google Shape;1131;p43"/>
            <p:cNvSpPr/>
            <p:nvPr/>
          </p:nvSpPr>
          <p:spPr>
            <a:xfrm rot="2217791">
              <a:off x="1543009" y="3347638"/>
              <a:ext cx="823300" cy="699543"/>
            </a:xfrm>
            <a:custGeom>
              <a:avLst/>
              <a:gdLst/>
              <a:ahLst/>
              <a:cxnLst/>
              <a:rect l="l" t="t" r="r" b="b"/>
              <a:pathLst>
                <a:path w="287264" h="169365" extrusionOk="0">
                  <a:moveTo>
                    <a:pt x="81727" y="1"/>
                  </a:moveTo>
                  <a:cubicBezTo>
                    <a:pt x="75653" y="1"/>
                    <a:pt x="69583" y="573"/>
                    <a:pt x="63516" y="1927"/>
                  </a:cubicBezTo>
                  <a:cubicBezTo>
                    <a:pt x="58453" y="2979"/>
                    <a:pt x="53587" y="4820"/>
                    <a:pt x="49051" y="7318"/>
                  </a:cubicBezTo>
                  <a:cubicBezTo>
                    <a:pt x="42410" y="11132"/>
                    <a:pt x="37018" y="16852"/>
                    <a:pt x="32613" y="23098"/>
                  </a:cubicBezTo>
                  <a:cubicBezTo>
                    <a:pt x="26038" y="32435"/>
                    <a:pt x="21436" y="43021"/>
                    <a:pt x="17096" y="53606"/>
                  </a:cubicBezTo>
                  <a:cubicBezTo>
                    <a:pt x="8286" y="74909"/>
                    <a:pt x="1" y="97593"/>
                    <a:pt x="2960" y="120474"/>
                  </a:cubicBezTo>
                  <a:cubicBezTo>
                    <a:pt x="5853" y="143355"/>
                    <a:pt x="28800" y="158280"/>
                    <a:pt x="49971" y="167486"/>
                  </a:cubicBezTo>
                  <a:cubicBezTo>
                    <a:pt x="52995" y="168795"/>
                    <a:pt x="56158" y="169364"/>
                    <a:pt x="59363" y="169364"/>
                  </a:cubicBezTo>
                  <a:cubicBezTo>
                    <a:pt x="67585" y="169364"/>
                    <a:pt x="76078" y="165613"/>
                    <a:pt x="83175" y="160976"/>
                  </a:cubicBezTo>
                  <a:cubicBezTo>
                    <a:pt x="110132" y="143224"/>
                    <a:pt x="127951" y="112716"/>
                    <a:pt x="157341" y="99434"/>
                  </a:cubicBezTo>
                  <a:cubicBezTo>
                    <a:pt x="180156" y="89177"/>
                    <a:pt x="206325" y="90887"/>
                    <a:pt x="230915" y="86416"/>
                  </a:cubicBezTo>
                  <a:cubicBezTo>
                    <a:pt x="255506" y="81945"/>
                    <a:pt x="282069" y="66954"/>
                    <a:pt x="285028" y="42100"/>
                  </a:cubicBezTo>
                  <a:cubicBezTo>
                    <a:pt x="287263" y="23427"/>
                    <a:pt x="258793" y="11658"/>
                    <a:pt x="239989" y="11263"/>
                  </a:cubicBezTo>
                  <a:cubicBezTo>
                    <a:pt x="239370" y="11250"/>
                    <a:pt x="238751" y="11244"/>
                    <a:pt x="238132" y="11244"/>
                  </a:cubicBezTo>
                  <a:cubicBezTo>
                    <a:pt x="219967" y="11244"/>
                    <a:pt x="202089" y="16668"/>
                    <a:pt x="183904" y="17049"/>
                  </a:cubicBezTo>
                  <a:cubicBezTo>
                    <a:pt x="183315" y="17060"/>
                    <a:pt x="182726" y="17065"/>
                    <a:pt x="182137" y="17065"/>
                  </a:cubicBezTo>
                  <a:cubicBezTo>
                    <a:pt x="148201" y="17065"/>
                    <a:pt x="114896" y="1"/>
                    <a:pt x="81727" y="1"/>
                  </a:cubicBezTo>
                  <a:close/>
                </a:path>
              </a:pathLst>
            </a:custGeom>
            <a:solidFill>
              <a:srgbClr val="26211B"/>
            </a:solidFill>
            <a:ln>
              <a:noFill/>
            </a:ln>
          </p:spPr>
          <p:txBody>
            <a:bodyPr spcFirstLastPara="1" wrap="square" lIns="121900" tIns="121900" rIns="121900" bIns="121900" anchor="ctr" anchorCtr="0">
              <a:noAutofit/>
            </a:bodyPr>
            <a:lstStyle/>
            <a:p>
              <a:pPr defTabSz="1219200">
                <a:lnSpc>
                  <a:spcPct val="110000"/>
                </a:lnSpc>
                <a:buClr>
                  <a:srgbClr val="000000"/>
                </a:buClr>
              </a:pPr>
              <a:endParaRPr sz="1600" kern="0">
                <a:solidFill>
                  <a:schemeClr val="tx1"/>
                </a:solidFill>
                <a:latin typeface="思源黑体 CN Medium" panose="020B0600000000000000" charset="-122"/>
                <a:ea typeface="思源黑体 CN Medium" panose="020B0600000000000000" charset="-122"/>
                <a:cs typeface="+mn-ea"/>
                <a:sym typeface="+mn-lt"/>
              </a:endParaRPr>
            </a:p>
          </p:txBody>
        </p:sp>
        <p:sp>
          <p:nvSpPr>
            <p:cNvPr id="5" name="Google Shape;1132;p43"/>
            <p:cNvSpPr/>
            <p:nvPr/>
          </p:nvSpPr>
          <p:spPr>
            <a:xfrm rot="2217791">
              <a:off x="3521489" y="3088149"/>
              <a:ext cx="823300" cy="699543"/>
            </a:xfrm>
            <a:custGeom>
              <a:avLst/>
              <a:gdLst/>
              <a:ahLst/>
              <a:cxnLst/>
              <a:rect l="l" t="t" r="r" b="b"/>
              <a:pathLst>
                <a:path w="287264" h="169365" extrusionOk="0">
                  <a:moveTo>
                    <a:pt x="81727" y="1"/>
                  </a:moveTo>
                  <a:cubicBezTo>
                    <a:pt x="75653" y="1"/>
                    <a:pt x="69583" y="573"/>
                    <a:pt x="63516" y="1927"/>
                  </a:cubicBezTo>
                  <a:cubicBezTo>
                    <a:pt x="58453" y="2979"/>
                    <a:pt x="53587" y="4820"/>
                    <a:pt x="49051" y="7318"/>
                  </a:cubicBezTo>
                  <a:cubicBezTo>
                    <a:pt x="42410" y="11132"/>
                    <a:pt x="37018" y="16852"/>
                    <a:pt x="32613" y="23098"/>
                  </a:cubicBezTo>
                  <a:cubicBezTo>
                    <a:pt x="26038" y="32435"/>
                    <a:pt x="21436" y="43021"/>
                    <a:pt x="17096" y="53606"/>
                  </a:cubicBezTo>
                  <a:cubicBezTo>
                    <a:pt x="8286" y="74909"/>
                    <a:pt x="1" y="97593"/>
                    <a:pt x="2960" y="120474"/>
                  </a:cubicBezTo>
                  <a:cubicBezTo>
                    <a:pt x="5853" y="143355"/>
                    <a:pt x="28800" y="158280"/>
                    <a:pt x="49971" y="167486"/>
                  </a:cubicBezTo>
                  <a:cubicBezTo>
                    <a:pt x="52995" y="168795"/>
                    <a:pt x="56158" y="169364"/>
                    <a:pt x="59363" y="169364"/>
                  </a:cubicBezTo>
                  <a:cubicBezTo>
                    <a:pt x="67585" y="169364"/>
                    <a:pt x="76078" y="165613"/>
                    <a:pt x="83175" y="160976"/>
                  </a:cubicBezTo>
                  <a:cubicBezTo>
                    <a:pt x="110132" y="143224"/>
                    <a:pt x="127951" y="112716"/>
                    <a:pt x="157341" y="99434"/>
                  </a:cubicBezTo>
                  <a:cubicBezTo>
                    <a:pt x="180156" y="89177"/>
                    <a:pt x="206325" y="90887"/>
                    <a:pt x="230915" y="86416"/>
                  </a:cubicBezTo>
                  <a:cubicBezTo>
                    <a:pt x="255506" y="81945"/>
                    <a:pt x="282069" y="66954"/>
                    <a:pt x="285028" y="42100"/>
                  </a:cubicBezTo>
                  <a:cubicBezTo>
                    <a:pt x="287263" y="23427"/>
                    <a:pt x="258793" y="11658"/>
                    <a:pt x="239989" y="11263"/>
                  </a:cubicBezTo>
                  <a:cubicBezTo>
                    <a:pt x="239370" y="11250"/>
                    <a:pt x="238751" y="11244"/>
                    <a:pt x="238132" y="11244"/>
                  </a:cubicBezTo>
                  <a:cubicBezTo>
                    <a:pt x="219967" y="11244"/>
                    <a:pt x="202089" y="16668"/>
                    <a:pt x="183904" y="17049"/>
                  </a:cubicBezTo>
                  <a:cubicBezTo>
                    <a:pt x="183315" y="17060"/>
                    <a:pt x="182726" y="17065"/>
                    <a:pt x="182137" y="17065"/>
                  </a:cubicBezTo>
                  <a:cubicBezTo>
                    <a:pt x="148201" y="17065"/>
                    <a:pt x="114896" y="1"/>
                    <a:pt x="81727" y="1"/>
                  </a:cubicBezTo>
                  <a:close/>
                </a:path>
              </a:pathLst>
            </a:custGeom>
            <a:solidFill>
              <a:srgbClr val="FEB51B"/>
            </a:solidFill>
            <a:ln>
              <a:noFill/>
            </a:ln>
          </p:spPr>
          <p:txBody>
            <a:bodyPr spcFirstLastPara="1" wrap="square" lIns="121900" tIns="121900" rIns="121900" bIns="121900" anchor="ctr" anchorCtr="0">
              <a:noAutofit/>
            </a:bodyPr>
            <a:lstStyle/>
            <a:p>
              <a:pPr defTabSz="1219200">
                <a:lnSpc>
                  <a:spcPct val="110000"/>
                </a:lnSpc>
                <a:buClr>
                  <a:srgbClr val="000000"/>
                </a:buClr>
              </a:pPr>
              <a:endParaRPr sz="1600" kern="0">
                <a:solidFill>
                  <a:schemeClr val="tx1"/>
                </a:solidFill>
                <a:latin typeface="思源黑体 CN Medium" panose="020B0600000000000000" charset="-122"/>
                <a:ea typeface="思源黑体 CN Medium" panose="020B0600000000000000" charset="-122"/>
                <a:cs typeface="+mn-ea"/>
                <a:sym typeface="+mn-lt"/>
              </a:endParaRPr>
            </a:p>
          </p:txBody>
        </p:sp>
        <p:sp>
          <p:nvSpPr>
            <p:cNvPr id="43" name="Google Shape;1133;p43"/>
            <p:cNvSpPr/>
            <p:nvPr/>
          </p:nvSpPr>
          <p:spPr>
            <a:xfrm rot="2217791">
              <a:off x="5499969" y="3347638"/>
              <a:ext cx="823300" cy="699543"/>
            </a:xfrm>
            <a:custGeom>
              <a:avLst/>
              <a:gdLst/>
              <a:ahLst/>
              <a:cxnLst/>
              <a:rect l="l" t="t" r="r" b="b"/>
              <a:pathLst>
                <a:path w="287264" h="169365" extrusionOk="0">
                  <a:moveTo>
                    <a:pt x="81727" y="1"/>
                  </a:moveTo>
                  <a:cubicBezTo>
                    <a:pt x="75653" y="1"/>
                    <a:pt x="69583" y="573"/>
                    <a:pt x="63516" y="1927"/>
                  </a:cubicBezTo>
                  <a:cubicBezTo>
                    <a:pt x="58453" y="2979"/>
                    <a:pt x="53587" y="4820"/>
                    <a:pt x="49051" y="7318"/>
                  </a:cubicBezTo>
                  <a:cubicBezTo>
                    <a:pt x="42410" y="11132"/>
                    <a:pt x="37018" y="16852"/>
                    <a:pt x="32613" y="23098"/>
                  </a:cubicBezTo>
                  <a:cubicBezTo>
                    <a:pt x="26038" y="32435"/>
                    <a:pt x="21436" y="43021"/>
                    <a:pt x="17096" y="53606"/>
                  </a:cubicBezTo>
                  <a:cubicBezTo>
                    <a:pt x="8286" y="74909"/>
                    <a:pt x="1" y="97593"/>
                    <a:pt x="2960" y="120474"/>
                  </a:cubicBezTo>
                  <a:cubicBezTo>
                    <a:pt x="5853" y="143355"/>
                    <a:pt x="28800" y="158280"/>
                    <a:pt x="49971" y="167486"/>
                  </a:cubicBezTo>
                  <a:cubicBezTo>
                    <a:pt x="52995" y="168795"/>
                    <a:pt x="56158" y="169364"/>
                    <a:pt x="59363" y="169364"/>
                  </a:cubicBezTo>
                  <a:cubicBezTo>
                    <a:pt x="67585" y="169364"/>
                    <a:pt x="76078" y="165613"/>
                    <a:pt x="83175" y="160976"/>
                  </a:cubicBezTo>
                  <a:cubicBezTo>
                    <a:pt x="110132" y="143224"/>
                    <a:pt x="127951" y="112716"/>
                    <a:pt x="157341" y="99434"/>
                  </a:cubicBezTo>
                  <a:cubicBezTo>
                    <a:pt x="180156" y="89177"/>
                    <a:pt x="206325" y="90887"/>
                    <a:pt x="230915" y="86416"/>
                  </a:cubicBezTo>
                  <a:cubicBezTo>
                    <a:pt x="255506" y="81945"/>
                    <a:pt x="282069" y="66954"/>
                    <a:pt x="285028" y="42100"/>
                  </a:cubicBezTo>
                  <a:cubicBezTo>
                    <a:pt x="287263" y="23427"/>
                    <a:pt x="258793" y="11658"/>
                    <a:pt x="239989" y="11263"/>
                  </a:cubicBezTo>
                  <a:cubicBezTo>
                    <a:pt x="239370" y="11250"/>
                    <a:pt x="238751" y="11244"/>
                    <a:pt x="238132" y="11244"/>
                  </a:cubicBezTo>
                  <a:cubicBezTo>
                    <a:pt x="219967" y="11244"/>
                    <a:pt x="202089" y="16668"/>
                    <a:pt x="183904" y="17049"/>
                  </a:cubicBezTo>
                  <a:cubicBezTo>
                    <a:pt x="183315" y="17060"/>
                    <a:pt x="182726" y="17065"/>
                    <a:pt x="182137" y="17065"/>
                  </a:cubicBezTo>
                  <a:cubicBezTo>
                    <a:pt x="148201" y="17065"/>
                    <a:pt x="114896" y="1"/>
                    <a:pt x="81727" y="1"/>
                  </a:cubicBezTo>
                  <a:close/>
                </a:path>
              </a:pathLst>
            </a:custGeom>
            <a:solidFill>
              <a:srgbClr val="26211B"/>
            </a:solidFill>
            <a:ln>
              <a:noFill/>
            </a:ln>
          </p:spPr>
          <p:txBody>
            <a:bodyPr spcFirstLastPara="1" wrap="square" lIns="121900" tIns="121900" rIns="121900" bIns="121900" anchor="ctr" anchorCtr="0">
              <a:noAutofit/>
            </a:bodyPr>
            <a:lstStyle/>
            <a:p>
              <a:pPr defTabSz="1219200">
                <a:lnSpc>
                  <a:spcPct val="110000"/>
                </a:lnSpc>
                <a:buClr>
                  <a:srgbClr val="000000"/>
                </a:buClr>
              </a:pPr>
              <a:endParaRPr sz="1600" kern="0">
                <a:solidFill>
                  <a:schemeClr val="tx1"/>
                </a:solidFill>
                <a:latin typeface="思源黑体 CN Medium" panose="020B0600000000000000" charset="-122"/>
                <a:ea typeface="思源黑体 CN Medium" panose="020B0600000000000000" charset="-122"/>
                <a:cs typeface="+mn-ea"/>
                <a:sym typeface="+mn-lt"/>
              </a:endParaRPr>
            </a:p>
          </p:txBody>
        </p:sp>
        <p:sp>
          <p:nvSpPr>
            <p:cNvPr id="44" name="Google Shape;1134;p43"/>
            <p:cNvSpPr/>
            <p:nvPr/>
          </p:nvSpPr>
          <p:spPr>
            <a:xfrm rot="2217791">
              <a:off x="7478449" y="3088149"/>
              <a:ext cx="823300" cy="699543"/>
            </a:xfrm>
            <a:custGeom>
              <a:avLst/>
              <a:gdLst/>
              <a:ahLst/>
              <a:cxnLst/>
              <a:rect l="l" t="t" r="r" b="b"/>
              <a:pathLst>
                <a:path w="287264" h="169365" extrusionOk="0">
                  <a:moveTo>
                    <a:pt x="81727" y="1"/>
                  </a:moveTo>
                  <a:cubicBezTo>
                    <a:pt x="75653" y="1"/>
                    <a:pt x="69583" y="573"/>
                    <a:pt x="63516" y="1927"/>
                  </a:cubicBezTo>
                  <a:cubicBezTo>
                    <a:pt x="58453" y="2979"/>
                    <a:pt x="53587" y="4820"/>
                    <a:pt x="49051" y="7318"/>
                  </a:cubicBezTo>
                  <a:cubicBezTo>
                    <a:pt x="42410" y="11132"/>
                    <a:pt x="37018" y="16852"/>
                    <a:pt x="32613" y="23098"/>
                  </a:cubicBezTo>
                  <a:cubicBezTo>
                    <a:pt x="26038" y="32435"/>
                    <a:pt x="21436" y="43021"/>
                    <a:pt x="17096" y="53606"/>
                  </a:cubicBezTo>
                  <a:cubicBezTo>
                    <a:pt x="8286" y="74909"/>
                    <a:pt x="1" y="97593"/>
                    <a:pt x="2960" y="120474"/>
                  </a:cubicBezTo>
                  <a:cubicBezTo>
                    <a:pt x="5853" y="143355"/>
                    <a:pt x="28800" y="158280"/>
                    <a:pt x="49971" y="167486"/>
                  </a:cubicBezTo>
                  <a:cubicBezTo>
                    <a:pt x="52995" y="168795"/>
                    <a:pt x="56158" y="169364"/>
                    <a:pt x="59363" y="169364"/>
                  </a:cubicBezTo>
                  <a:cubicBezTo>
                    <a:pt x="67585" y="169364"/>
                    <a:pt x="76078" y="165613"/>
                    <a:pt x="83175" y="160976"/>
                  </a:cubicBezTo>
                  <a:cubicBezTo>
                    <a:pt x="110132" y="143224"/>
                    <a:pt x="127951" y="112716"/>
                    <a:pt x="157341" y="99434"/>
                  </a:cubicBezTo>
                  <a:cubicBezTo>
                    <a:pt x="180156" y="89177"/>
                    <a:pt x="206325" y="90887"/>
                    <a:pt x="230915" y="86416"/>
                  </a:cubicBezTo>
                  <a:cubicBezTo>
                    <a:pt x="255506" y="81945"/>
                    <a:pt x="282069" y="66954"/>
                    <a:pt x="285028" y="42100"/>
                  </a:cubicBezTo>
                  <a:cubicBezTo>
                    <a:pt x="287263" y="23427"/>
                    <a:pt x="258793" y="11658"/>
                    <a:pt x="239989" y="11263"/>
                  </a:cubicBezTo>
                  <a:cubicBezTo>
                    <a:pt x="239370" y="11250"/>
                    <a:pt x="238751" y="11244"/>
                    <a:pt x="238132" y="11244"/>
                  </a:cubicBezTo>
                  <a:cubicBezTo>
                    <a:pt x="219967" y="11244"/>
                    <a:pt x="202089" y="16668"/>
                    <a:pt x="183904" y="17049"/>
                  </a:cubicBezTo>
                  <a:cubicBezTo>
                    <a:pt x="183315" y="17060"/>
                    <a:pt x="182726" y="17065"/>
                    <a:pt x="182137" y="17065"/>
                  </a:cubicBezTo>
                  <a:cubicBezTo>
                    <a:pt x="148201" y="17065"/>
                    <a:pt x="114896" y="1"/>
                    <a:pt x="81727" y="1"/>
                  </a:cubicBezTo>
                  <a:close/>
                </a:path>
              </a:pathLst>
            </a:custGeom>
            <a:solidFill>
              <a:srgbClr val="FEB51B"/>
            </a:solidFill>
            <a:ln>
              <a:noFill/>
            </a:ln>
          </p:spPr>
          <p:txBody>
            <a:bodyPr spcFirstLastPara="1" wrap="square" lIns="121900" tIns="121900" rIns="121900" bIns="121900" anchor="ctr" anchorCtr="0">
              <a:noAutofit/>
            </a:bodyPr>
            <a:lstStyle/>
            <a:p>
              <a:pPr defTabSz="1219200">
                <a:lnSpc>
                  <a:spcPct val="110000"/>
                </a:lnSpc>
                <a:buClr>
                  <a:srgbClr val="000000"/>
                </a:buClr>
              </a:pPr>
              <a:endParaRPr sz="1600" kern="0">
                <a:solidFill>
                  <a:schemeClr val="tx1"/>
                </a:solidFill>
                <a:latin typeface="思源黑体 CN Medium" panose="020B0600000000000000" charset="-122"/>
                <a:ea typeface="思源黑体 CN Medium" panose="020B0600000000000000" charset="-122"/>
                <a:cs typeface="+mn-ea"/>
                <a:sym typeface="+mn-lt"/>
              </a:endParaRPr>
            </a:p>
          </p:txBody>
        </p:sp>
        <p:sp>
          <p:nvSpPr>
            <p:cNvPr id="45" name="Google Shape;1135;p43"/>
            <p:cNvSpPr/>
            <p:nvPr/>
          </p:nvSpPr>
          <p:spPr>
            <a:xfrm rot="2217791">
              <a:off x="9456929" y="3347638"/>
              <a:ext cx="823300" cy="699543"/>
            </a:xfrm>
            <a:custGeom>
              <a:avLst/>
              <a:gdLst/>
              <a:ahLst/>
              <a:cxnLst/>
              <a:rect l="l" t="t" r="r" b="b"/>
              <a:pathLst>
                <a:path w="287264" h="169365" extrusionOk="0">
                  <a:moveTo>
                    <a:pt x="81727" y="1"/>
                  </a:moveTo>
                  <a:cubicBezTo>
                    <a:pt x="75653" y="1"/>
                    <a:pt x="69583" y="573"/>
                    <a:pt x="63516" y="1927"/>
                  </a:cubicBezTo>
                  <a:cubicBezTo>
                    <a:pt x="58453" y="2979"/>
                    <a:pt x="53587" y="4820"/>
                    <a:pt x="49051" y="7318"/>
                  </a:cubicBezTo>
                  <a:cubicBezTo>
                    <a:pt x="42410" y="11132"/>
                    <a:pt x="37018" y="16852"/>
                    <a:pt x="32613" y="23098"/>
                  </a:cubicBezTo>
                  <a:cubicBezTo>
                    <a:pt x="26038" y="32435"/>
                    <a:pt x="21436" y="43021"/>
                    <a:pt x="17096" y="53606"/>
                  </a:cubicBezTo>
                  <a:cubicBezTo>
                    <a:pt x="8286" y="74909"/>
                    <a:pt x="1" y="97593"/>
                    <a:pt x="2960" y="120474"/>
                  </a:cubicBezTo>
                  <a:cubicBezTo>
                    <a:pt x="5853" y="143355"/>
                    <a:pt x="28800" y="158280"/>
                    <a:pt x="49971" y="167486"/>
                  </a:cubicBezTo>
                  <a:cubicBezTo>
                    <a:pt x="52995" y="168795"/>
                    <a:pt x="56158" y="169364"/>
                    <a:pt x="59363" y="169364"/>
                  </a:cubicBezTo>
                  <a:cubicBezTo>
                    <a:pt x="67585" y="169364"/>
                    <a:pt x="76078" y="165613"/>
                    <a:pt x="83175" y="160976"/>
                  </a:cubicBezTo>
                  <a:cubicBezTo>
                    <a:pt x="110132" y="143224"/>
                    <a:pt x="127951" y="112716"/>
                    <a:pt x="157341" y="99434"/>
                  </a:cubicBezTo>
                  <a:cubicBezTo>
                    <a:pt x="180156" y="89177"/>
                    <a:pt x="206325" y="90887"/>
                    <a:pt x="230915" y="86416"/>
                  </a:cubicBezTo>
                  <a:cubicBezTo>
                    <a:pt x="255506" y="81945"/>
                    <a:pt x="282069" y="66954"/>
                    <a:pt x="285028" y="42100"/>
                  </a:cubicBezTo>
                  <a:cubicBezTo>
                    <a:pt x="287263" y="23427"/>
                    <a:pt x="258793" y="11658"/>
                    <a:pt x="239989" y="11263"/>
                  </a:cubicBezTo>
                  <a:cubicBezTo>
                    <a:pt x="239370" y="11250"/>
                    <a:pt x="238751" y="11244"/>
                    <a:pt x="238132" y="11244"/>
                  </a:cubicBezTo>
                  <a:cubicBezTo>
                    <a:pt x="219967" y="11244"/>
                    <a:pt x="202089" y="16668"/>
                    <a:pt x="183904" y="17049"/>
                  </a:cubicBezTo>
                  <a:cubicBezTo>
                    <a:pt x="183315" y="17060"/>
                    <a:pt x="182726" y="17065"/>
                    <a:pt x="182137" y="17065"/>
                  </a:cubicBezTo>
                  <a:cubicBezTo>
                    <a:pt x="148201" y="17065"/>
                    <a:pt x="114896" y="1"/>
                    <a:pt x="81727" y="1"/>
                  </a:cubicBezTo>
                  <a:close/>
                </a:path>
              </a:pathLst>
            </a:custGeom>
            <a:solidFill>
              <a:srgbClr val="26211B"/>
            </a:solidFill>
            <a:ln>
              <a:noFill/>
            </a:ln>
          </p:spPr>
          <p:txBody>
            <a:bodyPr spcFirstLastPara="1" wrap="square" lIns="121900" tIns="121900" rIns="121900" bIns="121900" anchor="ctr" anchorCtr="0">
              <a:noAutofit/>
            </a:bodyPr>
            <a:lstStyle/>
            <a:p>
              <a:pPr defTabSz="1219200">
                <a:lnSpc>
                  <a:spcPct val="110000"/>
                </a:lnSpc>
                <a:buClr>
                  <a:srgbClr val="000000"/>
                </a:buClr>
              </a:pPr>
              <a:endParaRPr sz="1600" kern="0">
                <a:solidFill>
                  <a:schemeClr val="tx1"/>
                </a:solidFill>
                <a:latin typeface="思源黑体 CN Medium" panose="020B0600000000000000" charset="-122"/>
                <a:ea typeface="思源黑体 CN Medium" panose="020B0600000000000000" charset="-122"/>
                <a:cs typeface="+mn-ea"/>
                <a:sym typeface="+mn-lt"/>
              </a:endParaRPr>
            </a:p>
          </p:txBody>
        </p:sp>
        <p:sp>
          <p:nvSpPr>
            <p:cNvPr id="46" name="Google Shape;1136;p43"/>
            <p:cNvSpPr/>
            <p:nvPr/>
          </p:nvSpPr>
          <p:spPr>
            <a:xfrm>
              <a:off x="2268250" y="3216154"/>
              <a:ext cx="1169331" cy="270567"/>
            </a:xfrm>
            <a:custGeom>
              <a:avLst/>
              <a:gdLst/>
              <a:ahLst/>
              <a:cxnLst/>
              <a:rect l="l" t="t" r="r" b="b"/>
              <a:pathLst>
                <a:path w="34231" h="8117" extrusionOk="0">
                  <a:moveTo>
                    <a:pt x="0" y="8117"/>
                  </a:moveTo>
                  <a:cubicBezTo>
                    <a:pt x="11727" y="8117"/>
                    <a:pt x="22504" y="0"/>
                    <a:pt x="34231" y="0"/>
                  </a:cubicBezTo>
                </a:path>
              </a:pathLst>
            </a:custGeom>
            <a:noFill/>
            <a:ln w="19050" cap="flat" cmpd="sng">
              <a:solidFill>
                <a:schemeClr val="bg1">
                  <a:lumMod val="95000"/>
                </a:schemeClr>
              </a:solidFill>
              <a:prstDash val="solid"/>
              <a:round/>
              <a:headEnd type="none" w="med" len="med"/>
              <a:tailEnd type="none" w="med" len="med"/>
            </a:ln>
          </p:spPr>
          <p:txBody>
            <a:bodyPr/>
            <a:lstStyle/>
            <a:p>
              <a:pPr>
                <a:lnSpc>
                  <a:spcPct val="110000"/>
                </a:lnSpc>
              </a:pPr>
              <a:endParaRPr lang="zh-CN" altLang="en-US" sz="1600">
                <a:solidFill>
                  <a:schemeClr val="tx1"/>
                </a:solidFill>
                <a:latin typeface="思源黑体 CN Medium" panose="020B0600000000000000" charset="-122"/>
                <a:ea typeface="思源黑体 CN Medium" panose="020B0600000000000000" charset="-122"/>
                <a:cs typeface="+mn-ea"/>
                <a:sym typeface="+mn-lt"/>
              </a:endParaRPr>
            </a:p>
          </p:txBody>
        </p:sp>
        <p:sp>
          <p:nvSpPr>
            <p:cNvPr id="47" name="Google Shape;1137;p43"/>
            <p:cNvSpPr/>
            <p:nvPr/>
          </p:nvSpPr>
          <p:spPr>
            <a:xfrm>
              <a:off x="4317333" y="3262203"/>
              <a:ext cx="1194183" cy="201400"/>
            </a:xfrm>
            <a:custGeom>
              <a:avLst/>
              <a:gdLst/>
              <a:ahLst/>
              <a:cxnLst/>
              <a:rect l="l" t="t" r="r" b="b"/>
              <a:pathLst>
                <a:path w="41643" h="5354" extrusionOk="0">
                  <a:moveTo>
                    <a:pt x="0" y="60"/>
                  </a:moveTo>
                  <a:cubicBezTo>
                    <a:pt x="13993" y="60"/>
                    <a:pt x="29128" y="-904"/>
                    <a:pt x="41643" y="5354"/>
                  </a:cubicBezTo>
                </a:path>
              </a:pathLst>
            </a:custGeom>
            <a:noFill/>
            <a:ln w="19050" cap="flat" cmpd="sng">
              <a:solidFill>
                <a:schemeClr val="bg1">
                  <a:lumMod val="95000"/>
                </a:schemeClr>
              </a:solidFill>
              <a:prstDash val="solid"/>
              <a:round/>
              <a:headEnd type="none" w="med" len="med"/>
              <a:tailEnd type="none" w="med" len="med"/>
            </a:ln>
          </p:spPr>
          <p:txBody>
            <a:bodyPr/>
            <a:lstStyle/>
            <a:p>
              <a:pPr>
                <a:lnSpc>
                  <a:spcPct val="110000"/>
                </a:lnSpc>
              </a:pPr>
              <a:endParaRPr lang="zh-CN" altLang="en-US" sz="1600">
                <a:solidFill>
                  <a:schemeClr val="tx1"/>
                </a:solidFill>
                <a:latin typeface="思源黑体 CN Medium" panose="020B0600000000000000" charset="-122"/>
                <a:ea typeface="思源黑体 CN Medium" panose="020B0600000000000000" charset="-122"/>
                <a:cs typeface="+mn-ea"/>
                <a:sym typeface="+mn-lt"/>
              </a:endParaRPr>
            </a:p>
          </p:txBody>
        </p:sp>
        <p:sp>
          <p:nvSpPr>
            <p:cNvPr id="48" name="Google Shape;1138;p43"/>
            <p:cNvSpPr/>
            <p:nvPr/>
          </p:nvSpPr>
          <p:spPr>
            <a:xfrm rot="434529">
              <a:off x="6257218" y="3150190"/>
              <a:ext cx="1214736" cy="407252"/>
            </a:xfrm>
            <a:custGeom>
              <a:avLst/>
              <a:gdLst/>
              <a:ahLst/>
              <a:cxnLst/>
              <a:rect l="l" t="t" r="r" b="b"/>
              <a:pathLst>
                <a:path w="40583" h="11999" extrusionOk="0">
                  <a:moveTo>
                    <a:pt x="0" y="11999"/>
                  </a:moveTo>
                  <a:cubicBezTo>
                    <a:pt x="14107" y="11999"/>
                    <a:pt x="26476" y="0"/>
                    <a:pt x="40583" y="0"/>
                  </a:cubicBezTo>
                </a:path>
              </a:pathLst>
            </a:custGeom>
            <a:noFill/>
            <a:ln w="19050" cap="flat" cmpd="sng">
              <a:solidFill>
                <a:schemeClr val="bg1">
                  <a:lumMod val="95000"/>
                </a:schemeClr>
              </a:solidFill>
              <a:prstDash val="solid"/>
              <a:round/>
              <a:headEnd type="none" w="med" len="med"/>
              <a:tailEnd type="none" w="med" len="med"/>
            </a:ln>
          </p:spPr>
          <p:txBody>
            <a:bodyPr/>
            <a:lstStyle/>
            <a:p>
              <a:pPr>
                <a:lnSpc>
                  <a:spcPct val="110000"/>
                </a:lnSpc>
              </a:pPr>
              <a:endParaRPr lang="zh-CN" altLang="en-US" sz="1600">
                <a:solidFill>
                  <a:schemeClr val="tx1"/>
                </a:solidFill>
                <a:latin typeface="思源黑体 CN Medium" panose="020B0600000000000000" charset="-122"/>
                <a:ea typeface="思源黑体 CN Medium" panose="020B0600000000000000" charset="-122"/>
                <a:cs typeface="+mn-ea"/>
                <a:sym typeface="+mn-lt"/>
              </a:endParaRPr>
            </a:p>
          </p:txBody>
        </p:sp>
        <p:sp>
          <p:nvSpPr>
            <p:cNvPr id="49" name="Google Shape;1139;p43"/>
            <p:cNvSpPr/>
            <p:nvPr/>
          </p:nvSpPr>
          <p:spPr>
            <a:xfrm>
              <a:off x="8206855" y="3204069"/>
              <a:ext cx="1340947" cy="201400"/>
            </a:xfrm>
            <a:custGeom>
              <a:avLst/>
              <a:gdLst/>
              <a:ahLst/>
              <a:cxnLst/>
              <a:rect l="l" t="t" r="r" b="b"/>
              <a:pathLst>
                <a:path w="44466" h="6042" extrusionOk="0">
                  <a:moveTo>
                    <a:pt x="0" y="43"/>
                  </a:moveTo>
                  <a:cubicBezTo>
                    <a:pt x="14956" y="43"/>
                    <a:pt x="31089" y="-647"/>
                    <a:pt x="44466" y="6042"/>
                  </a:cubicBezTo>
                </a:path>
              </a:pathLst>
            </a:custGeom>
            <a:noFill/>
            <a:ln w="19050" cap="flat" cmpd="sng">
              <a:solidFill>
                <a:schemeClr val="bg1">
                  <a:lumMod val="95000"/>
                </a:schemeClr>
              </a:solidFill>
              <a:prstDash val="solid"/>
              <a:round/>
              <a:headEnd type="none" w="med" len="med"/>
              <a:tailEnd type="none" w="med" len="med"/>
            </a:ln>
          </p:spPr>
          <p:txBody>
            <a:bodyPr/>
            <a:lstStyle/>
            <a:p>
              <a:pPr>
                <a:lnSpc>
                  <a:spcPct val="110000"/>
                </a:lnSpc>
              </a:pPr>
              <a:endParaRPr lang="zh-CN" altLang="en-US" sz="1600">
                <a:solidFill>
                  <a:schemeClr val="tx1"/>
                </a:solidFill>
                <a:latin typeface="思源黑体 CN Medium" panose="020B0600000000000000" charset="-122"/>
                <a:ea typeface="思源黑体 CN Medium" panose="020B0600000000000000" charset="-122"/>
                <a:cs typeface="+mn-ea"/>
                <a:sym typeface="+mn-lt"/>
              </a:endParaRPr>
            </a:p>
          </p:txBody>
        </p:sp>
        <p:sp>
          <p:nvSpPr>
            <p:cNvPr id="50" name="Google Shape;1140;p43"/>
            <p:cNvSpPr txBox="1"/>
            <p:nvPr/>
          </p:nvSpPr>
          <p:spPr>
            <a:xfrm>
              <a:off x="1561955" y="3318536"/>
              <a:ext cx="716000" cy="483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1pPr>
              <a:lvl2pPr marR="0" lvl="1"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2pPr>
              <a:lvl3pPr marR="0" lvl="2"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3pPr>
              <a:lvl4pPr marR="0" lvl="3"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4pPr>
              <a:lvl5pPr marR="0" lvl="4"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5pPr>
              <a:lvl6pPr marR="0" lvl="5"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6pPr>
              <a:lvl7pPr marR="0" lvl="6"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7pPr>
              <a:lvl8pPr marR="0" lvl="7"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8pPr>
              <a:lvl9pPr marR="0" lvl="8"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9pPr>
            </a:lstStyle>
            <a:p>
              <a:pPr marL="0" marR="0" lvl="0" indent="0" algn="ctr" defTabSz="914400" rtl="0" eaLnBrk="1" fontAlgn="auto" latinLnBrk="0" hangingPunct="1">
                <a:lnSpc>
                  <a:spcPct val="110000"/>
                </a:lnSpc>
                <a:spcBef>
                  <a:spcPts val="0"/>
                </a:spcBef>
                <a:spcAft>
                  <a:spcPts val="0"/>
                </a:spcAft>
                <a:buClr>
                  <a:srgbClr val="005761"/>
                </a:buClr>
                <a:buSzPts val="2800"/>
                <a:buFont typeface="Lora Regular"/>
                <a:buNone/>
                <a:defRPr/>
              </a:pPr>
              <a:r>
                <a:rPr kumimoji="0" lang="en-GB" sz="1600" b="0" i="0" u="none" strike="noStrike" kern="0" cap="none" spc="0" normalizeH="0" baseline="0" noProof="0" dirty="0">
                  <a:ln>
                    <a:noFill/>
                  </a:ln>
                  <a:solidFill>
                    <a:schemeClr val="bg1"/>
                  </a:solidFill>
                  <a:effectLst/>
                  <a:uLnTx/>
                  <a:uFillTx/>
                  <a:latin typeface="思源黑体 CN Medium" panose="020B0600000000000000" charset="-122"/>
                  <a:ea typeface="思源黑体 CN Medium" panose="020B0600000000000000" charset="-122"/>
                  <a:cs typeface="+mn-ea"/>
                  <a:sym typeface="+mn-lt"/>
                </a:rPr>
                <a:t>01</a:t>
              </a:r>
            </a:p>
          </p:txBody>
        </p:sp>
        <p:sp>
          <p:nvSpPr>
            <p:cNvPr id="51" name="Google Shape;1141;p43"/>
            <p:cNvSpPr txBox="1"/>
            <p:nvPr/>
          </p:nvSpPr>
          <p:spPr>
            <a:xfrm>
              <a:off x="3538855" y="3056820"/>
              <a:ext cx="719200" cy="487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1pPr>
              <a:lvl2pPr marR="0" lvl="1"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2pPr>
              <a:lvl3pPr marR="0" lvl="2"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3pPr>
              <a:lvl4pPr marR="0" lvl="3"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4pPr>
              <a:lvl5pPr marR="0" lvl="4"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5pPr>
              <a:lvl6pPr marR="0" lvl="5"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6pPr>
              <a:lvl7pPr marR="0" lvl="6"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7pPr>
              <a:lvl8pPr marR="0" lvl="7"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8pPr>
              <a:lvl9pPr marR="0" lvl="8"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9pPr>
            </a:lstStyle>
            <a:p>
              <a:pPr marL="0" marR="0" lvl="0" indent="0" algn="ctr" defTabSz="914400" rtl="0" eaLnBrk="1" fontAlgn="auto" latinLnBrk="0" hangingPunct="1">
                <a:lnSpc>
                  <a:spcPct val="110000"/>
                </a:lnSpc>
                <a:spcBef>
                  <a:spcPts val="0"/>
                </a:spcBef>
                <a:spcAft>
                  <a:spcPts val="0"/>
                </a:spcAft>
                <a:buClr>
                  <a:srgbClr val="005761"/>
                </a:buClr>
                <a:buSzPts val="2800"/>
                <a:buFont typeface="Lora Regular"/>
                <a:buNone/>
                <a:defRPr/>
              </a:pPr>
              <a:r>
                <a:rPr kumimoji="0" lang="en-GB" sz="1600" b="0" i="0" u="none" strike="noStrike" kern="0" cap="none" spc="0" normalizeH="0" baseline="0" noProof="0">
                  <a:ln>
                    <a:noFill/>
                  </a:ln>
                  <a:solidFill>
                    <a:schemeClr val="tx1"/>
                  </a:solidFill>
                  <a:effectLst/>
                  <a:uLnTx/>
                  <a:uFillTx/>
                  <a:latin typeface="思源黑体 CN Medium" panose="020B0600000000000000" charset="-122"/>
                  <a:ea typeface="思源黑体 CN Medium" panose="020B0600000000000000" charset="-122"/>
                  <a:cs typeface="+mn-ea"/>
                  <a:sym typeface="+mn-lt"/>
                </a:rPr>
                <a:t>02</a:t>
              </a:r>
            </a:p>
          </p:txBody>
        </p:sp>
        <p:sp>
          <p:nvSpPr>
            <p:cNvPr id="52" name="Google Shape;1142;p43"/>
            <p:cNvSpPr txBox="1"/>
            <p:nvPr/>
          </p:nvSpPr>
          <p:spPr>
            <a:xfrm>
              <a:off x="5518939" y="3318536"/>
              <a:ext cx="716000" cy="483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1pPr>
              <a:lvl2pPr marR="0" lvl="1"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2pPr>
              <a:lvl3pPr marR="0" lvl="2"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3pPr>
              <a:lvl4pPr marR="0" lvl="3"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4pPr>
              <a:lvl5pPr marR="0" lvl="4"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5pPr>
              <a:lvl6pPr marR="0" lvl="5"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6pPr>
              <a:lvl7pPr marR="0" lvl="6"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7pPr>
              <a:lvl8pPr marR="0" lvl="7"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8pPr>
              <a:lvl9pPr marR="0" lvl="8"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9pPr>
            </a:lstStyle>
            <a:p>
              <a:pPr marL="0" marR="0" lvl="0" indent="0" algn="ctr" defTabSz="914400" rtl="0" eaLnBrk="1" fontAlgn="auto" latinLnBrk="0" hangingPunct="1">
                <a:lnSpc>
                  <a:spcPct val="110000"/>
                </a:lnSpc>
                <a:spcBef>
                  <a:spcPts val="0"/>
                </a:spcBef>
                <a:spcAft>
                  <a:spcPts val="0"/>
                </a:spcAft>
                <a:buClr>
                  <a:srgbClr val="005761"/>
                </a:buClr>
                <a:buSzPts val="2800"/>
                <a:buFont typeface="Lora Regular"/>
                <a:buNone/>
                <a:defRPr/>
              </a:pPr>
              <a:r>
                <a:rPr kumimoji="0" lang="en-GB" sz="1600" b="0" i="0" u="none" strike="noStrike" kern="0" cap="none" spc="0" normalizeH="0" baseline="0" noProof="0">
                  <a:ln>
                    <a:noFill/>
                  </a:ln>
                  <a:solidFill>
                    <a:schemeClr val="bg1"/>
                  </a:solidFill>
                  <a:effectLst/>
                  <a:uLnTx/>
                  <a:uFillTx/>
                  <a:latin typeface="思源黑体 CN Medium" panose="020B0600000000000000" charset="-122"/>
                  <a:ea typeface="思源黑体 CN Medium" panose="020B0600000000000000" charset="-122"/>
                  <a:cs typeface="+mn-ea"/>
                  <a:sym typeface="+mn-lt"/>
                </a:rPr>
                <a:t>03</a:t>
              </a:r>
            </a:p>
          </p:txBody>
        </p:sp>
        <p:sp>
          <p:nvSpPr>
            <p:cNvPr id="53" name="Google Shape;1143;p43"/>
            <p:cNvSpPr txBox="1"/>
            <p:nvPr/>
          </p:nvSpPr>
          <p:spPr>
            <a:xfrm>
              <a:off x="9475888" y="3318536"/>
              <a:ext cx="719200" cy="483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1pPr>
              <a:lvl2pPr marR="0" lvl="1"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2pPr>
              <a:lvl3pPr marR="0" lvl="2"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3pPr>
              <a:lvl4pPr marR="0" lvl="3"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4pPr>
              <a:lvl5pPr marR="0" lvl="4"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5pPr>
              <a:lvl6pPr marR="0" lvl="5"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6pPr>
              <a:lvl7pPr marR="0" lvl="6"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7pPr>
              <a:lvl8pPr marR="0" lvl="7"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8pPr>
              <a:lvl9pPr marR="0" lvl="8"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9pPr>
            </a:lstStyle>
            <a:p>
              <a:pPr marL="0" marR="0" lvl="0" indent="0" algn="ctr" defTabSz="914400" rtl="0" eaLnBrk="1" fontAlgn="auto" latinLnBrk="0" hangingPunct="1">
                <a:lnSpc>
                  <a:spcPct val="110000"/>
                </a:lnSpc>
                <a:spcBef>
                  <a:spcPts val="0"/>
                </a:spcBef>
                <a:spcAft>
                  <a:spcPts val="0"/>
                </a:spcAft>
                <a:buClr>
                  <a:srgbClr val="005761"/>
                </a:buClr>
                <a:buSzPts val="2800"/>
                <a:buFont typeface="Lora Regular"/>
                <a:buNone/>
                <a:defRPr/>
              </a:pPr>
              <a:r>
                <a:rPr kumimoji="0" lang="en-GB" sz="1600" b="0" i="0" u="none" strike="noStrike" kern="0" cap="none" spc="0" normalizeH="0" baseline="0" noProof="0">
                  <a:ln>
                    <a:noFill/>
                  </a:ln>
                  <a:solidFill>
                    <a:schemeClr val="bg1"/>
                  </a:solidFill>
                  <a:effectLst/>
                  <a:uLnTx/>
                  <a:uFillTx/>
                  <a:latin typeface="思源黑体 CN Medium" panose="020B0600000000000000" charset="-122"/>
                  <a:ea typeface="思源黑体 CN Medium" panose="020B0600000000000000" charset="-122"/>
                  <a:cs typeface="+mn-ea"/>
                  <a:sym typeface="+mn-lt"/>
                </a:rPr>
                <a:t>05</a:t>
              </a:r>
            </a:p>
          </p:txBody>
        </p:sp>
        <p:sp>
          <p:nvSpPr>
            <p:cNvPr id="54" name="Google Shape;1144;p43"/>
            <p:cNvSpPr txBox="1"/>
            <p:nvPr/>
          </p:nvSpPr>
          <p:spPr>
            <a:xfrm>
              <a:off x="7495815" y="3056820"/>
              <a:ext cx="719200" cy="487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1pPr>
              <a:lvl2pPr marR="0" lvl="1"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2pPr>
              <a:lvl3pPr marR="0" lvl="2"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3pPr>
              <a:lvl4pPr marR="0" lvl="3"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4pPr>
              <a:lvl5pPr marR="0" lvl="4"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5pPr>
              <a:lvl6pPr marR="0" lvl="5"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6pPr>
              <a:lvl7pPr marR="0" lvl="6"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7pPr>
              <a:lvl8pPr marR="0" lvl="7"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8pPr>
              <a:lvl9pPr marR="0" lvl="8" algn="l" rtl="0">
                <a:lnSpc>
                  <a:spcPct val="100000"/>
                </a:lnSpc>
                <a:spcBef>
                  <a:spcPts val="0"/>
                </a:spcBef>
                <a:spcAft>
                  <a:spcPts val="0"/>
                </a:spcAft>
                <a:buClr>
                  <a:srgbClr val="005761"/>
                </a:buClr>
                <a:buSzPts val="2800"/>
                <a:buFont typeface="Lora Regular"/>
                <a:buNone/>
                <a:defRPr sz="2800" b="0" i="0" u="none" strike="noStrike" cap="none">
                  <a:solidFill>
                    <a:srgbClr val="005761"/>
                  </a:solidFill>
                  <a:latin typeface="Lora Regular"/>
                  <a:ea typeface="Lora Regular"/>
                  <a:cs typeface="Lora Regular"/>
                  <a:sym typeface="Lora Regular"/>
                </a:defRPr>
              </a:lvl9pPr>
            </a:lstStyle>
            <a:p>
              <a:pPr marL="0" marR="0" lvl="0" indent="0" algn="ctr" defTabSz="914400" rtl="0" eaLnBrk="1" fontAlgn="auto" latinLnBrk="0" hangingPunct="1">
                <a:lnSpc>
                  <a:spcPct val="110000"/>
                </a:lnSpc>
                <a:spcBef>
                  <a:spcPts val="0"/>
                </a:spcBef>
                <a:spcAft>
                  <a:spcPts val="0"/>
                </a:spcAft>
                <a:buClr>
                  <a:srgbClr val="005761"/>
                </a:buClr>
                <a:buSzPts val="2800"/>
                <a:buFont typeface="Lora Regular"/>
                <a:buNone/>
                <a:defRPr/>
              </a:pPr>
              <a:r>
                <a:rPr kumimoji="0" lang="en-GB" sz="1600" b="0" i="0" u="none" strike="noStrike" kern="0" cap="none" spc="0" normalizeH="0" baseline="0" noProof="0">
                  <a:ln>
                    <a:noFill/>
                  </a:ln>
                  <a:solidFill>
                    <a:schemeClr val="tx1"/>
                  </a:solidFill>
                  <a:effectLst/>
                  <a:uLnTx/>
                  <a:uFillTx/>
                  <a:latin typeface="思源黑体 CN Medium" panose="020B0600000000000000" charset="-122"/>
                  <a:ea typeface="思源黑体 CN Medium" panose="020B0600000000000000" charset="-122"/>
                  <a:cs typeface="+mn-ea"/>
                  <a:sym typeface="+mn-lt"/>
                </a:rPr>
                <a:t>04</a:t>
              </a:r>
            </a:p>
          </p:txBody>
        </p:sp>
      </p:grpSp>
      <p:sp>
        <p:nvSpPr>
          <p:cNvPr id="55" name="Rectangle 42"/>
          <p:cNvSpPr/>
          <p:nvPr/>
        </p:nvSpPr>
        <p:spPr>
          <a:xfrm>
            <a:off x="992768" y="4974322"/>
            <a:ext cx="1990612" cy="1012825"/>
          </a:xfrm>
          <a:prstGeom prst="rect">
            <a:avLst/>
          </a:prstGeom>
        </p:spPr>
        <p:txBody>
          <a:bodyPr wrap="square" lIns="0" tIns="0" rIns="0" bIns="0">
            <a:spAutoFit/>
          </a:bodyPr>
          <a:lstStyle/>
          <a:p>
            <a:pPr algn="ctr" defTabSz="866775" fontAlgn="base">
              <a:lnSpc>
                <a:spcPct val="110000"/>
              </a:lnSpc>
              <a:spcBef>
                <a:spcPct val="0"/>
              </a:spcBef>
              <a:spcAft>
                <a:spcPct val="0"/>
              </a:spcAft>
            </a:pPr>
            <a:r>
              <a:rPr lang="zh-CN" altLang="en-US" sz="1200" dirty="0">
                <a:solidFill>
                  <a:schemeClr val="tx1"/>
                </a:solidFill>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单击添加详细文字说明，或复制文本黏贴自此右键只保留文字单击添加详细文字说明，或复制文本黏贴自此右键只保留文字</a:t>
            </a:r>
          </a:p>
        </p:txBody>
      </p:sp>
      <p:sp>
        <p:nvSpPr>
          <p:cNvPr id="6" name="TextBox 43"/>
          <p:cNvSpPr txBox="1"/>
          <p:nvPr/>
        </p:nvSpPr>
        <p:spPr>
          <a:xfrm>
            <a:off x="1384824" y="4589265"/>
            <a:ext cx="1223010" cy="245745"/>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57" name="Rectangle 42"/>
          <p:cNvSpPr/>
          <p:nvPr/>
        </p:nvSpPr>
        <p:spPr>
          <a:xfrm>
            <a:off x="2983380" y="2249205"/>
            <a:ext cx="1990612" cy="1012825"/>
          </a:xfrm>
          <a:prstGeom prst="rect">
            <a:avLst/>
          </a:prstGeom>
        </p:spPr>
        <p:txBody>
          <a:bodyPr wrap="square" lIns="0" tIns="0" rIns="0" bIns="0">
            <a:spAutoFit/>
          </a:bodyPr>
          <a:lstStyle/>
          <a:p>
            <a:pPr algn="ctr" defTabSz="866775" fontAlgn="base">
              <a:lnSpc>
                <a:spcPct val="110000"/>
              </a:lnSpc>
              <a:spcBef>
                <a:spcPct val="0"/>
              </a:spcBef>
              <a:spcAft>
                <a:spcPct val="0"/>
              </a:spcAft>
            </a:pPr>
            <a:r>
              <a:rPr lang="zh-CN" altLang="en-US" sz="1200" dirty="0">
                <a:solidFill>
                  <a:schemeClr val="tx1"/>
                </a:solidFill>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单击添加详细文字说明，或复制文本黏贴自此右键只保留文字单击添加详细文字说明，或复制文本黏贴自此右键只保留文字</a:t>
            </a:r>
          </a:p>
        </p:txBody>
      </p:sp>
      <p:sp>
        <p:nvSpPr>
          <p:cNvPr id="58" name="TextBox 43"/>
          <p:cNvSpPr txBox="1"/>
          <p:nvPr/>
        </p:nvSpPr>
        <p:spPr>
          <a:xfrm>
            <a:off x="3375437" y="1864148"/>
            <a:ext cx="1223010" cy="245745"/>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59" name="Rectangle 42"/>
          <p:cNvSpPr/>
          <p:nvPr/>
        </p:nvSpPr>
        <p:spPr>
          <a:xfrm>
            <a:off x="5007818" y="4974322"/>
            <a:ext cx="1990612" cy="1012825"/>
          </a:xfrm>
          <a:prstGeom prst="rect">
            <a:avLst/>
          </a:prstGeom>
        </p:spPr>
        <p:txBody>
          <a:bodyPr wrap="square" lIns="0" tIns="0" rIns="0" bIns="0">
            <a:spAutoFit/>
          </a:bodyPr>
          <a:lstStyle/>
          <a:p>
            <a:pPr algn="ctr" defTabSz="866775" fontAlgn="base">
              <a:lnSpc>
                <a:spcPct val="110000"/>
              </a:lnSpc>
              <a:spcBef>
                <a:spcPct val="0"/>
              </a:spcBef>
              <a:spcAft>
                <a:spcPct val="0"/>
              </a:spcAft>
            </a:pPr>
            <a:r>
              <a:rPr lang="zh-CN" altLang="en-US" sz="1200" dirty="0">
                <a:solidFill>
                  <a:schemeClr val="tx1"/>
                </a:solidFill>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单击添加详细文字说明，或复制文本黏贴自此右键只保留文字单击添加详细文字说明，或复制文本黏贴自此右键只保留文字</a:t>
            </a:r>
          </a:p>
        </p:txBody>
      </p:sp>
      <p:sp>
        <p:nvSpPr>
          <p:cNvPr id="60" name="TextBox 43"/>
          <p:cNvSpPr txBox="1"/>
          <p:nvPr/>
        </p:nvSpPr>
        <p:spPr>
          <a:xfrm>
            <a:off x="5399875" y="4589265"/>
            <a:ext cx="1223010" cy="245745"/>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61" name="Rectangle 42"/>
          <p:cNvSpPr/>
          <p:nvPr/>
        </p:nvSpPr>
        <p:spPr>
          <a:xfrm>
            <a:off x="6920603" y="2121007"/>
            <a:ext cx="1990612" cy="1012825"/>
          </a:xfrm>
          <a:prstGeom prst="rect">
            <a:avLst/>
          </a:prstGeom>
        </p:spPr>
        <p:txBody>
          <a:bodyPr wrap="square" lIns="0" tIns="0" rIns="0" bIns="0">
            <a:spAutoFit/>
          </a:bodyPr>
          <a:lstStyle/>
          <a:p>
            <a:pPr algn="ctr" defTabSz="866775" fontAlgn="base">
              <a:lnSpc>
                <a:spcPct val="110000"/>
              </a:lnSpc>
              <a:spcBef>
                <a:spcPct val="0"/>
              </a:spcBef>
              <a:spcAft>
                <a:spcPct val="0"/>
              </a:spcAft>
            </a:pPr>
            <a:r>
              <a:rPr lang="zh-CN" altLang="en-US" sz="1200" dirty="0">
                <a:solidFill>
                  <a:schemeClr val="tx1"/>
                </a:solidFill>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单击添加详细文字说明，或复制文本黏贴自此右键只保留文字单击添加详细文字说明，或复制文本黏贴自此右键只保留文字</a:t>
            </a:r>
          </a:p>
        </p:txBody>
      </p:sp>
      <p:sp>
        <p:nvSpPr>
          <p:cNvPr id="62" name="TextBox 43"/>
          <p:cNvSpPr txBox="1"/>
          <p:nvPr/>
        </p:nvSpPr>
        <p:spPr>
          <a:xfrm>
            <a:off x="7312660" y="1735950"/>
            <a:ext cx="1223010" cy="245745"/>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63" name="Rectangle 42"/>
          <p:cNvSpPr/>
          <p:nvPr/>
        </p:nvSpPr>
        <p:spPr>
          <a:xfrm>
            <a:off x="9022868" y="4974322"/>
            <a:ext cx="1990612" cy="1012825"/>
          </a:xfrm>
          <a:prstGeom prst="rect">
            <a:avLst/>
          </a:prstGeom>
        </p:spPr>
        <p:txBody>
          <a:bodyPr wrap="square" lIns="0" tIns="0" rIns="0" bIns="0">
            <a:spAutoFit/>
          </a:bodyPr>
          <a:lstStyle/>
          <a:p>
            <a:pPr algn="ctr" defTabSz="866775" fontAlgn="base">
              <a:lnSpc>
                <a:spcPct val="110000"/>
              </a:lnSpc>
              <a:spcBef>
                <a:spcPct val="0"/>
              </a:spcBef>
              <a:spcAft>
                <a:spcPct val="0"/>
              </a:spcAft>
            </a:pPr>
            <a:r>
              <a:rPr lang="zh-CN" altLang="en-US" sz="1200" dirty="0">
                <a:solidFill>
                  <a:schemeClr val="tx1"/>
                </a:solidFill>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单击添加详细文字说明，或复制文本黏贴自此右键只保留文字单击添加详细文字说明，或复制文本黏贴自此右键只保留文字</a:t>
            </a:r>
          </a:p>
        </p:txBody>
      </p:sp>
      <p:sp>
        <p:nvSpPr>
          <p:cNvPr id="64" name="TextBox 43"/>
          <p:cNvSpPr txBox="1"/>
          <p:nvPr/>
        </p:nvSpPr>
        <p:spPr>
          <a:xfrm>
            <a:off x="9414924" y="4589265"/>
            <a:ext cx="1223010" cy="245745"/>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plus(in)">
                                      <p:cBhvr>
                                        <p:cTn id="7" dur="2000"/>
                                        <p:tgtEl>
                                          <p:spTgt spid="22"/>
                                        </p:tgtEl>
                                      </p:cBhvr>
                                    </p:animEffect>
                                  </p:childTnLst>
                                </p:cTn>
                              </p:par>
                            </p:childTnLst>
                          </p:cTn>
                        </p:par>
                        <p:par>
                          <p:cTn id="8" fill="hold">
                            <p:stCondLst>
                              <p:cond delay="2000"/>
                            </p:stCondLst>
                            <p:childTnLst>
                              <p:par>
                                <p:cTn id="9" presetID="22" presetClass="entr" presetSubtype="8" fill="hold" nodeType="afterEffect">
                                  <p:stCondLst>
                                    <p:cond delay="0"/>
                                  </p:stCondLst>
                                  <p:childTnLst>
                                    <p:set>
                                      <p:cBhvr>
                                        <p:cTn id="10" dur="1" fill="hold">
                                          <p:stCondLst>
                                            <p:cond delay="0"/>
                                          </p:stCondLst>
                                        </p:cTn>
                                        <p:tgtEl>
                                          <p:spTgt spid="40"/>
                                        </p:tgtEl>
                                        <p:attrNameLst>
                                          <p:attrName>style.visibility</p:attrName>
                                        </p:attrNameLst>
                                      </p:cBhvr>
                                      <p:to>
                                        <p:strVal val="visible"/>
                                      </p:to>
                                    </p:set>
                                    <p:animEffect transition="in" filter="wipe(left)">
                                      <p:cBhvr>
                                        <p:cTn id="11" dur="500"/>
                                        <p:tgtEl>
                                          <p:spTgt spid="40"/>
                                        </p:tgtEl>
                                      </p:cBhvr>
                                    </p:animEffect>
                                  </p:childTnLst>
                                </p:cTn>
                              </p:par>
                            </p:childTnLst>
                          </p:cTn>
                        </p:par>
                        <p:par>
                          <p:cTn id="12" fill="hold">
                            <p:stCondLst>
                              <p:cond delay="2500"/>
                            </p:stCondLst>
                            <p:childTnLst>
                              <p:par>
                                <p:cTn id="13" presetID="22" presetClass="entr" presetSubtype="4"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down)">
                                      <p:cBhvr>
                                        <p:cTn id="15" dur="500"/>
                                        <p:tgtEl>
                                          <p:spTgt spid="6"/>
                                        </p:tgtEl>
                                      </p:cBhvr>
                                    </p:animEffect>
                                  </p:childTnLst>
                                </p:cTn>
                              </p:par>
                            </p:childTnLst>
                          </p:cTn>
                        </p:par>
                        <p:par>
                          <p:cTn id="16" fill="hold">
                            <p:stCondLst>
                              <p:cond delay="3000"/>
                            </p:stCondLst>
                            <p:childTnLst>
                              <p:par>
                                <p:cTn id="17" presetID="22" presetClass="entr" presetSubtype="4" fill="hold" grpId="0" nodeType="afterEffect">
                                  <p:stCondLst>
                                    <p:cond delay="0"/>
                                  </p:stCondLst>
                                  <p:childTnLst>
                                    <p:set>
                                      <p:cBhvr>
                                        <p:cTn id="18" dur="1" fill="hold">
                                          <p:stCondLst>
                                            <p:cond delay="0"/>
                                          </p:stCondLst>
                                        </p:cTn>
                                        <p:tgtEl>
                                          <p:spTgt spid="55"/>
                                        </p:tgtEl>
                                        <p:attrNameLst>
                                          <p:attrName>style.visibility</p:attrName>
                                        </p:attrNameLst>
                                      </p:cBhvr>
                                      <p:to>
                                        <p:strVal val="visible"/>
                                      </p:to>
                                    </p:set>
                                    <p:animEffect transition="in" filter="wipe(down)">
                                      <p:cBhvr>
                                        <p:cTn id="19" dur="500"/>
                                        <p:tgtEl>
                                          <p:spTgt spid="55"/>
                                        </p:tgtEl>
                                      </p:cBhvr>
                                    </p:animEffect>
                                  </p:childTnLst>
                                </p:cTn>
                              </p:par>
                            </p:childTnLst>
                          </p:cTn>
                        </p:par>
                        <p:par>
                          <p:cTn id="20" fill="hold">
                            <p:stCondLst>
                              <p:cond delay="3500"/>
                            </p:stCondLst>
                            <p:childTnLst>
                              <p:par>
                                <p:cTn id="21" presetID="22" presetClass="entr" presetSubtype="4" fill="hold" grpId="0" nodeType="afterEffect">
                                  <p:stCondLst>
                                    <p:cond delay="0"/>
                                  </p:stCondLst>
                                  <p:childTnLst>
                                    <p:set>
                                      <p:cBhvr>
                                        <p:cTn id="22" dur="1" fill="hold">
                                          <p:stCondLst>
                                            <p:cond delay="0"/>
                                          </p:stCondLst>
                                        </p:cTn>
                                        <p:tgtEl>
                                          <p:spTgt spid="58"/>
                                        </p:tgtEl>
                                        <p:attrNameLst>
                                          <p:attrName>style.visibility</p:attrName>
                                        </p:attrNameLst>
                                      </p:cBhvr>
                                      <p:to>
                                        <p:strVal val="visible"/>
                                      </p:to>
                                    </p:set>
                                    <p:animEffect transition="in" filter="wipe(down)">
                                      <p:cBhvr>
                                        <p:cTn id="23" dur="500"/>
                                        <p:tgtEl>
                                          <p:spTgt spid="58"/>
                                        </p:tgtEl>
                                      </p:cBhvr>
                                    </p:animEffect>
                                  </p:childTnLst>
                                </p:cTn>
                              </p:par>
                            </p:childTnLst>
                          </p:cTn>
                        </p:par>
                        <p:par>
                          <p:cTn id="24" fill="hold">
                            <p:stCondLst>
                              <p:cond delay="4000"/>
                            </p:stCondLst>
                            <p:childTnLst>
                              <p:par>
                                <p:cTn id="25" presetID="22" presetClass="entr" presetSubtype="4" fill="hold" grpId="0" nodeType="afterEffect">
                                  <p:stCondLst>
                                    <p:cond delay="0"/>
                                  </p:stCondLst>
                                  <p:childTnLst>
                                    <p:set>
                                      <p:cBhvr>
                                        <p:cTn id="26" dur="1" fill="hold">
                                          <p:stCondLst>
                                            <p:cond delay="0"/>
                                          </p:stCondLst>
                                        </p:cTn>
                                        <p:tgtEl>
                                          <p:spTgt spid="57"/>
                                        </p:tgtEl>
                                        <p:attrNameLst>
                                          <p:attrName>style.visibility</p:attrName>
                                        </p:attrNameLst>
                                      </p:cBhvr>
                                      <p:to>
                                        <p:strVal val="visible"/>
                                      </p:to>
                                    </p:set>
                                    <p:animEffect transition="in" filter="wipe(down)">
                                      <p:cBhvr>
                                        <p:cTn id="27" dur="500"/>
                                        <p:tgtEl>
                                          <p:spTgt spid="57"/>
                                        </p:tgtEl>
                                      </p:cBhvr>
                                    </p:animEffect>
                                  </p:childTnLst>
                                </p:cTn>
                              </p:par>
                            </p:childTnLst>
                          </p:cTn>
                        </p:par>
                        <p:par>
                          <p:cTn id="28" fill="hold">
                            <p:stCondLst>
                              <p:cond delay="4500"/>
                            </p:stCondLst>
                            <p:childTnLst>
                              <p:par>
                                <p:cTn id="29" presetID="22" presetClass="entr" presetSubtype="4" fill="hold" grpId="0" nodeType="afterEffect">
                                  <p:stCondLst>
                                    <p:cond delay="0"/>
                                  </p:stCondLst>
                                  <p:childTnLst>
                                    <p:set>
                                      <p:cBhvr>
                                        <p:cTn id="30" dur="1" fill="hold">
                                          <p:stCondLst>
                                            <p:cond delay="0"/>
                                          </p:stCondLst>
                                        </p:cTn>
                                        <p:tgtEl>
                                          <p:spTgt spid="60"/>
                                        </p:tgtEl>
                                        <p:attrNameLst>
                                          <p:attrName>style.visibility</p:attrName>
                                        </p:attrNameLst>
                                      </p:cBhvr>
                                      <p:to>
                                        <p:strVal val="visible"/>
                                      </p:to>
                                    </p:set>
                                    <p:animEffect transition="in" filter="wipe(down)">
                                      <p:cBhvr>
                                        <p:cTn id="31" dur="500"/>
                                        <p:tgtEl>
                                          <p:spTgt spid="60"/>
                                        </p:tgtEl>
                                      </p:cBhvr>
                                    </p:animEffect>
                                  </p:childTnLst>
                                </p:cTn>
                              </p:par>
                            </p:childTnLst>
                          </p:cTn>
                        </p:par>
                        <p:par>
                          <p:cTn id="32" fill="hold">
                            <p:stCondLst>
                              <p:cond delay="5000"/>
                            </p:stCondLst>
                            <p:childTnLst>
                              <p:par>
                                <p:cTn id="33" presetID="22" presetClass="entr" presetSubtype="4" fill="hold" grpId="0" nodeType="afterEffect">
                                  <p:stCondLst>
                                    <p:cond delay="0"/>
                                  </p:stCondLst>
                                  <p:childTnLst>
                                    <p:set>
                                      <p:cBhvr>
                                        <p:cTn id="34" dur="1" fill="hold">
                                          <p:stCondLst>
                                            <p:cond delay="0"/>
                                          </p:stCondLst>
                                        </p:cTn>
                                        <p:tgtEl>
                                          <p:spTgt spid="59"/>
                                        </p:tgtEl>
                                        <p:attrNameLst>
                                          <p:attrName>style.visibility</p:attrName>
                                        </p:attrNameLst>
                                      </p:cBhvr>
                                      <p:to>
                                        <p:strVal val="visible"/>
                                      </p:to>
                                    </p:set>
                                    <p:animEffect transition="in" filter="wipe(down)">
                                      <p:cBhvr>
                                        <p:cTn id="35" dur="500"/>
                                        <p:tgtEl>
                                          <p:spTgt spid="59"/>
                                        </p:tgtEl>
                                      </p:cBhvr>
                                    </p:animEffect>
                                  </p:childTnLst>
                                </p:cTn>
                              </p:par>
                            </p:childTnLst>
                          </p:cTn>
                        </p:par>
                        <p:par>
                          <p:cTn id="36" fill="hold">
                            <p:stCondLst>
                              <p:cond delay="5500"/>
                            </p:stCondLst>
                            <p:childTnLst>
                              <p:par>
                                <p:cTn id="37" presetID="22" presetClass="entr" presetSubtype="4" fill="hold" grpId="0" nodeType="afterEffect">
                                  <p:stCondLst>
                                    <p:cond delay="0"/>
                                  </p:stCondLst>
                                  <p:childTnLst>
                                    <p:set>
                                      <p:cBhvr>
                                        <p:cTn id="38" dur="1" fill="hold">
                                          <p:stCondLst>
                                            <p:cond delay="0"/>
                                          </p:stCondLst>
                                        </p:cTn>
                                        <p:tgtEl>
                                          <p:spTgt spid="62"/>
                                        </p:tgtEl>
                                        <p:attrNameLst>
                                          <p:attrName>style.visibility</p:attrName>
                                        </p:attrNameLst>
                                      </p:cBhvr>
                                      <p:to>
                                        <p:strVal val="visible"/>
                                      </p:to>
                                    </p:set>
                                    <p:animEffect transition="in" filter="wipe(down)">
                                      <p:cBhvr>
                                        <p:cTn id="39" dur="500"/>
                                        <p:tgtEl>
                                          <p:spTgt spid="62"/>
                                        </p:tgtEl>
                                      </p:cBhvr>
                                    </p:animEffect>
                                  </p:childTnLst>
                                </p:cTn>
                              </p:par>
                            </p:childTnLst>
                          </p:cTn>
                        </p:par>
                        <p:par>
                          <p:cTn id="40" fill="hold">
                            <p:stCondLst>
                              <p:cond delay="6000"/>
                            </p:stCondLst>
                            <p:childTnLst>
                              <p:par>
                                <p:cTn id="41" presetID="22" presetClass="entr" presetSubtype="4" fill="hold" grpId="0" nodeType="afterEffect">
                                  <p:stCondLst>
                                    <p:cond delay="0"/>
                                  </p:stCondLst>
                                  <p:childTnLst>
                                    <p:set>
                                      <p:cBhvr>
                                        <p:cTn id="42" dur="1" fill="hold">
                                          <p:stCondLst>
                                            <p:cond delay="0"/>
                                          </p:stCondLst>
                                        </p:cTn>
                                        <p:tgtEl>
                                          <p:spTgt spid="61"/>
                                        </p:tgtEl>
                                        <p:attrNameLst>
                                          <p:attrName>style.visibility</p:attrName>
                                        </p:attrNameLst>
                                      </p:cBhvr>
                                      <p:to>
                                        <p:strVal val="visible"/>
                                      </p:to>
                                    </p:set>
                                    <p:animEffect transition="in" filter="wipe(down)">
                                      <p:cBhvr>
                                        <p:cTn id="43" dur="500"/>
                                        <p:tgtEl>
                                          <p:spTgt spid="61"/>
                                        </p:tgtEl>
                                      </p:cBhvr>
                                    </p:animEffect>
                                  </p:childTnLst>
                                </p:cTn>
                              </p:par>
                            </p:childTnLst>
                          </p:cTn>
                        </p:par>
                        <p:par>
                          <p:cTn id="44" fill="hold">
                            <p:stCondLst>
                              <p:cond delay="6500"/>
                            </p:stCondLst>
                            <p:childTnLst>
                              <p:par>
                                <p:cTn id="45" presetID="22" presetClass="entr" presetSubtype="4" fill="hold" grpId="0" nodeType="afterEffect">
                                  <p:stCondLst>
                                    <p:cond delay="0"/>
                                  </p:stCondLst>
                                  <p:childTnLst>
                                    <p:set>
                                      <p:cBhvr>
                                        <p:cTn id="46" dur="1" fill="hold">
                                          <p:stCondLst>
                                            <p:cond delay="0"/>
                                          </p:stCondLst>
                                        </p:cTn>
                                        <p:tgtEl>
                                          <p:spTgt spid="64"/>
                                        </p:tgtEl>
                                        <p:attrNameLst>
                                          <p:attrName>style.visibility</p:attrName>
                                        </p:attrNameLst>
                                      </p:cBhvr>
                                      <p:to>
                                        <p:strVal val="visible"/>
                                      </p:to>
                                    </p:set>
                                    <p:animEffect transition="in" filter="wipe(down)">
                                      <p:cBhvr>
                                        <p:cTn id="47" dur="500"/>
                                        <p:tgtEl>
                                          <p:spTgt spid="64"/>
                                        </p:tgtEl>
                                      </p:cBhvr>
                                    </p:animEffect>
                                  </p:childTnLst>
                                </p:cTn>
                              </p:par>
                            </p:childTnLst>
                          </p:cTn>
                        </p:par>
                        <p:par>
                          <p:cTn id="48" fill="hold">
                            <p:stCondLst>
                              <p:cond delay="7000"/>
                            </p:stCondLst>
                            <p:childTnLst>
                              <p:par>
                                <p:cTn id="49" presetID="22" presetClass="entr" presetSubtype="4" fill="hold" grpId="0" nodeType="afterEffect">
                                  <p:stCondLst>
                                    <p:cond delay="0"/>
                                  </p:stCondLst>
                                  <p:childTnLst>
                                    <p:set>
                                      <p:cBhvr>
                                        <p:cTn id="50" dur="1" fill="hold">
                                          <p:stCondLst>
                                            <p:cond delay="0"/>
                                          </p:stCondLst>
                                        </p:cTn>
                                        <p:tgtEl>
                                          <p:spTgt spid="63"/>
                                        </p:tgtEl>
                                        <p:attrNameLst>
                                          <p:attrName>style.visibility</p:attrName>
                                        </p:attrNameLst>
                                      </p:cBhvr>
                                      <p:to>
                                        <p:strVal val="visible"/>
                                      </p:to>
                                    </p:set>
                                    <p:animEffect transition="in" filter="wipe(down)">
                                      <p:cBhvr>
                                        <p:cTn id="51"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P spid="6" grpId="0"/>
      <p:bldP spid="57" grpId="0"/>
      <p:bldP spid="58" grpId="0"/>
      <p:bldP spid="59" grpId="0"/>
      <p:bldP spid="60" grpId="0"/>
      <p:bldP spid="61" grpId="0"/>
      <p:bldP spid="62" grpId="0"/>
      <p:bldP spid="63" grpId="0"/>
      <p:bldP spid="6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42" name="矩形 41"/>
          <p:cNvSpPr/>
          <p:nvPr/>
        </p:nvSpPr>
        <p:spPr>
          <a:xfrm>
            <a:off x="635" y="0"/>
            <a:ext cx="12211050" cy="6865620"/>
          </a:xfrm>
          <a:prstGeom prst="rect">
            <a:avLst/>
          </a:prstGeom>
          <a:solidFill>
            <a:srgbClr val="F4F4F4">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同心圆 2"/>
          <p:cNvSpPr/>
          <p:nvPr/>
        </p:nvSpPr>
        <p:spPr>
          <a:xfrm flipV="1">
            <a:off x="9562465" y="4060825"/>
            <a:ext cx="4440555" cy="4440555"/>
          </a:xfrm>
          <a:prstGeom prst="donut">
            <a:avLst>
              <a:gd name="adj" fmla="val 12758"/>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445895" y="-2014855"/>
            <a:ext cx="4440555" cy="4440555"/>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p:cNvSpPr txBox="1"/>
          <p:nvPr/>
        </p:nvSpPr>
        <p:spPr>
          <a:xfrm>
            <a:off x="404178" y="457200"/>
            <a:ext cx="11403965" cy="2646045"/>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600" dirty="0">
                <a:ln>
                  <a:gradFill>
                    <a:gsLst>
                      <a:gs pos="12000">
                        <a:srgbClr val="26211B"/>
                      </a:gs>
                      <a:gs pos="77000">
                        <a:srgbClr val="F4F4F4"/>
                      </a:gs>
                    </a:gsLst>
                    <a:lin ang="5400000" scaled="1"/>
                  </a:gradFill>
                </a:ln>
                <a:noFill/>
                <a:latin typeface="字魂151号-联盟综艺体" panose="00000500000000000000" charset="-122"/>
                <a:ea typeface="字魂151号-联盟综艺体" panose="00000500000000000000" charset="-122"/>
                <a:cs typeface="思源黑体 CN Heavy" panose="020B0A00000000000000" charset="-122"/>
              </a:rPr>
              <a:t>PART 02</a:t>
            </a:r>
            <a:endParaRPr kumimoji="0" lang="en-US" altLang="zh-CN" sz="16600" i="0" u="none" strike="noStrike" kern="1200" cap="none" spc="0" normalizeH="0" baseline="0" noProof="0" dirty="0">
              <a:ln>
                <a:gradFill>
                  <a:gsLst>
                    <a:gs pos="12000">
                      <a:srgbClr val="26211B"/>
                    </a:gs>
                    <a:gs pos="77000">
                      <a:srgbClr val="F4F4F4"/>
                    </a:gs>
                  </a:gsLst>
                  <a:lin ang="5400000" scaled="1"/>
                </a:gradFill>
              </a:ln>
              <a:noFill/>
              <a:effectLst/>
              <a:uLnTx/>
              <a:uFillTx/>
              <a:latin typeface="字魂151号-联盟综艺体" panose="00000500000000000000" charset="-122"/>
              <a:ea typeface="字魂151号-联盟综艺体" panose="00000500000000000000" charset="-122"/>
              <a:cs typeface="思源黑体 CN Heavy" panose="020B0A00000000000000" charset="-122"/>
            </a:endParaRPr>
          </a:p>
        </p:txBody>
      </p:sp>
      <p:sp>
        <p:nvSpPr>
          <p:cNvPr id="36" name="文本框 35"/>
          <p:cNvSpPr txBox="1"/>
          <p:nvPr/>
        </p:nvSpPr>
        <p:spPr>
          <a:xfrm>
            <a:off x="3339783" y="2896235"/>
            <a:ext cx="5532755" cy="922020"/>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5400" dirty="0">
                <a:solidFill>
                  <a:srgbClr val="FEB51B"/>
                </a:solidFill>
                <a:latin typeface="字魂151号-联盟综艺体" panose="00000500000000000000" charset="-122"/>
                <a:ea typeface="字魂151号-联盟综艺体" panose="00000500000000000000" charset="-122"/>
                <a:cs typeface="思源黑体 CN Heavy" panose="020B0A00000000000000" charset="-122"/>
              </a:rPr>
              <a:t>年终工作总结</a:t>
            </a:r>
            <a:endParaRPr kumimoji="0" lang="zh-CN" altLang="en-US" sz="5400" i="0" u="none" strike="noStrike" kern="1200" cap="none" spc="0" normalizeH="0" baseline="0" noProof="0" dirty="0">
              <a:ln>
                <a:noFill/>
              </a:ln>
              <a:solidFill>
                <a:srgbClr val="FEB51B"/>
              </a:solidFill>
              <a:effectLst/>
              <a:uLnTx/>
              <a:uFillTx/>
              <a:latin typeface="字魂151号-联盟综艺体" panose="00000500000000000000" charset="-122"/>
              <a:ea typeface="字魂151号-联盟综艺体" panose="00000500000000000000" charset="-122"/>
              <a:cs typeface="思源黑体 CN Heavy" panose="020B0A00000000000000" charset="-122"/>
            </a:endParaRPr>
          </a:p>
        </p:txBody>
      </p:sp>
      <p:sp>
        <p:nvSpPr>
          <p:cNvPr id="37" name="文本框 36"/>
          <p:cNvSpPr txBox="1"/>
          <p:nvPr/>
        </p:nvSpPr>
        <p:spPr>
          <a:xfrm>
            <a:off x="3370263" y="1932940"/>
            <a:ext cx="5471795" cy="1106805"/>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sz="6600" dirty="0">
                <a:solidFill>
                  <a:srgbClr val="26211B"/>
                </a:solidFill>
                <a:latin typeface="字魂151号-联盟综艺体" panose="00000500000000000000" charset="-122"/>
                <a:ea typeface="字魂151号-联盟综艺体" panose="00000500000000000000" charset="-122"/>
                <a:cs typeface="思源黑体 CN Heavy" panose="020B0A00000000000000" charset="-122"/>
              </a:rPr>
              <a:t>绩效考核情况</a:t>
            </a:r>
          </a:p>
        </p:txBody>
      </p:sp>
      <p:grpSp>
        <p:nvGrpSpPr>
          <p:cNvPr id="78" name="组合 77"/>
          <p:cNvGrpSpPr/>
          <p:nvPr/>
        </p:nvGrpSpPr>
        <p:grpSpPr>
          <a:xfrm>
            <a:off x="560705" y="164783"/>
            <a:ext cx="11071225" cy="6483032"/>
            <a:chOff x="1038" y="260"/>
            <a:chExt cx="17435" cy="10209"/>
          </a:xfrm>
        </p:grpSpPr>
        <p:sp>
          <p:nvSpPr>
            <p:cNvPr id="144" name="文本框 143"/>
            <p:cNvSpPr txBox="1"/>
            <p:nvPr/>
          </p:nvSpPr>
          <p:spPr>
            <a:xfrm>
              <a:off x="1038" y="10035"/>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sp>
          <p:nvSpPr>
            <p:cNvPr id="77" name="文本框 76"/>
            <p:cNvSpPr txBox="1"/>
            <p:nvPr/>
          </p:nvSpPr>
          <p:spPr>
            <a:xfrm>
              <a:off x="1038" y="260"/>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grpSp>
      <p:sp>
        <p:nvSpPr>
          <p:cNvPr id="39" name="圆角矩形 38"/>
          <p:cNvSpPr/>
          <p:nvPr/>
        </p:nvSpPr>
        <p:spPr>
          <a:xfrm>
            <a:off x="3197225" y="3844925"/>
            <a:ext cx="5817870" cy="549910"/>
          </a:xfrm>
          <a:prstGeom prst="roundRect">
            <a:avLst>
              <a:gd name="adj" fmla="val 0"/>
            </a:avLst>
          </a:prstGeom>
          <a:noFill/>
          <a:ln>
            <a:no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b="1" dirty="0">
                <a:solidFill>
                  <a:schemeClr val="tx1">
                    <a:lumMod val="75000"/>
                    <a:lumOff val="25000"/>
                  </a:schemeClr>
                </a:solidFill>
                <a:latin typeface="思源黑体 CN Medium" panose="020B0600000000000000" charset="-122"/>
                <a:ea typeface="思源黑体 CN Medium" panose="020B0600000000000000" charset="-122"/>
                <a:cs typeface="思源黑体 CN Heavy" panose="020B0A00000000000000" charset="-122"/>
                <a:sym typeface="+mn-ea"/>
              </a:rPr>
              <a:t>BLUE COLOR BUSINESS PLANNING TEMPLATE</a:t>
            </a:r>
          </a:p>
        </p:txBody>
      </p:sp>
      <p:sp>
        <p:nvSpPr>
          <p:cNvPr id="40" name="圆角矩形 39"/>
          <p:cNvSpPr/>
          <p:nvPr/>
        </p:nvSpPr>
        <p:spPr>
          <a:xfrm>
            <a:off x="3606800" y="4815205"/>
            <a:ext cx="2279650" cy="549910"/>
          </a:xfrm>
          <a:prstGeom prst="roundRect">
            <a:avLst>
              <a:gd name="adj" fmla="val 50000"/>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t>汇报人：</a:t>
            </a:r>
            <a:endParaRPr lang="zh-CN" altLang="en-US" sz="1600" dirty="0">
              <a:solidFill>
                <a:schemeClr val="bg1"/>
              </a:solidFill>
              <a:latin typeface="字魂151号-联盟综艺体" panose="00000500000000000000" charset="-122"/>
              <a:ea typeface="字魂151号-联盟综艺体" panose="00000500000000000000" charset="-122"/>
              <a:cs typeface="思源黑体 CN Heavy" panose="020B0A00000000000000" charset="-122"/>
              <a:sym typeface="+mn-ea"/>
            </a:endParaRPr>
          </a:p>
        </p:txBody>
      </p:sp>
      <p:sp>
        <p:nvSpPr>
          <p:cNvPr id="41" name="圆角矩形 40"/>
          <p:cNvSpPr/>
          <p:nvPr/>
        </p:nvSpPr>
        <p:spPr>
          <a:xfrm>
            <a:off x="6304915" y="4815205"/>
            <a:ext cx="2279650" cy="549910"/>
          </a:xfrm>
          <a:prstGeom prst="roundRect">
            <a:avLst>
              <a:gd name="adj" fmla="val 50000"/>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zh-CN" altLang="en-US" sz="1600" dirty="0">
                <a:solidFill>
                  <a:schemeClr val="bg1"/>
                </a:solidFill>
                <a:latin typeface="字魂151号-联盟综艺体" panose="00000500000000000000" charset="-122"/>
                <a:ea typeface="字魂151号-联盟综艺体" panose="00000500000000000000" charset="-122"/>
                <a:cs typeface="字魂151号-联盟综艺体" panose="00000500000000000000" charset="-122"/>
                <a:sym typeface="+mn-ea"/>
              </a:rPr>
              <a:t>时间：</a:t>
            </a:r>
            <a:r>
              <a:rPr lang="en-US" altLang="zh-CN" sz="1600" dirty="0">
                <a:solidFill>
                  <a:schemeClr val="bg1"/>
                </a:solidFill>
                <a:latin typeface="字魂151号-联盟综艺体" panose="00000500000000000000" charset="-122"/>
                <a:ea typeface="字魂151号-联盟综艺体" panose="00000500000000000000" charset="-122"/>
                <a:cs typeface="字魂151号-联盟综艺体" panose="00000500000000000000" charset="-122"/>
                <a:sym typeface="+mn-ea"/>
              </a:rPr>
              <a:t>20XX</a:t>
            </a:r>
          </a:p>
        </p:txBody>
      </p:sp>
      <p:grpSp>
        <p:nvGrpSpPr>
          <p:cNvPr id="12" name="组合 11"/>
          <p:cNvGrpSpPr/>
          <p:nvPr/>
        </p:nvGrpSpPr>
        <p:grpSpPr>
          <a:xfrm>
            <a:off x="8541460" y="5363929"/>
            <a:ext cx="966066" cy="798214"/>
            <a:chOff x="9608895" y="5661744"/>
            <a:chExt cx="966066" cy="798214"/>
          </a:xfrm>
          <a:solidFill>
            <a:srgbClr val="26211B"/>
          </a:solidFill>
        </p:grpSpPr>
        <p:sp>
          <p:nvSpPr>
            <p:cNvPr id="8" name="Freeform: Shape 72"/>
            <p:cNvSpPr/>
            <p:nvPr/>
          </p:nvSpPr>
          <p:spPr>
            <a:xfrm rot="900000">
              <a:off x="10086716" y="5661744"/>
              <a:ext cx="488245" cy="486465"/>
            </a:xfrm>
            <a:custGeom>
              <a:avLst/>
              <a:gdLst>
                <a:gd name="connsiteX0" fmla="*/ 0 w 1225398"/>
                <a:gd name="connsiteY0" fmla="*/ 169222 h 1220932"/>
                <a:gd name="connsiteX1" fmla="*/ 144732 w 1225398"/>
                <a:gd name="connsiteY1" fmla="*/ 5194 h 1220932"/>
                <a:gd name="connsiteX2" fmla="*/ 279815 w 1225398"/>
                <a:gd name="connsiteY2" fmla="*/ 53438 h 1220932"/>
                <a:gd name="connsiteX3" fmla="*/ 1206101 w 1225398"/>
                <a:gd name="connsiteY3" fmla="*/ 1124446 h 1220932"/>
                <a:gd name="connsiteX4" fmla="*/ 1225399 w 1225398"/>
                <a:gd name="connsiteY4" fmla="*/ 1211284 h 1220932"/>
                <a:gd name="connsiteX5" fmla="*/ 1138560 w 1225398"/>
                <a:gd name="connsiteY5" fmla="*/ 1220933 h 1220932"/>
                <a:gd name="connsiteX6" fmla="*/ 125434 w 1225398"/>
                <a:gd name="connsiteY6" fmla="*/ 400792 h 1220932"/>
                <a:gd name="connsiteX7" fmla="*/ 0 w 1225398"/>
                <a:gd name="connsiteY7" fmla="*/ 169222 h 1220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5398" h="1220932">
                  <a:moveTo>
                    <a:pt x="0" y="169222"/>
                  </a:moveTo>
                  <a:cubicBezTo>
                    <a:pt x="48244" y="111330"/>
                    <a:pt x="86839" y="43789"/>
                    <a:pt x="144732" y="5194"/>
                  </a:cubicBezTo>
                  <a:cubicBezTo>
                    <a:pt x="173679" y="-14103"/>
                    <a:pt x="250869" y="24492"/>
                    <a:pt x="279815" y="53438"/>
                  </a:cubicBezTo>
                  <a:cubicBezTo>
                    <a:pt x="607875" y="391143"/>
                    <a:pt x="955232" y="719200"/>
                    <a:pt x="1206101" y="1124446"/>
                  </a:cubicBezTo>
                  <a:cubicBezTo>
                    <a:pt x="1215750" y="1143743"/>
                    <a:pt x="1215750" y="1182338"/>
                    <a:pt x="1225399" y="1211284"/>
                  </a:cubicBezTo>
                  <a:cubicBezTo>
                    <a:pt x="1196452" y="1211284"/>
                    <a:pt x="1157857" y="1220933"/>
                    <a:pt x="1138560" y="1220933"/>
                  </a:cubicBezTo>
                  <a:cubicBezTo>
                    <a:pt x="685065" y="1095500"/>
                    <a:pt x="366655" y="786741"/>
                    <a:pt x="125434" y="400792"/>
                  </a:cubicBezTo>
                  <a:cubicBezTo>
                    <a:pt x="77190" y="333251"/>
                    <a:pt x="48244" y="256061"/>
                    <a:pt x="0" y="169222"/>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9" name="Freeform: Shape 73"/>
            <p:cNvSpPr/>
            <p:nvPr/>
          </p:nvSpPr>
          <p:spPr>
            <a:xfrm rot="900000">
              <a:off x="9797933" y="6071856"/>
              <a:ext cx="293229" cy="298545"/>
            </a:xfrm>
            <a:custGeom>
              <a:avLst/>
              <a:gdLst>
                <a:gd name="connsiteX0" fmla="*/ 611818 w 735946"/>
                <a:gd name="connsiteY0" fmla="*/ 749289 h 749289"/>
                <a:gd name="connsiteX1" fmla="*/ 457437 w 735946"/>
                <a:gd name="connsiteY1" fmla="*/ 691397 h 749289"/>
                <a:gd name="connsiteX2" fmla="*/ 23241 w 735946"/>
                <a:gd name="connsiteY2" fmla="*/ 247556 h 749289"/>
                <a:gd name="connsiteX3" fmla="*/ 90782 w 735946"/>
                <a:gd name="connsiteY3" fmla="*/ 6338 h 749289"/>
                <a:gd name="connsiteX4" fmla="*/ 196919 w 735946"/>
                <a:gd name="connsiteY4" fmla="*/ 15987 h 749289"/>
                <a:gd name="connsiteX5" fmla="*/ 727604 w 735946"/>
                <a:gd name="connsiteY5" fmla="*/ 604559 h 749289"/>
                <a:gd name="connsiteX6" fmla="*/ 611818 w 735946"/>
                <a:gd name="connsiteY6" fmla="*/ 749289 h 74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5946" h="749289">
                  <a:moveTo>
                    <a:pt x="611818" y="749289"/>
                  </a:moveTo>
                  <a:cubicBezTo>
                    <a:pt x="573223" y="739641"/>
                    <a:pt x="515330" y="720343"/>
                    <a:pt x="457437" y="691397"/>
                  </a:cubicBezTo>
                  <a:cubicBezTo>
                    <a:pt x="264461" y="594910"/>
                    <a:pt x="129378" y="440530"/>
                    <a:pt x="23241" y="247556"/>
                  </a:cubicBezTo>
                  <a:cubicBezTo>
                    <a:pt x="-25003" y="160717"/>
                    <a:pt x="3943" y="54581"/>
                    <a:pt x="90782" y="6338"/>
                  </a:cubicBezTo>
                  <a:cubicBezTo>
                    <a:pt x="119729" y="-3311"/>
                    <a:pt x="167973" y="-3311"/>
                    <a:pt x="196919" y="15987"/>
                  </a:cubicBezTo>
                  <a:cubicBezTo>
                    <a:pt x="438140" y="151069"/>
                    <a:pt x="611818" y="353692"/>
                    <a:pt x="727604" y="604559"/>
                  </a:cubicBezTo>
                  <a:cubicBezTo>
                    <a:pt x="756550" y="672100"/>
                    <a:pt x="708306" y="749289"/>
                    <a:pt x="611818" y="749289"/>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0" name="Freeform: Shape 74"/>
            <p:cNvSpPr/>
            <p:nvPr/>
          </p:nvSpPr>
          <p:spPr>
            <a:xfrm rot="900000">
              <a:off x="9985044" y="5926402"/>
              <a:ext cx="291519" cy="279323"/>
            </a:xfrm>
            <a:custGeom>
              <a:avLst/>
              <a:gdLst>
                <a:gd name="connsiteX0" fmla="*/ 731654 w 731654"/>
                <a:gd name="connsiteY0" fmla="*/ 701046 h 701045"/>
                <a:gd name="connsiteX1" fmla="*/ 268511 w 731654"/>
                <a:gd name="connsiteY1" fmla="*/ 450179 h 701045"/>
                <a:gd name="connsiteX2" fmla="*/ 7993 w 731654"/>
                <a:gd name="connsiteY2" fmla="*/ 102825 h 701045"/>
                <a:gd name="connsiteX3" fmla="*/ 27291 w 731654"/>
                <a:gd name="connsiteY3" fmla="*/ 6338 h 701045"/>
                <a:gd name="connsiteX4" fmla="*/ 104481 w 731654"/>
                <a:gd name="connsiteY4" fmla="*/ 15986 h 701045"/>
                <a:gd name="connsiteX5" fmla="*/ 413243 w 731654"/>
                <a:gd name="connsiteY5" fmla="*/ 334394 h 701045"/>
                <a:gd name="connsiteX6" fmla="*/ 693059 w 731654"/>
                <a:gd name="connsiteY6" fmla="*/ 643153 h 701045"/>
                <a:gd name="connsiteX7" fmla="*/ 731654 w 731654"/>
                <a:gd name="connsiteY7" fmla="*/ 701046 h 701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1654" h="701045">
                  <a:moveTo>
                    <a:pt x="731654" y="701046"/>
                  </a:moveTo>
                  <a:cubicBezTo>
                    <a:pt x="529029" y="691397"/>
                    <a:pt x="384297" y="575612"/>
                    <a:pt x="268511" y="450179"/>
                  </a:cubicBezTo>
                  <a:cubicBezTo>
                    <a:pt x="172023" y="344043"/>
                    <a:pt x="85184" y="228258"/>
                    <a:pt x="7993" y="102825"/>
                  </a:cubicBezTo>
                  <a:cubicBezTo>
                    <a:pt x="-11304" y="83528"/>
                    <a:pt x="7993" y="25635"/>
                    <a:pt x="27291" y="6338"/>
                  </a:cubicBezTo>
                  <a:cubicBezTo>
                    <a:pt x="27291" y="-3311"/>
                    <a:pt x="85184" y="-3311"/>
                    <a:pt x="104481" y="15986"/>
                  </a:cubicBezTo>
                  <a:cubicBezTo>
                    <a:pt x="210618" y="122122"/>
                    <a:pt x="316755" y="228258"/>
                    <a:pt x="413243" y="334394"/>
                  </a:cubicBezTo>
                  <a:cubicBezTo>
                    <a:pt x="509731" y="440530"/>
                    <a:pt x="596571" y="546666"/>
                    <a:pt x="693059" y="643153"/>
                  </a:cubicBezTo>
                  <a:cubicBezTo>
                    <a:pt x="712356" y="652802"/>
                    <a:pt x="722005" y="672100"/>
                    <a:pt x="731654" y="701046"/>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1" name="Freeform: Shape 75"/>
            <p:cNvSpPr/>
            <p:nvPr/>
          </p:nvSpPr>
          <p:spPr>
            <a:xfrm rot="900000">
              <a:off x="9608895" y="6329170"/>
              <a:ext cx="128789" cy="130788"/>
            </a:xfrm>
            <a:custGeom>
              <a:avLst/>
              <a:gdLst>
                <a:gd name="connsiteX0" fmla="*/ 323235 w 323235"/>
                <a:gd name="connsiteY0" fmla="*/ 250867 h 328251"/>
                <a:gd name="connsiteX1" fmla="*/ 217098 w 323235"/>
                <a:gd name="connsiteY1" fmla="*/ 318408 h 328251"/>
                <a:gd name="connsiteX2" fmla="*/ 14473 w 323235"/>
                <a:gd name="connsiteY2" fmla="*/ 164028 h 328251"/>
                <a:gd name="connsiteX3" fmla="*/ 14473 w 323235"/>
                <a:gd name="connsiteY3" fmla="*/ 67541 h 328251"/>
                <a:gd name="connsiteX4" fmla="*/ 110961 w 323235"/>
                <a:gd name="connsiteY4" fmla="*/ 0 h 328251"/>
                <a:gd name="connsiteX5" fmla="*/ 323235 w 323235"/>
                <a:gd name="connsiteY5" fmla="*/ 250867 h 328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3235" h="328251">
                  <a:moveTo>
                    <a:pt x="323235" y="250867"/>
                  </a:moveTo>
                  <a:cubicBezTo>
                    <a:pt x="323235" y="308759"/>
                    <a:pt x="255693" y="347354"/>
                    <a:pt x="217098" y="318408"/>
                  </a:cubicBezTo>
                  <a:cubicBezTo>
                    <a:pt x="149557" y="270164"/>
                    <a:pt x="72366" y="221921"/>
                    <a:pt x="14473" y="164028"/>
                  </a:cubicBezTo>
                  <a:cubicBezTo>
                    <a:pt x="-4824" y="144731"/>
                    <a:pt x="-4824" y="96487"/>
                    <a:pt x="14473" y="67541"/>
                  </a:cubicBezTo>
                  <a:cubicBezTo>
                    <a:pt x="33771" y="38595"/>
                    <a:pt x="82015" y="0"/>
                    <a:pt x="110961" y="0"/>
                  </a:cubicBezTo>
                  <a:cubicBezTo>
                    <a:pt x="168854" y="9649"/>
                    <a:pt x="313586" y="192974"/>
                    <a:pt x="323235" y="250867"/>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6" presetClass="entr" presetSubtype="0" fill="hold" grpId="0" nodeType="clickEffect">
                                  <p:stCondLst>
                                    <p:cond delay="0"/>
                                  </p:stCondLst>
                                  <p:iterate type="lt">
                                    <p:tmPct val="10000"/>
                                  </p:iterate>
                                  <p:childTnLst>
                                    <p:set>
                                      <p:cBhvr>
                                        <p:cTn id="6" dur="1" fill="hold">
                                          <p:stCondLst>
                                            <p:cond delay="0"/>
                                          </p:stCondLst>
                                        </p:cTn>
                                        <p:tgtEl>
                                          <p:spTgt spid="37"/>
                                        </p:tgtEl>
                                        <p:attrNameLst>
                                          <p:attrName>style.visibility</p:attrName>
                                        </p:attrNameLst>
                                      </p:cBhvr>
                                      <p:to>
                                        <p:strVal val="visible"/>
                                      </p:to>
                                    </p:set>
                                    <p:anim by="(-#ppt_w*2)" calcmode="lin" valueType="num">
                                      <p:cBhvr rctx="PPT">
                                        <p:cTn id="7" dur="500" autoRev="1" fill="hold">
                                          <p:stCondLst>
                                            <p:cond delay="0"/>
                                          </p:stCondLst>
                                        </p:cTn>
                                        <p:tgtEl>
                                          <p:spTgt spid="37"/>
                                        </p:tgtEl>
                                        <p:attrNameLst>
                                          <p:attrName>ppt_w</p:attrName>
                                        </p:attrNameLst>
                                      </p:cBhvr>
                                    </p:anim>
                                    <p:anim by="(#ppt_w*0.50)" calcmode="lin" valueType="num">
                                      <p:cBhvr>
                                        <p:cTn id="8" dur="500" decel="50000" autoRev="1" fill="hold">
                                          <p:stCondLst>
                                            <p:cond delay="0"/>
                                          </p:stCondLst>
                                        </p:cTn>
                                        <p:tgtEl>
                                          <p:spTgt spid="37"/>
                                        </p:tgtEl>
                                        <p:attrNameLst>
                                          <p:attrName>ppt_x</p:attrName>
                                        </p:attrNameLst>
                                      </p:cBhvr>
                                    </p:anim>
                                    <p:anim from="(-#ppt_h/2)" to="(#ppt_y)" calcmode="lin" valueType="num">
                                      <p:cBhvr>
                                        <p:cTn id="9" dur="1000" fill="hold">
                                          <p:stCondLst>
                                            <p:cond delay="0"/>
                                          </p:stCondLst>
                                        </p:cTn>
                                        <p:tgtEl>
                                          <p:spTgt spid="37"/>
                                        </p:tgtEl>
                                        <p:attrNameLst>
                                          <p:attrName>ppt_y</p:attrName>
                                        </p:attrNameLst>
                                      </p:cBhvr>
                                    </p:anim>
                                    <p:animRot by="21600000">
                                      <p:cBhvr>
                                        <p:cTn id="10" dur="1000" fill="hold">
                                          <p:stCondLst>
                                            <p:cond delay="0"/>
                                          </p:stCondLst>
                                        </p:cTn>
                                        <p:tgtEl>
                                          <p:spTgt spid="37"/>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56" presetClass="entr" presetSubtype="0" fill="hold" grpId="0" nodeType="clickEffect">
                                  <p:stCondLst>
                                    <p:cond delay="0"/>
                                  </p:stCondLst>
                                  <p:iterate type="lt">
                                    <p:tmPct val="10000"/>
                                  </p:iterate>
                                  <p:childTnLst>
                                    <p:set>
                                      <p:cBhvr>
                                        <p:cTn id="14" dur="1" fill="hold">
                                          <p:stCondLst>
                                            <p:cond delay="0"/>
                                          </p:stCondLst>
                                        </p:cTn>
                                        <p:tgtEl>
                                          <p:spTgt spid="36"/>
                                        </p:tgtEl>
                                        <p:attrNameLst>
                                          <p:attrName>style.visibility</p:attrName>
                                        </p:attrNameLst>
                                      </p:cBhvr>
                                      <p:to>
                                        <p:strVal val="visible"/>
                                      </p:to>
                                    </p:set>
                                    <p:anim by="(-#ppt_w*2)" calcmode="lin" valueType="num">
                                      <p:cBhvr rctx="PPT">
                                        <p:cTn id="15" dur="500" autoRev="1" fill="hold">
                                          <p:stCondLst>
                                            <p:cond delay="0"/>
                                          </p:stCondLst>
                                        </p:cTn>
                                        <p:tgtEl>
                                          <p:spTgt spid="36"/>
                                        </p:tgtEl>
                                        <p:attrNameLst>
                                          <p:attrName>ppt_w</p:attrName>
                                        </p:attrNameLst>
                                      </p:cBhvr>
                                    </p:anim>
                                    <p:anim by="(#ppt_w*0.50)" calcmode="lin" valueType="num">
                                      <p:cBhvr>
                                        <p:cTn id="16" dur="500" decel="50000" autoRev="1" fill="hold">
                                          <p:stCondLst>
                                            <p:cond delay="0"/>
                                          </p:stCondLst>
                                        </p:cTn>
                                        <p:tgtEl>
                                          <p:spTgt spid="36"/>
                                        </p:tgtEl>
                                        <p:attrNameLst>
                                          <p:attrName>ppt_x</p:attrName>
                                        </p:attrNameLst>
                                      </p:cBhvr>
                                    </p:anim>
                                    <p:anim from="(-#ppt_h/2)" to="(#ppt_y)" calcmode="lin" valueType="num">
                                      <p:cBhvr>
                                        <p:cTn id="17" dur="1000" fill="hold">
                                          <p:stCondLst>
                                            <p:cond delay="0"/>
                                          </p:stCondLst>
                                        </p:cTn>
                                        <p:tgtEl>
                                          <p:spTgt spid="36"/>
                                        </p:tgtEl>
                                        <p:attrNameLst>
                                          <p:attrName>ppt_y</p:attrName>
                                        </p:attrNameLst>
                                      </p:cBhvr>
                                    </p:anim>
                                    <p:animRot by="21600000">
                                      <p:cBhvr>
                                        <p:cTn id="18" dur="1000" fill="hold">
                                          <p:stCondLst>
                                            <p:cond delay="0"/>
                                          </p:stCondLst>
                                        </p:cTn>
                                        <p:tgtEl>
                                          <p:spTgt spid="36"/>
                                        </p:tgtEl>
                                        <p:attrNameLst>
                                          <p:attrName>r</p:attrName>
                                        </p:attrNameLst>
                                      </p:cBhvr>
                                    </p:animRot>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grpId="0" nodeType="clickEffect">
                                  <p:stCondLst>
                                    <p:cond delay="0"/>
                                  </p:stCondLst>
                                  <p:childTnLst>
                                    <p:set>
                                      <p:cBhvr>
                                        <p:cTn id="22" dur="1" fill="hold">
                                          <p:stCondLst>
                                            <p:cond delay="0"/>
                                          </p:stCondLst>
                                        </p:cTn>
                                        <p:tgtEl>
                                          <p:spTgt spid="39"/>
                                        </p:tgtEl>
                                        <p:attrNameLst>
                                          <p:attrName>style.visibility</p:attrName>
                                        </p:attrNameLst>
                                      </p:cBhvr>
                                      <p:to>
                                        <p:strVal val="visible"/>
                                      </p:to>
                                    </p:set>
                                    <p:anim calcmode="lin" valueType="num">
                                      <p:cBhvr additive="base">
                                        <p:cTn id="23" dur="500"/>
                                        <p:tgtEl>
                                          <p:spTgt spid="39"/>
                                        </p:tgtEl>
                                        <p:attrNameLst>
                                          <p:attrName>ppt_y</p:attrName>
                                        </p:attrNameLst>
                                      </p:cBhvr>
                                      <p:tavLst>
                                        <p:tav tm="0">
                                          <p:val>
                                            <p:strVal val="#ppt_y+#ppt_h*1.125000"/>
                                          </p:val>
                                        </p:tav>
                                        <p:tav tm="100000">
                                          <p:val>
                                            <p:strVal val="#ppt_y"/>
                                          </p:val>
                                        </p:tav>
                                      </p:tavLst>
                                    </p:anim>
                                    <p:animEffect transition="in" filter="wipe(up)">
                                      <p:cBhvr>
                                        <p:cTn id="24" dur="500"/>
                                        <p:tgtEl>
                                          <p:spTgt spid="39"/>
                                        </p:tgtEl>
                                      </p:cBhvr>
                                    </p:animEffect>
                                  </p:childTnLst>
                                </p:cTn>
                              </p:par>
                            </p:childTnLst>
                          </p:cTn>
                        </p:par>
                      </p:childTnLst>
                    </p:cTn>
                  </p:par>
                  <p:par>
                    <p:cTn id="25" fill="hold">
                      <p:stCondLst>
                        <p:cond delay="indefinite"/>
                      </p:stCondLst>
                      <p:childTnLst>
                        <p:par>
                          <p:cTn id="26" fill="hold">
                            <p:stCondLst>
                              <p:cond delay="0"/>
                            </p:stCondLst>
                            <p:childTnLst>
                              <p:par>
                                <p:cTn id="27" presetID="50" presetClass="entr" presetSubtype="0" decel="100000" fill="hold" grpId="0" nodeType="clickEffect">
                                  <p:stCondLst>
                                    <p:cond delay="0"/>
                                  </p:stCondLst>
                                  <p:childTnLst>
                                    <p:set>
                                      <p:cBhvr>
                                        <p:cTn id="28" dur="1" fill="hold">
                                          <p:stCondLst>
                                            <p:cond delay="0"/>
                                          </p:stCondLst>
                                        </p:cTn>
                                        <p:tgtEl>
                                          <p:spTgt spid="38"/>
                                        </p:tgtEl>
                                        <p:attrNameLst>
                                          <p:attrName>style.visibility</p:attrName>
                                        </p:attrNameLst>
                                      </p:cBhvr>
                                      <p:to>
                                        <p:strVal val="visible"/>
                                      </p:to>
                                    </p:set>
                                    <p:anim calcmode="lin" valueType="num">
                                      <p:cBhvr>
                                        <p:cTn id="29" dur="1000" fill="hold"/>
                                        <p:tgtEl>
                                          <p:spTgt spid="38"/>
                                        </p:tgtEl>
                                        <p:attrNameLst>
                                          <p:attrName>ppt_w</p:attrName>
                                        </p:attrNameLst>
                                      </p:cBhvr>
                                      <p:tavLst>
                                        <p:tav tm="0">
                                          <p:val>
                                            <p:strVal val="#ppt_w+.3"/>
                                          </p:val>
                                        </p:tav>
                                        <p:tav tm="100000">
                                          <p:val>
                                            <p:strVal val="#ppt_w"/>
                                          </p:val>
                                        </p:tav>
                                      </p:tavLst>
                                    </p:anim>
                                    <p:anim calcmode="lin" valueType="num">
                                      <p:cBhvr>
                                        <p:cTn id="30" dur="1000" fill="hold"/>
                                        <p:tgtEl>
                                          <p:spTgt spid="38"/>
                                        </p:tgtEl>
                                        <p:attrNameLst>
                                          <p:attrName>ppt_h</p:attrName>
                                        </p:attrNameLst>
                                      </p:cBhvr>
                                      <p:tavLst>
                                        <p:tav tm="0">
                                          <p:val>
                                            <p:strVal val="#ppt_h"/>
                                          </p:val>
                                        </p:tav>
                                        <p:tav tm="100000">
                                          <p:val>
                                            <p:strVal val="#ppt_h"/>
                                          </p:val>
                                        </p:tav>
                                      </p:tavLst>
                                    </p:anim>
                                    <p:animEffect transition="in" filter="fade">
                                      <p:cBhvr>
                                        <p:cTn id="31" dur="1000"/>
                                        <p:tgtEl>
                                          <p:spTgt spid="38"/>
                                        </p:tgtEl>
                                      </p:cBhvr>
                                    </p:animEffect>
                                  </p:childTnLst>
                                </p:cTn>
                              </p:par>
                            </p:childTnLst>
                          </p:cTn>
                        </p:par>
                      </p:childTnLst>
                    </p:cTn>
                  </p:par>
                  <p:par>
                    <p:cTn id="32" fill="hold">
                      <p:stCondLst>
                        <p:cond delay="indefinite"/>
                      </p:stCondLst>
                      <p:childTnLst>
                        <p:par>
                          <p:cTn id="33" fill="hold">
                            <p:stCondLst>
                              <p:cond delay="0"/>
                            </p:stCondLst>
                            <p:childTnLst>
                              <p:par>
                                <p:cTn id="34" presetID="43" presetClass="entr" presetSubtype="0" fill="hold" grpId="0" nodeType="click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100"/>
                                        <p:tgtEl>
                                          <p:spTgt spid="40"/>
                                        </p:tgtEl>
                                      </p:cBhvr>
                                    </p:animEffect>
                                    <p:anim calcmode="lin" valueType="num">
                                      <p:cBhvr>
                                        <p:cTn id="37" dur="400" fill="hold"/>
                                        <p:tgtEl>
                                          <p:spTgt spid="40"/>
                                        </p:tgtEl>
                                        <p:attrNameLst>
                                          <p:attrName>ppt_x</p:attrName>
                                        </p:attrNameLst>
                                      </p:cBhvr>
                                      <p:tavLst>
                                        <p:tav tm="0">
                                          <p:val>
                                            <p:strVal val="#ppt_x"/>
                                          </p:val>
                                        </p:tav>
                                        <p:tav tm="100000">
                                          <p:val>
                                            <p:strVal val="#ppt_x"/>
                                          </p:val>
                                        </p:tav>
                                      </p:tavLst>
                                    </p:anim>
                                    <p:anim calcmode="lin" valueType="num">
                                      <p:cBhvr>
                                        <p:cTn id="38" dur="400" fill="hold"/>
                                        <p:tgtEl>
                                          <p:spTgt spid="40"/>
                                        </p:tgtEl>
                                        <p:attrNameLst>
                                          <p:attrName>ppt_y</p:attrName>
                                        </p:attrNameLst>
                                      </p:cBhvr>
                                      <p:tavLst>
                                        <p:tav tm="0">
                                          <p:val>
                                            <p:strVal val="#ppt_y+0.31"/>
                                          </p:val>
                                        </p:tav>
                                        <p:tav tm="100000">
                                          <p:val>
                                            <p:strVal val="#ppt_y+0.31"/>
                                          </p:val>
                                        </p:tav>
                                      </p:tavLst>
                                    </p:anim>
                                    <p:anim calcmode="lin" valueType="num">
                                      <p:cBhvr>
                                        <p:cTn id="39" dur="600" decel="50000" fill="hold">
                                          <p:stCondLst>
                                            <p:cond delay="400"/>
                                          </p:stCondLst>
                                        </p:cTn>
                                        <p:tgtEl>
                                          <p:spTgt spid="40"/>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40" dur="600" decel="50000" fill="hold">
                                          <p:stCondLst>
                                            <p:cond delay="400"/>
                                          </p:stCondLst>
                                        </p:cTn>
                                        <p:tgtEl>
                                          <p:spTgt spid="40"/>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3" presetClass="entr" presetSubtype="0" fill="hold" grpId="0" nodeType="clickEffect">
                                  <p:stCondLst>
                                    <p:cond delay="0"/>
                                  </p:stCondLst>
                                  <p:childTnLst>
                                    <p:set>
                                      <p:cBhvr>
                                        <p:cTn id="44" dur="1" fill="hold">
                                          <p:stCondLst>
                                            <p:cond delay="0"/>
                                          </p:stCondLst>
                                        </p:cTn>
                                        <p:tgtEl>
                                          <p:spTgt spid="41"/>
                                        </p:tgtEl>
                                        <p:attrNameLst>
                                          <p:attrName>style.visibility</p:attrName>
                                        </p:attrNameLst>
                                      </p:cBhvr>
                                      <p:to>
                                        <p:strVal val="visible"/>
                                      </p:to>
                                    </p:set>
                                    <p:animEffect transition="in" filter="fade">
                                      <p:cBhvr>
                                        <p:cTn id="45" dur="100"/>
                                        <p:tgtEl>
                                          <p:spTgt spid="41"/>
                                        </p:tgtEl>
                                      </p:cBhvr>
                                    </p:animEffect>
                                    <p:anim calcmode="lin" valueType="num">
                                      <p:cBhvr>
                                        <p:cTn id="46" dur="400" fill="hold"/>
                                        <p:tgtEl>
                                          <p:spTgt spid="41"/>
                                        </p:tgtEl>
                                        <p:attrNameLst>
                                          <p:attrName>ppt_x</p:attrName>
                                        </p:attrNameLst>
                                      </p:cBhvr>
                                      <p:tavLst>
                                        <p:tav tm="0">
                                          <p:val>
                                            <p:strVal val="#ppt_x"/>
                                          </p:val>
                                        </p:tav>
                                        <p:tav tm="100000">
                                          <p:val>
                                            <p:strVal val="#ppt_x"/>
                                          </p:val>
                                        </p:tav>
                                      </p:tavLst>
                                    </p:anim>
                                    <p:anim calcmode="lin" valueType="num">
                                      <p:cBhvr>
                                        <p:cTn id="47" dur="400" fill="hold"/>
                                        <p:tgtEl>
                                          <p:spTgt spid="41"/>
                                        </p:tgtEl>
                                        <p:attrNameLst>
                                          <p:attrName>ppt_y</p:attrName>
                                        </p:attrNameLst>
                                      </p:cBhvr>
                                      <p:tavLst>
                                        <p:tav tm="0">
                                          <p:val>
                                            <p:strVal val="#ppt_y+0.31"/>
                                          </p:val>
                                        </p:tav>
                                        <p:tav tm="100000">
                                          <p:val>
                                            <p:strVal val="#ppt_y+0.31"/>
                                          </p:val>
                                        </p:tav>
                                      </p:tavLst>
                                    </p:anim>
                                    <p:anim calcmode="lin" valueType="num">
                                      <p:cBhvr>
                                        <p:cTn id="48" dur="600" decel="50000" fill="hold">
                                          <p:stCondLst>
                                            <p:cond delay="400"/>
                                          </p:stCondLst>
                                        </p:cTn>
                                        <p:tgtEl>
                                          <p:spTgt spid="41"/>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49" dur="600" decel="50000" fill="hold">
                                          <p:stCondLst>
                                            <p:cond delay="400"/>
                                          </p:stCondLst>
                                        </p:cTn>
                                        <p:tgtEl>
                                          <p:spTgt spid="41"/>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13" presetClass="entr" presetSubtype="16" fill="hold" nodeType="clickEffect">
                                  <p:stCondLst>
                                    <p:cond delay="0"/>
                                  </p:stCondLst>
                                  <p:childTnLst>
                                    <p:set>
                                      <p:cBhvr>
                                        <p:cTn id="53" dur="1" fill="hold">
                                          <p:stCondLst>
                                            <p:cond delay="0"/>
                                          </p:stCondLst>
                                        </p:cTn>
                                        <p:tgtEl>
                                          <p:spTgt spid="78"/>
                                        </p:tgtEl>
                                        <p:attrNameLst>
                                          <p:attrName>style.visibility</p:attrName>
                                        </p:attrNameLst>
                                      </p:cBhvr>
                                      <p:to>
                                        <p:strVal val="visible"/>
                                      </p:to>
                                    </p:set>
                                    <p:animEffect transition="in" filter="plus(in)">
                                      <p:cBhvr>
                                        <p:cTn id="54" dur="2000"/>
                                        <p:tgtEl>
                                          <p:spTgt spid="78"/>
                                        </p:tgtEl>
                                      </p:cBhvr>
                                    </p:animEffect>
                                  </p:childTnLst>
                                </p:cTn>
                              </p:par>
                            </p:childTnLst>
                          </p:cTn>
                        </p:par>
                      </p:childTnLst>
                    </p:cTn>
                  </p:par>
                  <p:par>
                    <p:cTn id="55" fill="hold">
                      <p:stCondLst>
                        <p:cond delay="indefinite"/>
                      </p:stCondLst>
                      <p:childTnLst>
                        <p:par>
                          <p:cTn id="56" fill="hold">
                            <p:stCondLst>
                              <p:cond delay="0"/>
                            </p:stCondLst>
                            <p:childTnLst>
                              <p:par>
                                <p:cTn id="57" presetID="29" presetClass="entr" presetSubtype="0" fill="hold" grpId="0" nodeType="clickEffect">
                                  <p:stCondLst>
                                    <p:cond delay="0"/>
                                  </p:stCondLst>
                                  <p:childTnLst>
                                    <p:set>
                                      <p:cBhvr>
                                        <p:cTn id="58" dur="1" fill="hold">
                                          <p:stCondLst>
                                            <p:cond delay="0"/>
                                          </p:stCondLst>
                                        </p:cTn>
                                        <p:tgtEl>
                                          <p:spTgt spid="2"/>
                                        </p:tgtEl>
                                        <p:attrNameLst>
                                          <p:attrName>style.visibility</p:attrName>
                                        </p:attrNameLst>
                                      </p:cBhvr>
                                      <p:to>
                                        <p:strVal val="visible"/>
                                      </p:to>
                                    </p:set>
                                    <p:anim calcmode="lin" valueType="num">
                                      <p:cBhvr>
                                        <p:cTn id="59" dur="1000" fill="hold"/>
                                        <p:tgtEl>
                                          <p:spTgt spid="2"/>
                                        </p:tgtEl>
                                        <p:attrNameLst>
                                          <p:attrName>ppt_x</p:attrName>
                                        </p:attrNameLst>
                                      </p:cBhvr>
                                      <p:tavLst>
                                        <p:tav tm="0">
                                          <p:val>
                                            <p:strVal val="#ppt_x-.2"/>
                                          </p:val>
                                        </p:tav>
                                        <p:tav tm="100000">
                                          <p:val>
                                            <p:strVal val="#ppt_x"/>
                                          </p:val>
                                        </p:tav>
                                      </p:tavLst>
                                    </p:anim>
                                    <p:anim calcmode="lin" valueType="num">
                                      <p:cBhvr>
                                        <p:cTn id="60" dur="1000" fill="hold"/>
                                        <p:tgtEl>
                                          <p:spTgt spid="2"/>
                                        </p:tgtEl>
                                        <p:attrNameLst>
                                          <p:attrName>ppt_y</p:attrName>
                                        </p:attrNameLst>
                                      </p:cBhvr>
                                      <p:tavLst>
                                        <p:tav tm="0">
                                          <p:val>
                                            <p:strVal val="#ppt_y"/>
                                          </p:val>
                                        </p:tav>
                                        <p:tav tm="100000">
                                          <p:val>
                                            <p:strVal val="#ppt_y"/>
                                          </p:val>
                                        </p:tav>
                                      </p:tavLst>
                                    </p:anim>
                                    <p:animEffect transition="in" filter="wipe(right)" prLst="gradientSize: 0.1">
                                      <p:cBhvr>
                                        <p:cTn id="61" dur="1000"/>
                                        <p:tgtEl>
                                          <p:spTgt spid="2"/>
                                        </p:tgtEl>
                                      </p:cBhvr>
                                    </p:animEffect>
                                  </p:childTnLst>
                                </p:cTn>
                              </p:par>
                            </p:childTnLst>
                          </p:cTn>
                        </p:par>
                      </p:childTnLst>
                    </p:cTn>
                  </p:par>
                  <p:par>
                    <p:cTn id="62" fill="hold">
                      <p:stCondLst>
                        <p:cond delay="indefinite"/>
                      </p:stCondLst>
                      <p:childTnLst>
                        <p:par>
                          <p:cTn id="63" fill="hold">
                            <p:stCondLst>
                              <p:cond delay="0"/>
                            </p:stCondLst>
                            <p:childTnLst>
                              <p:par>
                                <p:cTn id="64" presetID="29" presetClass="entr" presetSubtype="0" fill="hold" grpId="0" nodeType="clickEffect">
                                  <p:stCondLst>
                                    <p:cond delay="0"/>
                                  </p:stCondLst>
                                  <p:childTnLst>
                                    <p:set>
                                      <p:cBhvr>
                                        <p:cTn id="65" dur="1" fill="hold">
                                          <p:stCondLst>
                                            <p:cond delay="0"/>
                                          </p:stCondLst>
                                        </p:cTn>
                                        <p:tgtEl>
                                          <p:spTgt spid="3"/>
                                        </p:tgtEl>
                                        <p:attrNameLst>
                                          <p:attrName>style.visibility</p:attrName>
                                        </p:attrNameLst>
                                      </p:cBhvr>
                                      <p:to>
                                        <p:strVal val="visible"/>
                                      </p:to>
                                    </p:set>
                                    <p:anim calcmode="lin" valueType="num">
                                      <p:cBhvr>
                                        <p:cTn id="66" dur="1000" fill="hold"/>
                                        <p:tgtEl>
                                          <p:spTgt spid="3"/>
                                        </p:tgtEl>
                                        <p:attrNameLst>
                                          <p:attrName>ppt_x</p:attrName>
                                        </p:attrNameLst>
                                      </p:cBhvr>
                                      <p:tavLst>
                                        <p:tav tm="0">
                                          <p:val>
                                            <p:strVal val="#ppt_x-.2"/>
                                          </p:val>
                                        </p:tav>
                                        <p:tav tm="100000">
                                          <p:val>
                                            <p:strVal val="#ppt_x"/>
                                          </p:val>
                                        </p:tav>
                                      </p:tavLst>
                                    </p:anim>
                                    <p:anim calcmode="lin" valueType="num">
                                      <p:cBhvr>
                                        <p:cTn id="67" dur="1000" fill="hold"/>
                                        <p:tgtEl>
                                          <p:spTgt spid="3"/>
                                        </p:tgtEl>
                                        <p:attrNameLst>
                                          <p:attrName>ppt_y</p:attrName>
                                        </p:attrNameLst>
                                      </p:cBhvr>
                                      <p:tavLst>
                                        <p:tav tm="0">
                                          <p:val>
                                            <p:strVal val="#ppt_y"/>
                                          </p:val>
                                        </p:tav>
                                        <p:tav tm="100000">
                                          <p:val>
                                            <p:strVal val="#ppt_y"/>
                                          </p:val>
                                        </p:tav>
                                      </p:tavLst>
                                    </p:anim>
                                    <p:animEffect transition="in" filter="wipe(right)" prLst="gradientSize: 0.1">
                                      <p:cBhvr>
                                        <p:cTn id="68" dur="1000"/>
                                        <p:tgtEl>
                                          <p:spTgt spid="3"/>
                                        </p:tgtEl>
                                      </p:cBhvr>
                                    </p:animEffect>
                                  </p:childTnLst>
                                </p:cTn>
                              </p:par>
                              <p:par>
                                <p:cTn id="69" presetID="2" presetClass="entr" presetSubtype="2" decel="100000" fill="hold" nodeType="withEffect">
                                  <p:stCondLst>
                                    <p:cond delay="0"/>
                                  </p:stCondLst>
                                  <p:childTnLst>
                                    <p:set>
                                      <p:cBhvr>
                                        <p:cTn id="70" dur="1" fill="hold">
                                          <p:stCondLst>
                                            <p:cond delay="0"/>
                                          </p:stCondLst>
                                        </p:cTn>
                                        <p:tgtEl>
                                          <p:spTgt spid="12"/>
                                        </p:tgtEl>
                                        <p:attrNameLst>
                                          <p:attrName>style.visibility</p:attrName>
                                        </p:attrNameLst>
                                      </p:cBhvr>
                                      <p:to>
                                        <p:strVal val="visible"/>
                                      </p:to>
                                    </p:set>
                                    <p:anim calcmode="lin" valueType="num">
                                      <p:cBhvr additive="base">
                                        <p:cTn id="71" dur="1000" fill="hold"/>
                                        <p:tgtEl>
                                          <p:spTgt spid="12"/>
                                        </p:tgtEl>
                                        <p:attrNameLst>
                                          <p:attrName>ppt_x</p:attrName>
                                        </p:attrNameLst>
                                      </p:cBhvr>
                                      <p:tavLst>
                                        <p:tav tm="0">
                                          <p:val>
                                            <p:strVal val="1+#ppt_w/2"/>
                                          </p:val>
                                        </p:tav>
                                        <p:tav tm="100000">
                                          <p:val>
                                            <p:strVal val="#ppt_x"/>
                                          </p:val>
                                        </p:tav>
                                      </p:tavLst>
                                    </p:anim>
                                    <p:anim calcmode="lin" valueType="num">
                                      <p:cBhvr additive="base">
                                        <p:cTn id="72" dur="10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 grpId="1" animBg="1"/>
      <p:bldP spid="2" grpId="0" bldLvl="0" animBg="1"/>
      <p:bldP spid="2" grpId="1" animBg="1"/>
      <p:bldP spid="38" grpId="0"/>
      <p:bldP spid="38" grpId="1"/>
      <p:bldP spid="36" grpId="0"/>
      <p:bldP spid="36" grpId="1"/>
      <p:bldP spid="37" grpId="0"/>
      <p:bldP spid="37" grpId="1"/>
      <p:bldP spid="39" grpId="0" bldLvl="0" animBg="1"/>
      <p:bldP spid="39" grpId="1" animBg="1"/>
      <p:bldP spid="40" grpId="0" bldLvl="0" animBg="1"/>
      <p:bldP spid="40" grpId="1" animBg="1"/>
      <p:bldP spid="41" grpId="0" bldLvl="0" animBg="1"/>
      <p:bldP spid="41"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grpSp>
        <p:nvGrpSpPr>
          <p:cNvPr id="20" name="组合 19"/>
          <p:cNvGrpSpPr/>
          <p:nvPr/>
        </p:nvGrpSpPr>
        <p:grpSpPr>
          <a:xfrm>
            <a:off x="-1445895" y="-2014855"/>
            <a:ext cx="15448280" cy="10515600"/>
            <a:chOff x="-2277" y="-3173"/>
            <a:chExt cx="24328" cy="16560"/>
          </a:xfrm>
        </p:grpSpPr>
        <p:sp>
          <p:nvSpPr>
            <p:cNvPr id="42" name="矩形 41"/>
            <p:cNvSpPr/>
            <p:nvPr/>
          </p:nvSpPr>
          <p:spPr>
            <a:xfrm>
              <a:off x="1" y="0"/>
              <a:ext cx="19230" cy="10812"/>
            </a:xfrm>
            <a:prstGeom prst="rect">
              <a:avLst/>
            </a:prstGeom>
            <a:solidFill>
              <a:srgbClr val="F4F4F4">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flipV="1">
              <a:off x="15059" y="6395"/>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同心圆 3"/>
            <p:cNvSpPr/>
            <p:nvPr/>
          </p:nvSpPr>
          <p:spPr>
            <a:xfrm flipV="1">
              <a:off x="15715" y="639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2277" y="-3173"/>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8" name="组合 77"/>
            <p:cNvGrpSpPr/>
            <p:nvPr/>
          </p:nvGrpSpPr>
          <p:grpSpPr>
            <a:xfrm>
              <a:off x="883" y="260"/>
              <a:ext cx="17435" cy="10209"/>
              <a:chOff x="1038" y="260"/>
              <a:chExt cx="17435" cy="10209"/>
            </a:xfrm>
          </p:grpSpPr>
          <p:sp>
            <p:nvSpPr>
              <p:cNvPr id="144" name="文本框 143"/>
              <p:cNvSpPr txBox="1"/>
              <p:nvPr/>
            </p:nvSpPr>
            <p:spPr>
              <a:xfrm>
                <a:off x="1038" y="10035"/>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sp>
            <p:nvSpPr>
              <p:cNvPr id="77" name="文本框 76"/>
              <p:cNvSpPr txBox="1"/>
              <p:nvPr/>
            </p:nvSpPr>
            <p:spPr>
              <a:xfrm>
                <a:off x="1038" y="260"/>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grpSp>
        <p:sp>
          <p:nvSpPr>
            <p:cNvPr id="2" name="同心圆 1"/>
            <p:cNvSpPr/>
            <p:nvPr/>
          </p:nvSpPr>
          <p:spPr>
            <a:xfrm>
              <a:off x="803" y="123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13451" y="8447"/>
              <a:ext cx="1521" cy="1257"/>
              <a:chOff x="9608895" y="5661744"/>
              <a:chExt cx="966066" cy="798214"/>
            </a:xfrm>
            <a:solidFill>
              <a:srgbClr val="26211B"/>
            </a:solidFill>
          </p:grpSpPr>
          <p:sp>
            <p:nvSpPr>
              <p:cNvPr id="8" name="Freeform: Shape 72"/>
              <p:cNvSpPr/>
              <p:nvPr/>
            </p:nvSpPr>
            <p:spPr>
              <a:xfrm rot="900000">
                <a:off x="10086716" y="5661744"/>
                <a:ext cx="488245" cy="486465"/>
              </a:xfrm>
              <a:custGeom>
                <a:avLst/>
                <a:gdLst>
                  <a:gd name="connsiteX0" fmla="*/ 0 w 1225398"/>
                  <a:gd name="connsiteY0" fmla="*/ 169222 h 1220932"/>
                  <a:gd name="connsiteX1" fmla="*/ 144732 w 1225398"/>
                  <a:gd name="connsiteY1" fmla="*/ 5194 h 1220932"/>
                  <a:gd name="connsiteX2" fmla="*/ 279815 w 1225398"/>
                  <a:gd name="connsiteY2" fmla="*/ 53438 h 1220932"/>
                  <a:gd name="connsiteX3" fmla="*/ 1206101 w 1225398"/>
                  <a:gd name="connsiteY3" fmla="*/ 1124446 h 1220932"/>
                  <a:gd name="connsiteX4" fmla="*/ 1225399 w 1225398"/>
                  <a:gd name="connsiteY4" fmla="*/ 1211284 h 1220932"/>
                  <a:gd name="connsiteX5" fmla="*/ 1138560 w 1225398"/>
                  <a:gd name="connsiteY5" fmla="*/ 1220933 h 1220932"/>
                  <a:gd name="connsiteX6" fmla="*/ 125434 w 1225398"/>
                  <a:gd name="connsiteY6" fmla="*/ 400792 h 1220932"/>
                  <a:gd name="connsiteX7" fmla="*/ 0 w 1225398"/>
                  <a:gd name="connsiteY7" fmla="*/ 169222 h 1220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5398" h="1220932">
                    <a:moveTo>
                      <a:pt x="0" y="169222"/>
                    </a:moveTo>
                    <a:cubicBezTo>
                      <a:pt x="48244" y="111330"/>
                      <a:pt x="86839" y="43789"/>
                      <a:pt x="144732" y="5194"/>
                    </a:cubicBezTo>
                    <a:cubicBezTo>
                      <a:pt x="173679" y="-14103"/>
                      <a:pt x="250869" y="24492"/>
                      <a:pt x="279815" y="53438"/>
                    </a:cubicBezTo>
                    <a:cubicBezTo>
                      <a:pt x="607875" y="391143"/>
                      <a:pt x="955232" y="719200"/>
                      <a:pt x="1206101" y="1124446"/>
                    </a:cubicBezTo>
                    <a:cubicBezTo>
                      <a:pt x="1215750" y="1143743"/>
                      <a:pt x="1215750" y="1182338"/>
                      <a:pt x="1225399" y="1211284"/>
                    </a:cubicBezTo>
                    <a:cubicBezTo>
                      <a:pt x="1196452" y="1211284"/>
                      <a:pt x="1157857" y="1220933"/>
                      <a:pt x="1138560" y="1220933"/>
                    </a:cubicBezTo>
                    <a:cubicBezTo>
                      <a:pt x="685065" y="1095500"/>
                      <a:pt x="366655" y="786741"/>
                      <a:pt x="125434" y="400792"/>
                    </a:cubicBezTo>
                    <a:cubicBezTo>
                      <a:pt x="77190" y="333251"/>
                      <a:pt x="48244" y="256061"/>
                      <a:pt x="0" y="169222"/>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9" name="Freeform: Shape 73"/>
              <p:cNvSpPr/>
              <p:nvPr/>
            </p:nvSpPr>
            <p:spPr>
              <a:xfrm rot="900000">
                <a:off x="9797933" y="6071856"/>
                <a:ext cx="293229" cy="298545"/>
              </a:xfrm>
              <a:custGeom>
                <a:avLst/>
                <a:gdLst>
                  <a:gd name="connsiteX0" fmla="*/ 611818 w 735946"/>
                  <a:gd name="connsiteY0" fmla="*/ 749289 h 749289"/>
                  <a:gd name="connsiteX1" fmla="*/ 457437 w 735946"/>
                  <a:gd name="connsiteY1" fmla="*/ 691397 h 749289"/>
                  <a:gd name="connsiteX2" fmla="*/ 23241 w 735946"/>
                  <a:gd name="connsiteY2" fmla="*/ 247556 h 749289"/>
                  <a:gd name="connsiteX3" fmla="*/ 90782 w 735946"/>
                  <a:gd name="connsiteY3" fmla="*/ 6338 h 749289"/>
                  <a:gd name="connsiteX4" fmla="*/ 196919 w 735946"/>
                  <a:gd name="connsiteY4" fmla="*/ 15987 h 749289"/>
                  <a:gd name="connsiteX5" fmla="*/ 727604 w 735946"/>
                  <a:gd name="connsiteY5" fmla="*/ 604559 h 749289"/>
                  <a:gd name="connsiteX6" fmla="*/ 611818 w 735946"/>
                  <a:gd name="connsiteY6" fmla="*/ 749289 h 74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5946" h="749289">
                    <a:moveTo>
                      <a:pt x="611818" y="749289"/>
                    </a:moveTo>
                    <a:cubicBezTo>
                      <a:pt x="573223" y="739641"/>
                      <a:pt x="515330" y="720343"/>
                      <a:pt x="457437" y="691397"/>
                    </a:cubicBezTo>
                    <a:cubicBezTo>
                      <a:pt x="264461" y="594910"/>
                      <a:pt x="129378" y="440530"/>
                      <a:pt x="23241" y="247556"/>
                    </a:cubicBezTo>
                    <a:cubicBezTo>
                      <a:pt x="-25003" y="160717"/>
                      <a:pt x="3943" y="54581"/>
                      <a:pt x="90782" y="6338"/>
                    </a:cubicBezTo>
                    <a:cubicBezTo>
                      <a:pt x="119729" y="-3311"/>
                      <a:pt x="167973" y="-3311"/>
                      <a:pt x="196919" y="15987"/>
                    </a:cubicBezTo>
                    <a:cubicBezTo>
                      <a:pt x="438140" y="151069"/>
                      <a:pt x="611818" y="353692"/>
                      <a:pt x="727604" y="604559"/>
                    </a:cubicBezTo>
                    <a:cubicBezTo>
                      <a:pt x="756550" y="672100"/>
                      <a:pt x="708306" y="749289"/>
                      <a:pt x="611818" y="749289"/>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0" name="Freeform: Shape 74"/>
              <p:cNvSpPr/>
              <p:nvPr/>
            </p:nvSpPr>
            <p:spPr>
              <a:xfrm rot="900000">
                <a:off x="9985044" y="5926402"/>
                <a:ext cx="291519" cy="279323"/>
              </a:xfrm>
              <a:custGeom>
                <a:avLst/>
                <a:gdLst>
                  <a:gd name="connsiteX0" fmla="*/ 731654 w 731654"/>
                  <a:gd name="connsiteY0" fmla="*/ 701046 h 701045"/>
                  <a:gd name="connsiteX1" fmla="*/ 268511 w 731654"/>
                  <a:gd name="connsiteY1" fmla="*/ 450179 h 701045"/>
                  <a:gd name="connsiteX2" fmla="*/ 7993 w 731654"/>
                  <a:gd name="connsiteY2" fmla="*/ 102825 h 701045"/>
                  <a:gd name="connsiteX3" fmla="*/ 27291 w 731654"/>
                  <a:gd name="connsiteY3" fmla="*/ 6338 h 701045"/>
                  <a:gd name="connsiteX4" fmla="*/ 104481 w 731654"/>
                  <a:gd name="connsiteY4" fmla="*/ 15986 h 701045"/>
                  <a:gd name="connsiteX5" fmla="*/ 413243 w 731654"/>
                  <a:gd name="connsiteY5" fmla="*/ 334394 h 701045"/>
                  <a:gd name="connsiteX6" fmla="*/ 693059 w 731654"/>
                  <a:gd name="connsiteY6" fmla="*/ 643153 h 701045"/>
                  <a:gd name="connsiteX7" fmla="*/ 731654 w 731654"/>
                  <a:gd name="connsiteY7" fmla="*/ 701046 h 701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1654" h="701045">
                    <a:moveTo>
                      <a:pt x="731654" y="701046"/>
                    </a:moveTo>
                    <a:cubicBezTo>
                      <a:pt x="529029" y="691397"/>
                      <a:pt x="384297" y="575612"/>
                      <a:pt x="268511" y="450179"/>
                    </a:cubicBezTo>
                    <a:cubicBezTo>
                      <a:pt x="172023" y="344043"/>
                      <a:pt x="85184" y="228258"/>
                      <a:pt x="7993" y="102825"/>
                    </a:cubicBezTo>
                    <a:cubicBezTo>
                      <a:pt x="-11304" y="83528"/>
                      <a:pt x="7993" y="25635"/>
                      <a:pt x="27291" y="6338"/>
                    </a:cubicBezTo>
                    <a:cubicBezTo>
                      <a:pt x="27291" y="-3311"/>
                      <a:pt x="85184" y="-3311"/>
                      <a:pt x="104481" y="15986"/>
                    </a:cubicBezTo>
                    <a:cubicBezTo>
                      <a:pt x="210618" y="122122"/>
                      <a:pt x="316755" y="228258"/>
                      <a:pt x="413243" y="334394"/>
                    </a:cubicBezTo>
                    <a:cubicBezTo>
                      <a:pt x="509731" y="440530"/>
                      <a:pt x="596571" y="546666"/>
                      <a:pt x="693059" y="643153"/>
                    </a:cubicBezTo>
                    <a:cubicBezTo>
                      <a:pt x="712356" y="652802"/>
                      <a:pt x="722005" y="672100"/>
                      <a:pt x="731654" y="701046"/>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1" name="Freeform: Shape 75"/>
              <p:cNvSpPr/>
              <p:nvPr/>
            </p:nvSpPr>
            <p:spPr>
              <a:xfrm rot="900000">
                <a:off x="9608895" y="6329170"/>
                <a:ext cx="128789" cy="130788"/>
              </a:xfrm>
              <a:custGeom>
                <a:avLst/>
                <a:gdLst>
                  <a:gd name="connsiteX0" fmla="*/ 323235 w 323235"/>
                  <a:gd name="connsiteY0" fmla="*/ 250867 h 328251"/>
                  <a:gd name="connsiteX1" fmla="*/ 217098 w 323235"/>
                  <a:gd name="connsiteY1" fmla="*/ 318408 h 328251"/>
                  <a:gd name="connsiteX2" fmla="*/ 14473 w 323235"/>
                  <a:gd name="connsiteY2" fmla="*/ 164028 h 328251"/>
                  <a:gd name="connsiteX3" fmla="*/ 14473 w 323235"/>
                  <a:gd name="connsiteY3" fmla="*/ 67541 h 328251"/>
                  <a:gd name="connsiteX4" fmla="*/ 110961 w 323235"/>
                  <a:gd name="connsiteY4" fmla="*/ 0 h 328251"/>
                  <a:gd name="connsiteX5" fmla="*/ 323235 w 323235"/>
                  <a:gd name="connsiteY5" fmla="*/ 250867 h 328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3235" h="328251">
                    <a:moveTo>
                      <a:pt x="323235" y="250867"/>
                    </a:moveTo>
                    <a:cubicBezTo>
                      <a:pt x="323235" y="308759"/>
                      <a:pt x="255693" y="347354"/>
                      <a:pt x="217098" y="318408"/>
                    </a:cubicBezTo>
                    <a:cubicBezTo>
                      <a:pt x="149557" y="270164"/>
                      <a:pt x="72366" y="221921"/>
                      <a:pt x="14473" y="164028"/>
                    </a:cubicBezTo>
                    <a:cubicBezTo>
                      <a:pt x="-4824" y="144731"/>
                      <a:pt x="-4824" y="96487"/>
                      <a:pt x="14473" y="67541"/>
                    </a:cubicBezTo>
                    <a:cubicBezTo>
                      <a:pt x="33771" y="38595"/>
                      <a:pt x="82015" y="0"/>
                      <a:pt x="110961" y="0"/>
                    </a:cubicBezTo>
                    <a:cubicBezTo>
                      <a:pt x="168854" y="9649"/>
                      <a:pt x="313586" y="192974"/>
                      <a:pt x="323235" y="250867"/>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grpSp>
        <p:sp>
          <p:nvSpPr>
            <p:cNvPr id="56" name="圆角矩形 55"/>
            <p:cNvSpPr/>
            <p:nvPr/>
          </p:nvSpPr>
          <p:spPr>
            <a:xfrm>
              <a:off x="557" y="685"/>
              <a:ext cx="18087" cy="943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p:cNvGrpSpPr/>
          <p:nvPr/>
        </p:nvGrpSpPr>
        <p:grpSpPr>
          <a:xfrm>
            <a:off x="711835" y="643890"/>
            <a:ext cx="4533265" cy="712470"/>
            <a:chOff x="9628" y="2104"/>
            <a:chExt cx="7139" cy="1122"/>
          </a:xfrm>
        </p:grpSpPr>
        <p:grpSp>
          <p:nvGrpSpPr>
            <p:cNvPr id="26" name="组合 25"/>
            <p:cNvGrpSpPr/>
            <p:nvPr/>
          </p:nvGrpSpPr>
          <p:grpSpPr>
            <a:xfrm>
              <a:off x="9628" y="2104"/>
              <a:ext cx="1123" cy="1123"/>
              <a:chOff x="5384682" y="2168242"/>
              <a:chExt cx="713358" cy="713358"/>
            </a:xfrm>
          </p:grpSpPr>
          <p:sp>
            <p:nvSpPr>
              <p:cNvPr id="33" name="Flowchart: Connector 21"/>
              <p:cNvSpPr/>
              <p:nvPr/>
            </p:nvSpPr>
            <p:spPr>
              <a:xfrm>
                <a:off x="5384682" y="2168242"/>
                <a:ext cx="713358" cy="713358"/>
              </a:xfrm>
              <a:prstGeom prst="flowChartConnector">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bg1"/>
                  </a:solidFill>
                  <a:cs typeface="+mn-ea"/>
                  <a:sym typeface="+mn-lt"/>
                </a:endParaRPr>
              </a:p>
            </p:txBody>
          </p:sp>
          <p:sp>
            <p:nvSpPr>
              <p:cNvPr id="35" name="Shape"/>
              <p:cNvSpPr>
                <a:spLocks noChangeAspect="1"/>
              </p:cNvSpPr>
              <p:nvPr/>
            </p:nvSpPr>
            <p:spPr>
              <a:xfrm>
                <a:off x="5568489" y="2352050"/>
                <a:ext cx="345743" cy="345743"/>
              </a:xfrm>
              <a:custGeom>
                <a:avLst/>
                <a:gdLst>
                  <a:gd name="connsiteX0" fmla="*/ 474017 w 514350"/>
                  <a:gd name="connsiteY0" fmla="*/ 243036 h 514189"/>
                  <a:gd name="connsiteX1" fmla="*/ 474017 w 514350"/>
                  <a:gd name="connsiteY1" fmla="*/ 284209 h 514189"/>
                  <a:gd name="connsiteX2" fmla="*/ 494101 w 514350"/>
                  <a:gd name="connsiteY2" fmla="*/ 304297 h 514189"/>
                  <a:gd name="connsiteX3" fmla="*/ 514185 w 514350"/>
                  <a:gd name="connsiteY3" fmla="*/ 284209 h 514189"/>
                  <a:gd name="connsiteX4" fmla="*/ 514185 w 514350"/>
                  <a:gd name="connsiteY4" fmla="*/ 161727 h 514189"/>
                  <a:gd name="connsiteX5" fmla="*/ 433845 w 514350"/>
                  <a:gd name="connsiteY5" fmla="*/ 81384 h 514189"/>
                  <a:gd name="connsiteX6" fmla="*/ 347404 w 514350"/>
                  <a:gd name="connsiteY6" fmla="*/ 81384 h 514189"/>
                  <a:gd name="connsiteX7" fmla="*/ 347404 w 514350"/>
                  <a:gd name="connsiteY7" fmla="*/ 55198 h 514189"/>
                  <a:gd name="connsiteX8" fmla="*/ 292206 w 514350"/>
                  <a:gd name="connsiteY8" fmla="*/ 0 h 514189"/>
                  <a:gd name="connsiteX9" fmla="*/ 221979 w 514350"/>
                  <a:gd name="connsiteY9" fmla="*/ 0 h 514189"/>
                  <a:gd name="connsiteX10" fmla="*/ 166782 w 514350"/>
                  <a:gd name="connsiteY10" fmla="*/ 55198 h 514189"/>
                  <a:gd name="connsiteX11" fmla="*/ 166782 w 514350"/>
                  <a:gd name="connsiteY11" fmla="*/ 81384 h 514189"/>
                  <a:gd name="connsiteX12" fmla="*/ 80340 w 514350"/>
                  <a:gd name="connsiteY12" fmla="*/ 81384 h 514189"/>
                  <a:gd name="connsiteX13" fmla="*/ 0 w 514350"/>
                  <a:gd name="connsiteY13" fmla="*/ 161723 h 514189"/>
                  <a:gd name="connsiteX14" fmla="*/ 0 w 514350"/>
                  <a:gd name="connsiteY14" fmla="*/ 395718 h 514189"/>
                  <a:gd name="connsiteX15" fmla="*/ 80340 w 514350"/>
                  <a:gd name="connsiteY15" fmla="*/ 476062 h 514189"/>
                  <a:gd name="connsiteX16" fmla="*/ 250064 w 514350"/>
                  <a:gd name="connsiteY16" fmla="*/ 476062 h 514189"/>
                  <a:gd name="connsiteX17" fmla="*/ 270148 w 514350"/>
                  <a:gd name="connsiteY17" fmla="*/ 455974 h 514189"/>
                  <a:gd name="connsiteX18" fmla="*/ 250064 w 514350"/>
                  <a:gd name="connsiteY18" fmla="*/ 435890 h 514189"/>
                  <a:gd name="connsiteX19" fmla="*/ 80340 w 514350"/>
                  <a:gd name="connsiteY19" fmla="*/ 435890 h 514189"/>
                  <a:gd name="connsiteX20" fmla="*/ 40172 w 514350"/>
                  <a:gd name="connsiteY20" fmla="*/ 395718 h 514189"/>
                  <a:gd name="connsiteX21" fmla="*/ 40172 w 514350"/>
                  <a:gd name="connsiteY21" fmla="*/ 243036 h 514189"/>
                  <a:gd name="connsiteX22" fmla="*/ 238013 w 514350"/>
                  <a:gd name="connsiteY22" fmla="*/ 243036 h 514189"/>
                  <a:gd name="connsiteX23" fmla="*/ 238013 w 514350"/>
                  <a:gd name="connsiteY23" fmla="*/ 273201 h 514189"/>
                  <a:gd name="connsiteX24" fmla="*/ 258097 w 514350"/>
                  <a:gd name="connsiteY24" fmla="*/ 293285 h 514189"/>
                  <a:gd name="connsiteX25" fmla="*/ 278181 w 514350"/>
                  <a:gd name="connsiteY25" fmla="*/ 273201 h 514189"/>
                  <a:gd name="connsiteX26" fmla="*/ 278181 w 514350"/>
                  <a:gd name="connsiteY26" fmla="*/ 243036 h 514189"/>
                  <a:gd name="connsiteX27" fmla="*/ 206953 w 514350"/>
                  <a:gd name="connsiteY27" fmla="*/ 55198 h 514189"/>
                  <a:gd name="connsiteX28" fmla="*/ 221979 w 514350"/>
                  <a:gd name="connsiteY28" fmla="*/ 40172 h 514189"/>
                  <a:gd name="connsiteX29" fmla="*/ 292206 w 514350"/>
                  <a:gd name="connsiteY29" fmla="*/ 40172 h 514189"/>
                  <a:gd name="connsiteX30" fmla="*/ 307232 w 514350"/>
                  <a:gd name="connsiteY30" fmla="*/ 55198 h 514189"/>
                  <a:gd name="connsiteX31" fmla="*/ 307232 w 514350"/>
                  <a:gd name="connsiteY31" fmla="*/ 81384 h 514189"/>
                  <a:gd name="connsiteX32" fmla="*/ 206953 w 514350"/>
                  <a:gd name="connsiteY32" fmla="*/ 81384 h 514189"/>
                  <a:gd name="connsiteX33" fmla="*/ 40172 w 514350"/>
                  <a:gd name="connsiteY33" fmla="*/ 161727 h 514189"/>
                  <a:gd name="connsiteX34" fmla="*/ 80340 w 514350"/>
                  <a:gd name="connsiteY34" fmla="*/ 121555 h 514189"/>
                  <a:gd name="connsiteX35" fmla="*/ 433845 w 514350"/>
                  <a:gd name="connsiteY35" fmla="*/ 121555 h 514189"/>
                  <a:gd name="connsiteX36" fmla="*/ 474017 w 514350"/>
                  <a:gd name="connsiteY36" fmla="*/ 161727 h 514189"/>
                  <a:gd name="connsiteX37" fmla="*/ 474017 w 514350"/>
                  <a:gd name="connsiteY37" fmla="*/ 202864 h 514189"/>
                  <a:gd name="connsiteX38" fmla="*/ 40172 w 514350"/>
                  <a:gd name="connsiteY38" fmla="*/ 202864 h 514189"/>
                  <a:gd name="connsiteX39" fmla="*/ 508468 w 514350"/>
                  <a:gd name="connsiteY39" fmla="*/ 479900 h 514189"/>
                  <a:gd name="connsiteX40" fmla="*/ 462198 w 514350"/>
                  <a:gd name="connsiteY40" fmla="*/ 433630 h 514189"/>
                  <a:gd name="connsiteX41" fmla="*/ 476023 w 514350"/>
                  <a:gd name="connsiteY41" fmla="*/ 385641 h 514189"/>
                  <a:gd name="connsiteX42" fmla="*/ 385641 w 514350"/>
                  <a:gd name="connsiteY42" fmla="*/ 295255 h 514189"/>
                  <a:gd name="connsiteX43" fmla="*/ 295255 w 514350"/>
                  <a:gd name="connsiteY43" fmla="*/ 385641 h 514189"/>
                  <a:gd name="connsiteX44" fmla="*/ 385641 w 514350"/>
                  <a:gd name="connsiteY44" fmla="*/ 476026 h 514189"/>
                  <a:gd name="connsiteX45" fmla="*/ 433830 w 514350"/>
                  <a:gd name="connsiteY45" fmla="*/ 462072 h 514189"/>
                  <a:gd name="connsiteX46" fmla="*/ 480061 w 514350"/>
                  <a:gd name="connsiteY46" fmla="*/ 508303 h 514189"/>
                  <a:gd name="connsiteX47" fmla="*/ 494266 w 514350"/>
                  <a:gd name="connsiteY47" fmla="*/ 514189 h 514189"/>
                  <a:gd name="connsiteX48" fmla="*/ 508468 w 514350"/>
                  <a:gd name="connsiteY48" fmla="*/ 508303 h 514189"/>
                  <a:gd name="connsiteX49" fmla="*/ 508468 w 514350"/>
                  <a:gd name="connsiteY49" fmla="*/ 479900 h 514189"/>
                  <a:gd name="connsiteX50" fmla="*/ 335427 w 514350"/>
                  <a:gd name="connsiteY50" fmla="*/ 385641 h 514189"/>
                  <a:gd name="connsiteX51" fmla="*/ 385641 w 514350"/>
                  <a:gd name="connsiteY51" fmla="*/ 335427 h 514189"/>
                  <a:gd name="connsiteX52" fmla="*/ 435855 w 514350"/>
                  <a:gd name="connsiteY52" fmla="*/ 385641 h 514189"/>
                  <a:gd name="connsiteX53" fmla="*/ 385641 w 514350"/>
                  <a:gd name="connsiteY53" fmla="*/ 435855 h 514189"/>
                  <a:gd name="connsiteX54" fmla="*/ 335427 w 514350"/>
                  <a:gd name="connsiteY54" fmla="*/ 385641 h 51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14350" h="514189">
                    <a:moveTo>
                      <a:pt x="474017" y="243036"/>
                    </a:moveTo>
                    <a:lnTo>
                      <a:pt x="474017" y="284209"/>
                    </a:lnTo>
                    <a:cubicBezTo>
                      <a:pt x="474017" y="295302"/>
                      <a:pt x="483008" y="304297"/>
                      <a:pt x="494101" y="304297"/>
                    </a:cubicBezTo>
                    <a:cubicBezTo>
                      <a:pt x="505195" y="304297"/>
                      <a:pt x="514185" y="295302"/>
                      <a:pt x="514185" y="284209"/>
                    </a:cubicBezTo>
                    <a:lnTo>
                      <a:pt x="514185" y="161727"/>
                    </a:lnTo>
                    <a:cubicBezTo>
                      <a:pt x="514185" y="117427"/>
                      <a:pt x="478146" y="81384"/>
                      <a:pt x="433845" y="81384"/>
                    </a:cubicBezTo>
                    <a:lnTo>
                      <a:pt x="347404" y="81384"/>
                    </a:lnTo>
                    <a:lnTo>
                      <a:pt x="347404" y="55198"/>
                    </a:lnTo>
                    <a:cubicBezTo>
                      <a:pt x="347404" y="24762"/>
                      <a:pt x="322642" y="0"/>
                      <a:pt x="292206" y="0"/>
                    </a:cubicBezTo>
                    <a:lnTo>
                      <a:pt x="221979" y="0"/>
                    </a:lnTo>
                    <a:cubicBezTo>
                      <a:pt x="191543" y="0"/>
                      <a:pt x="166782" y="24762"/>
                      <a:pt x="166782" y="55198"/>
                    </a:cubicBezTo>
                    <a:lnTo>
                      <a:pt x="166782" y="81384"/>
                    </a:lnTo>
                    <a:lnTo>
                      <a:pt x="80340" y="81384"/>
                    </a:lnTo>
                    <a:cubicBezTo>
                      <a:pt x="36040" y="81384"/>
                      <a:pt x="0" y="117423"/>
                      <a:pt x="0" y="161723"/>
                    </a:cubicBezTo>
                    <a:lnTo>
                      <a:pt x="0" y="395718"/>
                    </a:lnTo>
                    <a:cubicBezTo>
                      <a:pt x="0" y="440018"/>
                      <a:pt x="36040" y="476062"/>
                      <a:pt x="80340" y="476062"/>
                    </a:cubicBezTo>
                    <a:lnTo>
                      <a:pt x="250064" y="476062"/>
                    </a:lnTo>
                    <a:cubicBezTo>
                      <a:pt x="261158" y="476062"/>
                      <a:pt x="270148" y="467068"/>
                      <a:pt x="270148" y="455974"/>
                    </a:cubicBezTo>
                    <a:cubicBezTo>
                      <a:pt x="270148" y="444884"/>
                      <a:pt x="261158" y="435890"/>
                      <a:pt x="250064" y="435890"/>
                    </a:cubicBezTo>
                    <a:lnTo>
                      <a:pt x="80340" y="435890"/>
                    </a:lnTo>
                    <a:cubicBezTo>
                      <a:pt x="58192" y="435890"/>
                      <a:pt x="40172" y="417870"/>
                      <a:pt x="40172" y="395718"/>
                    </a:cubicBezTo>
                    <a:lnTo>
                      <a:pt x="40172" y="243036"/>
                    </a:lnTo>
                    <a:lnTo>
                      <a:pt x="238013" y="243036"/>
                    </a:lnTo>
                    <a:lnTo>
                      <a:pt x="238013" y="273201"/>
                    </a:lnTo>
                    <a:cubicBezTo>
                      <a:pt x="238013" y="284291"/>
                      <a:pt x="247004" y="293285"/>
                      <a:pt x="258097" y="293285"/>
                    </a:cubicBezTo>
                    <a:cubicBezTo>
                      <a:pt x="269191" y="293285"/>
                      <a:pt x="278181" y="284291"/>
                      <a:pt x="278181" y="273201"/>
                    </a:cubicBezTo>
                    <a:lnTo>
                      <a:pt x="278181" y="243036"/>
                    </a:lnTo>
                    <a:close/>
                    <a:moveTo>
                      <a:pt x="206953" y="55198"/>
                    </a:moveTo>
                    <a:cubicBezTo>
                      <a:pt x="206953" y="46914"/>
                      <a:pt x="213695" y="40172"/>
                      <a:pt x="221979" y="40172"/>
                    </a:cubicBezTo>
                    <a:lnTo>
                      <a:pt x="292206" y="40172"/>
                    </a:lnTo>
                    <a:cubicBezTo>
                      <a:pt x="300490" y="40172"/>
                      <a:pt x="307232" y="46910"/>
                      <a:pt x="307232" y="55198"/>
                    </a:cubicBezTo>
                    <a:lnTo>
                      <a:pt x="307232" y="81384"/>
                    </a:lnTo>
                    <a:lnTo>
                      <a:pt x="206953" y="81384"/>
                    </a:lnTo>
                    <a:close/>
                    <a:moveTo>
                      <a:pt x="40172" y="161727"/>
                    </a:moveTo>
                    <a:cubicBezTo>
                      <a:pt x="40172" y="139575"/>
                      <a:pt x="58192" y="121555"/>
                      <a:pt x="80340" y="121555"/>
                    </a:cubicBezTo>
                    <a:lnTo>
                      <a:pt x="433845" y="121555"/>
                    </a:lnTo>
                    <a:cubicBezTo>
                      <a:pt x="455994" y="121555"/>
                      <a:pt x="474017" y="139575"/>
                      <a:pt x="474017" y="161727"/>
                    </a:cubicBezTo>
                    <a:lnTo>
                      <a:pt x="474017" y="202864"/>
                    </a:lnTo>
                    <a:lnTo>
                      <a:pt x="40172" y="202864"/>
                    </a:lnTo>
                    <a:close/>
                    <a:moveTo>
                      <a:pt x="508468" y="479900"/>
                    </a:moveTo>
                    <a:lnTo>
                      <a:pt x="462198" y="433630"/>
                    </a:lnTo>
                    <a:cubicBezTo>
                      <a:pt x="470953" y="419715"/>
                      <a:pt x="476023" y="403260"/>
                      <a:pt x="476023" y="385641"/>
                    </a:cubicBezTo>
                    <a:cubicBezTo>
                      <a:pt x="476023" y="335804"/>
                      <a:pt x="435478" y="295255"/>
                      <a:pt x="385641" y="295255"/>
                    </a:cubicBezTo>
                    <a:cubicBezTo>
                      <a:pt x="335804" y="295255"/>
                      <a:pt x="295255" y="335804"/>
                      <a:pt x="295255" y="385641"/>
                    </a:cubicBezTo>
                    <a:cubicBezTo>
                      <a:pt x="295255" y="435478"/>
                      <a:pt x="335804" y="476026"/>
                      <a:pt x="385641" y="476026"/>
                    </a:cubicBezTo>
                    <a:cubicBezTo>
                      <a:pt x="403343" y="476026"/>
                      <a:pt x="419871" y="470905"/>
                      <a:pt x="433830" y="462072"/>
                    </a:cubicBezTo>
                    <a:lnTo>
                      <a:pt x="480061" y="508303"/>
                    </a:lnTo>
                    <a:cubicBezTo>
                      <a:pt x="483985" y="512227"/>
                      <a:pt x="489125" y="514189"/>
                      <a:pt x="494266" y="514189"/>
                    </a:cubicBezTo>
                    <a:cubicBezTo>
                      <a:pt x="499407" y="514189"/>
                      <a:pt x="504543" y="512227"/>
                      <a:pt x="508468" y="508303"/>
                    </a:cubicBezTo>
                    <a:cubicBezTo>
                      <a:pt x="516312" y="500458"/>
                      <a:pt x="516312" y="487744"/>
                      <a:pt x="508468" y="479900"/>
                    </a:cubicBezTo>
                    <a:close/>
                    <a:moveTo>
                      <a:pt x="335427" y="385641"/>
                    </a:moveTo>
                    <a:cubicBezTo>
                      <a:pt x="335427" y="357952"/>
                      <a:pt x="357952" y="335427"/>
                      <a:pt x="385641" y="335427"/>
                    </a:cubicBezTo>
                    <a:cubicBezTo>
                      <a:pt x="413326" y="335427"/>
                      <a:pt x="435855" y="357952"/>
                      <a:pt x="435855" y="385641"/>
                    </a:cubicBezTo>
                    <a:cubicBezTo>
                      <a:pt x="435855" y="413330"/>
                      <a:pt x="413326" y="435855"/>
                      <a:pt x="385641" y="435855"/>
                    </a:cubicBezTo>
                    <a:cubicBezTo>
                      <a:pt x="357952" y="435855"/>
                      <a:pt x="335427" y="413326"/>
                      <a:pt x="335427" y="385641"/>
                    </a:cubicBezTo>
                    <a:close/>
                  </a:path>
                </a:pathLst>
              </a:custGeom>
              <a:solidFill>
                <a:schemeClr val="bg1"/>
              </a:solidFill>
              <a:ln w="1005" cap="flat">
                <a:noFill/>
                <a:prstDash val="solid"/>
                <a:miter/>
              </a:ln>
            </p:spPr>
            <p:txBody>
              <a:bodyPr rtlCol="0" anchor="ctr"/>
              <a:lstStyle/>
              <a:p>
                <a:endParaRPr lang="en-US">
                  <a:cs typeface="+mn-ea"/>
                  <a:sym typeface="+mn-lt"/>
                </a:endParaRPr>
              </a:p>
            </p:txBody>
          </p:sp>
        </p:grpSp>
        <p:grpSp>
          <p:nvGrpSpPr>
            <p:cNvPr id="36" name="组合 35"/>
            <p:cNvGrpSpPr/>
            <p:nvPr/>
          </p:nvGrpSpPr>
          <p:grpSpPr>
            <a:xfrm>
              <a:off x="10835" y="2104"/>
              <a:ext cx="5932" cy="1065"/>
              <a:chOff x="11126" y="1970"/>
              <a:chExt cx="5932" cy="1065"/>
            </a:xfrm>
          </p:grpSpPr>
          <p:sp>
            <p:nvSpPr>
              <p:cNvPr id="37" name="圆角矩形 36"/>
              <p:cNvSpPr/>
              <p:nvPr/>
            </p:nvSpPr>
            <p:spPr>
              <a:xfrm>
                <a:off x="11126" y="1970"/>
                <a:ext cx="2570" cy="866"/>
              </a:xfrm>
              <a:prstGeom prst="roundRect">
                <a:avLst>
                  <a:gd name="adj" fmla="val 0"/>
                </a:avLst>
              </a:prstGeom>
              <a:noFill/>
              <a:ln>
                <a:no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rPr>
                  <a:t>绩效考核情况</a:t>
                </a:r>
              </a:p>
            </p:txBody>
          </p:sp>
          <p:sp>
            <p:nvSpPr>
              <p:cNvPr id="38" name="文本框 37"/>
              <p:cNvSpPr txBox="1"/>
              <p:nvPr/>
            </p:nvSpPr>
            <p:spPr>
              <a:xfrm>
                <a:off x="11126" y="2601"/>
                <a:ext cx="5932" cy="434"/>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noProof="0" dirty="0">
                    <a:ln>
                      <a:noFill/>
                    </a:ln>
                    <a:solidFill>
                      <a:schemeClr val="tx1"/>
                    </a:solidFill>
                    <a:effectLst/>
                    <a:uLnTx/>
                    <a:uFillTx/>
                    <a:latin typeface="思源黑体 Light" panose="020B0300000000000000" charset="-122"/>
                    <a:ea typeface="思源黑体 Light" panose="020B0300000000000000" charset="-122"/>
                    <a:sym typeface="+mn-ea"/>
                  </a:rPr>
                  <a:t>Click here to change your need text or word</a:t>
                </a:r>
              </a:p>
            </p:txBody>
          </p:sp>
        </p:grpSp>
      </p:grpSp>
      <p:sp>
        <p:nvSpPr>
          <p:cNvPr id="5" name="圆角矩形 4"/>
          <p:cNvSpPr/>
          <p:nvPr/>
        </p:nvSpPr>
        <p:spPr>
          <a:xfrm>
            <a:off x="1013582" y="3788120"/>
            <a:ext cx="811398" cy="1546578"/>
          </a:xfrm>
          <a:prstGeom prst="roundRect">
            <a:avLst/>
          </a:prstGeom>
          <a:solidFill>
            <a:srgbClr val="26211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chemeClr val="tx1"/>
              </a:solidFill>
              <a:effectLst/>
              <a:uLnTx/>
              <a:uFillTx/>
              <a:latin typeface="思源黑体 Light" panose="020B0300000000000000" charset="-122"/>
              <a:ea typeface="思源黑体 Light" panose="020B0300000000000000" charset="-122"/>
              <a:cs typeface="+mn-ea"/>
              <a:sym typeface="+mn-lt"/>
            </a:endParaRPr>
          </a:p>
        </p:txBody>
      </p:sp>
      <p:sp>
        <p:nvSpPr>
          <p:cNvPr id="6" name="圆角矩形 5"/>
          <p:cNvSpPr/>
          <p:nvPr/>
        </p:nvSpPr>
        <p:spPr>
          <a:xfrm>
            <a:off x="2028454" y="1789987"/>
            <a:ext cx="811398" cy="3544711"/>
          </a:xfrm>
          <a:prstGeom prst="roundRect">
            <a:avLst/>
          </a:prstGeom>
          <a:solidFill>
            <a:srgbClr val="FEB51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chemeClr val="tx1"/>
              </a:solidFill>
              <a:effectLst/>
              <a:uLnTx/>
              <a:uFillTx/>
              <a:latin typeface="思源黑体 Light" panose="020B0300000000000000" charset="-122"/>
              <a:ea typeface="思源黑体 Light" panose="020B0300000000000000" charset="-122"/>
              <a:cs typeface="+mn-ea"/>
              <a:sym typeface="+mn-lt"/>
            </a:endParaRPr>
          </a:p>
        </p:txBody>
      </p:sp>
      <p:sp>
        <p:nvSpPr>
          <p:cNvPr id="13" name="圆角矩形 12"/>
          <p:cNvSpPr/>
          <p:nvPr/>
        </p:nvSpPr>
        <p:spPr>
          <a:xfrm>
            <a:off x="3023006" y="4115498"/>
            <a:ext cx="811398" cy="1219200"/>
          </a:xfrm>
          <a:prstGeom prst="roundRect">
            <a:avLst/>
          </a:prstGeom>
          <a:solidFill>
            <a:srgbClr val="26211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chemeClr val="tx1"/>
              </a:solidFill>
              <a:effectLst/>
              <a:uLnTx/>
              <a:uFillTx/>
              <a:latin typeface="思源黑体 Light" panose="020B0300000000000000" charset="-122"/>
              <a:ea typeface="思源黑体 Light" panose="020B0300000000000000" charset="-122"/>
              <a:cs typeface="+mn-ea"/>
              <a:sym typeface="+mn-lt"/>
            </a:endParaRPr>
          </a:p>
        </p:txBody>
      </p:sp>
      <p:sp>
        <p:nvSpPr>
          <p:cNvPr id="14" name="圆角矩形 13"/>
          <p:cNvSpPr/>
          <p:nvPr/>
        </p:nvSpPr>
        <p:spPr>
          <a:xfrm>
            <a:off x="4037878" y="3697809"/>
            <a:ext cx="811398" cy="1636889"/>
          </a:xfrm>
          <a:prstGeom prst="roundRect">
            <a:avLst/>
          </a:prstGeom>
          <a:solidFill>
            <a:srgbClr val="FEB51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chemeClr val="tx1"/>
              </a:solidFill>
              <a:effectLst/>
              <a:uLnTx/>
              <a:uFillTx/>
              <a:latin typeface="思源黑体 Light" panose="020B0300000000000000" charset="-122"/>
              <a:ea typeface="思源黑体 Light" panose="020B0300000000000000" charset="-122"/>
              <a:cs typeface="+mn-ea"/>
              <a:sym typeface="+mn-lt"/>
            </a:endParaRPr>
          </a:p>
        </p:txBody>
      </p:sp>
      <p:sp>
        <p:nvSpPr>
          <p:cNvPr id="15" name="圆角矩形 14"/>
          <p:cNvSpPr/>
          <p:nvPr/>
        </p:nvSpPr>
        <p:spPr>
          <a:xfrm>
            <a:off x="5025376" y="4420298"/>
            <a:ext cx="811398" cy="914400"/>
          </a:xfrm>
          <a:prstGeom prst="roundRect">
            <a:avLst/>
          </a:prstGeom>
          <a:solidFill>
            <a:srgbClr val="26211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chemeClr val="tx1"/>
              </a:solidFill>
              <a:effectLst/>
              <a:uLnTx/>
              <a:uFillTx/>
              <a:latin typeface="思源黑体 Light" panose="020B0300000000000000" charset="-122"/>
              <a:ea typeface="思源黑体 Light" panose="020B0300000000000000" charset="-122"/>
              <a:cs typeface="+mn-ea"/>
              <a:sym typeface="+mn-lt"/>
            </a:endParaRPr>
          </a:p>
        </p:txBody>
      </p:sp>
      <p:sp>
        <p:nvSpPr>
          <p:cNvPr id="16" name="圆角矩形 15"/>
          <p:cNvSpPr/>
          <p:nvPr/>
        </p:nvSpPr>
        <p:spPr>
          <a:xfrm>
            <a:off x="6040249" y="4420298"/>
            <a:ext cx="811398" cy="914400"/>
          </a:xfrm>
          <a:prstGeom prst="roundRect">
            <a:avLst/>
          </a:prstGeom>
          <a:solidFill>
            <a:srgbClr val="FEB51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200" b="0" i="0" u="none" strike="noStrike" kern="0" cap="none" spc="0" normalizeH="0" baseline="0" noProof="0">
              <a:ln>
                <a:noFill/>
              </a:ln>
              <a:solidFill>
                <a:schemeClr val="tx1"/>
              </a:solidFill>
              <a:effectLst/>
              <a:uLnTx/>
              <a:uFillTx/>
              <a:latin typeface="思源黑体 Light" panose="020B0300000000000000" charset="-122"/>
              <a:ea typeface="思源黑体 Light" panose="020B0300000000000000" charset="-122"/>
              <a:cs typeface="+mn-ea"/>
              <a:sym typeface="+mn-lt"/>
            </a:endParaRPr>
          </a:p>
        </p:txBody>
      </p:sp>
      <p:cxnSp>
        <p:nvCxnSpPr>
          <p:cNvPr id="17" name="直接连接符 16"/>
          <p:cNvCxnSpPr/>
          <p:nvPr/>
        </p:nvCxnSpPr>
        <p:spPr>
          <a:xfrm flipV="1">
            <a:off x="1481331" y="2462696"/>
            <a:ext cx="1004712" cy="1964267"/>
          </a:xfrm>
          <a:prstGeom prst="line">
            <a:avLst/>
          </a:prstGeom>
          <a:noFill/>
          <a:ln w="25400" cap="flat" cmpd="sng" algn="ctr">
            <a:solidFill>
              <a:schemeClr val="bg1">
                <a:lumMod val="95000"/>
              </a:schemeClr>
            </a:solidFill>
            <a:prstDash val="solid"/>
            <a:miter lim="800000"/>
            <a:headEnd type="oval"/>
            <a:tailEnd type="oval"/>
          </a:ln>
          <a:effectLst/>
        </p:spPr>
      </p:cxnSp>
      <p:cxnSp>
        <p:nvCxnSpPr>
          <p:cNvPr id="18" name="直接连接符 17"/>
          <p:cNvCxnSpPr/>
          <p:nvPr/>
        </p:nvCxnSpPr>
        <p:spPr>
          <a:xfrm flipH="1" flipV="1">
            <a:off x="2488864" y="2457054"/>
            <a:ext cx="1001891" cy="2195687"/>
          </a:xfrm>
          <a:prstGeom prst="line">
            <a:avLst/>
          </a:prstGeom>
          <a:noFill/>
          <a:ln w="25400" cap="flat" cmpd="sng" algn="ctr">
            <a:solidFill>
              <a:schemeClr val="bg1">
                <a:lumMod val="95000"/>
              </a:schemeClr>
            </a:solidFill>
            <a:prstDash val="solid"/>
            <a:miter lim="800000"/>
            <a:headEnd type="oval"/>
            <a:tailEnd type="oval"/>
          </a:ln>
          <a:effectLst/>
        </p:spPr>
      </p:cxnSp>
      <p:cxnSp>
        <p:nvCxnSpPr>
          <p:cNvPr id="19" name="直接连接符 18"/>
          <p:cNvCxnSpPr/>
          <p:nvPr/>
        </p:nvCxnSpPr>
        <p:spPr>
          <a:xfrm flipV="1">
            <a:off x="3476648" y="1796652"/>
            <a:ext cx="1018819" cy="2833513"/>
          </a:xfrm>
          <a:prstGeom prst="line">
            <a:avLst/>
          </a:prstGeom>
          <a:noFill/>
          <a:ln w="25400" cap="flat" cmpd="sng" algn="ctr">
            <a:solidFill>
              <a:schemeClr val="bg1">
                <a:lumMod val="95000"/>
              </a:schemeClr>
            </a:solidFill>
            <a:prstDash val="solid"/>
            <a:miter lim="800000"/>
            <a:headEnd type="oval"/>
            <a:tailEnd type="oval"/>
          </a:ln>
          <a:effectLst/>
        </p:spPr>
      </p:cxnSp>
      <p:cxnSp>
        <p:nvCxnSpPr>
          <p:cNvPr id="7" name="直接连接符 6"/>
          <p:cNvCxnSpPr/>
          <p:nvPr/>
        </p:nvCxnSpPr>
        <p:spPr>
          <a:xfrm flipH="1" flipV="1">
            <a:off x="4495467" y="1796652"/>
            <a:ext cx="914398" cy="1907822"/>
          </a:xfrm>
          <a:prstGeom prst="line">
            <a:avLst/>
          </a:prstGeom>
          <a:noFill/>
          <a:ln w="25400" cap="flat" cmpd="sng" algn="ctr">
            <a:solidFill>
              <a:schemeClr val="bg1">
                <a:lumMod val="95000"/>
              </a:schemeClr>
            </a:solidFill>
            <a:prstDash val="solid"/>
            <a:miter lim="800000"/>
            <a:headEnd type="oval"/>
            <a:tailEnd type="oval"/>
          </a:ln>
          <a:effectLst/>
        </p:spPr>
      </p:cxnSp>
      <p:cxnSp>
        <p:nvCxnSpPr>
          <p:cNvPr id="21" name="直接连接符 20"/>
          <p:cNvCxnSpPr/>
          <p:nvPr/>
        </p:nvCxnSpPr>
        <p:spPr>
          <a:xfrm flipV="1">
            <a:off x="5409865" y="3188008"/>
            <a:ext cx="1018819" cy="516466"/>
          </a:xfrm>
          <a:prstGeom prst="line">
            <a:avLst/>
          </a:prstGeom>
          <a:noFill/>
          <a:ln w="25400" cap="flat" cmpd="sng" algn="ctr">
            <a:solidFill>
              <a:schemeClr val="bg1">
                <a:lumMod val="95000"/>
              </a:schemeClr>
            </a:solidFill>
            <a:prstDash val="solid"/>
            <a:miter lim="800000"/>
            <a:headEnd type="oval"/>
            <a:tailEnd type="oval"/>
          </a:ln>
          <a:effectLst/>
        </p:spPr>
      </p:cxnSp>
      <p:sp>
        <p:nvSpPr>
          <p:cNvPr id="23" name="文本框 22"/>
          <p:cNvSpPr txBox="1"/>
          <p:nvPr/>
        </p:nvSpPr>
        <p:spPr>
          <a:xfrm>
            <a:off x="1117966" y="5318378"/>
            <a:ext cx="811398" cy="460375"/>
          </a:xfrm>
          <a:prstGeom prst="rect">
            <a:avLst/>
          </a:prstGeom>
          <a:noFill/>
        </p:spPr>
        <p:txBody>
          <a:bodyPr wrap="square" rtlCol="0">
            <a:spAutoFit/>
          </a:bodyPr>
          <a:lstStyle/>
          <a:p>
            <a:pPr>
              <a:lnSpc>
                <a:spcPct val="200000"/>
              </a:lnSpc>
            </a:pPr>
            <a:r>
              <a:rPr lang="en-US" altLang="zh-CN" sz="1200" b="1" dirty="0">
                <a:solidFill>
                  <a:schemeClr val="tx1"/>
                </a:solidFill>
                <a:latin typeface="思源黑体 Light" panose="020B0300000000000000" charset="-122"/>
                <a:ea typeface="思源黑体 Light" panose="020B0300000000000000" charset="-122"/>
                <a:cs typeface="+mn-ea"/>
                <a:sym typeface="+mn-lt"/>
              </a:rPr>
              <a:t>2022</a:t>
            </a:r>
          </a:p>
        </p:txBody>
      </p:sp>
      <p:sp>
        <p:nvSpPr>
          <p:cNvPr id="24" name="文本框 23"/>
          <p:cNvSpPr txBox="1"/>
          <p:nvPr/>
        </p:nvSpPr>
        <p:spPr>
          <a:xfrm>
            <a:off x="2091538" y="5318378"/>
            <a:ext cx="811398" cy="460375"/>
          </a:xfrm>
          <a:prstGeom prst="rect">
            <a:avLst/>
          </a:prstGeom>
          <a:noFill/>
        </p:spPr>
        <p:txBody>
          <a:bodyPr wrap="square" rtlCol="0">
            <a:spAutoFit/>
          </a:bodyPr>
          <a:lstStyle/>
          <a:p>
            <a:pPr>
              <a:lnSpc>
                <a:spcPct val="200000"/>
              </a:lnSpc>
            </a:pPr>
            <a:r>
              <a:rPr lang="en-US" altLang="zh-CN" sz="1200" b="1" dirty="0">
                <a:solidFill>
                  <a:schemeClr val="tx1"/>
                </a:solidFill>
                <a:latin typeface="思源黑体 Light" panose="020B0300000000000000" charset="-122"/>
                <a:ea typeface="思源黑体 Light" panose="020B0300000000000000" charset="-122"/>
                <a:cs typeface="+mn-ea"/>
                <a:sym typeface="+mn-lt"/>
              </a:rPr>
              <a:t>2023</a:t>
            </a:r>
          </a:p>
        </p:txBody>
      </p:sp>
      <p:sp>
        <p:nvSpPr>
          <p:cNvPr id="25" name="文本框 24"/>
          <p:cNvSpPr txBox="1"/>
          <p:nvPr/>
        </p:nvSpPr>
        <p:spPr>
          <a:xfrm>
            <a:off x="3140705" y="5318378"/>
            <a:ext cx="811398" cy="460375"/>
          </a:xfrm>
          <a:prstGeom prst="rect">
            <a:avLst/>
          </a:prstGeom>
          <a:noFill/>
        </p:spPr>
        <p:txBody>
          <a:bodyPr wrap="square" rtlCol="0">
            <a:spAutoFit/>
          </a:bodyPr>
          <a:lstStyle/>
          <a:p>
            <a:pPr>
              <a:lnSpc>
                <a:spcPct val="200000"/>
              </a:lnSpc>
            </a:pPr>
            <a:r>
              <a:rPr lang="en-US" altLang="zh-CN" sz="1200" b="1" dirty="0">
                <a:solidFill>
                  <a:schemeClr val="tx1"/>
                </a:solidFill>
                <a:latin typeface="思源黑体 Light" panose="020B0300000000000000" charset="-122"/>
                <a:ea typeface="思源黑体 Light" panose="020B0300000000000000" charset="-122"/>
                <a:cs typeface="+mn-ea"/>
                <a:sym typeface="+mn-lt"/>
              </a:rPr>
              <a:t>2024</a:t>
            </a:r>
          </a:p>
        </p:txBody>
      </p:sp>
      <p:sp>
        <p:nvSpPr>
          <p:cNvPr id="27" name="文本框 26"/>
          <p:cNvSpPr txBox="1"/>
          <p:nvPr/>
        </p:nvSpPr>
        <p:spPr>
          <a:xfrm>
            <a:off x="4145417" y="5318378"/>
            <a:ext cx="811398" cy="460375"/>
          </a:xfrm>
          <a:prstGeom prst="rect">
            <a:avLst/>
          </a:prstGeom>
          <a:noFill/>
        </p:spPr>
        <p:txBody>
          <a:bodyPr wrap="square" rtlCol="0">
            <a:spAutoFit/>
          </a:bodyPr>
          <a:lstStyle/>
          <a:p>
            <a:pPr>
              <a:lnSpc>
                <a:spcPct val="200000"/>
              </a:lnSpc>
            </a:pPr>
            <a:r>
              <a:rPr lang="en-US" altLang="zh-CN" sz="1200" b="1" dirty="0">
                <a:solidFill>
                  <a:schemeClr val="tx1"/>
                </a:solidFill>
                <a:latin typeface="思源黑体 Light" panose="020B0300000000000000" charset="-122"/>
                <a:ea typeface="思源黑体 Light" panose="020B0300000000000000" charset="-122"/>
                <a:cs typeface="+mn-ea"/>
                <a:sym typeface="+mn-lt"/>
              </a:rPr>
              <a:t>2025</a:t>
            </a:r>
          </a:p>
        </p:txBody>
      </p:sp>
      <p:sp>
        <p:nvSpPr>
          <p:cNvPr id="28" name="文本框 27"/>
          <p:cNvSpPr txBox="1"/>
          <p:nvPr/>
        </p:nvSpPr>
        <p:spPr>
          <a:xfrm>
            <a:off x="5191138" y="5318378"/>
            <a:ext cx="811398" cy="460375"/>
          </a:xfrm>
          <a:prstGeom prst="rect">
            <a:avLst/>
          </a:prstGeom>
          <a:noFill/>
        </p:spPr>
        <p:txBody>
          <a:bodyPr wrap="square" rtlCol="0">
            <a:spAutoFit/>
          </a:bodyPr>
          <a:lstStyle/>
          <a:p>
            <a:pPr>
              <a:lnSpc>
                <a:spcPct val="200000"/>
              </a:lnSpc>
            </a:pPr>
            <a:r>
              <a:rPr lang="en-US" altLang="zh-CN" sz="1200" b="1" dirty="0">
                <a:solidFill>
                  <a:schemeClr val="tx1"/>
                </a:solidFill>
                <a:latin typeface="思源黑体 Light" panose="020B0300000000000000" charset="-122"/>
                <a:ea typeface="思源黑体 Light" panose="020B0300000000000000" charset="-122"/>
                <a:cs typeface="+mn-ea"/>
                <a:sym typeface="+mn-lt"/>
              </a:rPr>
              <a:t>2026</a:t>
            </a:r>
          </a:p>
        </p:txBody>
      </p:sp>
      <p:sp>
        <p:nvSpPr>
          <p:cNvPr id="29" name="文本框 28"/>
          <p:cNvSpPr txBox="1"/>
          <p:nvPr/>
        </p:nvSpPr>
        <p:spPr>
          <a:xfrm>
            <a:off x="6155097" y="5318378"/>
            <a:ext cx="811398" cy="460375"/>
          </a:xfrm>
          <a:prstGeom prst="rect">
            <a:avLst/>
          </a:prstGeom>
          <a:noFill/>
        </p:spPr>
        <p:txBody>
          <a:bodyPr wrap="square" rtlCol="0">
            <a:spAutoFit/>
          </a:bodyPr>
          <a:lstStyle/>
          <a:p>
            <a:pPr>
              <a:lnSpc>
                <a:spcPct val="200000"/>
              </a:lnSpc>
            </a:pPr>
            <a:r>
              <a:rPr lang="en-US" altLang="zh-CN" sz="1200" b="1" dirty="0">
                <a:solidFill>
                  <a:schemeClr val="tx1"/>
                </a:solidFill>
                <a:latin typeface="思源黑体 Light" panose="020B0300000000000000" charset="-122"/>
                <a:ea typeface="思源黑体 Light" panose="020B0300000000000000" charset="-122"/>
                <a:cs typeface="+mn-ea"/>
                <a:sym typeface="+mn-lt"/>
              </a:rPr>
              <a:t>2029</a:t>
            </a:r>
          </a:p>
        </p:txBody>
      </p:sp>
      <p:sp>
        <p:nvSpPr>
          <p:cNvPr id="31" name="Freeform 171"/>
          <p:cNvSpPr>
            <a:spLocks noEditPoints="1"/>
          </p:cNvSpPr>
          <p:nvPr/>
        </p:nvSpPr>
        <p:spPr bwMode="auto">
          <a:xfrm>
            <a:off x="7879605" y="1547628"/>
            <a:ext cx="488212" cy="418466"/>
          </a:xfrm>
          <a:custGeom>
            <a:avLst/>
            <a:gdLst>
              <a:gd name="T0" fmla="*/ 169 w 169"/>
              <a:gd name="T1" fmla="*/ 40 h 145"/>
              <a:gd name="T2" fmla="*/ 169 w 169"/>
              <a:gd name="T3" fmla="*/ 76 h 145"/>
              <a:gd name="T4" fmla="*/ 0 w 169"/>
              <a:gd name="T5" fmla="*/ 76 h 145"/>
              <a:gd name="T6" fmla="*/ 0 w 169"/>
              <a:gd name="T7" fmla="*/ 40 h 145"/>
              <a:gd name="T8" fmla="*/ 4 w 169"/>
              <a:gd name="T9" fmla="*/ 29 h 145"/>
              <a:gd name="T10" fmla="*/ 15 w 169"/>
              <a:gd name="T11" fmla="*/ 24 h 145"/>
              <a:gd name="T12" fmla="*/ 48 w 169"/>
              <a:gd name="T13" fmla="*/ 24 h 145"/>
              <a:gd name="T14" fmla="*/ 48 w 169"/>
              <a:gd name="T15" fmla="*/ 9 h 145"/>
              <a:gd name="T16" fmla="*/ 51 w 169"/>
              <a:gd name="T17" fmla="*/ 3 h 145"/>
              <a:gd name="T18" fmla="*/ 57 w 169"/>
              <a:gd name="T19" fmla="*/ 0 h 145"/>
              <a:gd name="T20" fmla="*/ 112 w 169"/>
              <a:gd name="T21" fmla="*/ 0 h 145"/>
              <a:gd name="T22" fmla="*/ 118 w 169"/>
              <a:gd name="T23" fmla="*/ 3 h 145"/>
              <a:gd name="T24" fmla="*/ 121 w 169"/>
              <a:gd name="T25" fmla="*/ 9 h 145"/>
              <a:gd name="T26" fmla="*/ 121 w 169"/>
              <a:gd name="T27" fmla="*/ 24 h 145"/>
              <a:gd name="T28" fmla="*/ 154 w 169"/>
              <a:gd name="T29" fmla="*/ 24 h 145"/>
              <a:gd name="T30" fmla="*/ 165 w 169"/>
              <a:gd name="T31" fmla="*/ 29 h 145"/>
              <a:gd name="T32" fmla="*/ 169 w 169"/>
              <a:gd name="T33" fmla="*/ 40 h 145"/>
              <a:gd name="T34" fmla="*/ 169 w 169"/>
              <a:gd name="T35" fmla="*/ 85 h 145"/>
              <a:gd name="T36" fmla="*/ 169 w 169"/>
              <a:gd name="T37" fmla="*/ 130 h 145"/>
              <a:gd name="T38" fmla="*/ 165 w 169"/>
              <a:gd name="T39" fmla="*/ 141 h 145"/>
              <a:gd name="T40" fmla="*/ 154 w 169"/>
              <a:gd name="T41" fmla="*/ 145 h 145"/>
              <a:gd name="T42" fmla="*/ 15 w 169"/>
              <a:gd name="T43" fmla="*/ 145 h 145"/>
              <a:gd name="T44" fmla="*/ 4 w 169"/>
              <a:gd name="T45" fmla="*/ 141 h 145"/>
              <a:gd name="T46" fmla="*/ 0 w 169"/>
              <a:gd name="T47" fmla="*/ 130 h 145"/>
              <a:gd name="T48" fmla="*/ 0 w 169"/>
              <a:gd name="T49" fmla="*/ 85 h 145"/>
              <a:gd name="T50" fmla="*/ 63 w 169"/>
              <a:gd name="T51" fmla="*/ 85 h 145"/>
              <a:gd name="T52" fmla="*/ 63 w 169"/>
              <a:gd name="T53" fmla="*/ 100 h 145"/>
              <a:gd name="T54" fmla="*/ 65 w 169"/>
              <a:gd name="T55" fmla="*/ 104 h 145"/>
              <a:gd name="T56" fmla="*/ 69 w 169"/>
              <a:gd name="T57" fmla="*/ 106 h 145"/>
              <a:gd name="T58" fmla="*/ 100 w 169"/>
              <a:gd name="T59" fmla="*/ 106 h 145"/>
              <a:gd name="T60" fmla="*/ 104 w 169"/>
              <a:gd name="T61" fmla="*/ 104 h 145"/>
              <a:gd name="T62" fmla="*/ 106 w 169"/>
              <a:gd name="T63" fmla="*/ 100 h 145"/>
              <a:gd name="T64" fmla="*/ 106 w 169"/>
              <a:gd name="T65" fmla="*/ 85 h 145"/>
              <a:gd name="T66" fmla="*/ 169 w 169"/>
              <a:gd name="T67" fmla="*/ 85 h 145"/>
              <a:gd name="T68" fmla="*/ 60 w 169"/>
              <a:gd name="T69" fmla="*/ 24 h 145"/>
              <a:gd name="T70" fmla="*/ 109 w 169"/>
              <a:gd name="T71" fmla="*/ 24 h 145"/>
              <a:gd name="T72" fmla="*/ 109 w 169"/>
              <a:gd name="T73" fmla="*/ 12 h 145"/>
              <a:gd name="T74" fmla="*/ 60 w 169"/>
              <a:gd name="T75" fmla="*/ 12 h 145"/>
              <a:gd name="T76" fmla="*/ 60 w 169"/>
              <a:gd name="T77" fmla="*/ 24 h 145"/>
              <a:gd name="T78" fmla="*/ 97 w 169"/>
              <a:gd name="T79" fmla="*/ 85 h 145"/>
              <a:gd name="T80" fmla="*/ 97 w 169"/>
              <a:gd name="T81" fmla="*/ 97 h 145"/>
              <a:gd name="T82" fmla="*/ 72 w 169"/>
              <a:gd name="T83" fmla="*/ 97 h 145"/>
              <a:gd name="T84" fmla="*/ 72 w 169"/>
              <a:gd name="T85" fmla="*/ 85 h 145"/>
              <a:gd name="T86" fmla="*/ 97 w 169"/>
              <a:gd name="T87" fmla="*/ 85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69" h="145">
                <a:moveTo>
                  <a:pt x="169" y="40"/>
                </a:moveTo>
                <a:cubicBezTo>
                  <a:pt x="169" y="76"/>
                  <a:pt x="169" y="76"/>
                  <a:pt x="169" y="76"/>
                </a:cubicBezTo>
                <a:cubicBezTo>
                  <a:pt x="0" y="76"/>
                  <a:pt x="0" y="76"/>
                  <a:pt x="0" y="76"/>
                </a:cubicBezTo>
                <a:cubicBezTo>
                  <a:pt x="0" y="40"/>
                  <a:pt x="0" y="40"/>
                  <a:pt x="0" y="40"/>
                </a:cubicBezTo>
                <a:cubicBezTo>
                  <a:pt x="0" y="35"/>
                  <a:pt x="1" y="32"/>
                  <a:pt x="4" y="29"/>
                </a:cubicBezTo>
                <a:cubicBezTo>
                  <a:pt x="7" y="26"/>
                  <a:pt x="11" y="24"/>
                  <a:pt x="15" y="24"/>
                </a:cubicBezTo>
                <a:cubicBezTo>
                  <a:pt x="48" y="24"/>
                  <a:pt x="48" y="24"/>
                  <a:pt x="48" y="24"/>
                </a:cubicBezTo>
                <a:cubicBezTo>
                  <a:pt x="48" y="9"/>
                  <a:pt x="48" y="9"/>
                  <a:pt x="48" y="9"/>
                </a:cubicBezTo>
                <a:cubicBezTo>
                  <a:pt x="48" y="7"/>
                  <a:pt x="49" y="5"/>
                  <a:pt x="51" y="3"/>
                </a:cubicBezTo>
                <a:cubicBezTo>
                  <a:pt x="53" y="1"/>
                  <a:pt x="55" y="0"/>
                  <a:pt x="57" y="0"/>
                </a:cubicBezTo>
                <a:cubicBezTo>
                  <a:pt x="112" y="0"/>
                  <a:pt x="112" y="0"/>
                  <a:pt x="112" y="0"/>
                </a:cubicBezTo>
                <a:cubicBezTo>
                  <a:pt x="114" y="0"/>
                  <a:pt x="116" y="1"/>
                  <a:pt x="118" y="3"/>
                </a:cubicBezTo>
                <a:cubicBezTo>
                  <a:pt x="120" y="5"/>
                  <a:pt x="121" y="7"/>
                  <a:pt x="121" y="9"/>
                </a:cubicBezTo>
                <a:cubicBezTo>
                  <a:pt x="121" y="24"/>
                  <a:pt x="121" y="24"/>
                  <a:pt x="121" y="24"/>
                </a:cubicBezTo>
                <a:cubicBezTo>
                  <a:pt x="154" y="24"/>
                  <a:pt x="154" y="24"/>
                  <a:pt x="154" y="24"/>
                </a:cubicBezTo>
                <a:cubicBezTo>
                  <a:pt x="158" y="24"/>
                  <a:pt x="162" y="26"/>
                  <a:pt x="165" y="29"/>
                </a:cubicBezTo>
                <a:cubicBezTo>
                  <a:pt x="168" y="32"/>
                  <a:pt x="169" y="35"/>
                  <a:pt x="169" y="40"/>
                </a:cubicBezTo>
                <a:close/>
                <a:moveTo>
                  <a:pt x="169" y="85"/>
                </a:moveTo>
                <a:cubicBezTo>
                  <a:pt x="169" y="130"/>
                  <a:pt x="169" y="130"/>
                  <a:pt x="169" y="130"/>
                </a:cubicBezTo>
                <a:cubicBezTo>
                  <a:pt x="169" y="134"/>
                  <a:pt x="168" y="138"/>
                  <a:pt x="165" y="141"/>
                </a:cubicBezTo>
                <a:cubicBezTo>
                  <a:pt x="162" y="144"/>
                  <a:pt x="158" y="145"/>
                  <a:pt x="154" y="145"/>
                </a:cubicBezTo>
                <a:cubicBezTo>
                  <a:pt x="15" y="145"/>
                  <a:pt x="15" y="145"/>
                  <a:pt x="15" y="145"/>
                </a:cubicBezTo>
                <a:cubicBezTo>
                  <a:pt x="11" y="145"/>
                  <a:pt x="7" y="144"/>
                  <a:pt x="4" y="141"/>
                </a:cubicBezTo>
                <a:cubicBezTo>
                  <a:pt x="1" y="138"/>
                  <a:pt x="0" y="134"/>
                  <a:pt x="0" y="130"/>
                </a:cubicBezTo>
                <a:cubicBezTo>
                  <a:pt x="0" y="85"/>
                  <a:pt x="0" y="85"/>
                  <a:pt x="0" y="85"/>
                </a:cubicBezTo>
                <a:cubicBezTo>
                  <a:pt x="63" y="85"/>
                  <a:pt x="63" y="85"/>
                  <a:pt x="63" y="85"/>
                </a:cubicBezTo>
                <a:cubicBezTo>
                  <a:pt x="63" y="100"/>
                  <a:pt x="63" y="100"/>
                  <a:pt x="63" y="100"/>
                </a:cubicBezTo>
                <a:cubicBezTo>
                  <a:pt x="63" y="102"/>
                  <a:pt x="64" y="103"/>
                  <a:pt x="65" y="104"/>
                </a:cubicBezTo>
                <a:cubicBezTo>
                  <a:pt x="66" y="106"/>
                  <a:pt x="68" y="106"/>
                  <a:pt x="69" y="106"/>
                </a:cubicBezTo>
                <a:cubicBezTo>
                  <a:pt x="100" y="106"/>
                  <a:pt x="100" y="106"/>
                  <a:pt x="100" y="106"/>
                </a:cubicBezTo>
                <a:cubicBezTo>
                  <a:pt x="101" y="106"/>
                  <a:pt x="103" y="106"/>
                  <a:pt x="104" y="104"/>
                </a:cubicBezTo>
                <a:cubicBezTo>
                  <a:pt x="105" y="103"/>
                  <a:pt x="106" y="102"/>
                  <a:pt x="106" y="100"/>
                </a:cubicBezTo>
                <a:cubicBezTo>
                  <a:pt x="106" y="85"/>
                  <a:pt x="106" y="85"/>
                  <a:pt x="106" y="85"/>
                </a:cubicBezTo>
                <a:lnTo>
                  <a:pt x="169" y="85"/>
                </a:lnTo>
                <a:close/>
                <a:moveTo>
                  <a:pt x="60" y="24"/>
                </a:moveTo>
                <a:cubicBezTo>
                  <a:pt x="109" y="24"/>
                  <a:pt x="109" y="24"/>
                  <a:pt x="109" y="24"/>
                </a:cubicBezTo>
                <a:cubicBezTo>
                  <a:pt x="109" y="12"/>
                  <a:pt x="109" y="12"/>
                  <a:pt x="109" y="12"/>
                </a:cubicBezTo>
                <a:cubicBezTo>
                  <a:pt x="60" y="12"/>
                  <a:pt x="60" y="12"/>
                  <a:pt x="60" y="12"/>
                </a:cubicBezTo>
                <a:lnTo>
                  <a:pt x="60" y="24"/>
                </a:lnTo>
                <a:close/>
                <a:moveTo>
                  <a:pt x="97" y="85"/>
                </a:moveTo>
                <a:cubicBezTo>
                  <a:pt x="97" y="97"/>
                  <a:pt x="97" y="97"/>
                  <a:pt x="97" y="97"/>
                </a:cubicBezTo>
                <a:cubicBezTo>
                  <a:pt x="72" y="97"/>
                  <a:pt x="72" y="97"/>
                  <a:pt x="72" y="97"/>
                </a:cubicBezTo>
                <a:cubicBezTo>
                  <a:pt x="72" y="85"/>
                  <a:pt x="72" y="85"/>
                  <a:pt x="72" y="85"/>
                </a:cubicBezTo>
                <a:lnTo>
                  <a:pt x="97" y="85"/>
                </a:lnTo>
                <a:close/>
              </a:path>
            </a:pathLst>
          </a:custGeom>
          <a:solidFill>
            <a:srgbClr val="FEB51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200" b="0" i="0" u="none" strike="noStrike" kern="0" cap="none" spc="0" normalizeH="0" baseline="0" noProof="0" dirty="0">
              <a:ln>
                <a:noFill/>
              </a:ln>
              <a:solidFill>
                <a:schemeClr val="tx1"/>
              </a:solidFill>
              <a:effectLst/>
              <a:uLnTx/>
              <a:uFillTx/>
              <a:latin typeface="思源黑体 Light" panose="020B0300000000000000" charset="-122"/>
              <a:ea typeface="思源黑体 Light" panose="020B0300000000000000" charset="-122"/>
              <a:cs typeface="+mn-ea"/>
              <a:sym typeface="+mn-lt"/>
            </a:endParaRPr>
          </a:p>
        </p:txBody>
      </p:sp>
      <p:sp>
        <p:nvSpPr>
          <p:cNvPr id="32" name="TextBox 23"/>
          <p:cNvSpPr txBox="1"/>
          <p:nvPr/>
        </p:nvSpPr>
        <p:spPr>
          <a:xfrm>
            <a:off x="8452693" y="1597188"/>
            <a:ext cx="1405890" cy="33718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绩效考核情况</a:t>
            </a:r>
            <a:endPar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34" name="Rectangle 25"/>
          <p:cNvSpPr/>
          <p:nvPr/>
        </p:nvSpPr>
        <p:spPr>
          <a:xfrm>
            <a:off x="7813118" y="2099942"/>
            <a:ext cx="3328067" cy="810260"/>
          </a:xfrm>
          <a:prstGeom prst="rect">
            <a:avLst/>
          </a:prstGeom>
        </p:spPr>
        <p:txBody>
          <a:bodyPr wrap="square">
            <a:spAutoFit/>
          </a:bodyPr>
          <a:lstStyle/>
          <a:p>
            <a:pPr>
              <a:lnSpc>
                <a:spcPct val="130000"/>
              </a:lnSpc>
            </a:pPr>
            <a:r>
              <a:rPr lang="zh-CN" altLang="en-US" sz="1200" dirty="0">
                <a:solidFill>
                  <a:schemeClr val="tx1"/>
                </a:solidFill>
                <a:latin typeface="思源黑体 Light" panose="020B0300000000000000" charset="-122"/>
                <a:ea typeface="思源黑体 Light" panose="020B0300000000000000" charset="-122"/>
                <a:cs typeface="+mn-ea"/>
                <a:sym typeface="+mn-lt"/>
              </a:rPr>
              <a:t>点击输入您的文字内容，用简洁的文字进行阐述，点击输入您的文字内容，用简洁的文字进行阐述</a:t>
            </a:r>
          </a:p>
        </p:txBody>
      </p:sp>
      <p:sp>
        <p:nvSpPr>
          <p:cNvPr id="39" name="TextBox 27"/>
          <p:cNvSpPr txBox="1"/>
          <p:nvPr/>
        </p:nvSpPr>
        <p:spPr>
          <a:xfrm>
            <a:off x="8452693" y="4618452"/>
            <a:ext cx="1405890" cy="33718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绩效考核情况</a:t>
            </a:r>
            <a:endPar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40" name="Rectangle 28"/>
          <p:cNvSpPr/>
          <p:nvPr/>
        </p:nvSpPr>
        <p:spPr>
          <a:xfrm>
            <a:off x="7813118" y="5109483"/>
            <a:ext cx="3328067" cy="810260"/>
          </a:xfrm>
          <a:prstGeom prst="rect">
            <a:avLst/>
          </a:prstGeom>
        </p:spPr>
        <p:txBody>
          <a:bodyPr wrap="square">
            <a:spAutoFit/>
          </a:bodyPr>
          <a:lstStyle/>
          <a:p>
            <a:pPr>
              <a:lnSpc>
                <a:spcPct val="130000"/>
              </a:lnSpc>
            </a:pPr>
            <a:r>
              <a:rPr lang="zh-CN" altLang="en-US" sz="1200" dirty="0">
                <a:solidFill>
                  <a:schemeClr val="tx1"/>
                </a:solidFill>
                <a:latin typeface="思源黑体 Light" panose="020B0300000000000000" charset="-122"/>
                <a:ea typeface="思源黑体 Light" panose="020B0300000000000000" charset="-122"/>
                <a:cs typeface="+mn-ea"/>
                <a:sym typeface="+mn-lt"/>
              </a:rPr>
              <a:t>点击输入您的文字内容，用简洁的文字进行阐述，点击输入您的文字内容，用简洁的文字进行阐述</a:t>
            </a:r>
          </a:p>
        </p:txBody>
      </p:sp>
      <p:sp>
        <p:nvSpPr>
          <p:cNvPr id="41" name="TextBox 29"/>
          <p:cNvSpPr txBox="1"/>
          <p:nvPr/>
        </p:nvSpPr>
        <p:spPr>
          <a:xfrm>
            <a:off x="8452693" y="3117643"/>
            <a:ext cx="1405890" cy="33718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绩效考核情况</a:t>
            </a:r>
            <a:endPar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43" name="Rectangle 33"/>
          <p:cNvSpPr/>
          <p:nvPr/>
        </p:nvSpPr>
        <p:spPr>
          <a:xfrm>
            <a:off x="7813118" y="3620397"/>
            <a:ext cx="3328067" cy="810260"/>
          </a:xfrm>
          <a:prstGeom prst="rect">
            <a:avLst/>
          </a:prstGeom>
        </p:spPr>
        <p:txBody>
          <a:bodyPr wrap="square">
            <a:spAutoFit/>
          </a:bodyPr>
          <a:lstStyle/>
          <a:p>
            <a:pPr>
              <a:lnSpc>
                <a:spcPct val="130000"/>
              </a:lnSpc>
            </a:pPr>
            <a:r>
              <a:rPr lang="zh-CN" altLang="en-US" sz="1200" dirty="0">
                <a:solidFill>
                  <a:schemeClr val="tx1"/>
                </a:solidFill>
                <a:latin typeface="思源黑体 Light" panose="020B0300000000000000" charset="-122"/>
                <a:ea typeface="思源黑体 Light" panose="020B0300000000000000" charset="-122"/>
                <a:cs typeface="+mn-ea"/>
                <a:sym typeface="+mn-lt"/>
              </a:rPr>
              <a:t>点击输入您的文字内容，用简洁的文字进行阐述，点击输入您的文字内容，用简洁的文字进行阐述</a:t>
            </a:r>
          </a:p>
        </p:txBody>
      </p:sp>
      <p:sp>
        <p:nvSpPr>
          <p:cNvPr id="44" name="Freeform 173"/>
          <p:cNvSpPr>
            <a:spLocks noEditPoints="1"/>
          </p:cNvSpPr>
          <p:nvPr/>
        </p:nvSpPr>
        <p:spPr bwMode="auto">
          <a:xfrm>
            <a:off x="7879605" y="3014054"/>
            <a:ext cx="448091" cy="418466"/>
          </a:xfrm>
          <a:custGeom>
            <a:avLst/>
            <a:gdLst>
              <a:gd name="T0" fmla="*/ 31 w 182"/>
              <a:gd name="T1" fmla="*/ 97 h 170"/>
              <a:gd name="T2" fmla="*/ 5 w 182"/>
              <a:gd name="T3" fmla="*/ 93 h 170"/>
              <a:gd name="T4" fmla="*/ 12 w 182"/>
              <a:gd name="T5" fmla="*/ 49 h 170"/>
              <a:gd name="T6" fmla="*/ 25 w 182"/>
              <a:gd name="T7" fmla="*/ 55 h 170"/>
              <a:gd name="T8" fmla="*/ 49 w 182"/>
              <a:gd name="T9" fmla="*/ 54 h 170"/>
              <a:gd name="T10" fmla="*/ 56 w 182"/>
              <a:gd name="T11" fmla="*/ 85 h 170"/>
              <a:gd name="T12" fmla="*/ 61 w 182"/>
              <a:gd name="T13" fmla="*/ 24 h 170"/>
              <a:gd name="T14" fmla="*/ 36 w 182"/>
              <a:gd name="T15" fmla="*/ 49 h 170"/>
              <a:gd name="T16" fmla="*/ 12 w 182"/>
              <a:gd name="T17" fmla="*/ 24 h 170"/>
              <a:gd name="T18" fmla="*/ 36 w 182"/>
              <a:gd name="T19" fmla="*/ 0 h 170"/>
              <a:gd name="T20" fmla="*/ 157 w 182"/>
              <a:gd name="T21" fmla="*/ 145 h 170"/>
              <a:gd name="T22" fmla="*/ 132 w 182"/>
              <a:gd name="T23" fmla="*/ 170 h 170"/>
              <a:gd name="T24" fmla="*/ 31 w 182"/>
              <a:gd name="T25" fmla="*/ 163 h 170"/>
              <a:gd name="T26" fmla="*/ 25 w 182"/>
              <a:gd name="T27" fmla="*/ 135 h 170"/>
              <a:gd name="T28" fmla="*/ 28 w 182"/>
              <a:gd name="T29" fmla="*/ 115 h 170"/>
              <a:gd name="T30" fmla="*/ 38 w 182"/>
              <a:gd name="T31" fmla="*/ 98 h 170"/>
              <a:gd name="T32" fmla="*/ 57 w 182"/>
              <a:gd name="T33" fmla="*/ 91 h 170"/>
              <a:gd name="T34" fmla="*/ 68 w 182"/>
              <a:gd name="T35" fmla="*/ 98 h 170"/>
              <a:gd name="T36" fmla="*/ 91 w 182"/>
              <a:gd name="T37" fmla="*/ 104 h 170"/>
              <a:gd name="T38" fmla="*/ 114 w 182"/>
              <a:gd name="T39" fmla="*/ 98 h 170"/>
              <a:gd name="T40" fmla="*/ 125 w 182"/>
              <a:gd name="T41" fmla="*/ 91 h 170"/>
              <a:gd name="T42" fmla="*/ 143 w 182"/>
              <a:gd name="T43" fmla="*/ 98 h 170"/>
              <a:gd name="T44" fmla="*/ 153 w 182"/>
              <a:gd name="T45" fmla="*/ 115 h 170"/>
              <a:gd name="T46" fmla="*/ 157 w 182"/>
              <a:gd name="T47" fmla="*/ 135 h 170"/>
              <a:gd name="T48" fmla="*/ 116 w 182"/>
              <a:gd name="T49" fmla="*/ 35 h 170"/>
              <a:gd name="T50" fmla="*/ 116 w 182"/>
              <a:gd name="T51" fmla="*/ 86 h 170"/>
              <a:gd name="T52" fmla="*/ 65 w 182"/>
              <a:gd name="T53" fmla="*/ 86 h 170"/>
              <a:gd name="T54" fmla="*/ 65 w 182"/>
              <a:gd name="T55" fmla="*/ 35 h 170"/>
              <a:gd name="T56" fmla="*/ 116 w 182"/>
              <a:gd name="T57" fmla="*/ 35 h 170"/>
              <a:gd name="T58" fmla="*/ 169 w 182"/>
              <a:gd name="T59" fmla="*/ 24 h 170"/>
              <a:gd name="T60" fmla="*/ 145 w 182"/>
              <a:gd name="T61" fmla="*/ 49 h 170"/>
              <a:gd name="T62" fmla="*/ 121 w 182"/>
              <a:gd name="T63" fmla="*/ 24 h 170"/>
              <a:gd name="T64" fmla="*/ 145 w 182"/>
              <a:gd name="T65" fmla="*/ 0 h 170"/>
              <a:gd name="T66" fmla="*/ 182 w 182"/>
              <a:gd name="T67" fmla="*/ 82 h 170"/>
              <a:gd name="T68" fmla="*/ 163 w 182"/>
              <a:gd name="T69" fmla="*/ 97 h 170"/>
              <a:gd name="T70" fmla="*/ 125 w 182"/>
              <a:gd name="T71" fmla="*/ 85 h 170"/>
              <a:gd name="T72" fmla="*/ 133 w 182"/>
              <a:gd name="T73" fmla="*/ 54 h 170"/>
              <a:gd name="T74" fmla="*/ 156 w 182"/>
              <a:gd name="T75" fmla="*/ 55 h 170"/>
              <a:gd name="T76" fmla="*/ 170 w 182"/>
              <a:gd name="T77" fmla="*/ 4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82" h="170">
                <a:moveTo>
                  <a:pt x="56" y="85"/>
                </a:moveTo>
                <a:cubicBezTo>
                  <a:pt x="46" y="85"/>
                  <a:pt x="37" y="89"/>
                  <a:pt x="31" y="97"/>
                </a:cubicBezTo>
                <a:cubicBezTo>
                  <a:pt x="18" y="97"/>
                  <a:pt x="18" y="97"/>
                  <a:pt x="18" y="97"/>
                </a:cubicBezTo>
                <a:cubicBezTo>
                  <a:pt x="13" y="97"/>
                  <a:pt x="9" y="96"/>
                  <a:pt x="5" y="93"/>
                </a:cubicBezTo>
                <a:cubicBezTo>
                  <a:pt x="2" y="91"/>
                  <a:pt x="0" y="87"/>
                  <a:pt x="0" y="82"/>
                </a:cubicBezTo>
                <a:cubicBezTo>
                  <a:pt x="0" y="60"/>
                  <a:pt x="4" y="49"/>
                  <a:pt x="12" y="49"/>
                </a:cubicBezTo>
                <a:cubicBezTo>
                  <a:pt x="12" y="49"/>
                  <a:pt x="13" y="49"/>
                  <a:pt x="16" y="51"/>
                </a:cubicBezTo>
                <a:cubicBezTo>
                  <a:pt x="18" y="52"/>
                  <a:pt x="21" y="53"/>
                  <a:pt x="25" y="55"/>
                </a:cubicBezTo>
                <a:cubicBezTo>
                  <a:pt x="29" y="56"/>
                  <a:pt x="33" y="57"/>
                  <a:pt x="36" y="57"/>
                </a:cubicBezTo>
                <a:cubicBezTo>
                  <a:pt x="41" y="57"/>
                  <a:pt x="45" y="56"/>
                  <a:pt x="49" y="54"/>
                </a:cubicBezTo>
                <a:cubicBezTo>
                  <a:pt x="49" y="57"/>
                  <a:pt x="48" y="59"/>
                  <a:pt x="48" y="61"/>
                </a:cubicBezTo>
                <a:cubicBezTo>
                  <a:pt x="48" y="69"/>
                  <a:pt x="51" y="78"/>
                  <a:pt x="56" y="85"/>
                </a:cubicBezTo>
                <a:close/>
                <a:moveTo>
                  <a:pt x="53" y="7"/>
                </a:moveTo>
                <a:cubicBezTo>
                  <a:pt x="58" y="12"/>
                  <a:pt x="61" y="18"/>
                  <a:pt x="61" y="24"/>
                </a:cubicBezTo>
                <a:cubicBezTo>
                  <a:pt x="61" y="31"/>
                  <a:pt x="58" y="37"/>
                  <a:pt x="53" y="42"/>
                </a:cubicBezTo>
                <a:cubicBezTo>
                  <a:pt x="49" y="46"/>
                  <a:pt x="43" y="49"/>
                  <a:pt x="36" y="49"/>
                </a:cubicBezTo>
                <a:cubicBezTo>
                  <a:pt x="30" y="49"/>
                  <a:pt x="24" y="46"/>
                  <a:pt x="19" y="42"/>
                </a:cubicBezTo>
                <a:cubicBezTo>
                  <a:pt x="14" y="37"/>
                  <a:pt x="12" y="31"/>
                  <a:pt x="12" y="24"/>
                </a:cubicBezTo>
                <a:cubicBezTo>
                  <a:pt x="12" y="18"/>
                  <a:pt x="14" y="12"/>
                  <a:pt x="19" y="7"/>
                </a:cubicBezTo>
                <a:cubicBezTo>
                  <a:pt x="24" y="3"/>
                  <a:pt x="30" y="0"/>
                  <a:pt x="36" y="0"/>
                </a:cubicBezTo>
                <a:cubicBezTo>
                  <a:pt x="43" y="0"/>
                  <a:pt x="49" y="3"/>
                  <a:pt x="53" y="7"/>
                </a:cubicBezTo>
                <a:close/>
                <a:moveTo>
                  <a:pt x="157" y="145"/>
                </a:moveTo>
                <a:cubicBezTo>
                  <a:pt x="157" y="153"/>
                  <a:pt x="155" y="159"/>
                  <a:pt x="150" y="163"/>
                </a:cubicBezTo>
                <a:cubicBezTo>
                  <a:pt x="146" y="167"/>
                  <a:pt x="140" y="170"/>
                  <a:pt x="132" y="170"/>
                </a:cubicBezTo>
                <a:cubicBezTo>
                  <a:pt x="49" y="170"/>
                  <a:pt x="49" y="170"/>
                  <a:pt x="49" y="170"/>
                </a:cubicBezTo>
                <a:cubicBezTo>
                  <a:pt x="42" y="170"/>
                  <a:pt x="36" y="167"/>
                  <a:pt x="31" y="163"/>
                </a:cubicBezTo>
                <a:cubicBezTo>
                  <a:pt x="26" y="159"/>
                  <a:pt x="24" y="153"/>
                  <a:pt x="24" y="145"/>
                </a:cubicBezTo>
                <a:cubicBezTo>
                  <a:pt x="24" y="142"/>
                  <a:pt x="24" y="139"/>
                  <a:pt x="25" y="135"/>
                </a:cubicBezTo>
                <a:cubicBezTo>
                  <a:pt x="25" y="132"/>
                  <a:pt x="25" y="129"/>
                  <a:pt x="26" y="125"/>
                </a:cubicBezTo>
                <a:cubicBezTo>
                  <a:pt x="27" y="121"/>
                  <a:pt x="27" y="118"/>
                  <a:pt x="28" y="115"/>
                </a:cubicBezTo>
                <a:cubicBezTo>
                  <a:pt x="29" y="112"/>
                  <a:pt x="31" y="109"/>
                  <a:pt x="32" y="106"/>
                </a:cubicBezTo>
                <a:cubicBezTo>
                  <a:pt x="34" y="103"/>
                  <a:pt x="36" y="100"/>
                  <a:pt x="38" y="98"/>
                </a:cubicBezTo>
                <a:cubicBezTo>
                  <a:pt x="40" y="96"/>
                  <a:pt x="43" y="94"/>
                  <a:pt x="46" y="93"/>
                </a:cubicBezTo>
                <a:cubicBezTo>
                  <a:pt x="50" y="92"/>
                  <a:pt x="53" y="91"/>
                  <a:pt x="57" y="91"/>
                </a:cubicBezTo>
                <a:cubicBezTo>
                  <a:pt x="58" y="91"/>
                  <a:pt x="59" y="92"/>
                  <a:pt x="61" y="93"/>
                </a:cubicBezTo>
                <a:cubicBezTo>
                  <a:pt x="63" y="94"/>
                  <a:pt x="65" y="96"/>
                  <a:pt x="68" y="98"/>
                </a:cubicBezTo>
                <a:cubicBezTo>
                  <a:pt x="70" y="99"/>
                  <a:pt x="74" y="101"/>
                  <a:pt x="78" y="102"/>
                </a:cubicBezTo>
                <a:cubicBezTo>
                  <a:pt x="82" y="103"/>
                  <a:pt x="86" y="104"/>
                  <a:pt x="91" y="104"/>
                </a:cubicBezTo>
                <a:cubicBezTo>
                  <a:pt x="95" y="104"/>
                  <a:pt x="99" y="103"/>
                  <a:pt x="104" y="102"/>
                </a:cubicBezTo>
                <a:cubicBezTo>
                  <a:pt x="108" y="101"/>
                  <a:pt x="111" y="99"/>
                  <a:pt x="114" y="98"/>
                </a:cubicBezTo>
                <a:cubicBezTo>
                  <a:pt x="116" y="96"/>
                  <a:pt x="118" y="94"/>
                  <a:pt x="121" y="93"/>
                </a:cubicBezTo>
                <a:cubicBezTo>
                  <a:pt x="123" y="92"/>
                  <a:pt x="124" y="91"/>
                  <a:pt x="125" y="91"/>
                </a:cubicBezTo>
                <a:cubicBezTo>
                  <a:pt x="128" y="91"/>
                  <a:pt x="132" y="92"/>
                  <a:pt x="135" y="93"/>
                </a:cubicBezTo>
                <a:cubicBezTo>
                  <a:pt x="138" y="94"/>
                  <a:pt x="141" y="96"/>
                  <a:pt x="143" y="98"/>
                </a:cubicBezTo>
                <a:cubicBezTo>
                  <a:pt x="145" y="100"/>
                  <a:pt x="147" y="103"/>
                  <a:pt x="149" y="106"/>
                </a:cubicBezTo>
                <a:cubicBezTo>
                  <a:pt x="151" y="109"/>
                  <a:pt x="152" y="112"/>
                  <a:pt x="153" y="115"/>
                </a:cubicBezTo>
                <a:cubicBezTo>
                  <a:pt x="154" y="118"/>
                  <a:pt x="155" y="121"/>
                  <a:pt x="156" y="125"/>
                </a:cubicBezTo>
                <a:cubicBezTo>
                  <a:pt x="156" y="129"/>
                  <a:pt x="157" y="132"/>
                  <a:pt x="157" y="135"/>
                </a:cubicBezTo>
                <a:cubicBezTo>
                  <a:pt x="157" y="139"/>
                  <a:pt x="157" y="142"/>
                  <a:pt x="157" y="145"/>
                </a:cubicBezTo>
                <a:close/>
                <a:moveTo>
                  <a:pt x="116" y="35"/>
                </a:moveTo>
                <a:cubicBezTo>
                  <a:pt x="124" y="42"/>
                  <a:pt x="127" y="51"/>
                  <a:pt x="127" y="61"/>
                </a:cubicBezTo>
                <a:cubicBezTo>
                  <a:pt x="127" y="71"/>
                  <a:pt x="124" y="79"/>
                  <a:pt x="116" y="86"/>
                </a:cubicBezTo>
                <a:cubicBezTo>
                  <a:pt x="109" y="93"/>
                  <a:pt x="101" y="97"/>
                  <a:pt x="91" y="97"/>
                </a:cubicBezTo>
                <a:cubicBezTo>
                  <a:pt x="81" y="97"/>
                  <a:pt x="72" y="93"/>
                  <a:pt x="65" y="86"/>
                </a:cubicBezTo>
                <a:cubicBezTo>
                  <a:pt x="58" y="79"/>
                  <a:pt x="54" y="71"/>
                  <a:pt x="54" y="61"/>
                </a:cubicBezTo>
                <a:cubicBezTo>
                  <a:pt x="54" y="51"/>
                  <a:pt x="58" y="42"/>
                  <a:pt x="65" y="35"/>
                </a:cubicBezTo>
                <a:cubicBezTo>
                  <a:pt x="72" y="28"/>
                  <a:pt x="81" y="24"/>
                  <a:pt x="91" y="24"/>
                </a:cubicBezTo>
                <a:cubicBezTo>
                  <a:pt x="101" y="24"/>
                  <a:pt x="109" y="28"/>
                  <a:pt x="116" y="35"/>
                </a:cubicBezTo>
                <a:close/>
                <a:moveTo>
                  <a:pt x="162" y="7"/>
                </a:moveTo>
                <a:cubicBezTo>
                  <a:pt x="167" y="12"/>
                  <a:pt x="169" y="18"/>
                  <a:pt x="169" y="24"/>
                </a:cubicBezTo>
                <a:cubicBezTo>
                  <a:pt x="169" y="31"/>
                  <a:pt x="167" y="37"/>
                  <a:pt x="162" y="42"/>
                </a:cubicBezTo>
                <a:cubicBezTo>
                  <a:pt x="158" y="46"/>
                  <a:pt x="152" y="49"/>
                  <a:pt x="145" y="49"/>
                </a:cubicBezTo>
                <a:cubicBezTo>
                  <a:pt x="139" y="49"/>
                  <a:pt x="133" y="46"/>
                  <a:pt x="128" y="42"/>
                </a:cubicBezTo>
                <a:cubicBezTo>
                  <a:pt x="123" y="37"/>
                  <a:pt x="121" y="31"/>
                  <a:pt x="121" y="24"/>
                </a:cubicBezTo>
                <a:cubicBezTo>
                  <a:pt x="121" y="18"/>
                  <a:pt x="123" y="12"/>
                  <a:pt x="128" y="7"/>
                </a:cubicBezTo>
                <a:cubicBezTo>
                  <a:pt x="133" y="3"/>
                  <a:pt x="139" y="0"/>
                  <a:pt x="145" y="0"/>
                </a:cubicBezTo>
                <a:cubicBezTo>
                  <a:pt x="152" y="0"/>
                  <a:pt x="158" y="3"/>
                  <a:pt x="162" y="7"/>
                </a:cubicBezTo>
                <a:close/>
                <a:moveTo>
                  <a:pt x="182" y="82"/>
                </a:moveTo>
                <a:cubicBezTo>
                  <a:pt x="182" y="87"/>
                  <a:pt x="180" y="91"/>
                  <a:pt x="176" y="93"/>
                </a:cubicBezTo>
                <a:cubicBezTo>
                  <a:pt x="173" y="96"/>
                  <a:pt x="168" y="97"/>
                  <a:pt x="163" y="97"/>
                </a:cubicBezTo>
                <a:cubicBezTo>
                  <a:pt x="151" y="97"/>
                  <a:pt x="151" y="97"/>
                  <a:pt x="151" y="97"/>
                </a:cubicBezTo>
                <a:cubicBezTo>
                  <a:pt x="144" y="89"/>
                  <a:pt x="136" y="85"/>
                  <a:pt x="125" y="85"/>
                </a:cubicBezTo>
                <a:cubicBezTo>
                  <a:pt x="131" y="78"/>
                  <a:pt x="133" y="69"/>
                  <a:pt x="133" y="61"/>
                </a:cubicBezTo>
                <a:cubicBezTo>
                  <a:pt x="133" y="59"/>
                  <a:pt x="133" y="57"/>
                  <a:pt x="133" y="54"/>
                </a:cubicBezTo>
                <a:cubicBezTo>
                  <a:pt x="137" y="56"/>
                  <a:pt x="141" y="57"/>
                  <a:pt x="145" y="57"/>
                </a:cubicBezTo>
                <a:cubicBezTo>
                  <a:pt x="149" y="57"/>
                  <a:pt x="153" y="56"/>
                  <a:pt x="156" y="55"/>
                </a:cubicBezTo>
                <a:cubicBezTo>
                  <a:pt x="160" y="53"/>
                  <a:pt x="163" y="52"/>
                  <a:pt x="166" y="51"/>
                </a:cubicBezTo>
                <a:cubicBezTo>
                  <a:pt x="168" y="49"/>
                  <a:pt x="169" y="49"/>
                  <a:pt x="170" y="49"/>
                </a:cubicBezTo>
                <a:cubicBezTo>
                  <a:pt x="178" y="49"/>
                  <a:pt x="182" y="60"/>
                  <a:pt x="182" y="82"/>
                </a:cubicBezTo>
                <a:close/>
              </a:path>
            </a:pathLst>
          </a:custGeom>
          <a:solidFill>
            <a:srgbClr val="26211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200" b="0" i="0" u="none" strike="noStrike" kern="0" cap="none" spc="0" normalizeH="0" baseline="0" noProof="0">
              <a:ln>
                <a:noFill/>
              </a:ln>
              <a:solidFill>
                <a:schemeClr val="tx1"/>
              </a:solidFill>
              <a:effectLst/>
              <a:uLnTx/>
              <a:uFillTx/>
              <a:latin typeface="思源黑体 Light" panose="020B0300000000000000" charset="-122"/>
              <a:ea typeface="思源黑体 Light" panose="020B0300000000000000" charset="-122"/>
              <a:cs typeface="+mn-ea"/>
              <a:sym typeface="+mn-lt"/>
            </a:endParaRPr>
          </a:p>
        </p:txBody>
      </p:sp>
      <p:sp>
        <p:nvSpPr>
          <p:cNvPr id="45" name="Freeform 130"/>
          <p:cNvSpPr>
            <a:spLocks noEditPoints="1"/>
          </p:cNvSpPr>
          <p:nvPr/>
        </p:nvSpPr>
        <p:spPr bwMode="auto">
          <a:xfrm>
            <a:off x="7879605" y="4552752"/>
            <a:ext cx="456508" cy="418466"/>
          </a:xfrm>
          <a:custGeom>
            <a:avLst/>
            <a:gdLst>
              <a:gd name="T0" fmla="*/ 120 w 181"/>
              <a:gd name="T1" fmla="*/ 94 h 166"/>
              <a:gd name="T2" fmla="*/ 101 w 181"/>
              <a:gd name="T3" fmla="*/ 104 h 166"/>
              <a:gd name="T4" fmla="*/ 109 w 181"/>
              <a:gd name="T5" fmla="*/ 119 h 166"/>
              <a:gd name="T6" fmla="*/ 92 w 181"/>
              <a:gd name="T7" fmla="*/ 132 h 166"/>
              <a:gd name="T8" fmla="*/ 72 w 181"/>
              <a:gd name="T9" fmla="*/ 141 h 166"/>
              <a:gd name="T10" fmla="*/ 49 w 181"/>
              <a:gd name="T11" fmla="*/ 143 h 166"/>
              <a:gd name="T12" fmla="*/ 39 w 181"/>
              <a:gd name="T13" fmla="*/ 124 h 166"/>
              <a:gd name="T14" fmla="*/ 24 w 181"/>
              <a:gd name="T15" fmla="*/ 132 h 166"/>
              <a:gd name="T16" fmla="*/ 15 w 181"/>
              <a:gd name="T17" fmla="*/ 110 h 166"/>
              <a:gd name="T18" fmla="*/ 2 w 181"/>
              <a:gd name="T19" fmla="*/ 94 h 166"/>
              <a:gd name="T20" fmla="*/ 0 w 181"/>
              <a:gd name="T21" fmla="*/ 74 h 166"/>
              <a:gd name="T22" fmla="*/ 16 w 181"/>
              <a:gd name="T23" fmla="*/ 69 h 166"/>
              <a:gd name="T24" fmla="*/ 10 w 181"/>
              <a:gd name="T25" fmla="*/ 49 h 166"/>
              <a:gd name="T26" fmla="*/ 26 w 181"/>
              <a:gd name="T27" fmla="*/ 33 h 166"/>
              <a:gd name="T28" fmla="*/ 46 w 181"/>
              <a:gd name="T29" fmla="*/ 39 h 166"/>
              <a:gd name="T30" fmla="*/ 69 w 181"/>
              <a:gd name="T31" fmla="*/ 22 h 166"/>
              <a:gd name="T32" fmla="*/ 74 w 181"/>
              <a:gd name="T33" fmla="*/ 39 h 166"/>
              <a:gd name="T34" fmla="*/ 94 w 181"/>
              <a:gd name="T35" fmla="*/ 33 h 166"/>
              <a:gd name="T36" fmla="*/ 109 w 181"/>
              <a:gd name="T37" fmla="*/ 51 h 166"/>
              <a:gd name="T38" fmla="*/ 104 w 181"/>
              <a:gd name="T39" fmla="*/ 69 h 166"/>
              <a:gd name="T40" fmla="*/ 121 w 181"/>
              <a:gd name="T41" fmla="*/ 74 h 166"/>
              <a:gd name="T42" fmla="*/ 77 w 181"/>
              <a:gd name="T43" fmla="*/ 66 h 166"/>
              <a:gd name="T44" fmla="*/ 36 w 181"/>
              <a:gd name="T45" fmla="*/ 83 h 166"/>
              <a:gd name="T46" fmla="*/ 77 w 181"/>
              <a:gd name="T47" fmla="*/ 100 h 166"/>
              <a:gd name="T48" fmla="*/ 167 w 181"/>
              <a:gd name="T49" fmla="*/ 44 h 166"/>
              <a:gd name="T50" fmla="*/ 169 w 181"/>
              <a:gd name="T51" fmla="*/ 63 h 166"/>
              <a:gd name="T52" fmla="*/ 148 w 181"/>
              <a:gd name="T53" fmla="*/ 59 h 166"/>
              <a:gd name="T54" fmla="*/ 137 w 181"/>
              <a:gd name="T55" fmla="*/ 65 h 166"/>
              <a:gd name="T56" fmla="*/ 121 w 181"/>
              <a:gd name="T57" fmla="*/ 62 h 166"/>
              <a:gd name="T58" fmla="*/ 109 w 181"/>
              <a:gd name="T59" fmla="*/ 41 h 166"/>
              <a:gd name="T60" fmla="*/ 125 w 181"/>
              <a:gd name="T61" fmla="*/ 20 h 166"/>
              <a:gd name="T62" fmla="*/ 124 w 181"/>
              <a:gd name="T63" fmla="*/ 4 h 166"/>
              <a:gd name="T64" fmla="*/ 137 w 181"/>
              <a:gd name="T65" fmla="*/ 4 h 166"/>
              <a:gd name="T66" fmla="*/ 148 w 181"/>
              <a:gd name="T67" fmla="*/ 11 h 166"/>
              <a:gd name="T68" fmla="*/ 169 w 181"/>
              <a:gd name="T69" fmla="*/ 6 h 166"/>
              <a:gd name="T70" fmla="*/ 167 w 181"/>
              <a:gd name="T71" fmla="*/ 25 h 166"/>
              <a:gd name="T72" fmla="*/ 181 w 181"/>
              <a:gd name="T73" fmla="*/ 138 h 166"/>
              <a:gd name="T74" fmla="*/ 169 w 181"/>
              <a:gd name="T75" fmla="*/ 159 h 166"/>
              <a:gd name="T76" fmla="*/ 153 w 181"/>
              <a:gd name="T77" fmla="*/ 162 h 166"/>
              <a:gd name="T78" fmla="*/ 142 w 181"/>
              <a:gd name="T79" fmla="*/ 155 h 166"/>
              <a:gd name="T80" fmla="*/ 121 w 181"/>
              <a:gd name="T81" fmla="*/ 160 h 166"/>
              <a:gd name="T82" fmla="*/ 123 w 181"/>
              <a:gd name="T83" fmla="*/ 141 h 166"/>
              <a:gd name="T84" fmla="*/ 123 w 181"/>
              <a:gd name="T85" fmla="*/ 122 h 166"/>
              <a:gd name="T86" fmla="*/ 121 w 181"/>
              <a:gd name="T87" fmla="*/ 103 h 166"/>
              <a:gd name="T88" fmla="*/ 133 w 181"/>
              <a:gd name="T89" fmla="*/ 97 h 166"/>
              <a:gd name="T90" fmla="*/ 145 w 181"/>
              <a:gd name="T91" fmla="*/ 107 h 166"/>
              <a:gd name="T92" fmla="*/ 157 w 181"/>
              <a:gd name="T93" fmla="*/ 97 h 166"/>
              <a:gd name="T94" fmla="*/ 164 w 181"/>
              <a:gd name="T95" fmla="*/ 117 h 166"/>
              <a:gd name="T96" fmla="*/ 157 w 181"/>
              <a:gd name="T97" fmla="*/ 35 h 166"/>
              <a:gd name="T98" fmla="*/ 136 w 181"/>
              <a:gd name="T99" fmla="*/ 26 h 166"/>
              <a:gd name="T100" fmla="*/ 145 w 181"/>
              <a:gd name="T101" fmla="*/ 47 h 166"/>
              <a:gd name="T102" fmla="*/ 157 w 181"/>
              <a:gd name="T103" fmla="*/ 131 h 166"/>
              <a:gd name="T104" fmla="*/ 136 w 181"/>
              <a:gd name="T105" fmla="*/ 123 h 166"/>
              <a:gd name="T106" fmla="*/ 145 w 181"/>
              <a:gd name="T107" fmla="*/ 143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81" h="166">
                <a:moveTo>
                  <a:pt x="121" y="74"/>
                </a:moveTo>
                <a:cubicBezTo>
                  <a:pt x="121" y="92"/>
                  <a:pt x="121" y="92"/>
                  <a:pt x="121" y="92"/>
                </a:cubicBezTo>
                <a:cubicBezTo>
                  <a:pt x="121" y="92"/>
                  <a:pt x="120" y="93"/>
                  <a:pt x="120" y="94"/>
                </a:cubicBezTo>
                <a:cubicBezTo>
                  <a:pt x="120" y="94"/>
                  <a:pt x="119" y="95"/>
                  <a:pt x="118" y="95"/>
                </a:cubicBezTo>
                <a:cubicBezTo>
                  <a:pt x="104" y="97"/>
                  <a:pt x="104" y="97"/>
                  <a:pt x="104" y="97"/>
                </a:cubicBezTo>
                <a:cubicBezTo>
                  <a:pt x="103" y="99"/>
                  <a:pt x="102" y="102"/>
                  <a:pt x="101" y="104"/>
                </a:cubicBezTo>
                <a:cubicBezTo>
                  <a:pt x="103" y="107"/>
                  <a:pt x="106" y="111"/>
                  <a:pt x="109" y="115"/>
                </a:cubicBezTo>
                <a:cubicBezTo>
                  <a:pt x="110" y="116"/>
                  <a:pt x="110" y="116"/>
                  <a:pt x="110" y="117"/>
                </a:cubicBezTo>
                <a:cubicBezTo>
                  <a:pt x="110" y="118"/>
                  <a:pt x="110" y="118"/>
                  <a:pt x="109" y="119"/>
                </a:cubicBezTo>
                <a:cubicBezTo>
                  <a:pt x="108" y="121"/>
                  <a:pt x="105" y="123"/>
                  <a:pt x="101" y="127"/>
                </a:cubicBezTo>
                <a:cubicBezTo>
                  <a:pt x="98" y="131"/>
                  <a:pt x="95" y="133"/>
                  <a:pt x="94" y="133"/>
                </a:cubicBezTo>
                <a:cubicBezTo>
                  <a:pt x="93" y="133"/>
                  <a:pt x="93" y="133"/>
                  <a:pt x="92" y="132"/>
                </a:cubicBezTo>
                <a:cubicBezTo>
                  <a:pt x="81" y="124"/>
                  <a:pt x="81" y="124"/>
                  <a:pt x="81" y="124"/>
                </a:cubicBezTo>
                <a:cubicBezTo>
                  <a:pt x="79" y="125"/>
                  <a:pt x="76" y="126"/>
                  <a:pt x="74" y="127"/>
                </a:cubicBezTo>
                <a:cubicBezTo>
                  <a:pt x="73" y="133"/>
                  <a:pt x="72" y="138"/>
                  <a:pt x="72" y="141"/>
                </a:cubicBezTo>
                <a:cubicBezTo>
                  <a:pt x="71" y="143"/>
                  <a:pt x="70" y="143"/>
                  <a:pt x="69" y="143"/>
                </a:cubicBezTo>
                <a:cubicBezTo>
                  <a:pt x="51" y="143"/>
                  <a:pt x="51" y="143"/>
                  <a:pt x="51" y="143"/>
                </a:cubicBezTo>
                <a:cubicBezTo>
                  <a:pt x="51" y="143"/>
                  <a:pt x="50" y="143"/>
                  <a:pt x="49" y="143"/>
                </a:cubicBezTo>
                <a:cubicBezTo>
                  <a:pt x="49" y="142"/>
                  <a:pt x="49" y="142"/>
                  <a:pt x="48" y="141"/>
                </a:cubicBezTo>
                <a:cubicBezTo>
                  <a:pt x="46" y="127"/>
                  <a:pt x="46" y="127"/>
                  <a:pt x="46" y="127"/>
                </a:cubicBezTo>
                <a:cubicBezTo>
                  <a:pt x="44" y="126"/>
                  <a:pt x="42" y="125"/>
                  <a:pt x="39" y="124"/>
                </a:cubicBezTo>
                <a:cubicBezTo>
                  <a:pt x="28" y="132"/>
                  <a:pt x="28" y="132"/>
                  <a:pt x="28" y="132"/>
                </a:cubicBezTo>
                <a:cubicBezTo>
                  <a:pt x="28" y="133"/>
                  <a:pt x="27" y="133"/>
                  <a:pt x="26" y="133"/>
                </a:cubicBezTo>
                <a:cubicBezTo>
                  <a:pt x="25" y="133"/>
                  <a:pt x="25" y="133"/>
                  <a:pt x="24" y="132"/>
                </a:cubicBezTo>
                <a:cubicBezTo>
                  <a:pt x="15" y="124"/>
                  <a:pt x="11" y="119"/>
                  <a:pt x="11" y="117"/>
                </a:cubicBezTo>
                <a:cubicBezTo>
                  <a:pt x="11" y="116"/>
                  <a:pt x="11" y="116"/>
                  <a:pt x="11" y="115"/>
                </a:cubicBezTo>
                <a:cubicBezTo>
                  <a:pt x="12" y="114"/>
                  <a:pt x="13" y="113"/>
                  <a:pt x="15" y="110"/>
                </a:cubicBezTo>
                <a:cubicBezTo>
                  <a:pt x="17" y="108"/>
                  <a:pt x="19" y="106"/>
                  <a:pt x="20" y="104"/>
                </a:cubicBezTo>
                <a:cubicBezTo>
                  <a:pt x="18" y="102"/>
                  <a:pt x="17" y="99"/>
                  <a:pt x="16" y="97"/>
                </a:cubicBezTo>
                <a:cubicBezTo>
                  <a:pt x="2" y="94"/>
                  <a:pt x="2" y="94"/>
                  <a:pt x="2" y="94"/>
                </a:cubicBezTo>
                <a:cubicBezTo>
                  <a:pt x="1" y="94"/>
                  <a:pt x="1" y="94"/>
                  <a:pt x="0" y="93"/>
                </a:cubicBezTo>
                <a:cubicBezTo>
                  <a:pt x="0" y="93"/>
                  <a:pt x="0" y="92"/>
                  <a:pt x="0" y="92"/>
                </a:cubicBezTo>
                <a:cubicBezTo>
                  <a:pt x="0" y="74"/>
                  <a:pt x="0" y="74"/>
                  <a:pt x="0" y="74"/>
                </a:cubicBezTo>
                <a:cubicBezTo>
                  <a:pt x="0" y="73"/>
                  <a:pt x="0" y="73"/>
                  <a:pt x="0" y="72"/>
                </a:cubicBezTo>
                <a:cubicBezTo>
                  <a:pt x="1" y="72"/>
                  <a:pt x="1" y="71"/>
                  <a:pt x="2" y="71"/>
                </a:cubicBezTo>
                <a:cubicBezTo>
                  <a:pt x="16" y="69"/>
                  <a:pt x="16" y="69"/>
                  <a:pt x="16" y="69"/>
                </a:cubicBezTo>
                <a:cubicBezTo>
                  <a:pt x="17" y="67"/>
                  <a:pt x="18" y="64"/>
                  <a:pt x="19" y="62"/>
                </a:cubicBezTo>
                <a:cubicBezTo>
                  <a:pt x="17" y="59"/>
                  <a:pt x="14" y="55"/>
                  <a:pt x="11" y="51"/>
                </a:cubicBezTo>
                <a:cubicBezTo>
                  <a:pt x="10" y="50"/>
                  <a:pt x="10" y="50"/>
                  <a:pt x="10" y="49"/>
                </a:cubicBezTo>
                <a:cubicBezTo>
                  <a:pt x="10" y="48"/>
                  <a:pt x="10" y="48"/>
                  <a:pt x="11" y="47"/>
                </a:cubicBezTo>
                <a:cubicBezTo>
                  <a:pt x="12" y="45"/>
                  <a:pt x="15" y="42"/>
                  <a:pt x="19" y="39"/>
                </a:cubicBezTo>
                <a:cubicBezTo>
                  <a:pt x="22" y="35"/>
                  <a:pt x="25" y="33"/>
                  <a:pt x="26" y="33"/>
                </a:cubicBezTo>
                <a:cubicBezTo>
                  <a:pt x="27" y="33"/>
                  <a:pt x="28" y="33"/>
                  <a:pt x="28" y="34"/>
                </a:cubicBezTo>
                <a:cubicBezTo>
                  <a:pt x="39" y="42"/>
                  <a:pt x="39" y="42"/>
                  <a:pt x="39" y="42"/>
                </a:cubicBezTo>
                <a:cubicBezTo>
                  <a:pt x="41" y="41"/>
                  <a:pt x="44" y="40"/>
                  <a:pt x="46" y="39"/>
                </a:cubicBezTo>
                <a:cubicBezTo>
                  <a:pt x="47" y="32"/>
                  <a:pt x="48" y="28"/>
                  <a:pt x="48" y="25"/>
                </a:cubicBezTo>
                <a:cubicBezTo>
                  <a:pt x="49" y="23"/>
                  <a:pt x="50" y="22"/>
                  <a:pt x="51" y="22"/>
                </a:cubicBezTo>
                <a:cubicBezTo>
                  <a:pt x="69" y="22"/>
                  <a:pt x="69" y="22"/>
                  <a:pt x="69" y="22"/>
                </a:cubicBezTo>
                <a:cubicBezTo>
                  <a:pt x="70" y="22"/>
                  <a:pt x="70" y="23"/>
                  <a:pt x="71" y="23"/>
                </a:cubicBezTo>
                <a:cubicBezTo>
                  <a:pt x="71" y="24"/>
                  <a:pt x="72" y="24"/>
                  <a:pt x="72" y="25"/>
                </a:cubicBezTo>
                <a:cubicBezTo>
                  <a:pt x="74" y="39"/>
                  <a:pt x="74" y="39"/>
                  <a:pt x="74" y="39"/>
                </a:cubicBezTo>
                <a:cubicBezTo>
                  <a:pt x="76" y="40"/>
                  <a:pt x="78" y="41"/>
                  <a:pt x="81" y="42"/>
                </a:cubicBezTo>
                <a:cubicBezTo>
                  <a:pt x="92" y="34"/>
                  <a:pt x="92" y="34"/>
                  <a:pt x="92" y="34"/>
                </a:cubicBezTo>
                <a:cubicBezTo>
                  <a:pt x="93" y="33"/>
                  <a:pt x="93" y="33"/>
                  <a:pt x="94" y="33"/>
                </a:cubicBezTo>
                <a:cubicBezTo>
                  <a:pt x="95" y="33"/>
                  <a:pt x="95" y="33"/>
                  <a:pt x="96" y="34"/>
                </a:cubicBezTo>
                <a:cubicBezTo>
                  <a:pt x="105" y="42"/>
                  <a:pt x="110" y="47"/>
                  <a:pt x="110" y="49"/>
                </a:cubicBezTo>
                <a:cubicBezTo>
                  <a:pt x="110" y="50"/>
                  <a:pt x="109" y="50"/>
                  <a:pt x="109" y="51"/>
                </a:cubicBezTo>
                <a:cubicBezTo>
                  <a:pt x="108" y="52"/>
                  <a:pt x="107" y="54"/>
                  <a:pt x="105" y="56"/>
                </a:cubicBezTo>
                <a:cubicBezTo>
                  <a:pt x="103" y="58"/>
                  <a:pt x="102" y="60"/>
                  <a:pt x="101" y="62"/>
                </a:cubicBezTo>
                <a:cubicBezTo>
                  <a:pt x="102" y="65"/>
                  <a:pt x="103" y="67"/>
                  <a:pt x="104" y="69"/>
                </a:cubicBezTo>
                <a:cubicBezTo>
                  <a:pt x="118" y="72"/>
                  <a:pt x="118" y="72"/>
                  <a:pt x="118" y="72"/>
                </a:cubicBezTo>
                <a:cubicBezTo>
                  <a:pt x="119" y="72"/>
                  <a:pt x="120" y="72"/>
                  <a:pt x="120" y="73"/>
                </a:cubicBezTo>
                <a:cubicBezTo>
                  <a:pt x="120" y="73"/>
                  <a:pt x="121" y="74"/>
                  <a:pt x="121" y="74"/>
                </a:cubicBezTo>
                <a:close/>
                <a:moveTo>
                  <a:pt x="77" y="100"/>
                </a:moveTo>
                <a:cubicBezTo>
                  <a:pt x="82" y="95"/>
                  <a:pt x="84" y="90"/>
                  <a:pt x="84" y="83"/>
                </a:cubicBezTo>
                <a:cubicBezTo>
                  <a:pt x="84" y="76"/>
                  <a:pt x="82" y="71"/>
                  <a:pt x="77" y="66"/>
                </a:cubicBezTo>
                <a:cubicBezTo>
                  <a:pt x="72" y="61"/>
                  <a:pt x="67" y="59"/>
                  <a:pt x="60" y="59"/>
                </a:cubicBezTo>
                <a:cubicBezTo>
                  <a:pt x="53" y="59"/>
                  <a:pt x="48" y="61"/>
                  <a:pt x="43" y="66"/>
                </a:cubicBezTo>
                <a:cubicBezTo>
                  <a:pt x="38" y="71"/>
                  <a:pt x="36" y="76"/>
                  <a:pt x="36" y="83"/>
                </a:cubicBezTo>
                <a:cubicBezTo>
                  <a:pt x="36" y="90"/>
                  <a:pt x="38" y="95"/>
                  <a:pt x="43" y="100"/>
                </a:cubicBezTo>
                <a:cubicBezTo>
                  <a:pt x="48" y="105"/>
                  <a:pt x="53" y="107"/>
                  <a:pt x="60" y="107"/>
                </a:cubicBezTo>
                <a:cubicBezTo>
                  <a:pt x="67" y="107"/>
                  <a:pt x="72" y="105"/>
                  <a:pt x="77" y="100"/>
                </a:cubicBezTo>
                <a:close/>
                <a:moveTo>
                  <a:pt x="181" y="28"/>
                </a:moveTo>
                <a:cubicBezTo>
                  <a:pt x="181" y="41"/>
                  <a:pt x="181" y="41"/>
                  <a:pt x="181" y="41"/>
                </a:cubicBezTo>
                <a:cubicBezTo>
                  <a:pt x="181" y="42"/>
                  <a:pt x="176" y="43"/>
                  <a:pt x="167" y="44"/>
                </a:cubicBezTo>
                <a:cubicBezTo>
                  <a:pt x="166" y="46"/>
                  <a:pt x="165" y="47"/>
                  <a:pt x="164" y="49"/>
                </a:cubicBezTo>
                <a:cubicBezTo>
                  <a:pt x="167" y="56"/>
                  <a:pt x="169" y="60"/>
                  <a:pt x="169" y="62"/>
                </a:cubicBezTo>
                <a:cubicBezTo>
                  <a:pt x="169" y="62"/>
                  <a:pt x="169" y="63"/>
                  <a:pt x="169" y="63"/>
                </a:cubicBezTo>
                <a:cubicBezTo>
                  <a:pt x="161" y="67"/>
                  <a:pt x="157" y="69"/>
                  <a:pt x="157" y="69"/>
                </a:cubicBezTo>
                <a:cubicBezTo>
                  <a:pt x="156" y="69"/>
                  <a:pt x="155" y="68"/>
                  <a:pt x="153" y="65"/>
                </a:cubicBezTo>
                <a:cubicBezTo>
                  <a:pt x="150" y="62"/>
                  <a:pt x="149" y="60"/>
                  <a:pt x="148" y="59"/>
                </a:cubicBezTo>
                <a:cubicBezTo>
                  <a:pt x="146" y="59"/>
                  <a:pt x="145" y="59"/>
                  <a:pt x="145" y="59"/>
                </a:cubicBezTo>
                <a:cubicBezTo>
                  <a:pt x="144" y="59"/>
                  <a:pt x="143" y="59"/>
                  <a:pt x="142" y="59"/>
                </a:cubicBezTo>
                <a:cubicBezTo>
                  <a:pt x="141" y="60"/>
                  <a:pt x="139" y="62"/>
                  <a:pt x="137" y="65"/>
                </a:cubicBezTo>
                <a:cubicBezTo>
                  <a:pt x="135" y="68"/>
                  <a:pt x="133" y="69"/>
                  <a:pt x="133" y="69"/>
                </a:cubicBezTo>
                <a:cubicBezTo>
                  <a:pt x="133" y="69"/>
                  <a:pt x="129" y="67"/>
                  <a:pt x="121" y="63"/>
                </a:cubicBezTo>
                <a:cubicBezTo>
                  <a:pt x="121" y="63"/>
                  <a:pt x="121" y="62"/>
                  <a:pt x="121" y="62"/>
                </a:cubicBezTo>
                <a:cubicBezTo>
                  <a:pt x="121" y="60"/>
                  <a:pt x="122" y="56"/>
                  <a:pt x="125" y="49"/>
                </a:cubicBezTo>
                <a:cubicBezTo>
                  <a:pt x="124" y="47"/>
                  <a:pt x="123" y="46"/>
                  <a:pt x="123" y="44"/>
                </a:cubicBezTo>
                <a:cubicBezTo>
                  <a:pt x="113" y="43"/>
                  <a:pt x="109" y="42"/>
                  <a:pt x="109" y="41"/>
                </a:cubicBezTo>
                <a:cubicBezTo>
                  <a:pt x="109" y="28"/>
                  <a:pt x="109" y="28"/>
                  <a:pt x="109" y="28"/>
                </a:cubicBezTo>
                <a:cubicBezTo>
                  <a:pt x="109" y="27"/>
                  <a:pt x="113" y="26"/>
                  <a:pt x="123" y="25"/>
                </a:cubicBezTo>
                <a:cubicBezTo>
                  <a:pt x="123" y="23"/>
                  <a:pt x="124" y="22"/>
                  <a:pt x="125" y="20"/>
                </a:cubicBezTo>
                <a:cubicBezTo>
                  <a:pt x="122" y="13"/>
                  <a:pt x="121" y="9"/>
                  <a:pt x="121" y="7"/>
                </a:cubicBezTo>
                <a:cubicBezTo>
                  <a:pt x="121" y="7"/>
                  <a:pt x="121" y="7"/>
                  <a:pt x="121" y="6"/>
                </a:cubicBezTo>
                <a:cubicBezTo>
                  <a:pt x="121" y="6"/>
                  <a:pt x="122" y="6"/>
                  <a:pt x="124" y="4"/>
                </a:cubicBezTo>
                <a:cubicBezTo>
                  <a:pt x="126" y="3"/>
                  <a:pt x="128" y="2"/>
                  <a:pt x="130" y="1"/>
                </a:cubicBezTo>
                <a:cubicBezTo>
                  <a:pt x="132" y="0"/>
                  <a:pt x="133" y="0"/>
                  <a:pt x="133" y="0"/>
                </a:cubicBezTo>
                <a:cubicBezTo>
                  <a:pt x="133" y="0"/>
                  <a:pt x="135" y="1"/>
                  <a:pt x="137" y="4"/>
                </a:cubicBezTo>
                <a:cubicBezTo>
                  <a:pt x="139" y="7"/>
                  <a:pt x="141" y="9"/>
                  <a:pt x="142" y="11"/>
                </a:cubicBezTo>
                <a:cubicBezTo>
                  <a:pt x="143" y="10"/>
                  <a:pt x="144" y="10"/>
                  <a:pt x="145" y="10"/>
                </a:cubicBezTo>
                <a:cubicBezTo>
                  <a:pt x="145" y="10"/>
                  <a:pt x="146" y="10"/>
                  <a:pt x="148" y="11"/>
                </a:cubicBezTo>
                <a:cubicBezTo>
                  <a:pt x="151" y="6"/>
                  <a:pt x="154" y="3"/>
                  <a:pt x="156" y="0"/>
                </a:cubicBezTo>
                <a:cubicBezTo>
                  <a:pt x="157" y="0"/>
                  <a:pt x="157" y="0"/>
                  <a:pt x="157" y="0"/>
                </a:cubicBezTo>
                <a:cubicBezTo>
                  <a:pt x="157" y="0"/>
                  <a:pt x="161" y="2"/>
                  <a:pt x="169" y="6"/>
                </a:cubicBezTo>
                <a:cubicBezTo>
                  <a:pt x="169" y="7"/>
                  <a:pt x="169" y="7"/>
                  <a:pt x="169" y="7"/>
                </a:cubicBezTo>
                <a:cubicBezTo>
                  <a:pt x="169" y="9"/>
                  <a:pt x="167" y="13"/>
                  <a:pt x="164" y="20"/>
                </a:cubicBezTo>
                <a:cubicBezTo>
                  <a:pt x="165" y="22"/>
                  <a:pt x="166" y="23"/>
                  <a:pt x="167" y="25"/>
                </a:cubicBezTo>
                <a:cubicBezTo>
                  <a:pt x="176" y="26"/>
                  <a:pt x="181" y="27"/>
                  <a:pt x="181" y="28"/>
                </a:cubicBezTo>
                <a:close/>
                <a:moveTo>
                  <a:pt x="181" y="125"/>
                </a:moveTo>
                <a:cubicBezTo>
                  <a:pt x="181" y="138"/>
                  <a:pt x="181" y="138"/>
                  <a:pt x="181" y="138"/>
                </a:cubicBezTo>
                <a:cubicBezTo>
                  <a:pt x="181" y="139"/>
                  <a:pt x="176" y="140"/>
                  <a:pt x="167" y="141"/>
                </a:cubicBezTo>
                <a:cubicBezTo>
                  <a:pt x="166" y="143"/>
                  <a:pt x="165" y="144"/>
                  <a:pt x="164" y="146"/>
                </a:cubicBezTo>
                <a:cubicBezTo>
                  <a:pt x="167" y="153"/>
                  <a:pt x="169" y="157"/>
                  <a:pt x="169" y="159"/>
                </a:cubicBezTo>
                <a:cubicBezTo>
                  <a:pt x="169" y="159"/>
                  <a:pt x="169" y="159"/>
                  <a:pt x="169" y="160"/>
                </a:cubicBezTo>
                <a:cubicBezTo>
                  <a:pt x="161" y="164"/>
                  <a:pt x="157" y="166"/>
                  <a:pt x="157" y="166"/>
                </a:cubicBezTo>
                <a:cubicBezTo>
                  <a:pt x="156" y="166"/>
                  <a:pt x="155" y="165"/>
                  <a:pt x="153" y="162"/>
                </a:cubicBezTo>
                <a:cubicBezTo>
                  <a:pt x="150" y="159"/>
                  <a:pt x="149" y="157"/>
                  <a:pt x="148" y="155"/>
                </a:cubicBezTo>
                <a:cubicBezTo>
                  <a:pt x="146" y="155"/>
                  <a:pt x="145" y="156"/>
                  <a:pt x="145" y="156"/>
                </a:cubicBezTo>
                <a:cubicBezTo>
                  <a:pt x="144" y="156"/>
                  <a:pt x="143" y="155"/>
                  <a:pt x="142" y="155"/>
                </a:cubicBezTo>
                <a:cubicBezTo>
                  <a:pt x="141" y="157"/>
                  <a:pt x="139" y="159"/>
                  <a:pt x="137" y="162"/>
                </a:cubicBezTo>
                <a:cubicBezTo>
                  <a:pt x="135" y="165"/>
                  <a:pt x="133" y="166"/>
                  <a:pt x="133" y="166"/>
                </a:cubicBezTo>
                <a:cubicBezTo>
                  <a:pt x="133" y="166"/>
                  <a:pt x="129" y="164"/>
                  <a:pt x="121" y="160"/>
                </a:cubicBezTo>
                <a:cubicBezTo>
                  <a:pt x="121" y="159"/>
                  <a:pt x="121" y="159"/>
                  <a:pt x="121" y="159"/>
                </a:cubicBezTo>
                <a:cubicBezTo>
                  <a:pt x="121" y="157"/>
                  <a:pt x="122" y="153"/>
                  <a:pt x="125" y="146"/>
                </a:cubicBezTo>
                <a:cubicBezTo>
                  <a:pt x="124" y="144"/>
                  <a:pt x="123" y="143"/>
                  <a:pt x="123" y="141"/>
                </a:cubicBezTo>
                <a:cubicBezTo>
                  <a:pt x="113" y="140"/>
                  <a:pt x="109" y="139"/>
                  <a:pt x="109" y="138"/>
                </a:cubicBezTo>
                <a:cubicBezTo>
                  <a:pt x="109" y="125"/>
                  <a:pt x="109" y="125"/>
                  <a:pt x="109" y="125"/>
                </a:cubicBezTo>
                <a:cubicBezTo>
                  <a:pt x="109" y="124"/>
                  <a:pt x="113" y="123"/>
                  <a:pt x="123" y="122"/>
                </a:cubicBezTo>
                <a:cubicBezTo>
                  <a:pt x="123" y="120"/>
                  <a:pt x="124" y="118"/>
                  <a:pt x="125" y="117"/>
                </a:cubicBezTo>
                <a:cubicBezTo>
                  <a:pt x="122" y="110"/>
                  <a:pt x="121" y="105"/>
                  <a:pt x="121" y="104"/>
                </a:cubicBezTo>
                <a:cubicBezTo>
                  <a:pt x="121" y="104"/>
                  <a:pt x="121" y="103"/>
                  <a:pt x="121" y="103"/>
                </a:cubicBezTo>
                <a:cubicBezTo>
                  <a:pt x="121" y="103"/>
                  <a:pt x="122" y="102"/>
                  <a:pt x="124" y="101"/>
                </a:cubicBezTo>
                <a:cubicBezTo>
                  <a:pt x="126" y="100"/>
                  <a:pt x="128" y="99"/>
                  <a:pt x="130" y="98"/>
                </a:cubicBezTo>
                <a:cubicBezTo>
                  <a:pt x="132" y="97"/>
                  <a:pt x="133" y="97"/>
                  <a:pt x="133" y="97"/>
                </a:cubicBezTo>
                <a:cubicBezTo>
                  <a:pt x="133" y="97"/>
                  <a:pt x="135" y="98"/>
                  <a:pt x="137" y="101"/>
                </a:cubicBezTo>
                <a:cubicBezTo>
                  <a:pt x="139" y="104"/>
                  <a:pt x="141" y="106"/>
                  <a:pt x="142" y="107"/>
                </a:cubicBezTo>
                <a:cubicBezTo>
                  <a:pt x="143" y="107"/>
                  <a:pt x="144" y="107"/>
                  <a:pt x="145" y="107"/>
                </a:cubicBezTo>
                <a:cubicBezTo>
                  <a:pt x="145" y="107"/>
                  <a:pt x="146" y="107"/>
                  <a:pt x="148" y="107"/>
                </a:cubicBezTo>
                <a:cubicBezTo>
                  <a:pt x="151" y="103"/>
                  <a:pt x="154" y="99"/>
                  <a:pt x="156" y="97"/>
                </a:cubicBezTo>
                <a:cubicBezTo>
                  <a:pt x="157" y="97"/>
                  <a:pt x="157" y="97"/>
                  <a:pt x="157" y="97"/>
                </a:cubicBezTo>
                <a:cubicBezTo>
                  <a:pt x="157" y="97"/>
                  <a:pt x="161" y="99"/>
                  <a:pt x="169" y="103"/>
                </a:cubicBezTo>
                <a:cubicBezTo>
                  <a:pt x="169" y="103"/>
                  <a:pt x="169" y="104"/>
                  <a:pt x="169" y="104"/>
                </a:cubicBezTo>
                <a:cubicBezTo>
                  <a:pt x="169" y="105"/>
                  <a:pt x="167" y="110"/>
                  <a:pt x="164" y="117"/>
                </a:cubicBezTo>
                <a:cubicBezTo>
                  <a:pt x="165" y="118"/>
                  <a:pt x="166" y="120"/>
                  <a:pt x="167" y="122"/>
                </a:cubicBezTo>
                <a:cubicBezTo>
                  <a:pt x="176" y="123"/>
                  <a:pt x="181" y="124"/>
                  <a:pt x="181" y="125"/>
                </a:cubicBezTo>
                <a:close/>
                <a:moveTo>
                  <a:pt x="157" y="35"/>
                </a:moveTo>
                <a:cubicBezTo>
                  <a:pt x="157" y="31"/>
                  <a:pt x="156" y="28"/>
                  <a:pt x="153" y="26"/>
                </a:cubicBezTo>
                <a:cubicBezTo>
                  <a:pt x="151" y="24"/>
                  <a:pt x="148" y="22"/>
                  <a:pt x="145" y="22"/>
                </a:cubicBezTo>
                <a:cubicBezTo>
                  <a:pt x="142" y="22"/>
                  <a:pt x="139" y="24"/>
                  <a:pt x="136" y="26"/>
                </a:cubicBezTo>
                <a:cubicBezTo>
                  <a:pt x="134" y="28"/>
                  <a:pt x="133" y="31"/>
                  <a:pt x="133" y="35"/>
                </a:cubicBezTo>
                <a:cubicBezTo>
                  <a:pt x="133" y="38"/>
                  <a:pt x="134" y="41"/>
                  <a:pt x="136" y="43"/>
                </a:cubicBezTo>
                <a:cubicBezTo>
                  <a:pt x="139" y="45"/>
                  <a:pt x="141" y="47"/>
                  <a:pt x="145" y="47"/>
                </a:cubicBezTo>
                <a:cubicBezTo>
                  <a:pt x="148" y="47"/>
                  <a:pt x="151" y="45"/>
                  <a:pt x="153" y="43"/>
                </a:cubicBezTo>
                <a:cubicBezTo>
                  <a:pt x="156" y="41"/>
                  <a:pt x="157" y="38"/>
                  <a:pt x="157" y="35"/>
                </a:cubicBezTo>
                <a:close/>
                <a:moveTo>
                  <a:pt x="157" y="131"/>
                </a:moveTo>
                <a:cubicBezTo>
                  <a:pt x="157" y="128"/>
                  <a:pt x="156" y="125"/>
                  <a:pt x="153" y="123"/>
                </a:cubicBezTo>
                <a:cubicBezTo>
                  <a:pt x="151" y="120"/>
                  <a:pt x="148" y="119"/>
                  <a:pt x="145" y="119"/>
                </a:cubicBezTo>
                <a:cubicBezTo>
                  <a:pt x="142" y="119"/>
                  <a:pt x="139" y="120"/>
                  <a:pt x="136" y="123"/>
                </a:cubicBezTo>
                <a:cubicBezTo>
                  <a:pt x="134" y="125"/>
                  <a:pt x="133" y="128"/>
                  <a:pt x="133" y="131"/>
                </a:cubicBezTo>
                <a:cubicBezTo>
                  <a:pt x="133" y="135"/>
                  <a:pt x="134" y="138"/>
                  <a:pt x="136" y="140"/>
                </a:cubicBezTo>
                <a:cubicBezTo>
                  <a:pt x="139" y="142"/>
                  <a:pt x="141" y="143"/>
                  <a:pt x="145" y="143"/>
                </a:cubicBezTo>
                <a:cubicBezTo>
                  <a:pt x="148" y="143"/>
                  <a:pt x="151" y="142"/>
                  <a:pt x="153" y="140"/>
                </a:cubicBezTo>
                <a:cubicBezTo>
                  <a:pt x="156" y="138"/>
                  <a:pt x="157" y="135"/>
                  <a:pt x="157" y="131"/>
                </a:cubicBezTo>
                <a:close/>
              </a:path>
            </a:pathLst>
          </a:custGeom>
          <a:solidFill>
            <a:srgbClr val="FEB51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200" b="0" i="0" u="none" strike="noStrike" kern="0" cap="none" spc="0" normalizeH="0" baseline="0" noProof="0">
              <a:ln>
                <a:noFill/>
              </a:ln>
              <a:solidFill>
                <a:schemeClr val="tx1"/>
              </a:solidFill>
              <a:effectLst/>
              <a:uLnTx/>
              <a:uFillTx/>
              <a:latin typeface="思源黑体 Light" panose="020B0300000000000000" charset="-122"/>
              <a:ea typeface="思源黑体 Light" panose="020B0300000000000000" charset="-122"/>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plus(in)">
                                      <p:cBhvr>
                                        <p:cTn id="7" dur="2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grpSp>
        <p:nvGrpSpPr>
          <p:cNvPr id="20" name="组合 19"/>
          <p:cNvGrpSpPr/>
          <p:nvPr/>
        </p:nvGrpSpPr>
        <p:grpSpPr>
          <a:xfrm>
            <a:off x="-1445895" y="-2014855"/>
            <a:ext cx="15448280" cy="10515600"/>
            <a:chOff x="-2277" y="-3173"/>
            <a:chExt cx="24328" cy="16560"/>
          </a:xfrm>
        </p:grpSpPr>
        <p:sp>
          <p:nvSpPr>
            <p:cNvPr id="42" name="矩形 41"/>
            <p:cNvSpPr/>
            <p:nvPr/>
          </p:nvSpPr>
          <p:spPr>
            <a:xfrm>
              <a:off x="1" y="0"/>
              <a:ext cx="19230" cy="10812"/>
            </a:xfrm>
            <a:prstGeom prst="rect">
              <a:avLst/>
            </a:prstGeom>
            <a:solidFill>
              <a:srgbClr val="F4F4F4">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flipV="1">
              <a:off x="15059" y="6395"/>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同心圆 3"/>
            <p:cNvSpPr/>
            <p:nvPr/>
          </p:nvSpPr>
          <p:spPr>
            <a:xfrm flipV="1">
              <a:off x="15715" y="639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2277" y="-3173"/>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8" name="组合 77"/>
            <p:cNvGrpSpPr/>
            <p:nvPr/>
          </p:nvGrpSpPr>
          <p:grpSpPr>
            <a:xfrm>
              <a:off x="883" y="260"/>
              <a:ext cx="17435" cy="10209"/>
              <a:chOff x="1038" y="260"/>
              <a:chExt cx="17435" cy="10209"/>
            </a:xfrm>
          </p:grpSpPr>
          <p:sp>
            <p:nvSpPr>
              <p:cNvPr id="144" name="文本框 143"/>
              <p:cNvSpPr txBox="1"/>
              <p:nvPr/>
            </p:nvSpPr>
            <p:spPr>
              <a:xfrm>
                <a:off x="1038" y="10035"/>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sp>
            <p:nvSpPr>
              <p:cNvPr id="77" name="文本框 76"/>
              <p:cNvSpPr txBox="1"/>
              <p:nvPr/>
            </p:nvSpPr>
            <p:spPr>
              <a:xfrm>
                <a:off x="1038" y="260"/>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grpSp>
        <p:sp>
          <p:nvSpPr>
            <p:cNvPr id="2" name="同心圆 1"/>
            <p:cNvSpPr/>
            <p:nvPr/>
          </p:nvSpPr>
          <p:spPr>
            <a:xfrm>
              <a:off x="803" y="123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13451" y="8447"/>
              <a:ext cx="1521" cy="1257"/>
              <a:chOff x="9608895" y="5661744"/>
              <a:chExt cx="966066" cy="798214"/>
            </a:xfrm>
            <a:solidFill>
              <a:srgbClr val="26211B"/>
            </a:solidFill>
          </p:grpSpPr>
          <p:sp>
            <p:nvSpPr>
              <p:cNvPr id="8" name="Freeform: Shape 72"/>
              <p:cNvSpPr/>
              <p:nvPr/>
            </p:nvSpPr>
            <p:spPr>
              <a:xfrm rot="900000">
                <a:off x="10086716" y="5661744"/>
                <a:ext cx="488245" cy="486465"/>
              </a:xfrm>
              <a:custGeom>
                <a:avLst/>
                <a:gdLst>
                  <a:gd name="connsiteX0" fmla="*/ 0 w 1225398"/>
                  <a:gd name="connsiteY0" fmla="*/ 169222 h 1220932"/>
                  <a:gd name="connsiteX1" fmla="*/ 144732 w 1225398"/>
                  <a:gd name="connsiteY1" fmla="*/ 5194 h 1220932"/>
                  <a:gd name="connsiteX2" fmla="*/ 279815 w 1225398"/>
                  <a:gd name="connsiteY2" fmla="*/ 53438 h 1220932"/>
                  <a:gd name="connsiteX3" fmla="*/ 1206101 w 1225398"/>
                  <a:gd name="connsiteY3" fmla="*/ 1124446 h 1220932"/>
                  <a:gd name="connsiteX4" fmla="*/ 1225399 w 1225398"/>
                  <a:gd name="connsiteY4" fmla="*/ 1211284 h 1220932"/>
                  <a:gd name="connsiteX5" fmla="*/ 1138560 w 1225398"/>
                  <a:gd name="connsiteY5" fmla="*/ 1220933 h 1220932"/>
                  <a:gd name="connsiteX6" fmla="*/ 125434 w 1225398"/>
                  <a:gd name="connsiteY6" fmla="*/ 400792 h 1220932"/>
                  <a:gd name="connsiteX7" fmla="*/ 0 w 1225398"/>
                  <a:gd name="connsiteY7" fmla="*/ 169222 h 1220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5398" h="1220932">
                    <a:moveTo>
                      <a:pt x="0" y="169222"/>
                    </a:moveTo>
                    <a:cubicBezTo>
                      <a:pt x="48244" y="111330"/>
                      <a:pt x="86839" y="43789"/>
                      <a:pt x="144732" y="5194"/>
                    </a:cubicBezTo>
                    <a:cubicBezTo>
                      <a:pt x="173679" y="-14103"/>
                      <a:pt x="250869" y="24492"/>
                      <a:pt x="279815" y="53438"/>
                    </a:cubicBezTo>
                    <a:cubicBezTo>
                      <a:pt x="607875" y="391143"/>
                      <a:pt x="955232" y="719200"/>
                      <a:pt x="1206101" y="1124446"/>
                    </a:cubicBezTo>
                    <a:cubicBezTo>
                      <a:pt x="1215750" y="1143743"/>
                      <a:pt x="1215750" y="1182338"/>
                      <a:pt x="1225399" y="1211284"/>
                    </a:cubicBezTo>
                    <a:cubicBezTo>
                      <a:pt x="1196452" y="1211284"/>
                      <a:pt x="1157857" y="1220933"/>
                      <a:pt x="1138560" y="1220933"/>
                    </a:cubicBezTo>
                    <a:cubicBezTo>
                      <a:pt x="685065" y="1095500"/>
                      <a:pt x="366655" y="786741"/>
                      <a:pt x="125434" y="400792"/>
                    </a:cubicBezTo>
                    <a:cubicBezTo>
                      <a:pt x="77190" y="333251"/>
                      <a:pt x="48244" y="256061"/>
                      <a:pt x="0" y="169222"/>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9" name="Freeform: Shape 73"/>
              <p:cNvSpPr/>
              <p:nvPr/>
            </p:nvSpPr>
            <p:spPr>
              <a:xfrm rot="900000">
                <a:off x="9797933" y="6071856"/>
                <a:ext cx="293229" cy="298545"/>
              </a:xfrm>
              <a:custGeom>
                <a:avLst/>
                <a:gdLst>
                  <a:gd name="connsiteX0" fmla="*/ 611818 w 735946"/>
                  <a:gd name="connsiteY0" fmla="*/ 749289 h 749289"/>
                  <a:gd name="connsiteX1" fmla="*/ 457437 w 735946"/>
                  <a:gd name="connsiteY1" fmla="*/ 691397 h 749289"/>
                  <a:gd name="connsiteX2" fmla="*/ 23241 w 735946"/>
                  <a:gd name="connsiteY2" fmla="*/ 247556 h 749289"/>
                  <a:gd name="connsiteX3" fmla="*/ 90782 w 735946"/>
                  <a:gd name="connsiteY3" fmla="*/ 6338 h 749289"/>
                  <a:gd name="connsiteX4" fmla="*/ 196919 w 735946"/>
                  <a:gd name="connsiteY4" fmla="*/ 15987 h 749289"/>
                  <a:gd name="connsiteX5" fmla="*/ 727604 w 735946"/>
                  <a:gd name="connsiteY5" fmla="*/ 604559 h 749289"/>
                  <a:gd name="connsiteX6" fmla="*/ 611818 w 735946"/>
                  <a:gd name="connsiteY6" fmla="*/ 749289 h 74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5946" h="749289">
                    <a:moveTo>
                      <a:pt x="611818" y="749289"/>
                    </a:moveTo>
                    <a:cubicBezTo>
                      <a:pt x="573223" y="739641"/>
                      <a:pt x="515330" y="720343"/>
                      <a:pt x="457437" y="691397"/>
                    </a:cubicBezTo>
                    <a:cubicBezTo>
                      <a:pt x="264461" y="594910"/>
                      <a:pt x="129378" y="440530"/>
                      <a:pt x="23241" y="247556"/>
                    </a:cubicBezTo>
                    <a:cubicBezTo>
                      <a:pt x="-25003" y="160717"/>
                      <a:pt x="3943" y="54581"/>
                      <a:pt x="90782" y="6338"/>
                    </a:cubicBezTo>
                    <a:cubicBezTo>
                      <a:pt x="119729" y="-3311"/>
                      <a:pt x="167973" y="-3311"/>
                      <a:pt x="196919" y="15987"/>
                    </a:cubicBezTo>
                    <a:cubicBezTo>
                      <a:pt x="438140" y="151069"/>
                      <a:pt x="611818" y="353692"/>
                      <a:pt x="727604" y="604559"/>
                    </a:cubicBezTo>
                    <a:cubicBezTo>
                      <a:pt x="756550" y="672100"/>
                      <a:pt x="708306" y="749289"/>
                      <a:pt x="611818" y="749289"/>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0" name="Freeform: Shape 74"/>
              <p:cNvSpPr/>
              <p:nvPr/>
            </p:nvSpPr>
            <p:spPr>
              <a:xfrm rot="900000">
                <a:off x="9985044" y="5926402"/>
                <a:ext cx="291519" cy="279323"/>
              </a:xfrm>
              <a:custGeom>
                <a:avLst/>
                <a:gdLst>
                  <a:gd name="connsiteX0" fmla="*/ 731654 w 731654"/>
                  <a:gd name="connsiteY0" fmla="*/ 701046 h 701045"/>
                  <a:gd name="connsiteX1" fmla="*/ 268511 w 731654"/>
                  <a:gd name="connsiteY1" fmla="*/ 450179 h 701045"/>
                  <a:gd name="connsiteX2" fmla="*/ 7993 w 731654"/>
                  <a:gd name="connsiteY2" fmla="*/ 102825 h 701045"/>
                  <a:gd name="connsiteX3" fmla="*/ 27291 w 731654"/>
                  <a:gd name="connsiteY3" fmla="*/ 6338 h 701045"/>
                  <a:gd name="connsiteX4" fmla="*/ 104481 w 731654"/>
                  <a:gd name="connsiteY4" fmla="*/ 15986 h 701045"/>
                  <a:gd name="connsiteX5" fmla="*/ 413243 w 731654"/>
                  <a:gd name="connsiteY5" fmla="*/ 334394 h 701045"/>
                  <a:gd name="connsiteX6" fmla="*/ 693059 w 731654"/>
                  <a:gd name="connsiteY6" fmla="*/ 643153 h 701045"/>
                  <a:gd name="connsiteX7" fmla="*/ 731654 w 731654"/>
                  <a:gd name="connsiteY7" fmla="*/ 701046 h 701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1654" h="701045">
                    <a:moveTo>
                      <a:pt x="731654" y="701046"/>
                    </a:moveTo>
                    <a:cubicBezTo>
                      <a:pt x="529029" y="691397"/>
                      <a:pt x="384297" y="575612"/>
                      <a:pt x="268511" y="450179"/>
                    </a:cubicBezTo>
                    <a:cubicBezTo>
                      <a:pt x="172023" y="344043"/>
                      <a:pt x="85184" y="228258"/>
                      <a:pt x="7993" y="102825"/>
                    </a:cubicBezTo>
                    <a:cubicBezTo>
                      <a:pt x="-11304" y="83528"/>
                      <a:pt x="7993" y="25635"/>
                      <a:pt x="27291" y="6338"/>
                    </a:cubicBezTo>
                    <a:cubicBezTo>
                      <a:pt x="27291" y="-3311"/>
                      <a:pt x="85184" y="-3311"/>
                      <a:pt x="104481" y="15986"/>
                    </a:cubicBezTo>
                    <a:cubicBezTo>
                      <a:pt x="210618" y="122122"/>
                      <a:pt x="316755" y="228258"/>
                      <a:pt x="413243" y="334394"/>
                    </a:cubicBezTo>
                    <a:cubicBezTo>
                      <a:pt x="509731" y="440530"/>
                      <a:pt x="596571" y="546666"/>
                      <a:pt x="693059" y="643153"/>
                    </a:cubicBezTo>
                    <a:cubicBezTo>
                      <a:pt x="712356" y="652802"/>
                      <a:pt x="722005" y="672100"/>
                      <a:pt x="731654" y="701046"/>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1" name="Freeform: Shape 75"/>
              <p:cNvSpPr/>
              <p:nvPr/>
            </p:nvSpPr>
            <p:spPr>
              <a:xfrm rot="900000">
                <a:off x="9608895" y="6329170"/>
                <a:ext cx="128789" cy="130788"/>
              </a:xfrm>
              <a:custGeom>
                <a:avLst/>
                <a:gdLst>
                  <a:gd name="connsiteX0" fmla="*/ 323235 w 323235"/>
                  <a:gd name="connsiteY0" fmla="*/ 250867 h 328251"/>
                  <a:gd name="connsiteX1" fmla="*/ 217098 w 323235"/>
                  <a:gd name="connsiteY1" fmla="*/ 318408 h 328251"/>
                  <a:gd name="connsiteX2" fmla="*/ 14473 w 323235"/>
                  <a:gd name="connsiteY2" fmla="*/ 164028 h 328251"/>
                  <a:gd name="connsiteX3" fmla="*/ 14473 w 323235"/>
                  <a:gd name="connsiteY3" fmla="*/ 67541 h 328251"/>
                  <a:gd name="connsiteX4" fmla="*/ 110961 w 323235"/>
                  <a:gd name="connsiteY4" fmla="*/ 0 h 328251"/>
                  <a:gd name="connsiteX5" fmla="*/ 323235 w 323235"/>
                  <a:gd name="connsiteY5" fmla="*/ 250867 h 328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3235" h="328251">
                    <a:moveTo>
                      <a:pt x="323235" y="250867"/>
                    </a:moveTo>
                    <a:cubicBezTo>
                      <a:pt x="323235" y="308759"/>
                      <a:pt x="255693" y="347354"/>
                      <a:pt x="217098" y="318408"/>
                    </a:cubicBezTo>
                    <a:cubicBezTo>
                      <a:pt x="149557" y="270164"/>
                      <a:pt x="72366" y="221921"/>
                      <a:pt x="14473" y="164028"/>
                    </a:cubicBezTo>
                    <a:cubicBezTo>
                      <a:pt x="-4824" y="144731"/>
                      <a:pt x="-4824" y="96487"/>
                      <a:pt x="14473" y="67541"/>
                    </a:cubicBezTo>
                    <a:cubicBezTo>
                      <a:pt x="33771" y="38595"/>
                      <a:pt x="82015" y="0"/>
                      <a:pt x="110961" y="0"/>
                    </a:cubicBezTo>
                    <a:cubicBezTo>
                      <a:pt x="168854" y="9649"/>
                      <a:pt x="313586" y="192974"/>
                      <a:pt x="323235" y="250867"/>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grpSp>
        <p:sp>
          <p:nvSpPr>
            <p:cNvPr id="56" name="圆角矩形 55"/>
            <p:cNvSpPr/>
            <p:nvPr/>
          </p:nvSpPr>
          <p:spPr>
            <a:xfrm>
              <a:off x="557" y="685"/>
              <a:ext cx="18087" cy="943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p:cNvGrpSpPr/>
          <p:nvPr/>
        </p:nvGrpSpPr>
        <p:grpSpPr>
          <a:xfrm>
            <a:off x="711835" y="643890"/>
            <a:ext cx="4533265" cy="712470"/>
            <a:chOff x="9628" y="2104"/>
            <a:chExt cx="7139" cy="1122"/>
          </a:xfrm>
        </p:grpSpPr>
        <p:grpSp>
          <p:nvGrpSpPr>
            <p:cNvPr id="26" name="组合 25"/>
            <p:cNvGrpSpPr/>
            <p:nvPr/>
          </p:nvGrpSpPr>
          <p:grpSpPr>
            <a:xfrm>
              <a:off x="9628" y="2104"/>
              <a:ext cx="1123" cy="1123"/>
              <a:chOff x="5384682" y="2168242"/>
              <a:chExt cx="713358" cy="713358"/>
            </a:xfrm>
          </p:grpSpPr>
          <p:sp>
            <p:nvSpPr>
              <p:cNvPr id="33" name="Flowchart: Connector 21"/>
              <p:cNvSpPr/>
              <p:nvPr/>
            </p:nvSpPr>
            <p:spPr>
              <a:xfrm>
                <a:off x="5384682" y="2168242"/>
                <a:ext cx="713358" cy="713358"/>
              </a:xfrm>
              <a:prstGeom prst="flowChartConnector">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bg1"/>
                  </a:solidFill>
                  <a:cs typeface="+mn-ea"/>
                  <a:sym typeface="+mn-lt"/>
                </a:endParaRPr>
              </a:p>
            </p:txBody>
          </p:sp>
          <p:sp>
            <p:nvSpPr>
              <p:cNvPr id="35" name="Shape"/>
              <p:cNvSpPr>
                <a:spLocks noChangeAspect="1"/>
              </p:cNvSpPr>
              <p:nvPr/>
            </p:nvSpPr>
            <p:spPr>
              <a:xfrm>
                <a:off x="5568489" y="2352050"/>
                <a:ext cx="345743" cy="345743"/>
              </a:xfrm>
              <a:custGeom>
                <a:avLst/>
                <a:gdLst>
                  <a:gd name="connsiteX0" fmla="*/ 474017 w 514350"/>
                  <a:gd name="connsiteY0" fmla="*/ 243036 h 514189"/>
                  <a:gd name="connsiteX1" fmla="*/ 474017 w 514350"/>
                  <a:gd name="connsiteY1" fmla="*/ 284209 h 514189"/>
                  <a:gd name="connsiteX2" fmla="*/ 494101 w 514350"/>
                  <a:gd name="connsiteY2" fmla="*/ 304297 h 514189"/>
                  <a:gd name="connsiteX3" fmla="*/ 514185 w 514350"/>
                  <a:gd name="connsiteY3" fmla="*/ 284209 h 514189"/>
                  <a:gd name="connsiteX4" fmla="*/ 514185 w 514350"/>
                  <a:gd name="connsiteY4" fmla="*/ 161727 h 514189"/>
                  <a:gd name="connsiteX5" fmla="*/ 433845 w 514350"/>
                  <a:gd name="connsiteY5" fmla="*/ 81384 h 514189"/>
                  <a:gd name="connsiteX6" fmla="*/ 347404 w 514350"/>
                  <a:gd name="connsiteY6" fmla="*/ 81384 h 514189"/>
                  <a:gd name="connsiteX7" fmla="*/ 347404 w 514350"/>
                  <a:gd name="connsiteY7" fmla="*/ 55198 h 514189"/>
                  <a:gd name="connsiteX8" fmla="*/ 292206 w 514350"/>
                  <a:gd name="connsiteY8" fmla="*/ 0 h 514189"/>
                  <a:gd name="connsiteX9" fmla="*/ 221979 w 514350"/>
                  <a:gd name="connsiteY9" fmla="*/ 0 h 514189"/>
                  <a:gd name="connsiteX10" fmla="*/ 166782 w 514350"/>
                  <a:gd name="connsiteY10" fmla="*/ 55198 h 514189"/>
                  <a:gd name="connsiteX11" fmla="*/ 166782 w 514350"/>
                  <a:gd name="connsiteY11" fmla="*/ 81384 h 514189"/>
                  <a:gd name="connsiteX12" fmla="*/ 80340 w 514350"/>
                  <a:gd name="connsiteY12" fmla="*/ 81384 h 514189"/>
                  <a:gd name="connsiteX13" fmla="*/ 0 w 514350"/>
                  <a:gd name="connsiteY13" fmla="*/ 161723 h 514189"/>
                  <a:gd name="connsiteX14" fmla="*/ 0 w 514350"/>
                  <a:gd name="connsiteY14" fmla="*/ 395718 h 514189"/>
                  <a:gd name="connsiteX15" fmla="*/ 80340 w 514350"/>
                  <a:gd name="connsiteY15" fmla="*/ 476062 h 514189"/>
                  <a:gd name="connsiteX16" fmla="*/ 250064 w 514350"/>
                  <a:gd name="connsiteY16" fmla="*/ 476062 h 514189"/>
                  <a:gd name="connsiteX17" fmla="*/ 270148 w 514350"/>
                  <a:gd name="connsiteY17" fmla="*/ 455974 h 514189"/>
                  <a:gd name="connsiteX18" fmla="*/ 250064 w 514350"/>
                  <a:gd name="connsiteY18" fmla="*/ 435890 h 514189"/>
                  <a:gd name="connsiteX19" fmla="*/ 80340 w 514350"/>
                  <a:gd name="connsiteY19" fmla="*/ 435890 h 514189"/>
                  <a:gd name="connsiteX20" fmla="*/ 40172 w 514350"/>
                  <a:gd name="connsiteY20" fmla="*/ 395718 h 514189"/>
                  <a:gd name="connsiteX21" fmla="*/ 40172 w 514350"/>
                  <a:gd name="connsiteY21" fmla="*/ 243036 h 514189"/>
                  <a:gd name="connsiteX22" fmla="*/ 238013 w 514350"/>
                  <a:gd name="connsiteY22" fmla="*/ 243036 h 514189"/>
                  <a:gd name="connsiteX23" fmla="*/ 238013 w 514350"/>
                  <a:gd name="connsiteY23" fmla="*/ 273201 h 514189"/>
                  <a:gd name="connsiteX24" fmla="*/ 258097 w 514350"/>
                  <a:gd name="connsiteY24" fmla="*/ 293285 h 514189"/>
                  <a:gd name="connsiteX25" fmla="*/ 278181 w 514350"/>
                  <a:gd name="connsiteY25" fmla="*/ 273201 h 514189"/>
                  <a:gd name="connsiteX26" fmla="*/ 278181 w 514350"/>
                  <a:gd name="connsiteY26" fmla="*/ 243036 h 514189"/>
                  <a:gd name="connsiteX27" fmla="*/ 206953 w 514350"/>
                  <a:gd name="connsiteY27" fmla="*/ 55198 h 514189"/>
                  <a:gd name="connsiteX28" fmla="*/ 221979 w 514350"/>
                  <a:gd name="connsiteY28" fmla="*/ 40172 h 514189"/>
                  <a:gd name="connsiteX29" fmla="*/ 292206 w 514350"/>
                  <a:gd name="connsiteY29" fmla="*/ 40172 h 514189"/>
                  <a:gd name="connsiteX30" fmla="*/ 307232 w 514350"/>
                  <a:gd name="connsiteY30" fmla="*/ 55198 h 514189"/>
                  <a:gd name="connsiteX31" fmla="*/ 307232 w 514350"/>
                  <a:gd name="connsiteY31" fmla="*/ 81384 h 514189"/>
                  <a:gd name="connsiteX32" fmla="*/ 206953 w 514350"/>
                  <a:gd name="connsiteY32" fmla="*/ 81384 h 514189"/>
                  <a:gd name="connsiteX33" fmla="*/ 40172 w 514350"/>
                  <a:gd name="connsiteY33" fmla="*/ 161727 h 514189"/>
                  <a:gd name="connsiteX34" fmla="*/ 80340 w 514350"/>
                  <a:gd name="connsiteY34" fmla="*/ 121555 h 514189"/>
                  <a:gd name="connsiteX35" fmla="*/ 433845 w 514350"/>
                  <a:gd name="connsiteY35" fmla="*/ 121555 h 514189"/>
                  <a:gd name="connsiteX36" fmla="*/ 474017 w 514350"/>
                  <a:gd name="connsiteY36" fmla="*/ 161727 h 514189"/>
                  <a:gd name="connsiteX37" fmla="*/ 474017 w 514350"/>
                  <a:gd name="connsiteY37" fmla="*/ 202864 h 514189"/>
                  <a:gd name="connsiteX38" fmla="*/ 40172 w 514350"/>
                  <a:gd name="connsiteY38" fmla="*/ 202864 h 514189"/>
                  <a:gd name="connsiteX39" fmla="*/ 508468 w 514350"/>
                  <a:gd name="connsiteY39" fmla="*/ 479900 h 514189"/>
                  <a:gd name="connsiteX40" fmla="*/ 462198 w 514350"/>
                  <a:gd name="connsiteY40" fmla="*/ 433630 h 514189"/>
                  <a:gd name="connsiteX41" fmla="*/ 476023 w 514350"/>
                  <a:gd name="connsiteY41" fmla="*/ 385641 h 514189"/>
                  <a:gd name="connsiteX42" fmla="*/ 385641 w 514350"/>
                  <a:gd name="connsiteY42" fmla="*/ 295255 h 514189"/>
                  <a:gd name="connsiteX43" fmla="*/ 295255 w 514350"/>
                  <a:gd name="connsiteY43" fmla="*/ 385641 h 514189"/>
                  <a:gd name="connsiteX44" fmla="*/ 385641 w 514350"/>
                  <a:gd name="connsiteY44" fmla="*/ 476026 h 514189"/>
                  <a:gd name="connsiteX45" fmla="*/ 433830 w 514350"/>
                  <a:gd name="connsiteY45" fmla="*/ 462072 h 514189"/>
                  <a:gd name="connsiteX46" fmla="*/ 480061 w 514350"/>
                  <a:gd name="connsiteY46" fmla="*/ 508303 h 514189"/>
                  <a:gd name="connsiteX47" fmla="*/ 494266 w 514350"/>
                  <a:gd name="connsiteY47" fmla="*/ 514189 h 514189"/>
                  <a:gd name="connsiteX48" fmla="*/ 508468 w 514350"/>
                  <a:gd name="connsiteY48" fmla="*/ 508303 h 514189"/>
                  <a:gd name="connsiteX49" fmla="*/ 508468 w 514350"/>
                  <a:gd name="connsiteY49" fmla="*/ 479900 h 514189"/>
                  <a:gd name="connsiteX50" fmla="*/ 335427 w 514350"/>
                  <a:gd name="connsiteY50" fmla="*/ 385641 h 514189"/>
                  <a:gd name="connsiteX51" fmla="*/ 385641 w 514350"/>
                  <a:gd name="connsiteY51" fmla="*/ 335427 h 514189"/>
                  <a:gd name="connsiteX52" fmla="*/ 435855 w 514350"/>
                  <a:gd name="connsiteY52" fmla="*/ 385641 h 514189"/>
                  <a:gd name="connsiteX53" fmla="*/ 385641 w 514350"/>
                  <a:gd name="connsiteY53" fmla="*/ 435855 h 514189"/>
                  <a:gd name="connsiteX54" fmla="*/ 335427 w 514350"/>
                  <a:gd name="connsiteY54" fmla="*/ 385641 h 51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14350" h="514189">
                    <a:moveTo>
                      <a:pt x="474017" y="243036"/>
                    </a:moveTo>
                    <a:lnTo>
                      <a:pt x="474017" y="284209"/>
                    </a:lnTo>
                    <a:cubicBezTo>
                      <a:pt x="474017" y="295302"/>
                      <a:pt x="483008" y="304297"/>
                      <a:pt x="494101" y="304297"/>
                    </a:cubicBezTo>
                    <a:cubicBezTo>
                      <a:pt x="505195" y="304297"/>
                      <a:pt x="514185" y="295302"/>
                      <a:pt x="514185" y="284209"/>
                    </a:cubicBezTo>
                    <a:lnTo>
                      <a:pt x="514185" y="161727"/>
                    </a:lnTo>
                    <a:cubicBezTo>
                      <a:pt x="514185" y="117427"/>
                      <a:pt x="478146" y="81384"/>
                      <a:pt x="433845" y="81384"/>
                    </a:cubicBezTo>
                    <a:lnTo>
                      <a:pt x="347404" y="81384"/>
                    </a:lnTo>
                    <a:lnTo>
                      <a:pt x="347404" y="55198"/>
                    </a:lnTo>
                    <a:cubicBezTo>
                      <a:pt x="347404" y="24762"/>
                      <a:pt x="322642" y="0"/>
                      <a:pt x="292206" y="0"/>
                    </a:cubicBezTo>
                    <a:lnTo>
                      <a:pt x="221979" y="0"/>
                    </a:lnTo>
                    <a:cubicBezTo>
                      <a:pt x="191543" y="0"/>
                      <a:pt x="166782" y="24762"/>
                      <a:pt x="166782" y="55198"/>
                    </a:cubicBezTo>
                    <a:lnTo>
                      <a:pt x="166782" y="81384"/>
                    </a:lnTo>
                    <a:lnTo>
                      <a:pt x="80340" y="81384"/>
                    </a:lnTo>
                    <a:cubicBezTo>
                      <a:pt x="36040" y="81384"/>
                      <a:pt x="0" y="117423"/>
                      <a:pt x="0" y="161723"/>
                    </a:cubicBezTo>
                    <a:lnTo>
                      <a:pt x="0" y="395718"/>
                    </a:lnTo>
                    <a:cubicBezTo>
                      <a:pt x="0" y="440018"/>
                      <a:pt x="36040" y="476062"/>
                      <a:pt x="80340" y="476062"/>
                    </a:cubicBezTo>
                    <a:lnTo>
                      <a:pt x="250064" y="476062"/>
                    </a:lnTo>
                    <a:cubicBezTo>
                      <a:pt x="261158" y="476062"/>
                      <a:pt x="270148" y="467068"/>
                      <a:pt x="270148" y="455974"/>
                    </a:cubicBezTo>
                    <a:cubicBezTo>
                      <a:pt x="270148" y="444884"/>
                      <a:pt x="261158" y="435890"/>
                      <a:pt x="250064" y="435890"/>
                    </a:cubicBezTo>
                    <a:lnTo>
                      <a:pt x="80340" y="435890"/>
                    </a:lnTo>
                    <a:cubicBezTo>
                      <a:pt x="58192" y="435890"/>
                      <a:pt x="40172" y="417870"/>
                      <a:pt x="40172" y="395718"/>
                    </a:cubicBezTo>
                    <a:lnTo>
                      <a:pt x="40172" y="243036"/>
                    </a:lnTo>
                    <a:lnTo>
                      <a:pt x="238013" y="243036"/>
                    </a:lnTo>
                    <a:lnTo>
                      <a:pt x="238013" y="273201"/>
                    </a:lnTo>
                    <a:cubicBezTo>
                      <a:pt x="238013" y="284291"/>
                      <a:pt x="247004" y="293285"/>
                      <a:pt x="258097" y="293285"/>
                    </a:cubicBezTo>
                    <a:cubicBezTo>
                      <a:pt x="269191" y="293285"/>
                      <a:pt x="278181" y="284291"/>
                      <a:pt x="278181" y="273201"/>
                    </a:cubicBezTo>
                    <a:lnTo>
                      <a:pt x="278181" y="243036"/>
                    </a:lnTo>
                    <a:close/>
                    <a:moveTo>
                      <a:pt x="206953" y="55198"/>
                    </a:moveTo>
                    <a:cubicBezTo>
                      <a:pt x="206953" y="46914"/>
                      <a:pt x="213695" y="40172"/>
                      <a:pt x="221979" y="40172"/>
                    </a:cubicBezTo>
                    <a:lnTo>
                      <a:pt x="292206" y="40172"/>
                    </a:lnTo>
                    <a:cubicBezTo>
                      <a:pt x="300490" y="40172"/>
                      <a:pt x="307232" y="46910"/>
                      <a:pt x="307232" y="55198"/>
                    </a:cubicBezTo>
                    <a:lnTo>
                      <a:pt x="307232" y="81384"/>
                    </a:lnTo>
                    <a:lnTo>
                      <a:pt x="206953" y="81384"/>
                    </a:lnTo>
                    <a:close/>
                    <a:moveTo>
                      <a:pt x="40172" y="161727"/>
                    </a:moveTo>
                    <a:cubicBezTo>
                      <a:pt x="40172" y="139575"/>
                      <a:pt x="58192" y="121555"/>
                      <a:pt x="80340" y="121555"/>
                    </a:cubicBezTo>
                    <a:lnTo>
                      <a:pt x="433845" y="121555"/>
                    </a:lnTo>
                    <a:cubicBezTo>
                      <a:pt x="455994" y="121555"/>
                      <a:pt x="474017" y="139575"/>
                      <a:pt x="474017" y="161727"/>
                    </a:cubicBezTo>
                    <a:lnTo>
                      <a:pt x="474017" y="202864"/>
                    </a:lnTo>
                    <a:lnTo>
                      <a:pt x="40172" y="202864"/>
                    </a:lnTo>
                    <a:close/>
                    <a:moveTo>
                      <a:pt x="508468" y="479900"/>
                    </a:moveTo>
                    <a:lnTo>
                      <a:pt x="462198" y="433630"/>
                    </a:lnTo>
                    <a:cubicBezTo>
                      <a:pt x="470953" y="419715"/>
                      <a:pt x="476023" y="403260"/>
                      <a:pt x="476023" y="385641"/>
                    </a:cubicBezTo>
                    <a:cubicBezTo>
                      <a:pt x="476023" y="335804"/>
                      <a:pt x="435478" y="295255"/>
                      <a:pt x="385641" y="295255"/>
                    </a:cubicBezTo>
                    <a:cubicBezTo>
                      <a:pt x="335804" y="295255"/>
                      <a:pt x="295255" y="335804"/>
                      <a:pt x="295255" y="385641"/>
                    </a:cubicBezTo>
                    <a:cubicBezTo>
                      <a:pt x="295255" y="435478"/>
                      <a:pt x="335804" y="476026"/>
                      <a:pt x="385641" y="476026"/>
                    </a:cubicBezTo>
                    <a:cubicBezTo>
                      <a:pt x="403343" y="476026"/>
                      <a:pt x="419871" y="470905"/>
                      <a:pt x="433830" y="462072"/>
                    </a:cubicBezTo>
                    <a:lnTo>
                      <a:pt x="480061" y="508303"/>
                    </a:lnTo>
                    <a:cubicBezTo>
                      <a:pt x="483985" y="512227"/>
                      <a:pt x="489125" y="514189"/>
                      <a:pt x="494266" y="514189"/>
                    </a:cubicBezTo>
                    <a:cubicBezTo>
                      <a:pt x="499407" y="514189"/>
                      <a:pt x="504543" y="512227"/>
                      <a:pt x="508468" y="508303"/>
                    </a:cubicBezTo>
                    <a:cubicBezTo>
                      <a:pt x="516312" y="500458"/>
                      <a:pt x="516312" y="487744"/>
                      <a:pt x="508468" y="479900"/>
                    </a:cubicBezTo>
                    <a:close/>
                    <a:moveTo>
                      <a:pt x="335427" y="385641"/>
                    </a:moveTo>
                    <a:cubicBezTo>
                      <a:pt x="335427" y="357952"/>
                      <a:pt x="357952" y="335427"/>
                      <a:pt x="385641" y="335427"/>
                    </a:cubicBezTo>
                    <a:cubicBezTo>
                      <a:pt x="413326" y="335427"/>
                      <a:pt x="435855" y="357952"/>
                      <a:pt x="435855" y="385641"/>
                    </a:cubicBezTo>
                    <a:cubicBezTo>
                      <a:pt x="435855" y="413330"/>
                      <a:pt x="413326" y="435855"/>
                      <a:pt x="385641" y="435855"/>
                    </a:cubicBezTo>
                    <a:cubicBezTo>
                      <a:pt x="357952" y="435855"/>
                      <a:pt x="335427" y="413326"/>
                      <a:pt x="335427" y="385641"/>
                    </a:cubicBezTo>
                    <a:close/>
                  </a:path>
                </a:pathLst>
              </a:custGeom>
              <a:solidFill>
                <a:schemeClr val="bg1"/>
              </a:solidFill>
              <a:ln w="1005" cap="flat">
                <a:noFill/>
                <a:prstDash val="solid"/>
                <a:miter/>
              </a:ln>
            </p:spPr>
            <p:txBody>
              <a:bodyPr rtlCol="0" anchor="ctr"/>
              <a:lstStyle/>
              <a:p>
                <a:endParaRPr lang="en-US">
                  <a:cs typeface="+mn-ea"/>
                  <a:sym typeface="+mn-lt"/>
                </a:endParaRPr>
              </a:p>
            </p:txBody>
          </p:sp>
        </p:grpSp>
        <p:grpSp>
          <p:nvGrpSpPr>
            <p:cNvPr id="36" name="组合 35"/>
            <p:cNvGrpSpPr/>
            <p:nvPr/>
          </p:nvGrpSpPr>
          <p:grpSpPr>
            <a:xfrm>
              <a:off x="10835" y="2104"/>
              <a:ext cx="5932" cy="1065"/>
              <a:chOff x="11126" y="1970"/>
              <a:chExt cx="5932" cy="1065"/>
            </a:xfrm>
          </p:grpSpPr>
          <p:sp>
            <p:nvSpPr>
              <p:cNvPr id="37" name="圆角矩形 36"/>
              <p:cNvSpPr/>
              <p:nvPr/>
            </p:nvSpPr>
            <p:spPr>
              <a:xfrm>
                <a:off x="11126" y="1970"/>
                <a:ext cx="2570" cy="866"/>
              </a:xfrm>
              <a:prstGeom prst="roundRect">
                <a:avLst>
                  <a:gd name="adj" fmla="val 0"/>
                </a:avLst>
              </a:prstGeom>
              <a:noFill/>
              <a:ln>
                <a:no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rPr>
                  <a:t>绩效考核情况</a:t>
                </a:r>
              </a:p>
            </p:txBody>
          </p:sp>
          <p:sp>
            <p:nvSpPr>
              <p:cNvPr id="38" name="文本框 37"/>
              <p:cNvSpPr txBox="1"/>
              <p:nvPr/>
            </p:nvSpPr>
            <p:spPr>
              <a:xfrm>
                <a:off x="11126" y="2601"/>
                <a:ext cx="5932" cy="434"/>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noProof="0" dirty="0">
                    <a:ln>
                      <a:noFill/>
                    </a:ln>
                    <a:solidFill>
                      <a:schemeClr val="tx1"/>
                    </a:solidFill>
                    <a:effectLst/>
                    <a:uLnTx/>
                    <a:uFillTx/>
                    <a:latin typeface="思源黑体 Light" panose="020B0300000000000000" charset="-122"/>
                    <a:ea typeface="思源黑体 Light" panose="020B0300000000000000" charset="-122"/>
                    <a:sym typeface="+mn-ea"/>
                  </a:rPr>
                  <a:t>Click here to change your need text or word</a:t>
                </a:r>
              </a:p>
            </p:txBody>
          </p:sp>
        </p:grpSp>
      </p:grpSp>
      <p:sp>
        <p:nvSpPr>
          <p:cNvPr id="182" name="Rectangle 23"/>
          <p:cNvSpPr/>
          <p:nvPr/>
        </p:nvSpPr>
        <p:spPr>
          <a:xfrm>
            <a:off x="2239010" y="2291080"/>
            <a:ext cx="8366760" cy="570865"/>
          </a:xfrm>
          <a:prstGeom prst="rect">
            <a:avLst/>
          </a:prstGeom>
        </p:spPr>
        <p:txBody>
          <a:bodyPr wrap="square">
            <a:spAutoFit/>
          </a:bodyPr>
          <a:lstStyle/>
          <a:p>
            <a:pPr>
              <a:lnSpc>
                <a:spcPct val="130000"/>
              </a:lnSpc>
            </a:pPr>
            <a:r>
              <a:rPr lang="zh-CN" altLang="en-US" sz="1200" dirty="0">
                <a:latin typeface="思源黑体 Light" panose="020B0300000000000000" charset="-122"/>
                <a:ea typeface="思源黑体 Light" panose="020B0300000000000000" charset="-122"/>
                <a:cs typeface="+mn-ea"/>
                <a:sym typeface="+mn-lt"/>
              </a:rPr>
              <a:t>您的内容打在这里，或者通过复制您的文本后，在此框中选择粘贴，并选择只保留文字。您的内容打在这里，或者通过通过复制您的文本。</a:t>
            </a:r>
            <a:endParaRPr lang="zh-CN" altLang="en-US" sz="1200" noProof="1">
              <a:solidFill>
                <a:schemeClr val="tx1"/>
              </a:solidFill>
              <a:latin typeface="思源黑体 Light" panose="020B0300000000000000" charset="-122"/>
              <a:ea typeface="思源黑体 Light" panose="020B0300000000000000" charset="-122"/>
              <a:cs typeface="+mn-ea"/>
              <a:sym typeface="+mn-lt"/>
            </a:endParaRPr>
          </a:p>
        </p:txBody>
      </p:sp>
      <p:sp>
        <p:nvSpPr>
          <p:cNvPr id="183" name="Rectangle 43"/>
          <p:cNvSpPr/>
          <p:nvPr/>
        </p:nvSpPr>
        <p:spPr>
          <a:xfrm>
            <a:off x="2239010" y="4887595"/>
            <a:ext cx="8366760" cy="570865"/>
          </a:xfrm>
          <a:prstGeom prst="rect">
            <a:avLst/>
          </a:prstGeom>
        </p:spPr>
        <p:txBody>
          <a:bodyPr wrap="square">
            <a:spAutoFit/>
          </a:bodyPr>
          <a:lstStyle/>
          <a:p>
            <a:pPr>
              <a:lnSpc>
                <a:spcPct val="130000"/>
              </a:lnSpc>
            </a:pPr>
            <a:r>
              <a:rPr lang="zh-CN" altLang="en-US" sz="1200" dirty="0">
                <a:latin typeface="思源黑体 Light" panose="020B0300000000000000" charset="-122"/>
                <a:ea typeface="思源黑体 Light" panose="020B0300000000000000" charset="-122"/>
                <a:cs typeface="+mn-ea"/>
                <a:sym typeface="+mn-lt"/>
              </a:rPr>
              <a:t>您的内容打在这里，或者通过复制您的文本后，在此框中选择粘贴，并选择只保留文字。您的内容打在这里，或者通过通过复制您的文本。</a:t>
            </a:r>
            <a:endParaRPr lang="zh-CN" altLang="en-US" sz="1200" noProof="1">
              <a:solidFill>
                <a:schemeClr val="tx1"/>
              </a:solidFill>
              <a:latin typeface="思源黑体 Light" panose="020B0300000000000000" charset="-122"/>
              <a:ea typeface="思源黑体 Light" panose="020B0300000000000000" charset="-122"/>
              <a:cs typeface="+mn-ea"/>
              <a:sym typeface="+mn-lt"/>
            </a:endParaRPr>
          </a:p>
        </p:txBody>
      </p:sp>
      <p:sp>
        <p:nvSpPr>
          <p:cNvPr id="184" name="Rectangle 45"/>
          <p:cNvSpPr/>
          <p:nvPr/>
        </p:nvSpPr>
        <p:spPr>
          <a:xfrm>
            <a:off x="2239010" y="3151505"/>
            <a:ext cx="8366760" cy="570865"/>
          </a:xfrm>
          <a:prstGeom prst="rect">
            <a:avLst/>
          </a:prstGeom>
        </p:spPr>
        <p:txBody>
          <a:bodyPr wrap="square">
            <a:spAutoFit/>
          </a:bodyPr>
          <a:lstStyle/>
          <a:p>
            <a:pPr>
              <a:lnSpc>
                <a:spcPct val="130000"/>
              </a:lnSpc>
            </a:pPr>
            <a:r>
              <a:rPr lang="zh-CN" altLang="en-US" sz="1200" dirty="0">
                <a:latin typeface="思源黑体 Light" panose="020B0300000000000000" charset="-122"/>
                <a:ea typeface="思源黑体 Light" panose="020B0300000000000000" charset="-122"/>
                <a:cs typeface="+mn-ea"/>
                <a:sym typeface="+mn-lt"/>
              </a:rPr>
              <a:t>您的内容打在这里，或者通过复制您的文本后，在此框中选择粘贴，并选择只保留文字。您的内容打在这里，或者通过通过复制您的文本。</a:t>
            </a:r>
            <a:endParaRPr lang="zh-CN" altLang="en-US" sz="1200" noProof="1">
              <a:solidFill>
                <a:schemeClr val="tx1"/>
              </a:solidFill>
              <a:latin typeface="思源黑体 Light" panose="020B0300000000000000" charset="-122"/>
              <a:ea typeface="思源黑体 Light" panose="020B0300000000000000" charset="-122"/>
              <a:cs typeface="+mn-ea"/>
              <a:sym typeface="+mn-lt"/>
            </a:endParaRPr>
          </a:p>
        </p:txBody>
      </p:sp>
      <p:cxnSp>
        <p:nvCxnSpPr>
          <p:cNvPr id="185" name="Straight Connector 74"/>
          <p:cNvCxnSpPr/>
          <p:nvPr/>
        </p:nvCxnSpPr>
        <p:spPr>
          <a:xfrm>
            <a:off x="1673769" y="1947550"/>
            <a:ext cx="0" cy="3803650"/>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86" name="Oval 75"/>
          <p:cNvSpPr/>
          <p:nvPr/>
        </p:nvSpPr>
        <p:spPr>
          <a:xfrm>
            <a:off x="1478507" y="2303150"/>
            <a:ext cx="384175" cy="384175"/>
          </a:xfrm>
          <a:prstGeom prst="ellipse">
            <a:avLst/>
          </a:prstGeom>
          <a:solidFill>
            <a:srgbClr val="FEB51B"/>
          </a:solidFill>
          <a:ln w="381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1600">
                <a:solidFill>
                  <a:schemeClr val="tx1"/>
                </a:solidFill>
                <a:latin typeface="思源黑体 CN Medium" panose="020B0600000000000000" charset="-122"/>
                <a:ea typeface="思源黑体 CN Medium" panose="020B0600000000000000" charset="-122"/>
                <a:cs typeface="+mn-ea"/>
                <a:sym typeface="+mn-lt"/>
              </a:rPr>
              <a:t>1</a:t>
            </a:r>
          </a:p>
        </p:txBody>
      </p:sp>
      <p:sp>
        <p:nvSpPr>
          <p:cNvPr id="187" name="Oval 76"/>
          <p:cNvSpPr/>
          <p:nvPr/>
        </p:nvSpPr>
        <p:spPr>
          <a:xfrm>
            <a:off x="1478507" y="3179450"/>
            <a:ext cx="384175" cy="384175"/>
          </a:xfrm>
          <a:prstGeom prst="ellipse">
            <a:avLst/>
          </a:prstGeom>
          <a:solidFill>
            <a:srgbClr val="26211B"/>
          </a:solidFill>
          <a:ln w="381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1600" dirty="0">
                <a:solidFill>
                  <a:schemeClr val="bg1"/>
                </a:solidFill>
                <a:latin typeface="思源黑体 CN Medium" panose="020B0600000000000000" charset="-122"/>
                <a:ea typeface="思源黑体 CN Medium" panose="020B0600000000000000" charset="-122"/>
                <a:cs typeface="+mn-ea"/>
                <a:sym typeface="+mn-lt"/>
              </a:rPr>
              <a:t>2</a:t>
            </a:r>
          </a:p>
        </p:txBody>
      </p:sp>
      <p:sp>
        <p:nvSpPr>
          <p:cNvPr id="188" name="Oval 77"/>
          <p:cNvSpPr/>
          <p:nvPr/>
        </p:nvSpPr>
        <p:spPr>
          <a:xfrm>
            <a:off x="1478507" y="4057337"/>
            <a:ext cx="384175" cy="384175"/>
          </a:xfrm>
          <a:prstGeom prst="ellipse">
            <a:avLst/>
          </a:prstGeom>
          <a:solidFill>
            <a:srgbClr val="FEB51B"/>
          </a:solidFill>
          <a:ln w="381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1600">
                <a:solidFill>
                  <a:schemeClr val="tx1"/>
                </a:solidFill>
                <a:latin typeface="思源黑体 CN Medium" panose="020B0600000000000000" charset="-122"/>
                <a:ea typeface="思源黑体 CN Medium" panose="020B0600000000000000" charset="-122"/>
                <a:cs typeface="+mn-ea"/>
                <a:sym typeface="+mn-lt"/>
              </a:rPr>
              <a:t>3</a:t>
            </a:r>
          </a:p>
        </p:txBody>
      </p:sp>
      <p:sp>
        <p:nvSpPr>
          <p:cNvPr id="189" name="Oval 78"/>
          <p:cNvSpPr/>
          <p:nvPr/>
        </p:nvSpPr>
        <p:spPr>
          <a:xfrm>
            <a:off x="1478507" y="4935225"/>
            <a:ext cx="384175" cy="384175"/>
          </a:xfrm>
          <a:prstGeom prst="ellipse">
            <a:avLst/>
          </a:prstGeom>
          <a:solidFill>
            <a:srgbClr val="26211B"/>
          </a:solidFill>
          <a:ln w="381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1600">
                <a:solidFill>
                  <a:schemeClr val="bg1"/>
                </a:solidFill>
                <a:latin typeface="思源黑体 CN Medium" panose="020B0600000000000000" charset="-122"/>
                <a:ea typeface="思源黑体 CN Medium" panose="020B0600000000000000" charset="-122"/>
                <a:cs typeface="+mn-ea"/>
                <a:sym typeface="+mn-lt"/>
              </a:rPr>
              <a:t>4</a:t>
            </a:r>
          </a:p>
        </p:txBody>
      </p:sp>
      <p:sp>
        <p:nvSpPr>
          <p:cNvPr id="190" name="Rectangle 43"/>
          <p:cNvSpPr/>
          <p:nvPr/>
        </p:nvSpPr>
        <p:spPr>
          <a:xfrm>
            <a:off x="2239010" y="4047490"/>
            <a:ext cx="8366760" cy="570865"/>
          </a:xfrm>
          <a:prstGeom prst="rect">
            <a:avLst/>
          </a:prstGeom>
        </p:spPr>
        <p:txBody>
          <a:bodyPr wrap="square">
            <a:spAutoFit/>
          </a:bodyPr>
          <a:lstStyle/>
          <a:p>
            <a:pPr>
              <a:lnSpc>
                <a:spcPct val="130000"/>
              </a:lnSpc>
            </a:pPr>
            <a:r>
              <a:rPr lang="zh-CN" altLang="en-US" sz="1200" dirty="0">
                <a:latin typeface="思源黑体 Light" panose="020B0300000000000000" charset="-122"/>
                <a:ea typeface="思源黑体 Light" panose="020B0300000000000000" charset="-122"/>
                <a:cs typeface="+mn-ea"/>
                <a:sym typeface="+mn-lt"/>
              </a:rPr>
              <a:t>您的内容打在这里，或者通过复制您的文本后，在此框中选择粘贴，并选择只保留文字。您的内容打在这里，或者通过通过复制您的文本。</a:t>
            </a:r>
            <a:endParaRPr lang="zh-CN" altLang="en-US" sz="1200" noProof="1">
              <a:solidFill>
                <a:schemeClr val="tx1"/>
              </a:solidFill>
              <a:latin typeface="思源黑体 Light" panose="020B0300000000000000" charset="-122"/>
              <a:ea typeface="思源黑体 Light" panose="020B0300000000000000" charset="-122"/>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plus(in)">
                                      <p:cBhvr>
                                        <p:cTn id="7" dur="2000"/>
                                        <p:tgtEl>
                                          <p:spTgt spid="22"/>
                                        </p:tgtEl>
                                      </p:cBhvr>
                                    </p:animEffect>
                                  </p:childTnLst>
                                </p:cTn>
                              </p:par>
                            </p:childTnLst>
                          </p:cTn>
                        </p:par>
                        <p:par>
                          <p:cTn id="8" fill="hold">
                            <p:stCondLst>
                              <p:cond delay="2000"/>
                            </p:stCondLst>
                            <p:childTnLst>
                              <p:par>
                                <p:cTn id="9" presetID="22" presetClass="entr" presetSubtype="1" fill="hold" nodeType="afterEffect">
                                  <p:stCondLst>
                                    <p:cond delay="0"/>
                                  </p:stCondLst>
                                  <p:childTnLst>
                                    <p:set>
                                      <p:cBhvr>
                                        <p:cTn id="10" dur="1" fill="hold">
                                          <p:stCondLst>
                                            <p:cond delay="0"/>
                                          </p:stCondLst>
                                        </p:cTn>
                                        <p:tgtEl>
                                          <p:spTgt spid="185"/>
                                        </p:tgtEl>
                                        <p:attrNameLst>
                                          <p:attrName>style.visibility</p:attrName>
                                        </p:attrNameLst>
                                      </p:cBhvr>
                                      <p:to>
                                        <p:strVal val="visible"/>
                                      </p:to>
                                    </p:set>
                                    <p:animEffect transition="in" filter="wipe(up)">
                                      <p:cBhvr>
                                        <p:cTn id="11" dur="500"/>
                                        <p:tgtEl>
                                          <p:spTgt spid="185"/>
                                        </p:tgtEl>
                                      </p:cBhvr>
                                    </p:animEffect>
                                  </p:childTnLst>
                                </p:cTn>
                              </p:par>
                            </p:childTnLst>
                          </p:cTn>
                        </p:par>
                        <p:par>
                          <p:cTn id="12" fill="hold">
                            <p:stCondLst>
                              <p:cond delay="2500"/>
                            </p:stCondLst>
                            <p:childTnLst>
                              <p:par>
                                <p:cTn id="13" presetID="53" presetClass="entr" presetSubtype="16" fill="hold" grpId="0" nodeType="afterEffect">
                                  <p:stCondLst>
                                    <p:cond delay="0"/>
                                  </p:stCondLst>
                                  <p:childTnLst>
                                    <p:set>
                                      <p:cBhvr>
                                        <p:cTn id="14" dur="1" fill="hold">
                                          <p:stCondLst>
                                            <p:cond delay="0"/>
                                          </p:stCondLst>
                                        </p:cTn>
                                        <p:tgtEl>
                                          <p:spTgt spid="186"/>
                                        </p:tgtEl>
                                        <p:attrNameLst>
                                          <p:attrName>style.visibility</p:attrName>
                                        </p:attrNameLst>
                                      </p:cBhvr>
                                      <p:to>
                                        <p:strVal val="visible"/>
                                      </p:to>
                                    </p:set>
                                    <p:anim calcmode="lin" valueType="num">
                                      <p:cBhvr>
                                        <p:cTn id="15" dur="500" fill="hold"/>
                                        <p:tgtEl>
                                          <p:spTgt spid="186"/>
                                        </p:tgtEl>
                                        <p:attrNameLst>
                                          <p:attrName>ppt_w</p:attrName>
                                        </p:attrNameLst>
                                      </p:cBhvr>
                                      <p:tavLst>
                                        <p:tav tm="0">
                                          <p:val>
                                            <p:fltVal val="0"/>
                                          </p:val>
                                        </p:tav>
                                        <p:tav tm="100000">
                                          <p:val>
                                            <p:strVal val="#ppt_w"/>
                                          </p:val>
                                        </p:tav>
                                      </p:tavLst>
                                    </p:anim>
                                    <p:anim calcmode="lin" valueType="num">
                                      <p:cBhvr>
                                        <p:cTn id="16" dur="500" fill="hold"/>
                                        <p:tgtEl>
                                          <p:spTgt spid="186"/>
                                        </p:tgtEl>
                                        <p:attrNameLst>
                                          <p:attrName>ppt_h</p:attrName>
                                        </p:attrNameLst>
                                      </p:cBhvr>
                                      <p:tavLst>
                                        <p:tav tm="0">
                                          <p:val>
                                            <p:fltVal val="0"/>
                                          </p:val>
                                        </p:tav>
                                        <p:tav tm="100000">
                                          <p:val>
                                            <p:strVal val="#ppt_h"/>
                                          </p:val>
                                        </p:tav>
                                      </p:tavLst>
                                    </p:anim>
                                    <p:animEffect transition="in" filter="fade">
                                      <p:cBhvr>
                                        <p:cTn id="17" dur="500"/>
                                        <p:tgtEl>
                                          <p:spTgt spid="186"/>
                                        </p:tgtEl>
                                      </p:cBhvr>
                                    </p:animEffect>
                                  </p:childTnLst>
                                </p:cTn>
                              </p:par>
                            </p:childTnLst>
                          </p:cTn>
                        </p:par>
                        <p:par>
                          <p:cTn id="18" fill="hold">
                            <p:stCondLst>
                              <p:cond delay="3000"/>
                            </p:stCondLst>
                            <p:childTnLst>
                              <p:par>
                                <p:cTn id="19" presetID="42" presetClass="entr" presetSubtype="0" fill="hold" grpId="0" nodeType="afterEffect">
                                  <p:stCondLst>
                                    <p:cond delay="0"/>
                                  </p:stCondLst>
                                  <p:childTnLst>
                                    <p:set>
                                      <p:cBhvr>
                                        <p:cTn id="20" dur="1" fill="hold">
                                          <p:stCondLst>
                                            <p:cond delay="0"/>
                                          </p:stCondLst>
                                        </p:cTn>
                                        <p:tgtEl>
                                          <p:spTgt spid="182"/>
                                        </p:tgtEl>
                                        <p:attrNameLst>
                                          <p:attrName>style.visibility</p:attrName>
                                        </p:attrNameLst>
                                      </p:cBhvr>
                                      <p:to>
                                        <p:strVal val="visible"/>
                                      </p:to>
                                    </p:set>
                                    <p:animEffect transition="in" filter="fade">
                                      <p:cBhvr>
                                        <p:cTn id="21" dur="500"/>
                                        <p:tgtEl>
                                          <p:spTgt spid="182"/>
                                        </p:tgtEl>
                                      </p:cBhvr>
                                    </p:animEffect>
                                    <p:anim calcmode="lin" valueType="num">
                                      <p:cBhvr>
                                        <p:cTn id="22" dur="500" fill="hold"/>
                                        <p:tgtEl>
                                          <p:spTgt spid="182"/>
                                        </p:tgtEl>
                                        <p:attrNameLst>
                                          <p:attrName>ppt_x</p:attrName>
                                        </p:attrNameLst>
                                      </p:cBhvr>
                                      <p:tavLst>
                                        <p:tav tm="0">
                                          <p:val>
                                            <p:strVal val="#ppt_x"/>
                                          </p:val>
                                        </p:tav>
                                        <p:tav tm="100000">
                                          <p:val>
                                            <p:strVal val="#ppt_x"/>
                                          </p:val>
                                        </p:tav>
                                      </p:tavLst>
                                    </p:anim>
                                    <p:anim calcmode="lin" valueType="num">
                                      <p:cBhvr>
                                        <p:cTn id="23" dur="500" fill="hold"/>
                                        <p:tgtEl>
                                          <p:spTgt spid="182"/>
                                        </p:tgtEl>
                                        <p:attrNameLst>
                                          <p:attrName>ppt_y</p:attrName>
                                        </p:attrNameLst>
                                      </p:cBhvr>
                                      <p:tavLst>
                                        <p:tav tm="0">
                                          <p:val>
                                            <p:strVal val="#ppt_y+.1"/>
                                          </p:val>
                                        </p:tav>
                                        <p:tav tm="100000">
                                          <p:val>
                                            <p:strVal val="#ppt_y"/>
                                          </p:val>
                                        </p:tav>
                                      </p:tavLst>
                                    </p:anim>
                                  </p:childTnLst>
                                </p:cTn>
                              </p:par>
                            </p:childTnLst>
                          </p:cTn>
                        </p:par>
                        <p:par>
                          <p:cTn id="24" fill="hold">
                            <p:stCondLst>
                              <p:cond delay="3500"/>
                            </p:stCondLst>
                            <p:childTnLst>
                              <p:par>
                                <p:cTn id="25" presetID="53" presetClass="entr" presetSubtype="16" fill="hold" grpId="0" nodeType="afterEffect">
                                  <p:stCondLst>
                                    <p:cond delay="0"/>
                                  </p:stCondLst>
                                  <p:childTnLst>
                                    <p:set>
                                      <p:cBhvr>
                                        <p:cTn id="26" dur="1" fill="hold">
                                          <p:stCondLst>
                                            <p:cond delay="0"/>
                                          </p:stCondLst>
                                        </p:cTn>
                                        <p:tgtEl>
                                          <p:spTgt spid="187"/>
                                        </p:tgtEl>
                                        <p:attrNameLst>
                                          <p:attrName>style.visibility</p:attrName>
                                        </p:attrNameLst>
                                      </p:cBhvr>
                                      <p:to>
                                        <p:strVal val="visible"/>
                                      </p:to>
                                    </p:set>
                                    <p:anim calcmode="lin" valueType="num">
                                      <p:cBhvr>
                                        <p:cTn id="27" dur="500" fill="hold"/>
                                        <p:tgtEl>
                                          <p:spTgt spid="187"/>
                                        </p:tgtEl>
                                        <p:attrNameLst>
                                          <p:attrName>ppt_w</p:attrName>
                                        </p:attrNameLst>
                                      </p:cBhvr>
                                      <p:tavLst>
                                        <p:tav tm="0">
                                          <p:val>
                                            <p:fltVal val="0"/>
                                          </p:val>
                                        </p:tav>
                                        <p:tav tm="100000">
                                          <p:val>
                                            <p:strVal val="#ppt_w"/>
                                          </p:val>
                                        </p:tav>
                                      </p:tavLst>
                                    </p:anim>
                                    <p:anim calcmode="lin" valueType="num">
                                      <p:cBhvr>
                                        <p:cTn id="28" dur="500" fill="hold"/>
                                        <p:tgtEl>
                                          <p:spTgt spid="187"/>
                                        </p:tgtEl>
                                        <p:attrNameLst>
                                          <p:attrName>ppt_h</p:attrName>
                                        </p:attrNameLst>
                                      </p:cBhvr>
                                      <p:tavLst>
                                        <p:tav tm="0">
                                          <p:val>
                                            <p:fltVal val="0"/>
                                          </p:val>
                                        </p:tav>
                                        <p:tav tm="100000">
                                          <p:val>
                                            <p:strVal val="#ppt_h"/>
                                          </p:val>
                                        </p:tav>
                                      </p:tavLst>
                                    </p:anim>
                                    <p:animEffect transition="in" filter="fade">
                                      <p:cBhvr>
                                        <p:cTn id="29" dur="500"/>
                                        <p:tgtEl>
                                          <p:spTgt spid="187"/>
                                        </p:tgtEl>
                                      </p:cBhvr>
                                    </p:animEffect>
                                  </p:childTnLst>
                                </p:cTn>
                              </p:par>
                            </p:childTnLst>
                          </p:cTn>
                        </p:par>
                        <p:par>
                          <p:cTn id="30" fill="hold">
                            <p:stCondLst>
                              <p:cond delay="4000"/>
                            </p:stCondLst>
                            <p:childTnLst>
                              <p:par>
                                <p:cTn id="31" presetID="42" presetClass="entr" presetSubtype="0" fill="hold" grpId="0" nodeType="afterEffect">
                                  <p:stCondLst>
                                    <p:cond delay="0"/>
                                  </p:stCondLst>
                                  <p:childTnLst>
                                    <p:set>
                                      <p:cBhvr>
                                        <p:cTn id="32" dur="1" fill="hold">
                                          <p:stCondLst>
                                            <p:cond delay="0"/>
                                          </p:stCondLst>
                                        </p:cTn>
                                        <p:tgtEl>
                                          <p:spTgt spid="184"/>
                                        </p:tgtEl>
                                        <p:attrNameLst>
                                          <p:attrName>style.visibility</p:attrName>
                                        </p:attrNameLst>
                                      </p:cBhvr>
                                      <p:to>
                                        <p:strVal val="visible"/>
                                      </p:to>
                                    </p:set>
                                    <p:animEffect transition="in" filter="fade">
                                      <p:cBhvr>
                                        <p:cTn id="33" dur="500"/>
                                        <p:tgtEl>
                                          <p:spTgt spid="184"/>
                                        </p:tgtEl>
                                      </p:cBhvr>
                                    </p:animEffect>
                                    <p:anim calcmode="lin" valueType="num">
                                      <p:cBhvr>
                                        <p:cTn id="34" dur="500" fill="hold"/>
                                        <p:tgtEl>
                                          <p:spTgt spid="184"/>
                                        </p:tgtEl>
                                        <p:attrNameLst>
                                          <p:attrName>ppt_x</p:attrName>
                                        </p:attrNameLst>
                                      </p:cBhvr>
                                      <p:tavLst>
                                        <p:tav tm="0">
                                          <p:val>
                                            <p:strVal val="#ppt_x"/>
                                          </p:val>
                                        </p:tav>
                                        <p:tav tm="100000">
                                          <p:val>
                                            <p:strVal val="#ppt_x"/>
                                          </p:val>
                                        </p:tav>
                                      </p:tavLst>
                                    </p:anim>
                                    <p:anim calcmode="lin" valueType="num">
                                      <p:cBhvr>
                                        <p:cTn id="35" dur="500" fill="hold"/>
                                        <p:tgtEl>
                                          <p:spTgt spid="184"/>
                                        </p:tgtEl>
                                        <p:attrNameLst>
                                          <p:attrName>ppt_y</p:attrName>
                                        </p:attrNameLst>
                                      </p:cBhvr>
                                      <p:tavLst>
                                        <p:tav tm="0">
                                          <p:val>
                                            <p:strVal val="#ppt_y+.1"/>
                                          </p:val>
                                        </p:tav>
                                        <p:tav tm="100000">
                                          <p:val>
                                            <p:strVal val="#ppt_y"/>
                                          </p:val>
                                        </p:tav>
                                      </p:tavLst>
                                    </p:anim>
                                  </p:childTnLst>
                                </p:cTn>
                              </p:par>
                            </p:childTnLst>
                          </p:cTn>
                        </p:par>
                        <p:par>
                          <p:cTn id="36" fill="hold">
                            <p:stCondLst>
                              <p:cond delay="4500"/>
                            </p:stCondLst>
                            <p:childTnLst>
                              <p:par>
                                <p:cTn id="37" presetID="53" presetClass="entr" presetSubtype="16" fill="hold" grpId="0" nodeType="afterEffect">
                                  <p:stCondLst>
                                    <p:cond delay="0"/>
                                  </p:stCondLst>
                                  <p:childTnLst>
                                    <p:set>
                                      <p:cBhvr>
                                        <p:cTn id="38" dur="1" fill="hold">
                                          <p:stCondLst>
                                            <p:cond delay="0"/>
                                          </p:stCondLst>
                                        </p:cTn>
                                        <p:tgtEl>
                                          <p:spTgt spid="188"/>
                                        </p:tgtEl>
                                        <p:attrNameLst>
                                          <p:attrName>style.visibility</p:attrName>
                                        </p:attrNameLst>
                                      </p:cBhvr>
                                      <p:to>
                                        <p:strVal val="visible"/>
                                      </p:to>
                                    </p:set>
                                    <p:anim calcmode="lin" valueType="num">
                                      <p:cBhvr>
                                        <p:cTn id="39" dur="500" fill="hold"/>
                                        <p:tgtEl>
                                          <p:spTgt spid="188"/>
                                        </p:tgtEl>
                                        <p:attrNameLst>
                                          <p:attrName>ppt_w</p:attrName>
                                        </p:attrNameLst>
                                      </p:cBhvr>
                                      <p:tavLst>
                                        <p:tav tm="0">
                                          <p:val>
                                            <p:fltVal val="0"/>
                                          </p:val>
                                        </p:tav>
                                        <p:tav tm="100000">
                                          <p:val>
                                            <p:strVal val="#ppt_w"/>
                                          </p:val>
                                        </p:tav>
                                      </p:tavLst>
                                    </p:anim>
                                    <p:anim calcmode="lin" valueType="num">
                                      <p:cBhvr>
                                        <p:cTn id="40" dur="500" fill="hold"/>
                                        <p:tgtEl>
                                          <p:spTgt spid="188"/>
                                        </p:tgtEl>
                                        <p:attrNameLst>
                                          <p:attrName>ppt_h</p:attrName>
                                        </p:attrNameLst>
                                      </p:cBhvr>
                                      <p:tavLst>
                                        <p:tav tm="0">
                                          <p:val>
                                            <p:fltVal val="0"/>
                                          </p:val>
                                        </p:tav>
                                        <p:tav tm="100000">
                                          <p:val>
                                            <p:strVal val="#ppt_h"/>
                                          </p:val>
                                        </p:tav>
                                      </p:tavLst>
                                    </p:anim>
                                    <p:animEffect transition="in" filter="fade">
                                      <p:cBhvr>
                                        <p:cTn id="41" dur="500"/>
                                        <p:tgtEl>
                                          <p:spTgt spid="188"/>
                                        </p:tgtEl>
                                      </p:cBhvr>
                                    </p:animEffect>
                                  </p:childTnLst>
                                </p:cTn>
                              </p:par>
                            </p:childTnLst>
                          </p:cTn>
                        </p:par>
                        <p:par>
                          <p:cTn id="42" fill="hold">
                            <p:stCondLst>
                              <p:cond delay="5000"/>
                            </p:stCondLst>
                            <p:childTnLst>
                              <p:par>
                                <p:cTn id="43" presetID="42" presetClass="entr" presetSubtype="0" fill="hold" grpId="0" nodeType="afterEffect">
                                  <p:stCondLst>
                                    <p:cond delay="0"/>
                                  </p:stCondLst>
                                  <p:childTnLst>
                                    <p:set>
                                      <p:cBhvr>
                                        <p:cTn id="44" dur="1" fill="hold">
                                          <p:stCondLst>
                                            <p:cond delay="0"/>
                                          </p:stCondLst>
                                        </p:cTn>
                                        <p:tgtEl>
                                          <p:spTgt spid="190"/>
                                        </p:tgtEl>
                                        <p:attrNameLst>
                                          <p:attrName>style.visibility</p:attrName>
                                        </p:attrNameLst>
                                      </p:cBhvr>
                                      <p:to>
                                        <p:strVal val="visible"/>
                                      </p:to>
                                    </p:set>
                                    <p:animEffect transition="in" filter="fade">
                                      <p:cBhvr>
                                        <p:cTn id="45" dur="500"/>
                                        <p:tgtEl>
                                          <p:spTgt spid="190"/>
                                        </p:tgtEl>
                                      </p:cBhvr>
                                    </p:animEffect>
                                    <p:anim calcmode="lin" valueType="num">
                                      <p:cBhvr>
                                        <p:cTn id="46" dur="500" fill="hold"/>
                                        <p:tgtEl>
                                          <p:spTgt spid="190"/>
                                        </p:tgtEl>
                                        <p:attrNameLst>
                                          <p:attrName>ppt_x</p:attrName>
                                        </p:attrNameLst>
                                      </p:cBhvr>
                                      <p:tavLst>
                                        <p:tav tm="0">
                                          <p:val>
                                            <p:strVal val="#ppt_x"/>
                                          </p:val>
                                        </p:tav>
                                        <p:tav tm="100000">
                                          <p:val>
                                            <p:strVal val="#ppt_x"/>
                                          </p:val>
                                        </p:tav>
                                      </p:tavLst>
                                    </p:anim>
                                    <p:anim calcmode="lin" valueType="num">
                                      <p:cBhvr>
                                        <p:cTn id="47" dur="500" fill="hold"/>
                                        <p:tgtEl>
                                          <p:spTgt spid="190"/>
                                        </p:tgtEl>
                                        <p:attrNameLst>
                                          <p:attrName>ppt_y</p:attrName>
                                        </p:attrNameLst>
                                      </p:cBhvr>
                                      <p:tavLst>
                                        <p:tav tm="0">
                                          <p:val>
                                            <p:strVal val="#ppt_y+.1"/>
                                          </p:val>
                                        </p:tav>
                                        <p:tav tm="100000">
                                          <p:val>
                                            <p:strVal val="#ppt_y"/>
                                          </p:val>
                                        </p:tav>
                                      </p:tavLst>
                                    </p:anim>
                                  </p:childTnLst>
                                </p:cTn>
                              </p:par>
                            </p:childTnLst>
                          </p:cTn>
                        </p:par>
                        <p:par>
                          <p:cTn id="48" fill="hold">
                            <p:stCondLst>
                              <p:cond delay="5500"/>
                            </p:stCondLst>
                            <p:childTnLst>
                              <p:par>
                                <p:cTn id="49" presetID="53" presetClass="entr" presetSubtype="16" fill="hold" grpId="0" nodeType="afterEffect">
                                  <p:stCondLst>
                                    <p:cond delay="0"/>
                                  </p:stCondLst>
                                  <p:childTnLst>
                                    <p:set>
                                      <p:cBhvr>
                                        <p:cTn id="50" dur="1" fill="hold">
                                          <p:stCondLst>
                                            <p:cond delay="0"/>
                                          </p:stCondLst>
                                        </p:cTn>
                                        <p:tgtEl>
                                          <p:spTgt spid="189"/>
                                        </p:tgtEl>
                                        <p:attrNameLst>
                                          <p:attrName>style.visibility</p:attrName>
                                        </p:attrNameLst>
                                      </p:cBhvr>
                                      <p:to>
                                        <p:strVal val="visible"/>
                                      </p:to>
                                    </p:set>
                                    <p:anim calcmode="lin" valueType="num">
                                      <p:cBhvr>
                                        <p:cTn id="51" dur="500" fill="hold"/>
                                        <p:tgtEl>
                                          <p:spTgt spid="189"/>
                                        </p:tgtEl>
                                        <p:attrNameLst>
                                          <p:attrName>ppt_w</p:attrName>
                                        </p:attrNameLst>
                                      </p:cBhvr>
                                      <p:tavLst>
                                        <p:tav tm="0">
                                          <p:val>
                                            <p:fltVal val="0"/>
                                          </p:val>
                                        </p:tav>
                                        <p:tav tm="100000">
                                          <p:val>
                                            <p:strVal val="#ppt_w"/>
                                          </p:val>
                                        </p:tav>
                                      </p:tavLst>
                                    </p:anim>
                                    <p:anim calcmode="lin" valueType="num">
                                      <p:cBhvr>
                                        <p:cTn id="52" dur="500" fill="hold"/>
                                        <p:tgtEl>
                                          <p:spTgt spid="189"/>
                                        </p:tgtEl>
                                        <p:attrNameLst>
                                          <p:attrName>ppt_h</p:attrName>
                                        </p:attrNameLst>
                                      </p:cBhvr>
                                      <p:tavLst>
                                        <p:tav tm="0">
                                          <p:val>
                                            <p:fltVal val="0"/>
                                          </p:val>
                                        </p:tav>
                                        <p:tav tm="100000">
                                          <p:val>
                                            <p:strVal val="#ppt_h"/>
                                          </p:val>
                                        </p:tav>
                                      </p:tavLst>
                                    </p:anim>
                                    <p:animEffect transition="in" filter="fade">
                                      <p:cBhvr>
                                        <p:cTn id="53" dur="500"/>
                                        <p:tgtEl>
                                          <p:spTgt spid="189"/>
                                        </p:tgtEl>
                                      </p:cBhvr>
                                    </p:animEffect>
                                  </p:childTnLst>
                                </p:cTn>
                              </p:par>
                            </p:childTnLst>
                          </p:cTn>
                        </p:par>
                        <p:par>
                          <p:cTn id="54" fill="hold">
                            <p:stCondLst>
                              <p:cond delay="6000"/>
                            </p:stCondLst>
                            <p:childTnLst>
                              <p:par>
                                <p:cTn id="55" presetID="42" presetClass="entr" presetSubtype="0" fill="hold" grpId="0" nodeType="afterEffect">
                                  <p:stCondLst>
                                    <p:cond delay="0"/>
                                  </p:stCondLst>
                                  <p:childTnLst>
                                    <p:set>
                                      <p:cBhvr>
                                        <p:cTn id="56" dur="1" fill="hold">
                                          <p:stCondLst>
                                            <p:cond delay="0"/>
                                          </p:stCondLst>
                                        </p:cTn>
                                        <p:tgtEl>
                                          <p:spTgt spid="183"/>
                                        </p:tgtEl>
                                        <p:attrNameLst>
                                          <p:attrName>style.visibility</p:attrName>
                                        </p:attrNameLst>
                                      </p:cBhvr>
                                      <p:to>
                                        <p:strVal val="visible"/>
                                      </p:to>
                                    </p:set>
                                    <p:animEffect transition="in" filter="fade">
                                      <p:cBhvr>
                                        <p:cTn id="57" dur="500"/>
                                        <p:tgtEl>
                                          <p:spTgt spid="183"/>
                                        </p:tgtEl>
                                      </p:cBhvr>
                                    </p:animEffect>
                                    <p:anim calcmode="lin" valueType="num">
                                      <p:cBhvr>
                                        <p:cTn id="58" dur="500" fill="hold"/>
                                        <p:tgtEl>
                                          <p:spTgt spid="183"/>
                                        </p:tgtEl>
                                        <p:attrNameLst>
                                          <p:attrName>ppt_x</p:attrName>
                                        </p:attrNameLst>
                                      </p:cBhvr>
                                      <p:tavLst>
                                        <p:tav tm="0">
                                          <p:val>
                                            <p:strVal val="#ppt_x"/>
                                          </p:val>
                                        </p:tav>
                                        <p:tav tm="100000">
                                          <p:val>
                                            <p:strVal val="#ppt_x"/>
                                          </p:val>
                                        </p:tav>
                                      </p:tavLst>
                                    </p:anim>
                                    <p:anim calcmode="lin" valueType="num">
                                      <p:cBhvr>
                                        <p:cTn id="59" dur="500" fill="hold"/>
                                        <p:tgtEl>
                                          <p:spTgt spid="18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 grpId="0"/>
      <p:bldP spid="183" grpId="0"/>
      <p:bldP spid="184" grpId="0"/>
      <p:bldP spid="186" grpId="0" bldLvl="0" animBg="1"/>
      <p:bldP spid="187" grpId="0" bldLvl="0" animBg="1"/>
      <p:bldP spid="188" grpId="0" bldLvl="0" animBg="1"/>
      <p:bldP spid="189" grpId="0" bldLvl="0" animBg="1"/>
      <p:bldP spid="190"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grpSp>
        <p:nvGrpSpPr>
          <p:cNvPr id="20" name="组合 19"/>
          <p:cNvGrpSpPr/>
          <p:nvPr/>
        </p:nvGrpSpPr>
        <p:grpSpPr>
          <a:xfrm>
            <a:off x="-1445895" y="-2014855"/>
            <a:ext cx="15448280" cy="10515600"/>
            <a:chOff x="-2277" y="-3173"/>
            <a:chExt cx="24328" cy="16560"/>
          </a:xfrm>
        </p:grpSpPr>
        <p:sp>
          <p:nvSpPr>
            <p:cNvPr id="42" name="矩形 41"/>
            <p:cNvSpPr/>
            <p:nvPr/>
          </p:nvSpPr>
          <p:spPr>
            <a:xfrm>
              <a:off x="1" y="0"/>
              <a:ext cx="19230" cy="10812"/>
            </a:xfrm>
            <a:prstGeom prst="rect">
              <a:avLst/>
            </a:prstGeom>
            <a:solidFill>
              <a:srgbClr val="F4F4F4">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flipV="1">
              <a:off x="15059" y="6395"/>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同心圆 3"/>
            <p:cNvSpPr/>
            <p:nvPr/>
          </p:nvSpPr>
          <p:spPr>
            <a:xfrm flipV="1">
              <a:off x="15715" y="639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2277" y="-3173"/>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8" name="组合 77"/>
            <p:cNvGrpSpPr/>
            <p:nvPr/>
          </p:nvGrpSpPr>
          <p:grpSpPr>
            <a:xfrm>
              <a:off x="883" y="260"/>
              <a:ext cx="17435" cy="10209"/>
              <a:chOff x="1038" y="260"/>
              <a:chExt cx="17435" cy="10209"/>
            </a:xfrm>
          </p:grpSpPr>
          <p:sp>
            <p:nvSpPr>
              <p:cNvPr id="144" name="文本框 143"/>
              <p:cNvSpPr txBox="1"/>
              <p:nvPr/>
            </p:nvSpPr>
            <p:spPr>
              <a:xfrm>
                <a:off x="1038" y="10035"/>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sp>
            <p:nvSpPr>
              <p:cNvPr id="77" name="文本框 76"/>
              <p:cNvSpPr txBox="1"/>
              <p:nvPr/>
            </p:nvSpPr>
            <p:spPr>
              <a:xfrm>
                <a:off x="1038" y="260"/>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grpSp>
        <p:sp>
          <p:nvSpPr>
            <p:cNvPr id="2" name="同心圆 1"/>
            <p:cNvSpPr/>
            <p:nvPr/>
          </p:nvSpPr>
          <p:spPr>
            <a:xfrm>
              <a:off x="803" y="123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13451" y="8447"/>
              <a:ext cx="1521" cy="1257"/>
              <a:chOff x="9608895" y="5661744"/>
              <a:chExt cx="966066" cy="798214"/>
            </a:xfrm>
            <a:solidFill>
              <a:srgbClr val="26211B"/>
            </a:solidFill>
          </p:grpSpPr>
          <p:sp>
            <p:nvSpPr>
              <p:cNvPr id="8" name="Freeform: Shape 72"/>
              <p:cNvSpPr/>
              <p:nvPr/>
            </p:nvSpPr>
            <p:spPr>
              <a:xfrm rot="900000">
                <a:off x="10086716" y="5661744"/>
                <a:ext cx="488245" cy="486465"/>
              </a:xfrm>
              <a:custGeom>
                <a:avLst/>
                <a:gdLst>
                  <a:gd name="connsiteX0" fmla="*/ 0 w 1225398"/>
                  <a:gd name="connsiteY0" fmla="*/ 169222 h 1220932"/>
                  <a:gd name="connsiteX1" fmla="*/ 144732 w 1225398"/>
                  <a:gd name="connsiteY1" fmla="*/ 5194 h 1220932"/>
                  <a:gd name="connsiteX2" fmla="*/ 279815 w 1225398"/>
                  <a:gd name="connsiteY2" fmla="*/ 53438 h 1220932"/>
                  <a:gd name="connsiteX3" fmla="*/ 1206101 w 1225398"/>
                  <a:gd name="connsiteY3" fmla="*/ 1124446 h 1220932"/>
                  <a:gd name="connsiteX4" fmla="*/ 1225399 w 1225398"/>
                  <a:gd name="connsiteY4" fmla="*/ 1211284 h 1220932"/>
                  <a:gd name="connsiteX5" fmla="*/ 1138560 w 1225398"/>
                  <a:gd name="connsiteY5" fmla="*/ 1220933 h 1220932"/>
                  <a:gd name="connsiteX6" fmla="*/ 125434 w 1225398"/>
                  <a:gd name="connsiteY6" fmla="*/ 400792 h 1220932"/>
                  <a:gd name="connsiteX7" fmla="*/ 0 w 1225398"/>
                  <a:gd name="connsiteY7" fmla="*/ 169222 h 1220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5398" h="1220932">
                    <a:moveTo>
                      <a:pt x="0" y="169222"/>
                    </a:moveTo>
                    <a:cubicBezTo>
                      <a:pt x="48244" y="111330"/>
                      <a:pt x="86839" y="43789"/>
                      <a:pt x="144732" y="5194"/>
                    </a:cubicBezTo>
                    <a:cubicBezTo>
                      <a:pt x="173679" y="-14103"/>
                      <a:pt x="250869" y="24492"/>
                      <a:pt x="279815" y="53438"/>
                    </a:cubicBezTo>
                    <a:cubicBezTo>
                      <a:pt x="607875" y="391143"/>
                      <a:pt x="955232" y="719200"/>
                      <a:pt x="1206101" y="1124446"/>
                    </a:cubicBezTo>
                    <a:cubicBezTo>
                      <a:pt x="1215750" y="1143743"/>
                      <a:pt x="1215750" y="1182338"/>
                      <a:pt x="1225399" y="1211284"/>
                    </a:cubicBezTo>
                    <a:cubicBezTo>
                      <a:pt x="1196452" y="1211284"/>
                      <a:pt x="1157857" y="1220933"/>
                      <a:pt x="1138560" y="1220933"/>
                    </a:cubicBezTo>
                    <a:cubicBezTo>
                      <a:pt x="685065" y="1095500"/>
                      <a:pt x="366655" y="786741"/>
                      <a:pt x="125434" y="400792"/>
                    </a:cubicBezTo>
                    <a:cubicBezTo>
                      <a:pt x="77190" y="333251"/>
                      <a:pt x="48244" y="256061"/>
                      <a:pt x="0" y="169222"/>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9" name="Freeform: Shape 73"/>
              <p:cNvSpPr/>
              <p:nvPr/>
            </p:nvSpPr>
            <p:spPr>
              <a:xfrm rot="900000">
                <a:off x="9797933" y="6071856"/>
                <a:ext cx="293229" cy="298545"/>
              </a:xfrm>
              <a:custGeom>
                <a:avLst/>
                <a:gdLst>
                  <a:gd name="connsiteX0" fmla="*/ 611818 w 735946"/>
                  <a:gd name="connsiteY0" fmla="*/ 749289 h 749289"/>
                  <a:gd name="connsiteX1" fmla="*/ 457437 w 735946"/>
                  <a:gd name="connsiteY1" fmla="*/ 691397 h 749289"/>
                  <a:gd name="connsiteX2" fmla="*/ 23241 w 735946"/>
                  <a:gd name="connsiteY2" fmla="*/ 247556 h 749289"/>
                  <a:gd name="connsiteX3" fmla="*/ 90782 w 735946"/>
                  <a:gd name="connsiteY3" fmla="*/ 6338 h 749289"/>
                  <a:gd name="connsiteX4" fmla="*/ 196919 w 735946"/>
                  <a:gd name="connsiteY4" fmla="*/ 15987 h 749289"/>
                  <a:gd name="connsiteX5" fmla="*/ 727604 w 735946"/>
                  <a:gd name="connsiteY5" fmla="*/ 604559 h 749289"/>
                  <a:gd name="connsiteX6" fmla="*/ 611818 w 735946"/>
                  <a:gd name="connsiteY6" fmla="*/ 749289 h 74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5946" h="749289">
                    <a:moveTo>
                      <a:pt x="611818" y="749289"/>
                    </a:moveTo>
                    <a:cubicBezTo>
                      <a:pt x="573223" y="739641"/>
                      <a:pt x="515330" y="720343"/>
                      <a:pt x="457437" y="691397"/>
                    </a:cubicBezTo>
                    <a:cubicBezTo>
                      <a:pt x="264461" y="594910"/>
                      <a:pt x="129378" y="440530"/>
                      <a:pt x="23241" y="247556"/>
                    </a:cubicBezTo>
                    <a:cubicBezTo>
                      <a:pt x="-25003" y="160717"/>
                      <a:pt x="3943" y="54581"/>
                      <a:pt x="90782" y="6338"/>
                    </a:cubicBezTo>
                    <a:cubicBezTo>
                      <a:pt x="119729" y="-3311"/>
                      <a:pt x="167973" y="-3311"/>
                      <a:pt x="196919" y="15987"/>
                    </a:cubicBezTo>
                    <a:cubicBezTo>
                      <a:pt x="438140" y="151069"/>
                      <a:pt x="611818" y="353692"/>
                      <a:pt x="727604" y="604559"/>
                    </a:cubicBezTo>
                    <a:cubicBezTo>
                      <a:pt x="756550" y="672100"/>
                      <a:pt x="708306" y="749289"/>
                      <a:pt x="611818" y="749289"/>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0" name="Freeform: Shape 74"/>
              <p:cNvSpPr/>
              <p:nvPr/>
            </p:nvSpPr>
            <p:spPr>
              <a:xfrm rot="900000">
                <a:off x="9985044" y="5926402"/>
                <a:ext cx="291519" cy="279323"/>
              </a:xfrm>
              <a:custGeom>
                <a:avLst/>
                <a:gdLst>
                  <a:gd name="connsiteX0" fmla="*/ 731654 w 731654"/>
                  <a:gd name="connsiteY0" fmla="*/ 701046 h 701045"/>
                  <a:gd name="connsiteX1" fmla="*/ 268511 w 731654"/>
                  <a:gd name="connsiteY1" fmla="*/ 450179 h 701045"/>
                  <a:gd name="connsiteX2" fmla="*/ 7993 w 731654"/>
                  <a:gd name="connsiteY2" fmla="*/ 102825 h 701045"/>
                  <a:gd name="connsiteX3" fmla="*/ 27291 w 731654"/>
                  <a:gd name="connsiteY3" fmla="*/ 6338 h 701045"/>
                  <a:gd name="connsiteX4" fmla="*/ 104481 w 731654"/>
                  <a:gd name="connsiteY4" fmla="*/ 15986 h 701045"/>
                  <a:gd name="connsiteX5" fmla="*/ 413243 w 731654"/>
                  <a:gd name="connsiteY5" fmla="*/ 334394 h 701045"/>
                  <a:gd name="connsiteX6" fmla="*/ 693059 w 731654"/>
                  <a:gd name="connsiteY6" fmla="*/ 643153 h 701045"/>
                  <a:gd name="connsiteX7" fmla="*/ 731654 w 731654"/>
                  <a:gd name="connsiteY7" fmla="*/ 701046 h 701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1654" h="701045">
                    <a:moveTo>
                      <a:pt x="731654" y="701046"/>
                    </a:moveTo>
                    <a:cubicBezTo>
                      <a:pt x="529029" y="691397"/>
                      <a:pt x="384297" y="575612"/>
                      <a:pt x="268511" y="450179"/>
                    </a:cubicBezTo>
                    <a:cubicBezTo>
                      <a:pt x="172023" y="344043"/>
                      <a:pt x="85184" y="228258"/>
                      <a:pt x="7993" y="102825"/>
                    </a:cubicBezTo>
                    <a:cubicBezTo>
                      <a:pt x="-11304" y="83528"/>
                      <a:pt x="7993" y="25635"/>
                      <a:pt x="27291" y="6338"/>
                    </a:cubicBezTo>
                    <a:cubicBezTo>
                      <a:pt x="27291" y="-3311"/>
                      <a:pt x="85184" y="-3311"/>
                      <a:pt x="104481" y="15986"/>
                    </a:cubicBezTo>
                    <a:cubicBezTo>
                      <a:pt x="210618" y="122122"/>
                      <a:pt x="316755" y="228258"/>
                      <a:pt x="413243" y="334394"/>
                    </a:cubicBezTo>
                    <a:cubicBezTo>
                      <a:pt x="509731" y="440530"/>
                      <a:pt x="596571" y="546666"/>
                      <a:pt x="693059" y="643153"/>
                    </a:cubicBezTo>
                    <a:cubicBezTo>
                      <a:pt x="712356" y="652802"/>
                      <a:pt x="722005" y="672100"/>
                      <a:pt x="731654" y="701046"/>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1" name="Freeform: Shape 75"/>
              <p:cNvSpPr/>
              <p:nvPr/>
            </p:nvSpPr>
            <p:spPr>
              <a:xfrm rot="900000">
                <a:off x="9608895" y="6329170"/>
                <a:ext cx="128789" cy="130788"/>
              </a:xfrm>
              <a:custGeom>
                <a:avLst/>
                <a:gdLst>
                  <a:gd name="connsiteX0" fmla="*/ 323235 w 323235"/>
                  <a:gd name="connsiteY0" fmla="*/ 250867 h 328251"/>
                  <a:gd name="connsiteX1" fmla="*/ 217098 w 323235"/>
                  <a:gd name="connsiteY1" fmla="*/ 318408 h 328251"/>
                  <a:gd name="connsiteX2" fmla="*/ 14473 w 323235"/>
                  <a:gd name="connsiteY2" fmla="*/ 164028 h 328251"/>
                  <a:gd name="connsiteX3" fmla="*/ 14473 w 323235"/>
                  <a:gd name="connsiteY3" fmla="*/ 67541 h 328251"/>
                  <a:gd name="connsiteX4" fmla="*/ 110961 w 323235"/>
                  <a:gd name="connsiteY4" fmla="*/ 0 h 328251"/>
                  <a:gd name="connsiteX5" fmla="*/ 323235 w 323235"/>
                  <a:gd name="connsiteY5" fmla="*/ 250867 h 328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3235" h="328251">
                    <a:moveTo>
                      <a:pt x="323235" y="250867"/>
                    </a:moveTo>
                    <a:cubicBezTo>
                      <a:pt x="323235" y="308759"/>
                      <a:pt x="255693" y="347354"/>
                      <a:pt x="217098" y="318408"/>
                    </a:cubicBezTo>
                    <a:cubicBezTo>
                      <a:pt x="149557" y="270164"/>
                      <a:pt x="72366" y="221921"/>
                      <a:pt x="14473" y="164028"/>
                    </a:cubicBezTo>
                    <a:cubicBezTo>
                      <a:pt x="-4824" y="144731"/>
                      <a:pt x="-4824" y="96487"/>
                      <a:pt x="14473" y="67541"/>
                    </a:cubicBezTo>
                    <a:cubicBezTo>
                      <a:pt x="33771" y="38595"/>
                      <a:pt x="82015" y="0"/>
                      <a:pt x="110961" y="0"/>
                    </a:cubicBezTo>
                    <a:cubicBezTo>
                      <a:pt x="168854" y="9649"/>
                      <a:pt x="313586" y="192974"/>
                      <a:pt x="323235" y="250867"/>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grpSp>
        <p:sp>
          <p:nvSpPr>
            <p:cNvPr id="56" name="圆角矩形 55"/>
            <p:cNvSpPr/>
            <p:nvPr/>
          </p:nvSpPr>
          <p:spPr>
            <a:xfrm>
              <a:off x="557" y="685"/>
              <a:ext cx="18087" cy="943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p:cNvGrpSpPr/>
          <p:nvPr/>
        </p:nvGrpSpPr>
        <p:grpSpPr>
          <a:xfrm>
            <a:off x="711835" y="643890"/>
            <a:ext cx="4533265" cy="712470"/>
            <a:chOff x="9628" y="2104"/>
            <a:chExt cx="7139" cy="1122"/>
          </a:xfrm>
        </p:grpSpPr>
        <p:grpSp>
          <p:nvGrpSpPr>
            <p:cNvPr id="26" name="组合 25"/>
            <p:cNvGrpSpPr/>
            <p:nvPr/>
          </p:nvGrpSpPr>
          <p:grpSpPr>
            <a:xfrm>
              <a:off x="9628" y="2104"/>
              <a:ext cx="1123" cy="1123"/>
              <a:chOff x="5384682" y="2168242"/>
              <a:chExt cx="713358" cy="713358"/>
            </a:xfrm>
          </p:grpSpPr>
          <p:sp>
            <p:nvSpPr>
              <p:cNvPr id="33" name="Flowchart: Connector 21"/>
              <p:cNvSpPr/>
              <p:nvPr/>
            </p:nvSpPr>
            <p:spPr>
              <a:xfrm>
                <a:off x="5384682" y="2168242"/>
                <a:ext cx="713358" cy="713358"/>
              </a:xfrm>
              <a:prstGeom prst="flowChartConnector">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bg1"/>
                  </a:solidFill>
                  <a:cs typeface="+mn-ea"/>
                  <a:sym typeface="+mn-lt"/>
                </a:endParaRPr>
              </a:p>
            </p:txBody>
          </p:sp>
          <p:sp>
            <p:nvSpPr>
              <p:cNvPr id="35" name="Shape"/>
              <p:cNvSpPr>
                <a:spLocks noChangeAspect="1"/>
              </p:cNvSpPr>
              <p:nvPr/>
            </p:nvSpPr>
            <p:spPr>
              <a:xfrm>
                <a:off x="5568489" y="2352050"/>
                <a:ext cx="345743" cy="345743"/>
              </a:xfrm>
              <a:custGeom>
                <a:avLst/>
                <a:gdLst>
                  <a:gd name="connsiteX0" fmla="*/ 474017 w 514350"/>
                  <a:gd name="connsiteY0" fmla="*/ 243036 h 514189"/>
                  <a:gd name="connsiteX1" fmla="*/ 474017 w 514350"/>
                  <a:gd name="connsiteY1" fmla="*/ 284209 h 514189"/>
                  <a:gd name="connsiteX2" fmla="*/ 494101 w 514350"/>
                  <a:gd name="connsiteY2" fmla="*/ 304297 h 514189"/>
                  <a:gd name="connsiteX3" fmla="*/ 514185 w 514350"/>
                  <a:gd name="connsiteY3" fmla="*/ 284209 h 514189"/>
                  <a:gd name="connsiteX4" fmla="*/ 514185 w 514350"/>
                  <a:gd name="connsiteY4" fmla="*/ 161727 h 514189"/>
                  <a:gd name="connsiteX5" fmla="*/ 433845 w 514350"/>
                  <a:gd name="connsiteY5" fmla="*/ 81384 h 514189"/>
                  <a:gd name="connsiteX6" fmla="*/ 347404 w 514350"/>
                  <a:gd name="connsiteY6" fmla="*/ 81384 h 514189"/>
                  <a:gd name="connsiteX7" fmla="*/ 347404 w 514350"/>
                  <a:gd name="connsiteY7" fmla="*/ 55198 h 514189"/>
                  <a:gd name="connsiteX8" fmla="*/ 292206 w 514350"/>
                  <a:gd name="connsiteY8" fmla="*/ 0 h 514189"/>
                  <a:gd name="connsiteX9" fmla="*/ 221979 w 514350"/>
                  <a:gd name="connsiteY9" fmla="*/ 0 h 514189"/>
                  <a:gd name="connsiteX10" fmla="*/ 166782 w 514350"/>
                  <a:gd name="connsiteY10" fmla="*/ 55198 h 514189"/>
                  <a:gd name="connsiteX11" fmla="*/ 166782 w 514350"/>
                  <a:gd name="connsiteY11" fmla="*/ 81384 h 514189"/>
                  <a:gd name="connsiteX12" fmla="*/ 80340 w 514350"/>
                  <a:gd name="connsiteY12" fmla="*/ 81384 h 514189"/>
                  <a:gd name="connsiteX13" fmla="*/ 0 w 514350"/>
                  <a:gd name="connsiteY13" fmla="*/ 161723 h 514189"/>
                  <a:gd name="connsiteX14" fmla="*/ 0 w 514350"/>
                  <a:gd name="connsiteY14" fmla="*/ 395718 h 514189"/>
                  <a:gd name="connsiteX15" fmla="*/ 80340 w 514350"/>
                  <a:gd name="connsiteY15" fmla="*/ 476062 h 514189"/>
                  <a:gd name="connsiteX16" fmla="*/ 250064 w 514350"/>
                  <a:gd name="connsiteY16" fmla="*/ 476062 h 514189"/>
                  <a:gd name="connsiteX17" fmla="*/ 270148 w 514350"/>
                  <a:gd name="connsiteY17" fmla="*/ 455974 h 514189"/>
                  <a:gd name="connsiteX18" fmla="*/ 250064 w 514350"/>
                  <a:gd name="connsiteY18" fmla="*/ 435890 h 514189"/>
                  <a:gd name="connsiteX19" fmla="*/ 80340 w 514350"/>
                  <a:gd name="connsiteY19" fmla="*/ 435890 h 514189"/>
                  <a:gd name="connsiteX20" fmla="*/ 40172 w 514350"/>
                  <a:gd name="connsiteY20" fmla="*/ 395718 h 514189"/>
                  <a:gd name="connsiteX21" fmla="*/ 40172 w 514350"/>
                  <a:gd name="connsiteY21" fmla="*/ 243036 h 514189"/>
                  <a:gd name="connsiteX22" fmla="*/ 238013 w 514350"/>
                  <a:gd name="connsiteY22" fmla="*/ 243036 h 514189"/>
                  <a:gd name="connsiteX23" fmla="*/ 238013 w 514350"/>
                  <a:gd name="connsiteY23" fmla="*/ 273201 h 514189"/>
                  <a:gd name="connsiteX24" fmla="*/ 258097 w 514350"/>
                  <a:gd name="connsiteY24" fmla="*/ 293285 h 514189"/>
                  <a:gd name="connsiteX25" fmla="*/ 278181 w 514350"/>
                  <a:gd name="connsiteY25" fmla="*/ 273201 h 514189"/>
                  <a:gd name="connsiteX26" fmla="*/ 278181 w 514350"/>
                  <a:gd name="connsiteY26" fmla="*/ 243036 h 514189"/>
                  <a:gd name="connsiteX27" fmla="*/ 206953 w 514350"/>
                  <a:gd name="connsiteY27" fmla="*/ 55198 h 514189"/>
                  <a:gd name="connsiteX28" fmla="*/ 221979 w 514350"/>
                  <a:gd name="connsiteY28" fmla="*/ 40172 h 514189"/>
                  <a:gd name="connsiteX29" fmla="*/ 292206 w 514350"/>
                  <a:gd name="connsiteY29" fmla="*/ 40172 h 514189"/>
                  <a:gd name="connsiteX30" fmla="*/ 307232 w 514350"/>
                  <a:gd name="connsiteY30" fmla="*/ 55198 h 514189"/>
                  <a:gd name="connsiteX31" fmla="*/ 307232 w 514350"/>
                  <a:gd name="connsiteY31" fmla="*/ 81384 h 514189"/>
                  <a:gd name="connsiteX32" fmla="*/ 206953 w 514350"/>
                  <a:gd name="connsiteY32" fmla="*/ 81384 h 514189"/>
                  <a:gd name="connsiteX33" fmla="*/ 40172 w 514350"/>
                  <a:gd name="connsiteY33" fmla="*/ 161727 h 514189"/>
                  <a:gd name="connsiteX34" fmla="*/ 80340 w 514350"/>
                  <a:gd name="connsiteY34" fmla="*/ 121555 h 514189"/>
                  <a:gd name="connsiteX35" fmla="*/ 433845 w 514350"/>
                  <a:gd name="connsiteY35" fmla="*/ 121555 h 514189"/>
                  <a:gd name="connsiteX36" fmla="*/ 474017 w 514350"/>
                  <a:gd name="connsiteY36" fmla="*/ 161727 h 514189"/>
                  <a:gd name="connsiteX37" fmla="*/ 474017 w 514350"/>
                  <a:gd name="connsiteY37" fmla="*/ 202864 h 514189"/>
                  <a:gd name="connsiteX38" fmla="*/ 40172 w 514350"/>
                  <a:gd name="connsiteY38" fmla="*/ 202864 h 514189"/>
                  <a:gd name="connsiteX39" fmla="*/ 508468 w 514350"/>
                  <a:gd name="connsiteY39" fmla="*/ 479900 h 514189"/>
                  <a:gd name="connsiteX40" fmla="*/ 462198 w 514350"/>
                  <a:gd name="connsiteY40" fmla="*/ 433630 h 514189"/>
                  <a:gd name="connsiteX41" fmla="*/ 476023 w 514350"/>
                  <a:gd name="connsiteY41" fmla="*/ 385641 h 514189"/>
                  <a:gd name="connsiteX42" fmla="*/ 385641 w 514350"/>
                  <a:gd name="connsiteY42" fmla="*/ 295255 h 514189"/>
                  <a:gd name="connsiteX43" fmla="*/ 295255 w 514350"/>
                  <a:gd name="connsiteY43" fmla="*/ 385641 h 514189"/>
                  <a:gd name="connsiteX44" fmla="*/ 385641 w 514350"/>
                  <a:gd name="connsiteY44" fmla="*/ 476026 h 514189"/>
                  <a:gd name="connsiteX45" fmla="*/ 433830 w 514350"/>
                  <a:gd name="connsiteY45" fmla="*/ 462072 h 514189"/>
                  <a:gd name="connsiteX46" fmla="*/ 480061 w 514350"/>
                  <a:gd name="connsiteY46" fmla="*/ 508303 h 514189"/>
                  <a:gd name="connsiteX47" fmla="*/ 494266 w 514350"/>
                  <a:gd name="connsiteY47" fmla="*/ 514189 h 514189"/>
                  <a:gd name="connsiteX48" fmla="*/ 508468 w 514350"/>
                  <a:gd name="connsiteY48" fmla="*/ 508303 h 514189"/>
                  <a:gd name="connsiteX49" fmla="*/ 508468 w 514350"/>
                  <a:gd name="connsiteY49" fmla="*/ 479900 h 514189"/>
                  <a:gd name="connsiteX50" fmla="*/ 335427 w 514350"/>
                  <a:gd name="connsiteY50" fmla="*/ 385641 h 514189"/>
                  <a:gd name="connsiteX51" fmla="*/ 385641 w 514350"/>
                  <a:gd name="connsiteY51" fmla="*/ 335427 h 514189"/>
                  <a:gd name="connsiteX52" fmla="*/ 435855 w 514350"/>
                  <a:gd name="connsiteY52" fmla="*/ 385641 h 514189"/>
                  <a:gd name="connsiteX53" fmla="*/ 385641 w 514350"/>
                  <a:gd name="connsiteY53" fmla="*/ 435855 h 514189"/>
                  <a:gd name="connsiteX54" fmla="*/ 335427 w 514350"/>
                  <a:gd name="connsiteY54" fmla="*/ 385641 h 51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14350" h="514189">
                    <a:moveTo>
                      <a:pt x="474017" y="243036"/>
                    </a:moveTo>
                    <a:lnTo>
                      <a:pt x="474017" y="284209"/>
                    </a:lnTo>
                    <a:cubicBezTo>
                      <a:pt x="474017" y="295302"/>
                      <a:pt x="483008" y="304297"/>
                      <a:pt x="494101" y="304297"/>
                    </a:cubicBezTo>
                    <a:cubicBezTo>
                      <a:pt x="505195" y="304297"/>
                      <a:pt x="514185" y="295302"/>
                      <a:pt x="514185" y="284209"/>
                    </a:cubicBezTo>
                    <a:lnTo>
                      <a:pt x="514185" y="161727"/>
                    </a:lnTo>
                    <a:cubicBezTo>
                      <a:pt x="514185" y="117427"/>
                      <a:pt x="478146" y="81384"/>
                      <a:pt x="433845" y="81384"/>
                    </a:cubicBezTo>
                    <a:lnTo>
                      <a:pt x="347404" y="81384"/>
                    </a:lnTo>
                    <a:lnTo>
                      <a:pt x="347404" y="55198"/>
                    </a:lnTo>
                    <a:cubicBezTo>
                      <a:pt x="347404" y="24762"/>
                      <a:pt x="322642" y="0"/>
                      <a:pt x="292206" y="0"/>
                    </a:cubicBezTo>
                    <a:lnTo>
                      <a:pt x="221979" y="0"/>
                    </a:lnTo>
                    <a:cubicBezTo>
                      <a:pt x="191543" y="0"/>
                      <a:pt x="166782" y="24762"/>
                      <a:pt x="166782" y="55198"/>
                    </a:cubicBezTo>
                    <a:lnTo>
                      <a:pt x="166782" y="81384"/>
                    </a:lnTo>
                    <a:lnTo>
                      <a:pt x="80340" y="81384"/>
                    </a:lnTo>
                    <a:cubicBezTo>
                      <a:pt x="36040" y="81384"/>
                      <a:pt x="0" y="117423"/>
                      <a:pt x="0" y="161723"/>
                    </a:cubicBezTo>
                    <a:lnTo>
                      <a:pt x="0" y="395718"/>
                    </a:lnTo>
                    <a:cubicBezTo>
                      <a:pt x="0" y="440018"/>
                      <a:pt x="36040" y="476062"/>
                      <a:pt x="80340" y="476062"/>
                    </a:cubicBezTo>
                    <a:lnTo>
                      <a:pt x="250064" y="476062"/>
                    </a:lnTo>
                    <a:cubicBezTo>
                      <a:pt x="261158" y="476062"/>
                      <a:pt x="270148" y="467068"/>
                      <a:pt x="270148" y="455974"/>
                    </a:cubicBezTo>
                    <a:cubicBezTo>
                      <a:pt x="270148" y="444884"/>
                      <a:pt x="261158" y="435890"/>
                      <a:pt x="250064" y="435890"/>
                    </a:cubicBezTo>
                    <a:lnTo>
                      <a:pt x="80340" y="435890"/>
                    </a:lnTo>
                    <a:cubicBezTo>
                      <a:pt x="58192" y="435890"/>
                      <a:pt x="40172" y="417870"/>
                      <a:pt x="40172" y="395718"/>
                    </a:cubicBezTo>
                    <a:lnTo>
                      <a:pt x="40172" y="243036"/>
                    </a:lnTo>
                    <a:lnTo>
                      <a:pt x="238013" y="243036"/>
                    </a:lnTo>
                    <a:lnTo>
                      <a:pt x="238013" y="273201"/>
                    </a:lnTo>
                    <a:cubicBezTo>
                      <a:pt x="238013" y="284291"/>
                      <a:pt x="247004" y="293285"/>
                      <a:pt x="258097" y="293285"/>
                    </a:cubicBezTo>
                    <a:cubicBezTo>
                      <a:pt x="269191" y="293285"/>
                      <a:pt x="278181" y="284291"/>
                      <a:pt x="278181" y="273201"/>
                    </a:cubicBezTo>
                    <a:lnTo>
                      <a:pt x="278181" y="243036"/>
                    </a:lnTo>
                    <a:close/>
                    <a:moveTo>
                      <a:pt x="206953" y="55198"/>
                    </a:moveTo>
                    <a:cubicBezTo>
                      <a:pt x="206953" y="46914"/>
                      <a:pt x="213695" y="40172"/>
                      <a:pt x="221979" y="40172"/>
                    </a:cubicBezTo>
                    <a:lnTo>
                      <a:pt x="292206" y="40172"/>
                    </a:lnTo>
                    <a:cubicBezTo>
                      <a:pt x="300490" y="40172"/>
                      <a:pt x="307232" y="46910"/>
                      <a:pt x="307232" y="55198"/>
                    </a:cubicBezTo>
                    <a:lnTo>
                      <a:pt x="307232" y="81384"/>
                    </a:lnTo>
                    <a:lnTo>
                      <a:pt x="206953" y="81384"/>
                    </a:lnTo>
                    <a:close/>
                    <a:moveTo>
                      <a:pt x="40172" y="161727"/>
                    </a:moveTo>
                    <a:cubicBezTo>
                      <a:pt x="40172" y="139575"/>
                      <a:pt x="58192" y="121555"/>
                      <a:pt x="80340" y="121555"/>
                    </a:cubicBezTo>
                    <a:lnTo>
                      <a:pt x="433845" y="121555"/>
                    </a:lnTo>
                    <a:cubicBezTo>
                      <a:pt x="455994" y="121555"/>
                      <a:pt x="474017" y="139575"/>
                      <a:pt x="474017" y="161727"/>
                    </a:cubicBezTo>
                    <a:lnTo>
                      <a:pt x="474017" y="202864"/>
                    </a:lnTo>
                    <a:lnTo>
                      <a:pt x="40172" y="202864"/>
                    </a:lnTo>
                    <a:close/>
                    <a:moveTo>
                      <a:pt x="508468" y="479900"/>
                    </a:moveTo>
                    <a:lnTo>
                      <a:pt x="462198" y="433630"/>
                    </a:lnTo>
                    <a:cubicBezTo>
                      <a:pt x="470953" y="419715"/>
                      <a:pt x="476023" y="403260"/>
                      <a:pt x="476023" y="385641"/>
                    </a:cubicBezTo>
                    <a:cubicBezTo>
                      <a:pt x="476023" y="335804"/>
                      <a:pt x="435478" y="295255"/>
                      <a:pt x="385641" y="295255"/>
                    </a:cubicBezTo>
                    <a:cubicBezTo>
                      <a:pt x="335804" y="295255"/>
                      <a:pt x="295255" y="335804"/>
                      <a:pt x="295255" y="385641"/>
                    </a:cubicBezTo>
                    <a:cubicBezTo>
                      <a:pt x="295255" y="435478"/>
                      <a:pt x="335804" y="476026"/>
                      <a:pt x="385641" y="476026"/>
                    </a:cubicBezTo>
                    <a:cubicBezTo>
                      <a:pt x="403343" y="476026"/>
                      <a:pt x="419871" y="470905"/>
                      <a:pt x="433830" y="462072"/>
                    </a:cubicBezTo>
                    <a:lnTo>
                      <a:pt x="480061" y="508303"/>
                    </a:lnTo>
                    <a:cubicBezTo>
                      <a:pt x="483985" y="512227"/>
                      <a:pt x="489125" y="514189"/>
                      <a:pt x="494266" y="514189"/>
                    </a:cubicBezTo>
                    <a:cubicBezTo>
                      <a:pt x="499407" y="514189"/>
                      <a:pt x="504543" y="512227"/>
                      <a:pt x="508468" y="508303"/>
                    </a:cubicBezTo>
                    <a:cubicBezTo>
                      <a:pt x="516312" y="500458"/>
                      <a:pt x="516312" y="487744"/>
                      <a:pt x="508468" y="479900"/>
                    </a:cubicBezTo>
                    <a:close/>
                    <a:moveTo>
                      <a:pt x="335427" y="385641"/>
                    </a:moveTo>
                    <a:cubicBezTo>
                      <a:pt x="335427" y="357952"/>
                      <a:pt x="357952" y="335427"/>
                      <a:pt x="385641" y="335427"/>
                    </a:cubicBezTo>
                    <a:cubicBezTo>
                      <a:pt x="413326" y="335427"/>
                      <a:pt x="435855" y="357952"/>
                      <a:pt x="435855" y="385641"/>
                    </a:cubicBezTo>
                    <a:cubicBezTo>
                      <a:pt x="435855" y="413330"/>
                      <a:pt x="413326" y="435855"/>
                      <a:pt x="385641" y="435855"/>
                    </a:cubicBezTo>
                    <a:cubicBezTo>
                      <a:pt x="357952" y="435855"/>
                      <a:pt x="335427" y="413326"/>
                      <a:pt x="335427" y="385641"/>
                    </a:cubicBezTo>
                    <a:close/>
                  </a:path>
                </a:pathLst>
              </a:custGeom>
              <a:solidFill>
                <a:schemeClr val="bg1"/>
              </a:solidFill>
              <a:ln w="1005" cap="flat">
                <a:noFill/>
                <a:prstDash val="solid"/>
                <a:miter/>
              </a:ln>
            </p:spPr>
            <p:txBody>
              <a:bodyPr rtlCol="0" anchor="ctr"/>
              <a:lstStyle/>
              <a:p>
                <a:endParaRPr lang="en-US">
                  <a:cs typeface="+mn-ea"/>
                  <a:sym typeface="+mn-lt"/>
                </a:endParaRPr>
              </a:p>
            </p:txBody>
          </p:sp>
        </p:grpSp>
        <p:grpSp>
          <p:nvGrpSpPr>
            <p:cNvPr id="36" name="组合 35"/>
            <p:cNvGrpSpPr/>
            <p:nvPr/>
          </p:nvGrpSpPr>
          <p:grpSpPr>
            <a:xfrm>
              <a:off x="10835" y="2104"/>
              <a:ext cx="5932" cy="1065"/>
              <a:chOff x="11126" y="1970"/>
              <a:chExt cx="5932" cy="1065"/>
            </a:xfrm>
          </p:grpSpPr>
          <p:sp>
            <p:nvSpPr>
              <p:cNvPr id="37" name="圆角矩形 36"/>
              <p:cNvSpPr/>
              <p:nvPr/>
            </p:nvSpPr>
            <p:spPr>
              <a:xfrm>
                <a:off x="11126" y="1970"/>
                <a:ext cx="2570" cy="866"/>
              </a:xfrm>
              <a:prstGeom prst="roundRect">
                <a:avLst>
                  <a:gd name="adj" fmla="val 0"/>
                </a:avLst>
              </a:prstGeom>
              <a:noFill/>
              <a:ln>
                <a:no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rPr>
                  <a:t>绩效考核情况</a:t>
                </a:r>
              </a:p>
            </p:txBody>
          </p:sp>
          <p:sp>
            <p:nvSpPr>
              <p:cNvPr id="38" name="文本框 37"/>
              <p:cNvSpPr txBox="1"/>
              <p:nvPr/>
            </p:nvSpPr>
            <p:spPr>
              <a:xfrm>
                <a:off x="11126" y="2601"/>
                <a:ext cx="5932" cy="434"/>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noProof="0" dirty="0">
                    <a:ln>
                      <a:noFill/>
                    </a:ln>
                    <a:solidFill>
                      <a:schemeClr val="tx1"/>
                    </a:solidFill>
                    <a:effectLst/>
                    <a:uLnTx/>
                    <a:uFillTx/>
                    <a:latin typeface="思源黑体 Light" panose="020B0300000000000000" charset="-122"/>
                    <a:ea typeface="思源黑体 Light" panose="020B0300000000000000" charset="-122"/>
                    <a:sym typeface="+mn-ea"/>
                  </a:rPr>
                  <a:t>Click here to change your need text or word</a:t>
                </a:r>
              </a:p>
            </p:txBody>
          </p:sp>
        </p:grpSp>
      </p:grpSp>
      <p:grpSp>
        <p:nvGrpSpPr>
          <p:cNvPr id="5" name="Group 7"/>
          <p:cNvGrpSpPr/>
          <p:nvPr/>
        </p:nvGrpSpPr>
        <p:grpSpPr>
          <a:xfrm>
            <a:off x="1227819" y="1392753"/>
            <a:ext cx="4432967" cy="4404551"/>
            <a:chOff x="743254" y="1642734"/>
            <a:chExt cx="4432967" cy="4404551"/>
          </a:xfrm>
          <a:effectLst/>
        </p:grpSpPr>
        <p:sp>
          <p:nvSpPr>
            <p:cNvPr id="6" name="Freeform 5"/>
            <p:cNvSpPr/>
            <p:nvPr/>
          </p:nvSpPr>
          <p:spPr bwMode="auto">
            <a:xfrm>
              <a:off x="2118173" y="1642734"/>
              <a:ext cx="2653660" cy="1744333"/>
            </a:xfrm>
            <a:custGeom>
              <a:avLst/>
              <a:gdLst>
                <a:gd name="T0" fmla="*/ 215 w 708"/>
                <a:gd name="T1" fmla="*/ 0 h 467"/>
                <a:gd name="T2" fmla="*/ 90 w 708"/>
                <a:gd name="T3" fmla="*/ 13 h 467"/>
                <a:gd name="T4" fmla="*/ 70 w 708"/>
                <a:gd name="T5" fmla="*/ 18 h 467"/>
                <a:gd name="T6" fmla="*/ 50 w 708"/>
                <a:gd name="T7" fmla="*/ 24 h 467"/>
                <a:gd name="T8" fmla="*/ 27 w 708"/>
                <a:gd name="T9" fmla="*/ 31 h 467"/>
                <a:gd name="T10" fmla="*/ 6 w 708"/>
                <a:gd name="T11" fmla="*/ 39 h 467"/>
                <a:gd name="T12" fmla="*/ 0 w 708"/>
                <a:gd name="T13" fmla="*/ 41 h 467"/>
                <a:gd name="T14" fmla="*/ 245 w 708"/>
                <a:gd name="T15" fmla="*/ 188 h 467"/>
                <a:gd name="T16" fmla="*/ 250 w 708"/>
                <a:gd name="T17" fmla="*/ 197 h 467"/>
                <a:gd name="T18" fmla="*/ 255 w 708"/>
                <a:gd name="T19" fmla="*/ 209 h 467"/>
                <a:gd name="T20" fmla="*/ 270 w 708"/>
                <a:gd name="T21" fmla="*/ 249 h 467"/>
                <a:gd name="T22" fmla="*/ 283 w 708"/>
                <a:gd name="T23" fmla="*/ 285 h 467"/>
                <a:gd name="T24" fmla="*/ 284 w 708"/>
                <a:gd name="T25" fmla="*/ 286 h 467"/>
                <a:gd name="T26" fmla="*/ 285 w 708"/>
                <a:gd name="T27" fmla="*/ 291 h 467"/>
                <a:gd name="T28" fmla="*/ 287 w 708"/>
                <a:gd name="T29" fmla="*/ 295 h 467"/>
                <a:gd name="T30" fmla="*/ 289 w 708"/>
                <a:gd name="T31" fmla="*/ 300 h 467"/>
                <a:gd name="T32" fmla="*/ 291 w 708"/>
                <a:gd name="T33" fmla="*/ 305 h 467"/>
                <a:gd name="T34" fmla="*/ 294 w 708"/>
                <a:gd name="T35" fmla="*/ 310 h 467"/>
                <a:gd name="T36" fmla="*/ 306 w 708"/>
                <a:gd name="T37" fmla="*/ 334 h 467"/>
                <a:gd name="T38" fmla="*/ 309 w 708"/>
                <a:gd name="T39" fmla="*/ 339 h 467"/>
                <a:gd name="T40" fmla="*/ 311 w 708"/>
                <a:gd name="T41" fmla="*/ 343 h 467"/>
                <a:gd name="T42" fmla="*/ 314 w 708"/>
                <a:gd name="T43" fmla="*/ 347 h 467"/>
                <a:gd name="T44" fmla="*/ 317 w 708"/>
                <a:gd name="T45" fmla="*/ 352 h 467"/>
                <a:gd name="T46" fmla="*/ 320 w 708"/>
                <a:gd name="T47" fmla="*/ 356 h 467"/>
                <a:gd name="T48" fmla="*/ 324 w 708"/>
                <a:gd name="T49" fmla="*/ 361 h 467"/>
                <a:gd name="T50" fmla="*/ 327 w 708"/>
                <a:gd name="T51" fmla="*/ 365 h 467"/>
                <a:gd name="T52" fmla="*/ 331 w 708"/>
                <a:gd name="T53" fmla="*/ 369 h 467"/>
                <a:gd name="T54" fmla="*/ 335 w 708"/>
                <a:gd name="T55" fmla="*/ 373 h 467"/>
                <a:gd name="T56" fmla="*/ 343 w 708"/>
                <a:gd name="T57" fmla="*/ 382 h 467"/>
                <a:gd name="T58" fmla="*/ 348 w 708"/>
                <a:gd name="T59" fmla="*/ 386 h 467"/>
                <a:gd name="T60" fmla="*/ 353 w 708"/>
                <a:gd name="T61" fmla="*/ 390 h 467"/>
                <a:gd name="T62" fmla="*/ 358 w 708"/>
                <a:gd name="T63" fmla="*/ 394 h 467"/>
                <a:gd name="T64" fmla="*/ 362 w 708"/>
                <a:gd name="T65" fmla="*/ 397 h 467"/>
                <a:gd name="T66" fmla="*/ 367 w 708"/>
                <a:gd name="T67" fmla="*/ 400 h 467"/>
                <a:gd name="T68" fmla="*/ 372 w 708"/>
                <a:gd name="T69" fmla="*/ 403 h 467"/>
                <a:gd name="T70" fmla="*/ 377 w 708"/>
                <a:gd name="T71" fmla="*/ 406 h 467"/>
                <a:gd name="T72" fmla="*/ 383 w 708"/>
                <a:gd name="T73" fmla="*/ 409 h 467"/>
                <a:gd name="T74" fmla="*/ 388 w 708"/>
                <a:gd name="T75" fmla="*/ 412 h 467"/>
                <a:gd name="T76" fmla="*/ 394 w 708"/>
                <a:gd name="T77" fmla="*/ 414 h 467"/>
                <a:gd name="T78" fmla="*/ 400 w 708"/>
                <a:gd name="T79" fmla="*/ 416 h 467"/>
                <a:gd name="T80" fmla="*/ 414 w 708"/>
                <a:gd name="T81" fmla="*/ 421 h 467"/>
                <a:gd name="T82" fmla="*/ 421 w 708"/>
                <a:gd name="T83" fmla="*/ 423 h 467"/>
                <a:gd name="T84" fmla="*/ 428 w 708"/>
                <a:gd name="T85" fmla="*/ 424 h 467"/>
                <a:gd name="T86" fmla="*/ 435 w 708"/>
                <a:gd name="T87" fmla="*/ 426 h 467"/>
                <a:gd name="T88" fmla="*/ 443 w 708"/>
                <a:gd name="T89" fmla="*/ 427 h 467"/>
                <a:gd name="T90" fmla="*/ 451 w 708"/>
                <a:gd name="T91" fmla="*/ 428 h 467"/>
                <a:gd name="T92" fmla="*/ 458 w 708"/>
                <a:gd name="T93" fmla="*/ 428 h 467"/>
                <a:gd name="T94" fmla="*/ 467 w 708"/>
                <a:gd name="T95" fmla="*/ 429 h 467"/>
                <a:gd name="T96" fmla="*/ 475 w 708"/>
                <a:gd name="T97" fmla="*/ 429 h 467"/>
                <a:gd name="T98" fmla="*/ 483 w 708"/>
                <a:gd name="T99" fmla="*/ 429 h 467"/>
                <a:gd name="T100" fmla="*/ 492 w 708"/>
                <a:gd name="T101" fmla="*/ 429 h 467"/>
                <a:gd name="T102" fmla="*/ 501 w 708"/>
                <a:gd name="T103" fmla="*/ 429 h 467"/>
                <a:gd name="T104" fmla="*/ 533 w 708"/>
                <a:gd name="T105" fmla="*/ 427 h 467"/>
                <a:gd name="T106" fmla="*/ 603 w 708"/>
                <a:gd name="T107" fmla="*/ 467 h 4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08" h="467">
                  <a:moveTo>
                    <a:pt x="625" y="169"/>
                  </a:moveTo>
                  <a:cubicBezTo>
                    <a:pt x="516" y="60"/>
                    <a:pt x="370" y="0"/>
                    <a:pt x="215" y="0"/>
                  </a:cubicBezTo>
                  <a:cubicBezTo>
                    <a:pt x="209" y="0"/>
                    <a:pt x="203" y="0"/>
                    <a:pt x="196" y="0"/>
                  </a:cubicBezTo>
                  <a:cubicBezTo>
                    <a:pt x="160" y="1"/>
                    <a:pt x="125" y="6"/>
                    <a:pt x="90" y="13"/>
                  </a:cubicBezTo>
                  <a:cubicBezTo>
                    <a:pt x="89" y="14"/>
                    <a:pt x="89" y="14"/>
                    <a:pt x="89" y="14"/>
                  </a:cubicBezTo>
                  <a:cubicBezTo>
                    <a:pt x="83" y="15"/>
                    <a:pt x="77" y="16"/>
                    <a:pt x="70" y="18"/>
                  </a:cubicBezTo>
                  <a:cubicBezTo>
                    <a:pt x="66" y="19"/>
                    <a:pt x="66" y="19"/>
                    <a:pt x="66" y="19"/>
                  </a:cubicBezTo>
                  <a:cubicBezTo>
                    <a:pt x="61" y="21"/>
                    <a:pt x="56" y="22"/>
                    <a:pt x="50" y="24"/>
                  </a:cubicBezTo>
                  <a:cubicBezTo>
                    <a:pt x="46" y="25"/>
                    <a:pt x="46" y="25"/>
                    <a:pt x="46" y="25"/>
                  </a:cubicBezTo>
                  <a:cubicBezTo>
                    <a:pt x="39" y="27"/>
                    <a:pt x="33" y="29"/>
                    <a:pt x="27" y="31"/>
                  </a:cubicBezTo>
                  <a:cubicBezTo>
                    <a:pt x="21" y="33"/>
                    <a:pt x="15" y="35"/>
                    <a:pt x="8" y="38"/>
                  </a:cubicBezTo>
                  <a:cubicBezTo>
                    <a:pt x="7" y="38"/>
                    <a:pt x="6" y="39"/>
                    <a:pt x="6" y="39"/>
                  </a:cubicBezTo>
                  <a:cubicBezTo>
                    <a:pt x="4" y="40"/>
                    <a:pt x="4" y="40"/>
                    <a:pt x="4" y="40"/>
                  </a:cubicBezTo>
                  <a:cubicBezTo>
                    <a:pt x="3" y="40"/>
                    <a:pt x="1" y="40"/>
                    <a:pt x="0" y="41"/>
                  </a:cubicBezTo>
                  <a:cubicBezTo>
                    <a:pt x="27" y="39"/>
                    <a:pt x="56" y="42"/>
                    <a:pt x="82" y="49"/>
                  </a:cubicBezTo>
                  <a:cubicBezTo>
                    <a:pt x="131" y="63"/>
                    <a:pt x="198" y="98"/>
                    <a:pt x="245" y="188"/>
                  </a:cubicBezTo>
                  <a:cubicBezTo>
                    <a:pt x="247" y="191"/>
                    <a:pt x="248" y="193"/>
                    <a:pt x="250" y="196"/>
                  </a:cubicBezTo>
                  <a:cubicBezTo>
                    <a:pt x="250" y="197"/>
                    <a:pt x="250" y="197"/>
                    <a:pt x="250" y="197"/>
                  </a:cubicBezTo>
                  <a:cubicBezTo>
                    <a:pt x="251" y="199"/>
                    <a:pt x="253" y="202"/>
                    <a:pt x="254" y="205"/>
                  </a:cubicBezTo>
                  <a:cubicBezTo>
                    <a:pt x="255" y="209"/>
                    <a:pt x="255" y="209"/>
                    <a:pt x="255" y="209"/>
                  </a:cubicBezTo>
                  <a:cubicBezTo>
                    <a:pt x="258" y="213"/>
                    <a:pt x="260" y="219"/>
                    <a:pt x="262" y="226"/>
                  </a:cubicBezTo>
                  <a:cubicBezTo>
                    <a:pt x="265" y="233"/>
                    <a:pt x="268" y="241"/>
                    <a:pt x="270" y="249"/>
                  </a:cubicBezTo>
                  <a:cubicBezTo>
                    <a:pt x="274" y="259"/>
                    <a:pt x="278" y="270"/>
                    <a:pt x="282" y="281"/>
                  </a:cubicBezTo>
                  <a:cubicBezTo>
                    <a:pt x="282" y="283"/>
                    <a:pt x="283" y="284"/>
                    <a:pt x="283" y="285"/>
                  </a:cubicBezTo>
                  <a:cubicBezTo>
                    <a:pt x="284" y="286"/>
                    <a:pt x="284" y="286"/>
                    <a:pt x="284" y="286"/>
                  </a:cubicBezTo>
                  <a:cubicBezTo>
                    <a:pt x="284" y="286"/>
                    <a:pt x="284" y="286"/>
                    <a:pt x="284" y="286"/>
                  </a:cubicBezTo>
                  <a:cubicBezTo>
                    <a:pt x="284" y="287"/>
                    <a:pt x="284" y="287"/>
                    <a:pt x="284" y="287"/>
                  </a:cubicBezTo>
                  <a:cubicBezTo>
                    <a:pt x="284" y="288"/>
                    <a:pt x="285" y="289"/>
                    <a:pt x="285" y="291"/>
                  </a:cubicBezTo>
                  <a:cubicBezTo>
                    <a:pt x="286" y="291"/>
                    <a:pt x="286" y="291"/>
                    <a:pt x="286" y="291"/>
                  </a:cubicBezTo>
                  <a:cubicBezTo>
                    <a:pt x="286" y="293"/>
                    <a:pt x="287" y="294"/>
                    <a:pt x="287" y="295"/>
                  </a:cubicBezTo>
                  <a:cubicBezTo>
                    <a:pt x="288" y="296"/>
                    <a:pt x="288" y="296"/>
                    <a:pt x="288" y="296"/>
                  </a:cubicBezTo>
                  <a:cubicBezTo>
                    <a:pt x="288" y="297"/>
                    <a:pt x="289" y="299"/>
                    <a:pt x="289" y="300"/>
                  </a:cubicBezTo>
                  <a:cubicBezTo>
                    <a:pt x="290" y="301"/>
                    <a:pt x="290" y="301"/>
                    <a:pt x="290" y="301"/>
                  </a:cubicBezTo>
                  <a:cubicBezTo>
                    <a:pt x="290" y="302"/>
                    <a:pt x="291" y="304"/>
                    <a:pt x="291" y="305"/>
                  </a:cubicBezTo>
                  <a:cubicBezTo>
                    <a:pt x="292" y="306"/>
                    <a:pt x="292" y="306"/>
                    <a:pt x="292" y="306"/>
                  </a:cubicBezTo>
                  <a:cubicBezTo>
                    <a:pt x="292" y="307"/>
                    <a:pt x="293" y="309"/>
                    <a:pt x="294" y="310"/>
                  </a:cubicBezTo>
                  <a:cubicBezTo>
                    <a:pt x="297" y="317"/>
                    <a:pt x="300" y="323"/>
                    <a:pt x="303" y="329"/>
                  </a:cubicBezTo>
                  <a:cubicBezTo>
                    <a:pt x="304" y="331"/>
                    <a:pt x="305" y="333"/>
                    <a:pt x="306" y="334"/>
                  </a:cubicBezTo>
                  <a:cubicBezTo>
                    <a:pt x="307" y="335"/>
                    <a:pt x="307" y="335"/>
                    <a:pt x="307" y="335"/>
                  </a:cubicBezTo>
                  <a:cubicBezTo>
                    <a:pt x="307" y="336"/>
                    <a:pt x="308" y="337"/>
                    <a:pt x="309" y="339"/>
                  </a:cubicBezTo>
                  <a:cubicBezTo>
                    <a:pt x="309" y="340"/>
                    <a:pt x="309" y="340"/>
                    <a:pt x="309" y="340"/>
                  </a:cubicBezTo>
                  <a:cubicBezTo>
                    <a:pt x="310" y="341"/>
                    <a:pt x="311" y="342"/>
                    <a:pt x="311" y="343"/>
                  </a:cubicBezTo>
                  <a:cubicBezTo>
                    <a:pt x="312" y="344"/>
                    <a:pt x="312" y="344"/>
                    <a:pt x="312" y="344"/>
                  </a:cubicBezTo>
                  <a:cubicBezTo>
                    <a:pt x="313" y="345"/>
                    <a:pt x="314" y="346"/>
                    <a:pt x="314" y="347"/>
                  </a:cubicBezTo>
                  <a:cubicBezTo>
                    <a:pt x="315" y="349"/>
                    <a:pt x="315" y="349"/>
                    <a:pt x="315" y="349"/>
                  </a:cubicBezTo>
                  <a:cubicBezTo>
                    <a:pt x="316" y="350"/>
                    <a:pt x="317" y="351"/>
                    <a:pt x="317" y="352"/>
                  </a:cubicBezTo>
                  <a:cubicBezTo>
                    <a:pt x="318" y="353"/>
                    <a:pt x="318" y="353"/>
                    <a:pt x="318" y="353"/>
                  </a:cubicBezTo>
                  <a:cubicBezTo>
                    <a:pt x="319" y="354"/>
                    <a:pt x="320" y="355"/>
                    <a:pt x="320" y="356"/>
                  </a:cubicBezTo>
                  <a:cubicBezTo>
                    <a:pt x="322" y="358"/>
                    <a:pt x="322" y="358"/>
                    <a:pt x="322" y="358"/>
                  </a:cubicBezTo>
                  <a:cubicBezTo>
                    <a:pt x="322" y="359"/>
                    <a:pt x="323" y="360"/>
                    <a:pt x="324" y="361"/>
                  </a:cubicBezTo>
                  <a:cubicBezTo>
                    <a:pt x="325" y="362"/>
                    <a:pt x="325" y="362"/>
                    <a:pt x="325" y="362"/>
                  </a:cubicBezTo>
                  <a:cubicBezTo>
                    <a:pt x="326" y="363"/>
                    <a:pt x="326" y="364"/>
                    <a:pt x="327" y="365"/>
                  </a:cubicBezTo>
                  <a:cubicBezTo>
                    <a:pt x="328" y="366"/>
                    <a:pt x="328" y="366"/>
                    <a:pt x="328" y="366"/>
                  </a:cubicBezTo>
                  <a:cubicBezTo>
                    <a:pt x="329" y="367"/>
                    <a:pt x="330" y="368"/>
                    <a:pt x="331" y="369"/>
                  </a:cubicBezTo>
                  <a:cubicBezTo>
                    <a:pt x="332" y="370"/>
                    <a:pt x="332" y="370"/>
                    <a:pt x="332" y="370"/>
                  </a:cubicBezTo>
                  <a:cubicBezTo>
                    <a:pt x="333" y="371"/>
                    <a:pt x="334" y="372"/>
                    <a:pt x="335" y="373"/>
                  </a:cubicBezTo>
                  <a:cubicBezTo>
                    <a:pt x="335" y="374"/>
                    <a:pt x="335" y="374"/>
                    <a:pt x="335" y="374"/>
                  </a:cubicBezTo>
                  <a:cubicBezTo>
                    <a:pt x="338" y="377"/>
                    <a:pt x="341" y="379"/>
                    <a:pt x="343" y="382"/>
                  </a:cubicBezTo>
                  <a:cubicBezTo>
                    <a:pt x="345" y="383"/>
                    <a:pt x="346" y="384"/>
                    <a:pt x="347" y="385"/>
                  </a:cubicBezTo>
                  <a:cubicBezTo>
                    <a:pt x="348" y="386"/>
                    <a:pt x="348" y="386"/>
                    <a:pt x="348" y="386"/>
                  </a:cubicBezTo>
                  <a:cubicBezTo>
                    <a:pt x="350" y="387"/>
                    <a:pt x="351" y="388"/>
                    <a:pt x="352" y="389"/>
                  </a:cubicBezTo>
                  <a:cubicBezTo>
                    <a:pt x="353" y="390"/>
                    <a:pt x="353" y="390"/>
                    <a:pt x="353" y="390"/>
                  </a:cubicBezTo>
                  <a:cubicBezTo>
                    <a:pt x="354" y="391"/>
                    <a:pt x="355" y="392"/>
                    <a:pt x="356" y="392"/>
                  </a:cubicBezTo>
                  <a:cubicBezTo>
                    <a:pt x="358" y="394"/>
                    <a:pt x="358" y="394"/>
                    <a:pt x="358" y="394"/>
                  </a:cubicBezTo>
                  <a:cubicBezTo>
                    <a:pt x="359" y="394"/>
                    <a:pt x="360" y="395"/>
                    <a:pt x="361" y="396"/>
                  </a:cubicBezTo>
                  <a:cubicBezTo>
                    <a:pt x="362" y="397"/>
                    <a:pt x="362" y="397"/>
                    <a:pt x="362" y="397"/>
                  </a:cubicBezTo>
                  <a:cubicBezTo>
                    <a:pt x="363" y="398"/>
                    <a:pt x="364" y="398"/>
                    <a:pt x="365" y="399"/>
                  </a:cubicBezTo>
                  <a:cubicBezTo>
                    <a:pt x="367" y="400"/>
                    <a:pt x="367" y="400"/>
                    <a:pt x="367" y="400"/>
                  </a:cubicBezTo>
                  <a:cubicBezTo>
                    <a:pt x="368" y="401"/>
                    <a:pt x="369" y="401"/>
                    <a:pt x="370" y="402"/>
                  </a:cubicBezTo>
                  <a:cubicBezTo>
                    <a:pt x="372" y="403"/>
                    <a:pt x="372" y="403"/>
                    <a:pt x="372" y="403"/>
                  </a:cubicBezTo>
                  <a:cubicBezTo>
                    <a:pt x="373" y="404"/>
                    <a:pt x="374" y="404"/>
                    <a:pt x="375" y="405"/>
                  </a:cubicBezTo>
                  <a:cubicBezTo>
                    <a:pt x="377" y="406"/>
                    <a:pt x="377" y="406"/>
                    <a:pt x="377" y="406"/>
                  </a:cubicBezTo>
                  <a:cubicBezTo>
                    <a:pt x="378" y="407"/>
                    <a:pt x="380" y="407"/>
                    <a:pt x="381" y="408"/>
                  </a:cubicBezTo>
                  <a:cubicBezTo>
                    <a:pt x="383" y="409"/>
                    <a:pt x="383" y="409"/>
                    <a:pt x="383" y="409"/>
                  </a:cubicBezTo>
                  <a:cubicBezTo>
                    <a:pt x="384" y="409"/>
                    <a:pt x="385" y="410"/>
                    <a:pt x="386" y="411"/>
                  </a:cubicBezTo>
                  <a:cubicBezTo>
                    <a:pt x="388" y="412"/>
                    <a:pt x="388" y="412"/>
                    <a:pt x="388" y="412"/>
                  </a:cubicBezTo>
                  <a:cubicBezTo>
                    <a:pt x="390" y="412"/>
                    <a:pt x="391" y="413"/>
                    <a:pt x="392" y="413"/>
                  </a:cubicBezTo>
                  <a:cubicBezTo>
                    <a:pt x="394" y="414"/>
                    <a:pt x="394" y="414"/>
                    <a:pt x="394" y="414"/>
                  </a:cubicBezTo>
                  <a:cubicBezTo>
                    <a:pt x="395" y="415"/>
                    <a:pt x="397" y="415"/>
                    <a:pt x="398" y="416"/>
                  </a:cubicBezTo>
                  <a:cubicBezTo>
                    <a:pt x="400" y="416"/>
                    <a:pt x="400" y="416"/>
                    <a:pt x="400" y="416"/>
                  </a:cubicBezTo>
                  <a:cubicBezTo>
                    <a:pt x="404" y="418"/>
                    <a:pt x="408" y="419"/>
                    <a:pt x="412" y="420"/>
                  </a:cubicBezTo>
                  <a:cubicBezTo>
                    <a:pt x="414" y="421"/>
                    <a:pt x="414" y="421"/>
                    <a:pt x="414" y="421"/>
                  </a:cubicBezTo>
                  <a:cubicBezTo>
                    <a:pt x="416" y="421"/>
                    <a:pt x="417" y="422"/>
                    <a:pt x="419" y="422"/>
                  </a:cubicBezTo>
                  <a:cubicBezTo>
                    <a:pt x="421" y="423"/>
                    <a:pt x="421" y="423"/>
                    <a:pt x="421" y="423"/>
                  </a:cubicBezTo>
                  <a:cubicBezTo>
                    <a:pt x="423" y="423"/>
                    <a:pt x="424" y="423"/>
                    <a:pt x="426" y="424"/>
                  </a:cubicBezTo>
                  <a:cubicBezTo>
                    <a:pt x="428" y="424"/>
                    <a:pt x="428" y="424"/>
                    <a:pt x="428" y="424"/>
                  </a:cubicBezTo>
                  <a:cubicBezTo>
                    <a:pt x="430" y="425"/>
                    <a:pt x="431" y="425"/>
                    <a:pt x="433" y="425"/>
                  </a:cubicBezTo>
                  <a:cubicBezTo>
                    <a:pt x="434" y="425"/>
                    <a:pt x="435" y="425"/>
                    <a:pt x="435" y="426"/>
                  </a:cubicBezTo>
                  <a:cubicBezTo>
                    <a:pt x="437" y="426"/>
                    <a:pt x="438" y="426"/>
                    <a:pt x="440" y="426"/>
                  </a:cubicBezTo>
                  <a:cubicBezTo>
                    <a:pt x="441" y="426"/>
                    <a:pt x="442" y="427"/>
                    <a:pt x="443" y="427"/>
                  </a:cubicBezTo>
                  <a:cubicBezTo>
                    <a:pt x="444" y="427"/>
                    <a:pt x="446" y="427"/>
                    <a:pt x="447" y="427"/>
                  </a:cubicBezTo>
                  <a:cubicBezTo>
                    <a:pt x="448" y="427"/>
                    <a:pt x="450" y="428"/>
                    <a:pt x="451" y="428"/>
                  </a:cubicBezTo>
                  <a:cubicBezTo>
                    <a:pt x="452" y="428"/>
                    <a:pt x="454" y="428"/>
                    <a:pt x="455" y="428"/>
                  </a:cubicBezTo>
                  <a:cubicBezTo>
                    <a:pt x="458" y="428"/>
                    <a:pt x="458" y="428"/>
                    <a:pt x="458" y="428"/>
                  </a:cubicBezTo>
                  <a:cubicBezTo>
                    <a:pt x="460" y="429"/>
                    <a:pt x="461" y="429"/>
                    <a:pt x="463" y="429"/>
                  </a:cubicBezTo>
                  <a:cubicBezTo>
                    <a:pt x="464" y="429"/>
                    <a:pt x="465" y="429"/>
                    <a:pt x="467" y="429"/>
                  </a:cubicBezTo>
                  <a:cubicBezTo>
                    <a:pt x="468" y="429"/>
                    <a:pt x="470" y="429"/>
                    <a:pt x="471" y="429"/>
                  </a:cubicBezTo>
                  <a:cubicBezTo>
                    <a:pt x="473" y="429"/>
                    <a:pt x="474" y="429"/>
                    <a:pt x="475" y="429"/>
                  </a:cubicBezTo>
                  <a:cubicBezTo>
                    <a:pt x="476" y="429"/>
                    <a:pt x="478" y="429"/>
                    <a:pt x="480" y="429"/>
                  </a:cubicBezTo>
                  <a:cubicBezTo>
                    <a:pt x="483" y="429"/>
                    <a:pt x="483" y="429"/>
                    <a:pt x="483" y="429"/>
                  </a:cubicBezTo>
                  <a:cubicBezTo>
                    <a:pt x="485" y="429"/>
                    <a:pt x="487" y="429"/>
                    <a:pt x="489" y="429"/>
                  </a:cubicBezTo>
                  <a:cubicBezTo>
                    <a:pt x="492" y="429"/>
                    <a:pt x="492" y="429"/>
                    <a:pt x="492" y="429"/>
                  </a:cubicBezTo>
                  <a:cubicBezTo>
                    <a:pt x="494" y="429"/>
                    <a:pt x="496" y="429"/>
                    <a:pt x="498" y="429"/>
                  </a:cubicBezTo>
                  <a:cubicBezTo>
                    <a:pt x="501" y="429"/>
                    <a:pt x="501" y="429"/>
                    <a:pt x="501" y="429"/>
                  </a:cubicBezTo>
                  <a:cubicBezTo>
                    <a:pt x="504" y="428"/>
                    <a:pt x="507" y="428"/>
                    <a:pt x="510" y="428"/>
                  </a:cubicBezTo>
                  <a:cubicBezTo>
                    <a:pt x="518" y="427"/>
                    <a:pt x="526" y="427"/>
                    <a:pt x="533" y="427"/>
                  </a:cubicBezTo>
                  <a:cubicBezTo>
                    <a:pt x="563" y="427"/>
                    <a:pt x="584" y="434"/>
                    <a:pt x="595" y="447"/>
                  </a:cubicBezTo>
                  <a:cubicBezTo>
                    <a:pt x="599" y="453"/>
                    <a:pt x="602" y="459"/>
                    <a:pt x="603" y="467"/>
                  </a:cubicBezTo>
                  <a:cubicBezTo>
                    <a:pt x="708" y="346"/>
                    <a:pt x="663" y="212"/>
                    <a:pt x="625" y="169"/>
                  </a:cubicBezTo>
                  <a:close/>
                </a:path>
              </a:pathLst>
            </a:custGeom>
            <a:solidFill>
              <a:schemeClr val="bg1">
                <a:lumMod val="95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思源黑体 CN Medium" panose="020B0600000000000000" charset="-122"/>
                <a:ea typeface="思源黑体 CN Medium" panose="020B0600000000000000" charset="-122"/>
                <a:cs typeface="+mn-ea"/>
                <a:sym typeface="+mn-lt"/>
              </a:endParaRPr>
            </a:p>
          </p:txBody>
        </p:sp>
        <p:sp>
          <p:nvSpPr>
            <p:cNvPr id="7" name="Freeform 6"/>
            <p:cNvSpPr/>
            <p:nvPr/>
          </p:nvSpPr>
          <p:spPr bwMode="auto">
            <a:xfrm>
              <a:off x="743254" y="1793560"/>
              <a:ext cx="2223041" cy="2159651"/>
            </a:xfrm>
            <a:custGeom>
              <a:avLst/>
              <a:gdLst>
                <a:gd name="T0" fmla="*/ 29 w 593"/>
                <a:gd name="T1" fmla="*/ 362 h 579"/>
                <a:gd name="T2" fmla="*/ 3 w 593"/>
                <a:gd name="T3" fmla="*/ 485 h 579"/>
                <a:gd name="T4" fmla="*/ 1 w 593"/>
                <a:gd name="T5" fmla="*/ 505 h 579"/>
                <a:gd name="T6" fmla="*/ 0 w 593"/>
                <a:gd name="T7" fmla="*/ 526 h 579"/>
                <a:gd name="T8" fmla="*/ 0 w 593"/>
                <a:gd name="T9" fmla="*/ 550 h 579"/>
                <a:gd name="T10" fmla="*/ 1 w 593"/>
                <a:gd name="T11" fmla="*/ 573 h 579"/>
                <a:gd name="T12" fmla="*/ 1 w 593"/>
                <a:gd name="T13" fmla="*/ 579 h 579"/>
                <a:gd name="T14" fmla="*/ 217 w 593"/>
                <a:gd name="T15" fmla="*/ 391 h 579"/>
                <a:gd name="T16" fmla="*/ 227 w 593"/>
                <a:gd name="T17" fmla="*/ 389 h 579"/>
                <a:gd name="T18" fmla="*/ 240 w 593"/>
                <a:gd name="T19" fmla="*/ 388 h 579"/>
                <a:gd name="T20" fmla="*/ 283 w 593"/>
                <a:gd name="T21" fmla="*/ 386 h 579"/>
                <a:gd name="T22" fmla="*/ 321 w 593"/>
                <a:gd name="T23" fmla="*/ 385 h 579"/>
                <a:gd name="T24" fmla="*/ 322 w 593"/>
                <a:gd name="T25" fmla="*/ 385 h 579"/>
                <a:gd name="T26" fmla="*/ 327 w 593"/>
                <a:gd name="T27" fmla="*/ 385 h 579"/>
                <a:gd name="T28" fmla="*/ 332 w 593"/>
                <a:gd name="T29" fmla="*/ 384 h 579"/>
                <a:gd name="T30" fmla="*/ 337 w 593"/>
                <a:gd name="T31" fmla="*/ 384 h 579"/>
                <a:gd name="T32" fmla="*/ 343 w 593"/>
                <a:gd name="T33" fmla="*/ 383 h 579"/>
                <a:gd name="T34" fmla="*/ 348 w 593"/>
                <a:gd name="T35" fmla="*/ 383 h 579"/>
                <a:gd name="T36" fmla="*/ 375 w 593"/>
                <a:gd name="T37" fmla="*/ 378 h 579"/>
                <a:gd name="T38" fmla="*/ 380 w 593"/>
                <a:gd name="T39" fmla="*/ 377 h 579"/>
                <a:gd name="T40" fmla="*/ 385 w 593"/>
                <a:gd name="T41" fmla="*/ 376 h 579"/>
                <a:gd name="T42" fmla="*/ 390 w 593"/>
                <a:gd name="T43" fmla="*/ 375 h 579"/>
                <a:gd name="T44" fmla="*/ 395 w 593"/>
                <a:gd name="T45" fmla="*/ 373 h 579"/>
                <a:gd name="T46" fmla="*/ 400 w 593"/>
                <a:gd name="T47" fmla="*/ 371 h 579"/>
                <a:gd name="T48" fmla="*/ 405 w 593"/>
                <a:gd name="T49" fmla="*/ 370 h 579"/>
                <a:gd name="T50" fmla="*/ 410 w 593"/>
                <a:gd name="T51" fmla="*/ 368 h 579"/>
                <a:gd name="T52" fmla="*/ 416 w 593"/>
                <a:gd name="T53" fmla="*/ 366 h 579"/>
                <a:gd name="T54" fmla="*/ 421 w 593"/>
                <a:gd name="T55" fmla="*/ 363 h 579"/>
                <a:gd name="T56" fmla="*/ 432 w 593"/>
                <a:gd name="T57" fmla="*/ 358 h 579"/>
                <a:gd name="T58" fmla="*/ 438 w 593"/>
                <a:gd name="T59" fmla="*/ 354 h 579"/>
                <a:gd name="T60" fmla="*/ 443 w 593"/>
                <a:gd name="T61" fmla="*/ 351 h 579"/>
                <a:gd name="T62" fmla="*/ 447 w 593"/>
                <a:gd name="T63" fmla="*/ 348 h 579"/>
                <a:gd name="T64" fmla="*/ 452 w 593"/>
                <a:gd name="T65" fmla="*/ 344 h 579"/>
                <a:gd name="T66" fmla="*/ 457 w 593"/>
                <a:gd name="T67" fmla="*/ 341 h 579"/>
                <a:gd name="T68" fmla="*/ 461 w 593"/>
                <a:gd name="T69" fmla="*/ 337 h 579"/>
                <a:gd name="T70" fmla="*/ 465 w 593"/>
                <a:gd name="T71" fmla="*/ 333 h 579"/>
                <a:gd name="T72" fmla="*/ 470 w 593"/>
                <a:gd name="T73" fmla="*/ 328 h 579"/>
                <a:gd name="T74" fmla="*/ 474 w 593"/>
                <a:gd name="T75" fmla="*/ 324 h 579"/>
                <a:gd name="T76" fmla="*/ 478 w 593"/>
                <a:gd name="T77" fmla="*/ 319 h 579"/>
                <a:gd name="T78" fmla="*/ 482 w 593"/>
                <a:gd name="T79" fmla="*/ 314 h 579"/>
                <a:gd name="T80" fmla="*/ 491 w 593"/>
                <a:gd name="T81" fmla="*/ 302 h 579"/>
                <a:gd name="T82" fmla="*/ 495 w 593"/>
                <a:gd name="T83" fmla="*/ 296 h 579"/>
                <a:gd name="T84" fmla="*/ 498 w 593"/>
                <a:gd name="T85" fmla="*/ 290 h 579"/>
                <a:gd name="T86" fmla="*/ 502 w 593"/>
                <a:gd name="T87" fmla="*/ 284 h 579"/>
                <a:gd name="T88" fmla="*/ 505 w 593"/>
                <a:gd name="T89" fmla="*/ 277 h 579"/>
                <a:gd name="T90" fmla="*/ 508 w 593"/>
                <a:gd name="T91" fmla="*/ 270 h 579"/>
                <a:gd name="T92" fmla="*/ 512 w 593"/>
                <a:gd name="T93" fmla="*/ 263 h 579"/>
                <a:gd name="T94" fmla="*/ 515 w 593"/>
                <a:gd name="T95" fmla="*/ 255 h 579"/>
                <a:gd name="T96" fmla="*/ 517 w 593"/>
                <a:gd name="T97" fmla="*/ 247 h 579"/>
                <a:gd name="T98" fmla="*/ 520 w 593"/>
                <a:gd name="T99" fmla="*/ 239 h 579"/>
                <a:gd name="T100" fmla="*/ 523 w 593"/>
                <a:gd name="T101" fmla="*/ 231 h 579"/>
                <a:gd name="T102" fmla="*/ 525 w 593"/>
                <a:gd name="T103" fmla="*/ 222 h 579"/>
                <a:gd name="T104" fmla="*/ 533 w 593"/>
                <a:gd name="T105" fmla="*/ 191 h 579"/>
                <a:gd name="T106" fmla="*/ 593 w 593"/>
                <a:gd name="T107" fmla="*/ 137 h 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93" h="579">
                  <a:moveTo>
                    <a:pt x="317" y="24"/>
                  </a:moveTo>
                  <a:cubicBezTo>
                    <a:pt x="179" y="94"/>
                    <a:pt x="77" y="214"/>
                    <a:pt x="29" y="362"/>
                  </a:cubicBezTo>
                  <a:cubicBezTo>
                    <a:pt x="27" y="368"/>
                    <a:pt x="25" y="373"/>
                    <a:pt x="23" y="380"/>
                  </a:cubicBezTo>
                  <a:cubicBezTo>
                    <a:pt x="13" y="414"/>
                    <a:pt x="7" y="449"/>
                    <a:pt x="3" y="485"/>
                  </a:cubicBezTo>
                  <a:cubicBezTo>
                    <a:pt x="3" y="486"/>
                    <a:pt x="3" y="486"/>
                    <a:pt x="3" y="486"/>
                  </a:cubicBezTo>
                  <a:cubicBezTo>
                    <a:pt x="2" y="492"/>
                    <a:pt x="2" y="498"/>
                    <a:pt x="1" y="505"/>
                  </a:cubicBezTo>
                  <a:cubicBezTo>
                    <a:pt x="1" y="509"/>
                    <a:pt x="1" y="509"/>
                    <a:pt x="1" y="509"/>
                  </a:cubicBezTo>
                  <a:cubicBezTo>
                    <a:pt x="1" y="515"/>
                    <a:pt x="1" y="520"/>
                    <a:pt x="0" y="526"/>
                  </a:cubicBezTo>
                  <a:cubicBezTo>
                    <a:pt x="0" y="530"/>
                    <a:pt x="0" y="530"/>
                    <a:pt x="0" y="530"/>
                  </a:cubicBezTo>
                  <a:cubicBezTo>
                    <a:pt x="0" y="537"/>
                    <a:pt x="0" y="544"/>
                    <a:pt x="0" y="550"/>
                  </a:cubicBezTo>
                  <a:cubicBezTo>
                    <a:pt x="0" y="556"/>
                    <a:pt x="1" y="563"/>
                    <a:pt x="1" y="570"/>
                  </a:cubicBezTo>
                  <a:cubicBezTo>
                    <a:pt x="1" y="571"/>
                    <a:pt x="1" y="572"/>
                    <a:pt x="1" y="573"/>
                  </a:cubicBezTo>
                  <a:cubicBezTo>
                    <a:pt x="1" y="575"/>
                    <a:pt x="1" y="575"/>
                    <a:pt x="1" y="575"/>
                  </a:cubicBezTo>
                  <a:cubicBezTo>
                    <a:pt x="1" y="576"/>
                    <a:pt x="1" y="577"/>
                    <a:pt x="1" y="579"/>
                  </a:cubicBezTo>
                  <a:cubicBezTo>
                    <a:pt x="8" y="552"/>
                    <a:pt x="20" y="526"/>
                    <a:pt x="35" y="503"/>
                  </a:cubicBezTo>
                  <a:cubicBezTo>
                    <a:pt x="62" y="461"/>
                    <a:pt x="116" y="408"/>
                    <a:pt x="217" y="391"/>
                  </a:cubicBezTo>
                  <a:cubicBezTo>
                    <a:pt x="220" y="390"/>
                    <a:pt x="223" y="390"/>
                    <a:pt x="226" y="389"/>
                  </a:cubicBezTo>
                  <a:cubicBezTo>
                    <a:pt x="227" y="389"/>
                    <a:pt x="227" y="389"/>
                    <a:pt x="227" y="389"/>
                  </a:cubicBezTo>
                  <a:cubicBezTo>
                    <a:pt x="230" y="389"/>
                    <a:pt x="233" y="389"/>
                    <a:pt x="236" y="388"/>
                  </a:cubicBezTo>
                  <a:cubicBezTo>
                    <a:pt x="240" y="388"/>
                    <a:pt x="240" y="388"/>
                    <a:pt x="240" y="388"/>
                  </a:cubicBezTo>
                  <a:cubicBezTo>
                    <a:pt x="245" y="387"/>
                    <a:pt x="251" y="387"/>
                    <a:pt x="258" y="386"/>
                  </a:cubicBezTo>
                  <a:cubicBezTo>
                    <a:pt x="266" y="386"/>
                    <a:pt x="275" y="386"/>
                    <a:pt x="283" y="386"/>
                  </a:cubicBezTo>
                  <a:cubicBezTo>
                    <a:pt x="294" y="386"/>
                    <a:pt x="305" y="386"/>
                    <a:pt x="317" y="385"/>
                  </a:cubicBezTo>
                  <a:cubicBezTo>
                    <a:pt x="319" y="385"/>
                    <a:pt x="320" y="385"/>
                    <a:pt x="321" y="385"/>
                  </a:cubicBezTo>
                  <a:cubicBezTo>
                    <a:pt x="322" y="385"/>
                    <a:pt x="322" y="385"/>
                    <a:pt x="322" y="385"/>
                  </a:cubicBezTo>
                  <a:cubicBezTo>
                    <a:pt x="322" y="385"/>
                    <a:pt x="322" y="385"/>
                    <a:pt x="322" y="385"/>
                  </a:cubicBezTo>
                  <a:cubicBezTo>
                    <a:pt x="323" y="385"/>
                    <a:pt x="323" y="385"/>
                    <a:pt x="323" y="385"/>
                  </a:cubicBezTo>
                  <a:cubicBezTo>
                    <a:pt x="325" y="385"/>
                    <a:pt x="326" y="385"/>
                    <a:pt x="327" y="385"/>
                  </a:cubicBezTo>
                  <a:cubicBezTo>
                    <a:pt x="328" y="384"/>
                    <a:pt x="328" y="384"/>
                    <a:pt x="328" y="384"/>
                  </a:cubicBezTo>
                  <a:cubicBezTo>
                    <a:pt x="329" y="384"/>
                    <a:pt x="331" y="384"/>
                    <a:pt x="332" y="384"/>
                  </a:cubicBezTo>
                  <a:cubicBezTo>
                    <a:pt x="333" y="384"/>
                    <a:pt x="333" y="384"/>
                    <a:pt x="333" y="384"/>
                  </a:cubicBezTo>
                  <a:cubicBezTo>
                    <a:pt x="334" y="384"/>
                    <a:pt x="336" y="384"/>
                    <a:pt x="337" y="384"/>
                  </a:cubicBezTo>
                  <a:cubicBezTo>
                    <a:pt x="338" y="384"/>
                    <a:pt x="338" y="384"/>
                    <a:pt x="338" y="384"/>
                  </a:cubicBezTo>
                  <a:cubicBezTo>
                    <a:pt x="340" y="384"/>
                    <a:pt x="341" y="383"/>
                    <a:pt x="343" y="383"/>
                  </a:cubicBezTo>
                  <a:cubicBezTo>
                    <a:pt x="343" y="383"/>
                    <a:pt x="343" y="383"/>
                    <a:pt x="343" y="383"/>
                  </a:cubicBezTo>
                  <a:cubicBezTo>
                    <a:pt x="345" y="383"/>
                    <a:pt x="346" y="383"/>
                    <a:pt x="348" y="383"/>
                  </a:cubicBezTo>
                  <a:cubicBezTo>
                    <a:pt x="356" y="382"/>
                    <a:pt x="363" y="381"/>
                    <a:pt x="370" y="379"/>
                  </a:cubicBezTo>
                  <a:cubicBezTo>
                    <a:pt x="371" y="379"/>
                    <a:pt x="373" y="379"/>
                    <a:pt x="375" y="378"/>
                  </a:cubicBezTo>
                  <a:cubicBezTo>
                    <a:pt x="376" y="378"/>
                    <a:pt x="376" y="378"/>
                    <a:pt x="376" y="378"/>
                  </a:cubicBezTo>
                  <a:cubicBezTo>
                    <a:pt x="377" y="378"/>
                    <a:pt x="378" y="378"/>
                    <a:pt x="380" y="377"/>
                  </a:cubicBezTo>
                  <a:cubicBezTo>
                    <a:pt x="381" y="377"/>
                    <a:pt x="381" y="377"/>
                    <a:pt x="381" y="377"/>
                  </a:cubicBezTo>
                  <a:cubicBezTo>
                    <a:pt x="382" y="377"/>
                    <a:pt x="384" y="376"/>
                    <a:pt x="385" y="376"/>
                  </a:cubicBezTo>
                  <a:cubicBezTo>
                    <a:pt x="386" y="376"/>
                    <a:pt x="386" y="376"/>
                    <a:pt x="386" y="376"/>
                  </a:cubicBezTo>
                  <a:cubicBezTo>
                    <a:pt x="388" y="375"/>
                    <a:pt x="389" y="375"/>
                    <a:pt x="390" y="375"/>
                  </a:cubicBezTo>
                  <a:cubicBezTo>
                    <a:pt x="392" y="374"/>
                    <a:pt x="392" y="374"/>
                    <a:pt x="392" y="374"/>
                  </a:cubicBezTo>
                  <a:cubicBezTo>
                    <a:pt x="393" y="374"/>
                    <a:pt x="394" y="373"/>
                    <a:pt x="395" y="373"/>
                  </a:cubicBezTo>
                  <a:cubicBezTo>
                    <a:pt x="397" y="373"/>
                    <a:pt x="397" y="373"/>
                    <a:pt x="397" y="373"/>
                  </a:cubicBezTo>
                  <a:cubicBezTo>
                    <a:pt x="398" y="372"/>
                    <a:pt x="399" y="372"/>
                    <a:pt x="400" y="371"/>
                  </a:cubicBezTo>
                  <a:cubicBezTo>
                    <a:pt x="402" y="371"/>
                    <a:pt x="402" y="371"/>
                    <a:pt x="402" y="371"/>
                  </a:cubicBezTo>
                  <a:cubicBezTo>
                    <a:pt x="403" y="370"/>
                    <a:pt x="404" y="370"/>
                    <a:pt x="405" y="370"/>
                  </a:cubicBezTo>
                  <a:cubicBezTo>
                    <a:pt x="407" y="369"/>
                    <a:pt x="407" y="369"/>
                    <a:pt x="407" y="369"/>
                  </a:cubicBezTo>
                  <a:cubicBezTo>
                    <a:pt x="408" y="369"/>
                    <a:pt x="409" y="368"/>
                    <a:pt x="410" y="368"/>
                  </a:cubicBezTo>
                  <a:cubicBezTo>
                    <a:pt x="412" y="367"/>
                    <a:pt x="412" y="367"/>
                    <a:pt x="412" y="367"/>
                  </a:cubicBezTo>
                  <a:cubicBezTo>
                    <a:pt x="413" y="367"/>
                    <a:pt x="414" y="366"/>
                    <a:pt x="416" y="366"/>
                  </a:cubicBezTo>
                  <a:cubicBezTo>
                    <a:pt x="417" y="365"/>
                    <a:pt x="417" y="365"/>
                    <a:pt x="417" y="365"/>
                  </a:cubicBezTo>
                  <a:cubicBezTo>
                    <a:pt x="418" y="364"/>
                    <a:pt x="420" y="364"/>
                    <a:pt x="421" y="363"/>
                  </a:cubicBezTo>
                  <a:cubicBezTo>
                    <a:pt x="422" y="363"/>
                    <a:pt x="422" y="363"/>
                    <a:pt x="422" y="363"/>
                  </a:cubicBezTo>
                  <a:cubicBezTo>
                    <a:pt x="425" y="361"/>
                    <a:pt x="428" y="359"/>
                    <a:pt x="432" y="358"/>
                  </a:cubicBezTo>
                  <a:cubicBezTo>
                    <a:pt x="433" y="357"/>
                    <a:pt x="435" y="356"/>
                    <a:pt x="436" y="355"/>
                  </a:cubicBezTo>
                  <a:cubicBezTo>
                    <a:pt x="438" y="354"/>
                    <a:pt x="438" y="354"/>
                    <a:pt x="438" y="354"/>
                  </a:cubicBezTo>
                  <a:cubicBezTo>
                    <a:pt x="439" y="353"/>
                    <a:pt x="440" y="353"/>
                    <a:pt x="441" y="352"/>
                  </a:cubicBezTo>
                  <a:cubicBezTo>
                    <a:pt x="443" y="351"/>
                    <a:pt x="443" y="351"/>
                    <a:pt x="443" y="351"/>
                  </a:cubicBezTo>
                  <a:cubicBezTo>
                    <a:pt x="444" y="350"/>
                    <a:pt x="445" y="350"/>
                    <a:pt x="446" y="349"/>
                  </a:cubicBezTo>
                  <a:cubicBezTo>
                    <a:pt x="447" y="348"/>
                    <a:pt x="447" y="348"/>
                    <a:pt x="447" y="348"/>
                  </a:cubicBezTo>
                  <a:cubicBezTo>
                    <a:pt x="448" y="347"/>
                    <a:pt x="449" y="346"/>
                    <a:pt x="450" y="346"/>
                  </a:cubicBezTo>
                  <a:cubicBezTo>
                    <a:pt x="452" y="344"/>
                    <a:pt x="452" y="344"/>
                    <a:pt x="452" y="344"/>
                  </a:cubicBezTo>
                  <a:cubicBezTo>
                    <a:pt x="453" y="343"/>
                    <a:pt x="454" y="343"/>
                    <a:pt x="455" y="342"/>
                  </a:cubicBezTo>
                  <a:cubicBezTo>
                    <a:pt x="457" y="341"/>
                    <a:pt x="457" y="341"/>
                    <a:pt x="457" y="341"/>
                  </a:cubicBezTo>
                  <a:cubicBezTo>
                    <a:pt x="457" y="340"/>
                    <a:pt x="458" y="339"/>
                    <a:pt x="459" y="338"/>
                  </a:cubicBezTo>
                  <a:cubicBezTo>
                    <a:pt x="461" y="337"/>
                    <a:pt x="461" y="337"/>
                    <a:pt x="461" y="337"/>
                  </a:cubicBezTo>
                  <a:cubicBezTo>
                    <a:pt x="462" y="336"/>
                    <a:pt x="463" y="335"/>
                    <a:pt x="464" y="334"/>
                  </a:cubicBezTo>
                  <a:cubicBezTo>
                    <a:pt x="465" y="333"/>
                    <a:pt x="465" y="333"/>
                    <a:pt x="465" y="333"/>
                  </a:cubicBezTo>
                  <a:cubicBezTo>
                    <a:pt x="466" y="332"/>
                    <a:pt x="467" y="331"/>
                    <a:pt x="468" y="330"/>
                  </a:cubicBezTo>
                  <a:cubicBezTo>
                    <a:pt x="470" y="328"/>
                    <a:pt x="470" y="328"/>
                    <a:pt x="470" y="328"/>
                  </a:cubicBezTo>
                  <a:cubicBezTo>
                    <a:pt x="471" y="328"/>
                    <a:pt x="471" y="327"/>
                    <a:pt x="472" y="326"/>
                  </a:cubicBezTo>
                  <a:cubicBezTo>
                    <a:pt x="474" y="324"/>
                    <a:pt x="474" y="324"/>
                    <a:pt x="474" y="324"/>
                  </a:cubicBezTo>
                  <a:cubicBezTo>
                    <a:pt x="475" y="323"/>
                    <a:pt x="476" y="322"/>
                    <a:pt x="477" y="321"/>
                  </a:cubicBezTo>
                  <a:cubicBezTo>
                    <a:pt x="478" y="319"/>
                    <a:pt x="478" y="319"/>
                    <a:pt x="478" y="319"/>
                  </a:cubicBezTo>
                  <a:cubicBezTo>
                    <a:pt x="479" y="318"/>
                    <a:pt x="480" y="317"/>
                    <a:pt x="481" y="316"/>
                  </a:cubicBezTo>
                  <a:cubicBezTo>
                    <a:pt x="482" y="314"/>
                    <a:pt x="482" y="314"/>
                    <a:pt x="482" y="314"/>
                  </a:cubicBezTo>
                  <a:cubicBezTo>
                    <a:pt x="485" y="311"/>
                    <a:pt x="487" y="307"/>
                    <a:pt x="490" y="304"/>
                  </a:cubicBezTo>
                  <a:cubicBezTo>
                    <a:pt x="491" y="302"/>
                    <a:pt x="491" y="302"/>
                    <a:pt x="491" y="302"/>
                  </a:cubicBezTo>
                  <a:cubicBezTo>
                    <a:pt x="492" y="301"/>
                    <a:pt x="492" y="300"/>
                    <a:pt x="493" y="298"/>
                  </a:cubicBezTo>
                  <a:cubicBezTo>
                    <a:pt x="495" y="296"/>
                    <a:pt x="495" y="296"/>
                    <a:pt x="495" y="296"/>
                  </a:cubicBezTo>
                  <a:cubicBezTo>
                    <a:pt x="496" y="295"/>
                    <a:pt x="496" y="293"/>
                    <a:pt x="497" y="292"/>
                  </a:cubicBezTo>
                  <a:cubicBezTo>
                    <a:pt x="498" y="290"/>
                    <a:pt x="498" y="290"/>
                    <a:pt x="498" y="290"/>
                  </a:cubicBezTo>
                  <a:cubicBezTo>
                    <a:pt x="499" y="289"/>
                    <a:pt x="500" y="287"/>
                    <a:pt x="500" y="286"/>
                  </a:cubicBezTo>
                  <a:cubicBezTo>
                    <a:pt x="501" y="285"/>
                    <a:pt x="501" y="284"/>
                    <a:pt x="502" y="284"/>
                  </a:cubicBezTo>
                  <a:cubicBezTo>
                    <a:pt x="503" y="282"/>
                    <a:pt x="503" y="281"/>
                    <a:pt x="504" y="280"/>
                  </a:cubicBezTo>
                  <a:cubicBezTo>
                    <a:pt x="504" y="279"/>
                    <a:pt x="505" y="278"/>
                    <a:pt x="505" y="277"/>
                  </a:cubicBezTo>
                  <a:cubicBezTo>
                    <a:pt x="506" y="275"/>
                    <a:pt x="506" y="274"/>
                    <a:pt x="507" y="273"/>
                  </a:cubicBezTo>
                  <a:cubicBezTo>
                    <a:pt x="508" y="272"/>
                    <a:pt x="508" y="271"/>
                    <a:pt x="508" y="270"/>
                  </a:cubicBezTo>
                  <a:cubicBezTo>
                    <a:pt x="509" y="268"/>
                    <a:pt x="510" y="267"/>
                    <a:pt x="510" y="266"/>
                  </a:cubicBezTo>
                  <a:cubicBezTo>
                    <a:pt x="512" y="263"/>
                    <a:pt x="512" y="263"/>
                    <a:pt x="512" y="263"/>
                  </a:cubicBezTo>
                  <a:cubicBezTo>
                    <a:pt x="512" y="261"/>
                    <a:pt x="513" y="260"/>
                    <a:pt x="513" y="258"/>
                  </a:cubicBezTo>
                  <a:cubicBezTo>
                    <a:pt x="514" y="257"/>
                    <a:pt x="514" y="256"/>
                    <a:pt x="515" y="255"/>
                  </a:cubicBezTo>
                  <a:cubicBezTo>
                    <a:pt x="515" y="254"/>
                    <a:pt x="516" y="252"/>
                    <a:pt x="516" y="251"/>
                  </a:cubicBezTo>
                  <a:cubicBezTo>
                    <a:pt x="517" y="249"/>
                    <a:pt x="517" y="248"/>
                    <a:pt x="517" y="247"/>
                  </a:cubicBezTo>
                  <a:cubicBezTo>
                    <a:pt x="518" y="246"/>
                    <a:pt x="518" y="244"/>
                    <a:pt x="519" y="243"/>
                  </a:cubicBezTo>
                  <a:cubicBezTo>
                    <a:pt x="520" y="239"/>
                    <a:pt x="520" y="239"/>
                    <a:pt x="520" y="239"/>
                  </a:cubicBezTo>
                  <a:cubicBezTo>
                    <a:pt x="521" y="237"/>
                    <a:pt x="521" y="236"/>
                    <a:pt x="522" y="234"/>
                  </a:cubicBezTo>
                  <a:cubicBezTo>
                    <a:pt x="523" y="231"/>
                    <a:pt x="523" y="231"/>
                    <a:pt x="523" y="231"/>
                  </a:cubicBezTo>
                  <a:cubicBezTo>
                    <a:pt x="523" y="229"/>
                    <a:pt x="524" y="227"/>
                    <a:pt x="524" y="225"/>
                  </a:cubicBezTo>
                  <a:cubicBezTo>
                    <a:pt x="525" y="222"/>
                    <a:pt x="525" y="222"/>
                    <a:pt x="525" y="222"/>
                  </a:cubicBezTo>
                  <a:cubicBezTo>
                    <a:pt x="526" y="219"/>
                    <a:pt x="526" y="216"/>
                    <a:pt x="527" y="213"/>
                  </a:cubicBezTo>
                  <a:cubicBezTo>
                    <a:pt x="529" y="205"/>
                    <a:pt x="531" y="198"/>
                    <a:pt x="533" y="191"/>
                  </a:cubicBezTo>
                  <a:cubicBezTo>
                    <a:pt x="542" y="162"/>
                    <a:pt x="555" y="145"/>
                    <a:pt x="571" y="139"/>
                  </a:cubicBezTo>
                  <a:cubicBezTo>
                    <a:pt x="578" y="136"/>
                    <a:pt x="585" y="136"/>
                    <a:pt x="593" y="137"/>
                  </a:cubicBezTo>
                  <a:cubicBezTo>
                    <a:pt x="511" y="0"/>
                    <a:pt x="369" y="2"/>
                    <a:pt x="317" y="24"/>
                  </a:cubicBezTo>
                  <a:close/>
                </a:path>
              </a:pathLst>
            </a:custGeom>
            <a:solidFill>
              <a:srgbClr val="26211B"/>
            </a:solidFill>
            <a:ln>
              <a:noFill/>
            </a:ln>
            <a:effec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思源黑体 CN Medium" panose="020B0600000000000000" charset="-122"/>
                <a:ea typeface="思源黑体 CN Medium" panose="020B0600000000000000" charset="-122"/>
                <a:cs typeface="+mn-ea"/>
                <a:sym typeface="+mn-lt"/>
              </a:endParaRPr>
            </a:p>
          </p:txBody>
        </p:sp>
        <p:sp>
          <p:nvSpPr>
            <p:cNvPr id="13" name="Freeform 7"/>
            <p:cNvSpPr/>
            <p:nvPr/>
          </p:nvSpPr>
          <p:spPr bwMode="auto">
            <a:xfrm>
              <a:off x="754183" y="3308375"/>
              <a:ext cx="1630667" cy="2607757"/>
            </a:xfrm>
            <a:custGeom>
              <a:avLst/>
              <a:gdLst>
                <a:gd name="T0" fmla="*/ 237 w 435"/>
                <a:gd name="T1" fmla="*/ 606 h 699"/>
                <a:gd name="T2" fmla="*/ 346 w 435"/>
                <a:gd name="T3" fmla="*/ 668 h 699"/>
                <a:gd name="T4" fmla="*/ 365 w 435"/>
                <a:gd name="T5" fmla="*/ 676 h 699"/>
                <a:gd name="T6" fmla="*/ 384 w 435"/>
                <a:gd name="T7" fmla="*/ 684 h 699"/>
                <a:gd name="T8" fmla="*/ 407 w 435"/>
                <a:gd name="T9" fmla="*/ 691 h 699"/>
                <a:gd name="T10" fmla="*/ 429 w 435"/>
                <a:gd name="T11" fmla="*/ 698 h 699"/>
                <a:gd name="T12" fmla="*/ 435 w 435"/>
                <a:gd name="T13" fmla="*/ 699 h 699"/>
                <a:gd name="T14" fmla="*/ 323 w 435"/>
                <a:gd name="T15" fmla="*/ 436 h 699"/>
                <a:gd name="T16" fmla="*/ 324 w 435"/>
                <a:gd name="T17" fmla="*/ 426 h 699"/>
                <a:gd name="T18" fmla="*/ 327 w 435"/>
                <a:gd name="T19" fmla="*/ 413 h 699"/>
                <a:gd name="T20" fmla="*/ 339 w 435"/>
                <a:gd name="T21" fmla="*/ 372 h 699"/>
                <a:gd name="T22" fmla="*/ 349 w 435"/>
                <a:gd name="T23" fmla="*/ 335 h 699"/>
                <a:gd name="T24" fmla="*/ 350 w 435"/>
                <a:gd name="T25" fmla="*/ 334 h 699"/>
                <a:gd name="T26" fmla="*/ 351 w 435"/>
                <a:gd name="T27" fmla="*/ 329 h 699"/>
                <a:gd name="T28" fmla="*/ 352 w 435"/>
                <a:gd name="T29" fmla="*/ 324 h 699"/>
                <a:gd name="T30" fmla="*/ 353 w 435"/>
                <a:gd name="T31" fmla="*/ 319 h 699"/>
                <a:gd name="T32" fmla="*/ 354 w 435"/>
                <a:gd name="T33" fmla="*/ 314 h 699"/>
                <a:gd name="T34" fmla="*/ 356 w 435"/>
                <a:gd name="T35" fmla="*/ 309 h 699"/>
                <a:gd name="T36" fmla="*/ 360 w 435"/>
                <a:gd name="T37" fmla="*/ 282 h 699"/>
                <a:gd name="T38" fmla="*/ 360 w 435"/>
                <a:gd name="T39" fmla="*/ 277 h 699"/>
                <a:gd name="T40" fmla="*/ 361 w 435"/>
                <a:gd name="T41" fmla="*/ 272 h 699"/>
                <a:gd name="T42" fmla="*/ 361 w 435"/>
                <a:gd name="T43" fmla="*/ 266 h 699"/>
                <a:gd name="T44" fmla="*/ 361 w 435"/>
                <a:gd name="T45" fmla="*/ 261 h 699"/>
                <a:gd name="T46" fmla="*/ 361 w 435"/>
                <a:gd name="T47" fmla="*/ 256 h 699"/>
                <a:gd name="T48" fmla="*/ 361 w 435"/>
                <a:gd name="T49" fmla="*/ 250 h 699"/>
                <a:gd name="T50" fmla="*/ 361 w 435"/>
                <a:gd name="T51" fmla="*/ 245 h 699"/>
                <a:gd name="T52" fmla="*/ 360 w 435"/>
                <a:gd name="T53" fmla="*/ 239 h 699"/>
                <a:gd name="T54" fmla="*/ 360 w 435"/>
                <a:gd name="T55" fmla="*/ 233 h 699"/>
                <a:gd name="T56" fmla="*/ 358 w 435"/>
                <a:gd name="T57" fmla="*/ 222 h 699"/>
                <a:gd name="T58" fmla="*/ 356 w 435"/>
                <a:gd name="T59" fmla="*/ 215 h 699"/>
                <a:gd name="T60" fmla="*/ 355 w 435"/>
                <a:gd name="T61" fmla="*/ 209 h 699"/>
                <a:gd name="T62" fmla="*/ 353 w 435"/>
                <a:gd name="T63" fmla="*/ 203 h 699"/>
                <a:gd name="T64" fmla="*/ 351 w 435"/>
                <a:gd name="T65" fmla="*/ 198 h 699"/>
                <a:gd name="T66" fmla="*/ 349 w 435"/>
                <a:gd name="T67" fmla="*/ 193 h 699"/>
                <a:gd name="T68" fmla="*/ 347 w 435"/>
                <a:gd name="T69" fmla="*/ 187 h 699"/>
                <a:gd name="T70" fmla="*/ 344 w 435"/>
                <a:gd name="T71" fmla="*/ 182 h 699"/>
                <a:gd name="T72" fmla="*/ 342 w 435"/>
                <a:gd name="T73" fmla="*/ 176 h 699"/>
                <a:gd name="T74" fmla="*/ 339 w 435"/>
                <a:gd name="T75" fmla="*/ 171 h 699"/>
                <a:gd name="T76" fmla="*/ 335 w 435"/>
                <a:gd name="T77" fmla="*/ 166 h 699"/>
                <a:gd name="T78" fmla="*/ 332 w 435"/>
                <a:gd name="T79" fmla="*/ 160 h 699"/>
                <a:gd name="T80" fmla="*/ 323 w 435"/>
                <a:gd name="T81" fmla="*/ 148 h 699"/>
                <a:gd name="T82" fmla="*/ 319 w 435"/>
                <a:gd name="T83" fmla="*/ 143 h 699"/>
                <a:gd name="T84" fmla="*/ 314 w 435"/>
                <a:gd name="T85" fmla="*/ 137 h 699"/>
                <a:gd name="T86" fmla="*/ 309 w 435"/>
                <a:gd name="T87" fmla="*/ 132 h 699"/>
                <a:gd name="T88" fmla="*/ 303 w 435"/>
                <a:gd name="T89" fmla="*/ 127 h 699"/>
                <a:gd name="T90" fmla="*/ 298 w 435"/>
                <a:gd name="T91" fmla="*/ 121 h 699"/>
                <a:gd name="T92" fmla="*/ 292 w 435"/>
                <a:gd name="T93" fmla="*/ 116 h 699"/>
                <a:gd name="T94" fmla="*/ 286 w 435"/>
                <a:gd name="T95" fmla="*/ 111 h 699"/>
                <a:gd name="T96" fmla="*/ 279 w 435"/>
                <a:gd name="T97" fmla="*/ 106 h 699"/>
                <a:gd name="T98" fmla="*/ 272 w 435"/>
                <a:gd name="T99" fmla="*/ 101 h 699"/>
                <a:gd name="T100" fmla="*/ 265 w 435"/>
                <a:gd name="T101" fmla="*/ 96 h 699"/>
                <a:gd name="T102" fmla="*/ 257 w 435"/>
                <a:gd name="T103" fmla="*/ 91 h 699"/>
                <a:gd name="T104" fmla="*/ 231 w 435"/>
                <a:gd name="T105" fmla="*/ 74 h 699"/>
                <a:gd name="T106" fmla="*/ 198 w 435"/>
                <a:gd name="T107" fmla="*/ 0 h 6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35" h="699">
                  <a:moveTo>
                    <a:pt x="5" y="228"/>
                  </a:moveTo>
                  <a:cubicBezTo>
                    <a:pt x="29" y="380"/>
                    <a:pt x="112" y="515"/>
                    <a:pt x="237" y="606"/>
                  </a:cubicBezTo>
                  <a:cubicBezTo>
                    <a:pt x="242" y="610"/>
                    <a:pt x="247" y="613"/>
                    <a:pt x="252" y="617"/>
                  </a:cubicBezTo>
                  <a:cubicBezTo>
                    <a:pt x="282" y="637"/>
                    <a:pt x="314" y="654"/>
                    <a:pt x="346" y="668"/>
                  </a:cubicBezTo>
                  <a:cubicBezTo>
                    <a:pt x="347" y="669"/>
                    <a:pt x="347" y="669"/>
                    <a:pt x="347" y="669"/>
                  </a:cubicBezTo>
                  <a:cubicBezTo>
                    <a:pt x="353" y="671"/>
                    <a:pt x="359" y="674"/>
                    <a:pt x="365" y="676"/>
                  </a:cubicBezTo>
                  <a:cubicBezTo>
                    <a:pt x="369" y="678"/>
                    <a:pt x="369" y="678"/>
                    <a:pt x="369" y="678"/>
                  </a:cubicBezTo>
                  <a:cubicBezTo>
                    <a:pt x="374" y="680"/>
                    <a:pt x="379" y="682"/>
                    <a:pt x="384" y="684"/>
                  </a:cubicBezTo>
                  <a:cubicBezTo>
                    <a:pt x="388" y="685"/>
                    <a:pt x="388" y="685"/>
                    <a:pt x="388" y="685"/>
                  </a:cubicBezTo>
                  <a:cubicBezTo>
                    <a:pt x="395" y="687"/>
                    <a:pt x="401" y="689"/>
                    <a:pt x="407" y="691"/>
                  </a:cubicBezTo>
                  <a:cubicBezTo>
                    <a:pt x="413" y="693"/>
                    <a:pt x="420" y="695"/>
                    <a:pt x="427" y="697"/>
                  </a:cubicBezTo>
                  <a:cubicBezTo>
                    <a:pt x="428" y="697"/>
                    <a:pt x="428" y="697"/>
                    <a:pt x="429" y="698"/>
                  </a:cubicBezTo>
                  <a:cubicBezTo>
                    <a:pt x="431" y="698"/>
                    <a:pt x="431" y="698"/>
                    <a:pt x="431" y="698"/>
                  </a:cubicBezTo>
                  <a:cubicBezTo>
                    <a:pt x="432" y="698"/>
                    <a:pt x="434" y="699"/>
                    <a:pt x="435" y="699"/>
                  </a:cubicBezTo>
                  <a:cubicBezTo>
                    <a:pt x="412" y="685"/>
                    <a:pt x="390" y="665"/>
                    <a:pt x="373" y="644"/>
                  </a:cubicBezTo>
                  <a:cubicBezTo>
                    <a:pt x="342" y="605"/>
                    <a:pt x="308" y="537"/>
                    <a:pt x="323" y="436"/>
                  </a:cubicBezTo>
                  <a:cubicBezTo>
                    <a:pt x="323" y="433"/>
                    <a:pt x="324" y="430"/>
                    <a:pt x="324" y="427"/>
                  </a:cubicBezTo>
                  <a:cubicBezTo>
                    <a:pt x="324" y="426"/>
                    <a:pt x="324" y="426"/>
                    <a:pt x="324" y="426"/>
                  </a:cubicBezTo>
                  <a:cubicBezTo>
                    <a:pt x="325" y="423"/>
                    <a:pt x="326" y="420"/>
                    <a:pt x="326" y="417"/>
                  </a:cubicBezTo>
                  <a:cubicBezTo>
                    <a:pt x="327" y="413"/>
                    <a:pt x="327" y="413"/>
                    <a:pt x="327" y="413"/>
                  </a:cubicBezTo>
                  <a:cubicBezTo>
                    <a:pt x="328" y="408"/>
                    <a:pt x="329" y="402"/>
                    <a:pt x="331" y="395"/>
                  </a:cubicBezTo>
                  <a:cubicBezTo>
                    <a:pt x="334" y="388"/>
                    <a:pt x="336" y="380"/>
                    <a:pt x="339" y="372"/>
                  </a:cubicBezTo>
                  <a:cubicBezTo>
                    <a:pt x="342" y="361"/>
                    <a:pt x="345" y="350"/>
                    <a:pt x="348" y="339"/>
                  </a:cubicBezTo>
                  <a:cubicBezTo>
                    <a:pt x="349" y="338"/>
                    <a:pt x="349" y="336"/>
                    <a:pt x="349" y="335"/>
                  </a:cubicBezTo>
                  <a:cubicBezTo>
                    <a:pt x="350" y="334"/>
                    <a:pt x="350" y="334"/>
                    <a:pt x="350" y="334"/>
                  </a:cubicBezTo>
                  <a:cubicBezTo>
                    <a:pt x="350" y="334"/>
                    <a:pt x="350" y="334"/>
                    <a:pt x="350" y="334"/>
                  </a:cubicBezTo>
                  <a:cubicBezTo>
                    <a:pt x="350" y="333"/>
                    <a:pt x="350" y="333"/>
                    <a:pt x="350" y="333"/>
                  </a:cubicBezTo>
                  <a:cubicBezTo>
                    <a:pt x="350" y="332"/>
                    <a:pt x="351" y="331"/>
                    <a:pt x="351" y="329"/>
                  </a:cubicBezTo>
                  <a:cubicBezTo>
                    <a:pt x="351" y="329"/>
                    <a:pt x="351" y="329"/>
                    <a:pt x="351" y="329"/>
                  </a:cubicBezTo>
                  <a:cubicBezTo>
                    <a:pt x="351" y="327"/>
                    <a:pt x="352" y="326"/>
                    <a:pt x="352" y="324"/>
                  </a:cubicBezTo>
                  <a:cubicBezTo>
                    <a:pt x="352" y="324"/>
                    <a:pt x="352" y="324"/>
                    <a:pt x="352" y="324"/>
                  </a:cubicBezTo>
                  <a:cubicBezTo>
                    <a:pt x="353" y="322"/>
                    <a:pt x="353" y="321"/>
                    <a:pt x="353" y="319"/>
                  </a:cubicBezTo>
                  <a:cubicBezTo>
                    <a:pt x="353" y="319"/>
                    <a:pt x="353" y="319"/>
                    <a:pt x="353" y="319"/>
                  </a:cubicBezTo>
                  <a:cubicBezTo>
                    <a:pt x="354" y="317"/>
                    <a:pt x="354" y="316"/>
                    <a:pt x="354" y="314"/>
                  </a:cubicBezTo>
                  <a:cubicBezTo>
                    <a:pt x="355" y="313"/>
                    <a:pt x="355" y="313"/>
                    <a:pt x="355" y="313"/>
                  </a:cubicBezTo>
                  <a:cubicBezTo>
                    <a:pt x="355" y="312"/>
                    <a:pt x="355" y="310"/>
                    <a:pt x="356" y="309"/>
                  </a:cubicBezTo>
                  <a:cubicBezTo>
                    <a:pt x="357" y="301"/>
                    <a:pt x="358" y="294"/>
                    <a:pt x="359" y="287"/>
                  </a:cubicBezTo>
                  <a:cubicBezTo>
                    <a:pt x="359" y="285"/>
                    <a:pt x="360" y="284"/>
                    <a:pt x="360" y="282"/>
                  </a:cubicBezTo>
                  <a:cubicBezTo>
                    <a:pt x="360" y="281"/>
                    <a:pt x="360" y="281"/>
                    <a:pt x="360" y="281"/>
                  </a:cubicBezTo>
                  <a:cubicBezTo>
                    <a:pt x="360" y="280"/>
                    <a:pt x="360" y="278"/>
                    <a:pt x="360" y="277"/>
                  </a:cubicBezTo>
                  <a:cubicBezTo>
                    <a:pt x="360" y="276"/>
                    <a:pt x="360" y="276"/>
                    <a:pt x="360" y="276"/>
                  </a:cubicBezTo>
                  <a:cubicBezTo>
                    <a:pt x="360" y="274"/>
                    <a:pt x="361" y="273"/>
                    <a:pt x="361" y="272"/>
                  </a:cubicBezTo>
                  <a:cubicBezTo>
                    <a:pt x="361" y="270"/>
                    <a:pt x="361" y="270"/>
                    <a:pt x="361" y="270"/>
                  </a:cubicBezTo>
                  <a:cubicBezTo>
                    <a:pt x="361" y="269"/>
                    <a:pt x="361" y="268"/>
                    <a:pt x="361" y="266"/>
                  </a:cubicBezTo>
                  <a:cubicBezTo>
                    <a:pt x="361" y="265"/>
                    <a:pt x="361" y="265"/>
                    <a:pt x="361" y="265"/>
                  </a:cubicBezTo>
                  <a:cubicBezTo>
                    <a:pt x="361" y="263"/>
                    <a:pt x="361" y="262"/>
                    <a:pt x="361" y="261"/>
                  </a:cubicBezTo>
                  <a:cubicBezTo>
                    <a:pt x="361" y="259"/>
                    <a:pt x="361" y="259"/>
                    <a:pt x="361" y="259"/>
                  </a:cubicBezTo>
                  <a:cubicBezTo>
                    <a:pt x="361" y="258"/>
                    <a:pt x="361" y="257"/>
                    <a:pt x="361" y="256"/>
                  </a:cubicBezTo>
                  <a:cubicBezTo>
                    <a:pt x="361" y="254"/>
                    <a:pt x="361" y="254"/>
                    <a:pt x="361" y="254"/>
                  </a:cubicBezTo>
                  <a:cubicBezTo>
                    <a:pt x="361" y="253"/>
                    <a:pt x="361" y="252"/>
                    <a:pt x="361" y="250"/>
                  </a:cubicBezTo>
                  <a:cubicBezTo>
                    <a:pt x="361" y="249"/>
                    <a:pt x="361" y="249"/>
                    <a:pt x="361" y="249"/>
                  </a:cubicBezTo>
                  <a:cubicBezTo>
                    <a:pt x="361" y="247"/>
                    <a:pt x="361" y="246"/>
                    <a:pt x="361" y="245"/>
                  </a:cubicBezTo>
                  <a:cubicBezTo>
                    <a:pt x="361" y="243"/>
                    <a:pt x="361" y="243"/>
                    <a:pt x="361" y="243"/>
                  </a:cubicBezTo>
                  <a:cubicBezTo>
                    <a:pt x="360" y="242"/>
                    <a:pt x="360" y="241"/>
                    <a:pt x="360" y="239"/>
                  </a:cubicBezTo>
                  <a:cubicBezTo>
                    <a:pt x="360" y="238"/>
                    <a:pt x="360" y="238"/>
                    <a:pt x="360" y="238"/>
                  </a:cubicBezTo>
                  <a:cubicBezTo>
                    <a:pt x="360" y="236"/>
                    <a:pt x="360" y="235"/>
                    <a:pt x="360" y="233"/>
                  </a:cubicBezTo>
                  <a:cubicBezTo>
                    <a:pt x="359" y="233"/>
                    <a:pt x="359" y="233"/>
                    <a:pt x="359" y="233"/>
                  </a:cubicBezTo>
                  <a:cubicBezTo>
                    <a:pt x="359" y="229"/>
                    <a:pt x="358" y="225"/>
                    <a:pt x="358" y="222"/>
                  </a:cubicBezTo>
                  <a:cubicBezTo>
                    <a:pt x="357" y="220"/>
                    <a:pt x="357" y="218"/>
                    <a:pt x="356" y="216"/>
                  </a:cubicBezTo>
                  <a:cubicBezTo>
                    <a:pt x="356" y="215"/>
                    <a:pt x="356" y="215"/>
                    <a:pt x="356" y="215"/>
                  </a:cubicBezTo>
                  <a:cubicBezTo>
                    <a:pt x="356" y="213"/>
                    <a:pt x="355" y="212"/>
                    <a:pt x="355" y="211"/>
                  </a:cubicBezTo>
                  <a:cubicBezTo>
                    <a:pt x="355" y="209"/>
                    <a:pt x="355" y="209"/>
                    <a:pt x="355" y="209"/>
                  </a:cubicBezTo>
                  <a:cubicBezTo>
                    <a:pt x="354" y="208"/>
                    <a:pt x="354" y="207"/>
                    <a:pt x="354" y="205"/>
                  </a:cubicBezTo>
                  <a:cubicBezTo>
                    <a:pt x="353" y="203"/>
                    <a:pt x="353" y="203"/>
                    <a:pt x="353" y="203"/>
                  </a:cubicBezTo>
                  <a:cubicBezTo>
                    <a:pt x="353" y="202"/>
                    <a:pt x="352" y="201"/>
                    <a:pt x="352" y="200"/>
                  </a:cubicBezTo>
                  <a:cubicBezTo>
                    <a:pt x="351" y="198"/>
                    <a:pt x="351" y="198"/>
                    <a:pt x="351" y="198"/>
                  </a:cubicBezTo>
                  <a:cubicBezTo>
                    <a:pt x="351" y="197"/>
                    <a:pt x="350" y="196"/>
                    <a:pt x="350" y="195"/>
                  </a:cubicBezTo>
                  <a:cubicBezTo>
                    <a:pt x="349" y="193"/>
                    <a:pt x="349" y="193"/>
                    <a:pt x="349" y="193"/>
                  </a:cubicBezTo>
                  <a:cubicBezTo>
                    <a:pt x="349" y="191"/>
                    <a:pt x="348" y="190"/>
                    <a:pt x="348" y="189"/>
                  </a:cubicBezTo>
                  <a:cubicBezTo>
                    <a:pt x="347" y="187"/>
                    <a:pt x="347" y="187"/>
                    <a:pt x="347" y="187"/>
                  </a:cubicBezTo>
                  <a:cubicBezTo>
                    <a:pt x="346" y="186"/>
                    <a:pt x="346" y="185"/>
                    <a:pt x="345" y="184"/>
                  </a:cubicBezTo>
                  <a:cubicBezTo>
                    <a:pt x="344" y="182"/>
                    <a:pt x="344" y="182"/>
                    <a:pt x="344" y="182"/>
                  </a:cubicBezTo>
                  <a:cubicBezTo>
                    <a:pt x="344" y="181"/>
                    <a:pt x="343" y="180"/>
                    <a:pt x="343" y="179"/>
                  </a:cubicBezTo>
                  <a:cubicBezTo>
                    <a:pt x="342" y="176"/>
                    <a:pt x="342" y="176"/>
                    <a:pt x="342" y="176"/>
                  </a:cubicBezTo>
                  <a:cubicBezTo>
                    <a:pt x="341" y="175"/>
                    <a:pt x="340" y="174"/>
                    <a:pt x="340" y="173"/>
                  </a:cubicBezTo>
                  <a:cubicBezTo>
                    <a:pt x="339" y="171"/>
                    <a:pt x="339" y="171"/>
                    <a:pt x="339" y="171"/>
                  </a:cubicBezTo>
                  <a:cubicBezTo>
                    <a:pt x="338" y="170"/>
                    <a:pt x="337" y="169"/>
                    <a:pt x="337" y="168"/>
                  </a:cubicBezTo>
                  <a:cubicBezTo>
                    <a:pt x="335" y="166"/>
                    <a:pt x="335" y="166"/>
                    <a:pt x="335" y="166"/>
                  </a:cubicBezTo>
                  <a:cubicBezTo>
                    <a:pt x="335" y="164"/>
                    <a:pt x="334" y="163"/>
                    <a:pt x="333" y="162"/>
                  </a:cubicBezTo>
                  <a:cubicBezTo>
                    <a:pt x="332" y="160"/>
                    <a:pt x="332" y="160"/>
                    <a:pt x="332" y="160"/>
                  </a:cubicBezTo>
                  <a:cubicBezTo>
                    <a:pt x="330" y="157"/>
                    <a:pt x="327" y="153"/>
                    <a:pt x="324" y="150"/>
                  </a:cubicBezTo>
                  <a:cubicBezTo>
                    <a:pt x="323" y="148"/>
                    <a:pt x="323" y="148"/>
                    <a:pt x="323" y="148"/>
                  </a:cubicBezTo>
                  <a:cubicBezTo>
                    <a:pt x="322" y="147"/>
                    <a:pt x="321" y="146"/>
                    <a:pt x="320" y="144"/>
                  </a:cubicBezTo>
                  <a:cubicBezTo>
                    <a:pt x="319" y="143"/>
                    <a:pt x="319" y="143"/>
                    <a:pt x="319" y="143"/>
                  </a:cubicBezTo>
                  <a:cubicBezTo>
                    <a:pt x="317" y="141"/>
                    <a:pt x="316" y="140"/>
                    <a:pt x="316" y="139"/>
                  </a:cubicBezTo>
                  <a:cubicBezTo>
                    <a:pt x="314" y="137"/>
                    <a:pt x="314" y="137"/>
                    <a:pt x="314" y="137"/>
                  </a:cubicBezTo>
                  <a:cubicBezTo>
                    <a:pt x="313" y="136"/>
                    <a:pt x="312" y="135"/>
                    <a:pt x="311" y="134"/>
                  </a:cubicBezTo>
                  <a:cubicBezTo>
                    <a:pt x="310" y="133"/>
                    <a:pt x="309" y="133"/>
                    <a:pt x="309" y="132"/>
                  </a:cubicBezTo>
                  <a:cubicBezTo>
                    <a:pt x="308" y="131"/>
                    <a:pt x="307" y="130"/>
                    <a:pt x="306" y="129"/>
                  </a:cubicBezTo>
                  <a:cubicBezTo>
                    <a:pt x="305" y="128"/>
                    <a:pt x="304" y="127"/>
                    <a:pt x="303" y="127"/>
                  </a:cubicBezTo>
                  <a:cubicBezTo>
                    <a:pt x="302" y="126"/>
                    <a:pt x="301" y="125"/>
                    <a:pt x="300" y="124"/>
                  </a:cubicBezTo>
                  <a:cubicBezTo>
                    <a:pt x="299" y="123"/>
                    <a:pt x="299" y="122"/>
                    <a:pt x="298" y="121"/>
                  </a:cubicBezTo>
                  <a:cubicBezTo>
                    <a:pt x="297" y="120"/>
                    <a:pt x="296" y="119"/>
                    <a:pt x="294" y="118"/>
                  </a:cubicBezTo>
                  <a:cubicBezTo>
                    <a:pt x="292" y="116"/>
                    <a:pt x="292" y="116"/>
                    <a:pt x="292" y="116"/>
                  </a:cubicBezTo>
                  <a:cubicBezTo>
                    <a:pt x="291" y="115"/>
                    <a:pt x="290" y="114"/>
                    <a:pt x="288" y="113"/>
                  </a:cubicBezTo>
                  <a:cubicBezTo>
                    <a:pt x="287" y="113"/>
                    <a:pt x="287" y="112"/>
                    <a:pt x="286" y="111"/>
                  </a:cubicBezTo>
                  <a:cubicBezTo>
                    <a:pt x="284" y="110"/>
                    <a:pt x="283" y="109"/>
                    <a:pt x="282" y="108"/>
                  </a:cubicBezTo>
                  <a:cubicBezTo>
                    <a:pt x="281" y="107"/>
                    <a:pt x="280" y="107"/>
                    <a:pt x="279" y="106"/>
                  </a:cubicBezTo>
                  <a:cubicBezTo>
                    <a:pt x="278" y="105"/>
                    <a:pt x="276" y="104"/>
                    <a:pt x="275" y="103"/>
                  </a:cubicBezTo>
                  <a:cubicBezTo>
                    <a:pt x="272" y="101"/>
                    <a:pt x="272" y="101"/>
                    <a:pt x="272" y="101"/>
                  </a:cubicBezTo>
                  <a:cubicBezTo>
                    <a:pt x="271" y="100"/>
                    <a:pt x="269" y="99"/>
                    <a:pt x="268" y="98"/>
                  </a:cubicBezTo>
                  <a:cubicBezTo>
                    <a:pt x="265" y="96"/>
                    <a:pt x="265" y="96"/>
                    <a:pt x="265" y="96"/>
                  </a:cubicBezTo>
                  <a:cubicBezTo>
                    <a:pt x="263" y="95"/>
                    <a:pt x="262" y="94"/>
                    <a:pt x="260" y="93"/>
                  </a:cubicBezTo>
                  <a:cubicBezTo>
                    <a:pt x="257" y="91"/>
                    <a:pt x="257" y="91"/>
                    <a:pt x="257" y="91"/>
                  </a:cubicBezTo>
                  <a:cubicBezTo>
                    <a:pt x="255" y="89"/>
                    <a:pt x="252" y="88"/>
                    <a:pt x="249" y="86"/>
                  </a:cubicBezTo>
                  <a:cubicBezTo>
                    <a:pt x="243" y="82"/>
                    <a:pt x="236" y="78"/>
                    <a:pt x="231" y="74"/>
                  </a:cubicBezTo>
                  <a:cubicBezTo>
                    <a:pt x="206" y="56"/>
                    <a:pt x="193" y="38"/>
                    <a:pt x="192" y="21"/>
                  </a:cubicBezTo>
                  <a:cubicBezTo>
                    <a:pt x="192" y="14"/>
                    <a:pt x="194" y="7"/>
                    <a:pt x="198" y="0"/>
                  </a:cubicBezTo>
                  <a:cubicBezTo>
                    <a:pt x="42" y="36"/>
                    <a:pt x="0" y="171"/>
                    <a:pt x="5" y="228"/>
                  </a:cubicBezTo>
                  <a:close/>
                </a:path>
              </a:pathLst>
            </a:custGeom>
            <a:solidFill>
              <a:srgbClr val="FEB5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思源黑体 CN Medium" panose="020B0600000000000000" charset="-122"/>
                <a:ea typeface="思源黑体 CN Medium" panose="020B0600000000000000" charset="-122"/>
                <a:cs typeface="+mn-ea"/>
                <a:sym typeface="+mn-lt"/>
              </a:endParaRPr>
            </a:p>
          </p:txBody>
        </p:sp>
        <p:sp>
          <p:nvSpPr>
            <p:cNvPr id="14" name="Freeform 8"/>
            <p:cNvSpPr/>
            <p:nvPr/>
          </p:nvSpPr>
          <p:spPr bwMode="auto">
            <a:xfrm>
              <a:off x="1945489" y="4692039"/>
              <a:ext cx="2819787" cy="1355246"/>
            </a:xfrm>
            <a:custGeom>
              <a:avLst/>
              <a:gdLst>
                <a:gd name="T0" fmla="*/ 603 w 752"/>
                <a:gd name="T1" fmla="*/ 235 h 363"/>
                <a:gd name="T2" fmla="*/ 696 w 752"/>
                <a:gd name="T3" fmla="*/ 151 h 363"/>
                <a:gd name="T4" fmla="*/ 709 w 752"/>
                <a:gd name="T5" fmla="*/ 135 h 363"/>
                <a:gd name="T6" fmla="*/ 722 w 752"/>
                <a:gd name="T7" fmla="*/ 119 h 363"/>
                <a:gd name="T8" fmla="*/ 736 w 752"/>
                <a:gd name="T9" fmla="*/ 99 h 363"/>
                <a:gd name="T10" fmla="*/ 749 w 752"/>
                <a:gd name="T11" fmla="*/ 80 h 363"/>
                <a:gd name="T12" fmla="*/ 752 w 752"/>
                <a:gd name="T13" fmla="*/ 76 h 363"/>
                <a:gd name="T14" fmla="*/ 468 w 752"/>
                <a:gd name="T15" fmla="*/ 101 h 363"/>
                <a:gd name="T16" fmla="*/ 459 w 752"/>
                <a:gd name="T17" fmla="*/ 96 h 363"/>
                <a:gd name="T18" fmla="*/ 447 w 752"/>
                <a:gd name="T19" fmla="*/ 90 h 363"/>
                <a:gd name="T20" fmla="*/ 411 w 752"/>
                <a:gd name="T21" fmla="*/ 66 h 363"/>
                <a:gd name="T22" fmla="*/ 380 w 752"/>
                <a:gd name="T23" fmla="*/ 44 h 363"/>
                <a:gd name="T24" fmla="*/ 379 w 752"/>
                <a:gd name="T25" fmla="*/ 44 h 363"/>
                <a:gd name="T26" fmla="*/ 375 w 752"/>
                <a:gd name="T27" fmla="*/ 41 h 363"/>
                <a:gd name="T28" fmla="*/ 371 w 752"/>
                <a:gd name="T29" fmla="*/ 39 h 363"/>
                <a:gd name="T30" fmla="*/ 366 w 752"/>
                <a:gd name="T31" fmla="*/ 36 h 363"/>
                <a:gd name="T32" fmla="*/ 361 w 752"/>
                <a:gd name="T33" fmla="*/ 33 h 363"/>
                <a:gd name="T34" fmla="*/ 357 w 752"/>
                <a:gd name="T35" fmla="*/ 30 h 363"/>
                <a:gd name="T36" fmla="*/ 333 w 752"/>
                <a:gd name="T37" fmla="*/ 18 h 363"/>
                <a:gd name="T38" fmla="*/ 328 w 752"/>
                <a:gd name="T39" fmla="*/ 16 h 363"/>
                <a:gd name="T40" fmla="*/ 323 w 752"/>
                <a:gd name="T41" fmla="*/ 14 h 363"/>
                <a:gd name="T42" fmla="*/ 318 w 752"/>
                <a:gd name="T43" fmla="*/ 12 h 363"/>
                <a:gd name="T44" fmla="*/ 313 w 752"/>
                <a:gd name="T45" fmla="*/ 10 h 363"/>
                <a:gd name="T46" fmla="*/ 308 w 752"/>
                <a:gd name="T47" fmla="*/ 9 h 363"/>
                <a:gd name="T48" fmla="*/ 303 w 752"/>
                <a:gd name="T49" fmla="*/ 7 h 363"/>
                <a:gd name="T50" fmla="*/ 297 w 752"/>
                <a:gd name="T51" fmla="*/ 6 h 363"/>
                <a:gd name="T52" fmla="*/ 292 w 752"/>
                <a:gd name="T53" fmla="*/ 5 h 363"/>
                <a:gd name="T54" fmla="*/ 286 w 752"/>
                <a:gd name="T55" fmla="*/ 3 h 363"/>
                <a:gd name="T56" fmla="*/ 274 w 752"/>
                <a:gd name="T57" fmla="*/ 2 h 363"/>
                <a:gd name="T58" fmla="*/ 268 w 752"/>
                <a:gd name="T59" fmla="*/ 1 h 363"/>
                <a:gd name="T60" fmla="*/ 262 w 752"/>
                <a:gd name="T61" fmla="*/ 1 h 363"/>
                <a:gd name="T62" fmla="*/ 256 w 752"/>
                <a:gd name="T63" fmla="*/ 0 h 363"/>
                <a:gd name="T64" fmla="*/ 250 w 752"/>
                <a:gd name="T65" fmla="*/ 0 h 363"/>
                <a:gd name="T66" fmla="*/ 244 w 752"/>
                <a:gd name="T67" fmla="*/ 1 h 363"/>
                <a:gd name="T68" fmla="*/ 238 w 752"/>
                <a:gd name="T69" fmla="*/ 1 h 363"/>
                <a:gd name="T70" fmla="*/ 232 w 752"/>
                <a:gd name="T71" fmla="*/ 2 h 363"/>
                <a:gd name="T72" fmla="*/ 226 w 752"/>
                <a:gd name="T73" fmla="*/ 3 h 363"/>
                <a:gd name="T74" fmla="*/ 220 w 752"/>
                <a:gd name="T75" fmla="*/ 4 h 363"/>
                <a:gd name="T76" fmla="*/ 214 w 752"/>
                <a:gd name="T77" fmla="*/ 5 h 363"/>
                <a:gd name="T78" fmla="*/ 208 w 752"/>
                <a:gd name="T79" fmla="*/ 7 h 363"/>
                <a:gd name="T80" fmla="*/ 194 w 752"/>
                <a:gd name="T81" fmla="*/ 12 h 363"/>
                <a:gd name="T82" fmla="*/ 187 w 752"/>
                <a:gd name="T83" fmla="*/ 14 h 363"/>
                <a:gd name="T84" fmla="*/ 181 w 752"/>
                <a:gd name="T85" fmla="*/ 17 h 363"/>
                <a:gd name="T86" fmla="*/ 174 w 752"/>
                <a:gd name="T87" fmla="*/ 20 h 363"/>
                <a:gd name="T88" fmla="*/ 167 w 752"/>
                <a:gd name="T89" fmla="*/ 24 h 363"/>
                <a:gd name="T90" fmla="*/ 161 w 752"/>
                <a:gd name="T91" fmla="*/ 28 h 363"/>
                <a:gd name="T92" fmla="*/ 154 w 752"/>
                <a:gd name="T93" fmla="*/ 32 h 363"/>
                <a:gd name="T94" fmla="*/ 147 w 752"/>
                <a:gd name="T95" fmla="*/ 36 h 363"/>
                <a:gd name="T96" fmla="*/ 140 w 752"/>
                <a:gd name="T97" fmla="*/ 41 h 363"/>
                <a:gd name="T98" fmla="*/ 133 w 752"/>
                <a:gd name="T99" fmla="*/ 45 h 363"/>
                <a:gd name="T100" fmla="*/ 126 w 752"/>
                <a:gd name="T101" fmla="*/ 51 h 363"/>
                <a:gd name="T102" fmla="*/ 119 w 752"/>
                <a:gd name="T103" fmla="*/ 56 h 363"/>
                <a:gd name="T104" fmla="*/ 95 w 752"/>
                <a:gd name="T105" fmla="*/ 76 h 363"/>
                <a:gd name="T106" fmla="*/ 15 w 752"/>
                <a:gd name="T107" fmla="*/ 85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52" h="363">
                  <a:moveTo>
                    <a:pt x="171" y="339"/>
                  </a:moveTo>
                  <a:cubicBezTo>
                    <a:pt x="324" y="363"/>
                    <a:pt x="477" y="326"/>
                    <a:pt x="603" y="235"/>
                  </a:cubicBezTo>
                  <a:cubicBezTo>
                    <a:pt x="608" y="231"/>
                    <a:pt x="613" y="228"/>
                    <a:pt x="618" y="224"/>
                  </a:cubicBezTo>
                  <a:cubicBezTo>
                    <a:pt x="646" y="202"/>
                    <a:pt x="672" y="177"/>
                    <a:pt x="696" y="151"/>
                  </a:cubicBezTo>
                  <a:cubicBezTo>
                    <a:pt x="697" y="150"/>
                    <a:pt x="697" y="150"/>
                    <a:pt x="697" y="150"/>
                  </a:cubicBezTo>
                  <a:cubicBezTo>
                    <a:pt x="701" y="145"/>
                    <a:pt x="705" y="140"/>
                    <a:pt x="709" y="135"/>
                  </a:cubicBezTo>
                  <a:cubicBezTo>
                    <a:pt x="712" y="132"/>
                    <a:pt x="712" y="132"/>
                    <a:pt x="712" y="132"/>
                  </a:cubicBezTo>
                  <a:cubicBezTo>
                    <a:pt x="715" y="128"/>
                    <a:pt x="719" y="123"/>
                    <a:pt x="722" y="119"/>
                  </a:cubicBezTo>
                  <a:cubicBezTo>
                    <a:pt x="725" y="116"/>
                    <a:pt x="725" y="116"/>
                    <a:pt x="725" y="116"/>
                  </a:cubicBezTo>
                  <a:cubicBezTo>
                    <a:pt x="729" y="110"/>
                    <a:pt x="733" y="104"/>
                    <a:pt x="736" y="99"/>
                  </a:cubicBezTo>
                  <a:cubicBezTo>
                    <a:pt x="740" y="94"/>
                    <a:pt x="744" y="89"/>
                    <a:pt x="748" y="83"/>
                  </a:cubicBezTo>
                  <a:cubicBezTo>
                    <a:pt x="748" y="82"/>
                    <a:pt x="749" y="81"/>
                    <a:pt x="749" y="80"/>
                  </a:cubicBezTo>
                  <a:cubicBezTo>
                    <a:pt x="750" y="79"/>
                    <a:pt x="750" y="79"/>
                    <a:pt x="750" y="79"/>
                  </a:cubicBezTo>
                  <a:cubicBezTo>
                    <a:pt x="751" y="78"/>
                    <a:pt x="752" y="77"/>
                    <a:pt x="752" y="76"/>
                  </a:cubicBezTo>
                  <a:cubicBezTo>
                    <a:pt x="732" y="93"/>
                    <a:pt x="707" y="107"/>
                    <a:pt x="681" y="117"/>
                  </a:cubicBezTo>
                  <a:cubicBezTo>
                    <a:pt x="634" y="135"/>
                    <a:pt x="559" y="146"/>
                    <a:pt x="468" y="101"/>
                  </a:cubicBezTo>
                  <a:cubicBezTo>
                    <a:pt x="465" y="99"/>
                    <a:pt x="462" y="98"/>
                    <a:pt x="459" y="97"/>
                  </a:cubicBezTo>
                  <a:cubicBezTo>
                    <a:pt x="459" y="96"/>
                    <a:pt x="459" y="96"/>
                    <a:pt x="459" y="96"/>
                  </a:cubicBezTo>
                  <a:cubicBezTo>
                    <a:pt x="456" y="95"/>
                    <a:pt x="453" y="93"/>
                    <a:pt x="450" y="92"/>
                  </a:cubicBezTo>
                  <a:cubicBezTo>
                    <a:pt x="447" y="90"/>
                    <a:pt x="447" y="90"/>
                    <a:pt x="447" y="90"/>
                  </a:cubicBezTo>
                  <a:cubicBezTo>
                    <a:pt x="443" y="87"/>
                    <a:pt x="438" y="84"/>
                    <a:pt x="432" y="80"/>
                  </a:cubicBezTo>
                  <a:cubicBezTo>
                    <a:pt x="425" y="76"/>
                    <a:pt x="418" y="71"/>
                    <a:pt x="411" y="66"/>
                  </a:cubicBezTo>
                  <a:cubicBezTo>
                    <a:pt x="402" y="60"/>
                    <a:pt x="393" y="53"/>
                    <a:pt x="383" y="47"/>
                  </a:cubicBezTo>
                  <a:cubicBezTo>
                    <a:pt x="382" y="46"/>
                    <a:pt x="381" y="45"/>
                    <a:pt x="380" y="44"/>
                  </a:cubicBezTo>
                  <a:cubicBezTo>
                    <a:pt x="379" y="44"/>
                    <a:pt x="379" y="44"/>
                    <a:pt x="379" y="44"/>
                  </a:cubicBezTo>
                  <a:cubicBezTo>
                    <a:pt x="379" y="44"/>
                    <a:pt x="379" y="44"/>
                    <a:pt x="379" y="44"/>
                  </a:cubicBezTo>
                  <a:cubicBezTo>
                    <a:pt x="378" y="43"/>
                    <a:pt x="378" y="43"/>
                    <a:pt x="378" y="43"/>
                  </a:cubicBezTo>
                  <a:cubicBezTo>
                    <a:pt x="377" y="43"/>
                    <a:pt x="376" y="42"/>
                    <a:pt x="375" y="41"/>
                  </a:cubicBezTo>
                  <a:cubicBezTo>
                    <a:pt x="374" y="41"/>
                    <a:pt x="374" y="41"/>
                    <a:pt x="374" y="41"/>
                  </a:cubicBezTo>
                  <a:cubicBezTo>
                    <a:pt x="373" y="40"/>
                    <a:pt x="372" y="39"/>
                    <a:pt x="371" y="39"/>
                  </a:cubicBezTo>
                  <a:cubicBezTo>
                    <a:pt x="370" y="38"/>
                    <a:pt x="370" y="38"/>
                    <a:pt x="370" y="38"/>
                  </a:cubicBezTo>
                  <a:cubicBezTo>
                    <a:pt x="369" y="37"/>
                    <a:pt x="367" y="37"/>
                    <a:pt x="366" y="36"/>
                  </a:cubicBezTo>
                  <a:cubicBezTo>
                    <a:pt x="365" y="35"/>
                    <a:pt x="365" y="35"/>
                    <a:pt x="365" y="35"/>
                  </a:cubicBezTo>
                  <a:cubicBezTo>
                    <a:pt x="364" y="35"/>
                    <a:pt x="363" y="34"/>
                    <a:pt x="361" y="33"/>
                  </a:cubicBezTo>
                  <a:cubicBezTo>
                    <a:pt x="361" y="33"/>
                    <a:pt x="361" y="33"/>
                    <a:pt x="361" y="33"/>
                  </a:cubicBezTo>
                  <a:cubicBezTo>
                    <a:pt x="359" y="32"/>
                    <a:pt x="358" y="31"/>
                    <a:pt x="357" y="30"/>
                  </a:cubicBezTo>
                  <a:cubicBezTo>
                    <a:pt x="350" y="27"/>
                    <a:pt x="344" y="23"/>
                    <a:pt x="337" y="20"/>
                  </a:cubicBezTo>
                  <a:cubicBezTo>
                    <a:pt x="336" y="20"/>
                    <a:pt x="334" y="19"/>
                    <a:pt x="333" y="18"/>
                  </a:cubicBezTo>
                  <a:cubicBezTo>
                    <a:pt x="332" y="18"/>
                    <a:pt x="332" y="18"/>
                    <a:pt x="332" y="18"/>
                  </a:cubicBezTo>
                  <a:cubicBezTo>
                    <a:pt x="330" y="17"/>
                    <a:pt x="329" y="17"/>
                    <a:pt x="328" y="16"/>
                  </a:cubicBezTo>
                  <a:cubicBezTo>
                    <a:pt x="327" y="16"/>
                    <a:pt x="327" y="16"/>
                    <a:pt x="327" y="16"/>
                  </a:cubicBezTo>
                  <a:cubicBezTo>
                    <a:pt x="325" y="15"/>
                    <a:pt x="324" y="15"/>
                    <a:pt x="323" y="14"/>
                  </a:cubicBezTo>
                  <a:cubicBezTo>
                    <a:pt x="321" y="14"/>
                    <a:pt x="321" y="14"/>
                    <a:pt x="321" y="14"/>
                  </a:cubicBezTo>
                  <a:cubicBezTo>
                    <a:pt x="320" y="13"/>
                    <a:pt x="319" y="13"/>
                    <a:pt x="318" y="12"/>
                  </a:cubicBezTo>
                  <a:cubicBezTo>
                    <a:pt x="316" y="12"/>
                    <a:pt x="316" y="12"/>
                    <a:pt x="316" y="12"/>
                  </a:cubicBezTo>
                  <a:cubicBezTo>
                    <a:pt x="315" y="11"/>
                    <a:pt x="314" y="11"/>
                    <a:pt x="313" y="10"/>
                  </a:cubicBezTo>
                  <a:cubicBezTo>
                    <a:pt x="311" y="10"/>
                    <a:pt x="311" y="10"/>
                    <a:pt x="311" y="10"/>
                  </a:cubicBezTo>
                  <a:cubicBezTo>
                    <a:pt x="310" y="10"/>
                    <a:pt x="309" y="9"/>
                    <a:pt x="308" y="9"/>
                  </a:cubicBezTo>
                  <a:cubicBezTo>
                    <a:pt x="306" y="8"/>
                    <a:pt x="306" y="8"/>
                    <a:pt x="306" y="8"/>
                  </a:cubicBezTo>
                  <a:cubicBezTo>
                    <a:pt x="305" y="8"/>
                    <a:pt x="304" y="8"/>
                    <a:pt x="303" y="7"/>
                  </a:cubicBezTo>
                  <a:cubicBezTo>
                    <a:pt x="301" y="7"/>
                    <a:pt x="301" y="7"/>
                    <a:pt x="301" y="7"/>
                  </a:cubicBezTo>
                  <a:cubicBezTo>
                    <a:pt x="300" y="6"/>
                    <a:pt x="299" y="6"/>
                    <a:pt x="297" y="6"/>
                  </a:cubicBezTo>
                  <a:cubicBezTo>
                    <a:pt x="296" y="5"/>
                    <a:pt x="296" y="5"/>
                    <a:pt x="296" y="5"/>
                  </a:cubicBezTo>
                  <a:cubicBezTo>
                    <a:pt x="295" y="5"/>
                    <a:pt x="293" y="5"/>
                    <a:pt x="292" y="5"/>
                  </a:cubicBezTo>
                  <a:cubicBezTo>
                    <a:pt x="291" y="4"/>
                    <a:pt x="291" y="4"/>
                    <a:pt x="291" y="4"/>
                  </a:cubicBezTo>
                  <a:cubicBezTo>
                    <a:pt x="289" y="4"/>
                    <a:pt x="288" y="4"/>
                    <a:pt x="286" y="3"/>
                  </a:cubicBezTo>
                  <a:cubicBezTo>
                    <a:pt x="286" y="3"/>
                    <a:pt x="286" y="3"/>
                    <a:pt x="286" y="3"/>
                  </a:cubicBezTo>
                  <a:cubicBezTo>
                    <a:pt x="282" y="3"/>
                    <a:pt x="278" y="2"/>
                    <a:pt x="274" y="2"/>
                  </a:cubicBezTo>
                  <a:cubicBezTo>
                    <a:pt x="272" y="1"/>
                    <a:pt x="271" y="1"/>
                    <a:pt x="269" y="1"/>
                  </a:cubicBezTo>
                  <a:cubicBezTo>
                    <a:pt x="268" y="1"/>
                    <a:pt x="268" y="1"/>
                    <a:pt x="268" y="1"/>
                  </a:cubicBezTo>
                  <a:cubicBezTo>
                    <a:pt x="266" y="1"/>
                    <a:pt x="265" y="1"/>
                    <a:pt x="263" y="1"/>
                  </a:cubicBezTo>
                  <a:cubicBezTo>
                    <a:pt x="262" y="1"/>
                    <a:pt x="262" y="1"/>
                    <a:pt x="262" y="1"/>
                  </a:cubicBezTo>
                  <a:cubicBezTo>
                    <a:pt x="260" y="0"/>
                    <a:pt x="259" y="0"/>
                    <a:pt x="258" y="0"/>
                  </a:cubicBezTo>
                  <a:cubicBezTo>
                    <a:pt x="256" y="0"/>
                    <a:pt x="256" y="0"/>
                    <a:pt x="256" y="0"/>
                  </a:cubicBezTo>
                  <a:cubicBezTo>
                    <a:pt x="255" y="0"/>
                    <a:pt x="253" y="0"/>
                    <a:pt x="252" y="0"/>
                  </a:cubicBezTo>
                  <a:cubicBezTo>
                    <a:pt x="250" y="0"/>
                    <a:pt x="250" y="0"/>
                    <a:pt x="250" y="0"/>
                  </a:cubicBezTo>
                  <a:cubicBezTo>
                    <a:pt x="249" y="0"/>
                    <a:pt x="248" y="1"/>
                    <a:pt x="246" y="1"/>
                  </a:cubicBezTo>
                  <a:cubicBezTo>
                    <a:pt x="244" y="1"/>
                    <a:pt x="244" y="1"/>
                    <a:pt x="244" y="1"/>
                  </a:cubicBezTo>
                  <a:cubicBezTo>
                    <a:pt x="243" y="1"/>
                    <a:pt x="242" y="1"/>
                    <a:pt x="241" y="1"/>
                  </a:cubicBezTo>
                  <a:cubicBezTo>
                    <a:pt x="238" y="1"/>
                    <a:pt x="238" y="1"/>
                    <a:pt x="238" y="1"/>
                  </a:cubicBezTo>
                  <a:cubicBezTo>
                    <a:pt x="237" y="1"/>
                    <a:pt x="236" y="1"/>
                    <a:pt x="235" y="2"/>
                  </a:cubicBezTo>
                  <a:cubicBezTo>
                    <a:pt x="232" y="2"/>
                    <a:pt x="232" y="2"/>
                    <a:pt x="232" y="2"/>
                  </a:cubicBezTo>
                  <a:cubicBezTo>
                    <a:pt x="231" y="2"/>
                    <a:pt x="230" y="2"/>
                    <a:pt x="229" y="2"/>
                  </a:cubicBezTo>
                  <a:cubicBezTo>
                    <a:pt x="226" y="3"/>
                    <a:pt x="226" y="3"/>
                    <a:pt x="226" y="3"/>
                  </a:cubicBezTo>
                  <a:cubicBezTo>
                    <a:pt x="225" y="3"/>
                    <a:pt x="224" y="3"/>
                    <a:pt x="223" y="3"/>
                  </a:cubicBezTo>
                  <a:cubicBezTo>
                    <a:pt x="220" y="4"/>
                    <a:pt x="220" y="4"/>
                    <a:pt x="220" y="4"/>
                  </a:cubicBezTo>
                  <a:cubicBezTo>
                    <a:pt x="219" y="4"/>
                    <a:pt x="218" y="5"/>
                    <a:pt x="217" y="5"/>
                  </a:cubicBezTo>
                  <a:cubicBezTo>
                    <a:pt x="214" y="5"/>
                    <a:pt x="214" y="5"/>
                    <a:pt x="214" y="5"/>
                  </a:cubicBezTo>
                  <a:cubicBezTo>
                    <a:pt x="213" y="6"/>
                    <a:pt x="211" y="6"/>
                    <a:pt x="210" y="6"/>
                  </a:cubicBezTo>
                  <a:cubicBezTo>
                    <a:pt x="208" y="7"/>
                    <a:pt x="208" y="7"/>
                    <a:pt x="208" y="7"/>
                  </a:cubicBezTo>
                  <a:cubicBezTo>
                    <a:pt x="204" y="8"/>
                    <a:pt x="200" y="9"/>
                    <a:pt x="196" y="11"/>
                  </a:cubicBezTo>
                  <a:cubicBezTo>
                    <a:pt x="194" y="12"/>
                    <a:pt x="194" y="12"/>
                    <a:pt x="194" y="12"/>
                  </a:cubicBezTo>
                  <a:cubicBezTo>
                    <a:pt x="193" y="12"/>
                    <a:pt x="191" y="13"/>
                    <a:pt x="189" y="13"/>
                  </a:cubicBezTo>
                  <a:cubicBezTo>
                    <a:pt x="187" y="14"/>
                    <a:pt x="187" y="14"/>
                    <a:pt x="187" y="14"/>
                  </a:cubicBezTo>
                  <a:cubicBezTo>
                    <a:pt x="186" y="15"/>
                    <a:pt x="184" y="16"/>
                    <a:pt x="183" y="16"/>
                  </a:cubicBezTo>
                  <a:cubicBezTo>
                    <a:pt x="181" y="17"/>
                    <a:pt x="181" y="17"/>
                    <a:pt x="181" y="17"/>
                  </a:cubicBezTo>
                  <a:cubicBezTo>
                    <a:pt x="179" y="18"/>
                    <a:pt x="178" y="18"/>
                    <a:pt x="177" y="19"/>
                  </a:cubicBezTo>
                  <a:cubicBezTo>
                    <a:pt x="176" y="19"/>
                    <a:pt x="175" y="20"/>
                    <a:pt x="174" y="20"/>
                  </a:cubicBezTo>
                  <a:cubicBezTo>
                    <a:pt x="173" y="21"/>
                    <a:pt x="171" y="22"/>
                    <a:pt x="170" y="22"/>
                  </a:cubicBezTo>
                  <a:cubicBezTo>
                    <a:pt x="169" y="23"/>
                    <a:pt x="168" y="23"/>
                    <a:pt x="167" y="24"/>
                  </a:cubicBezTo>
                  <a:cubicBezTo>
                    <a:pt x="166" y="24"/>
                    <a:pt x="165" y="25"/>
                    <a:pt x="163" y="26"/>
                  </a:cubicBezTo>
                  <a:cubicBezTo>
                    <a:pt x="162" y="26"/>
                    <a:pt x="162" y="27"/>
                    <a:pt x="161" y="28"/>
                  </a:cubicBezTo>
                  <a:cubicBezTo>
                    <a:pt x="159" y="28"/>
                    <a:pt x="158" y="29"/>
                    <a:pt x="157" y="30"/>
                  </a:cubicBezTo>
                  <a:cubicBezTo>
                    <a:pt x="154" y="32"/>
                    <a:pt x="154" y="32"/>
                    <a:pt x="154" y="32"/>
                  </a:cubicBezTo>
                  <a:cubicBezTo>
                    <a:pt x="153" y="32"/>
                    <a:pt x="151" y="33"/>
                    <a:pt x="150" y="34"/>
                  </a:cubicBezTo>
                  <a:cubicBezTo>
                    <a:pt x="149" y="35"/>
                    <a:pt x="148" y="35"/>
                    <a:pt x="147" y="36"/>
                  </a:cubicBezTo>
                  <a:cubicBezTo>
                    <a:pt x="146" y="37"/>
                    <a:pt x="144" y="38"/>
                    <a:pt x="143" y="38"/>
                  </a:cubicBezTo>
                  <a:cubicBezTo>
                    <a:pt x="142" y="39"/>
                    <a:pt x="141" y="40"/>
                    <a:pt x="140" y="41"/>
                  </a:cubicBezTo>
                  <a:cubicBezTo>
                    <a:pt x="139" y="41"/>
                    <a:pt x="137" y="42"/>
                    <a:pt x="136" y="43"/>
                  </a:cubicBezTo>
                  <a:cubicBezTo>
                    <a:pt x="133" y="45"/>
                    <a:pt x="133" y="45"/>
                    <a:pt x="133" y="45"/>
                  </a:cubicBezTo>
                  <a:cubicBezTo>
                    <a:pt x="132" y="47"/>
                    <a:pt x="130" y="48"/>
                    <a:pt x="129" y="49"/>
                  </a:cubicBezTo>
                  <a:cubicBezTo>
                    <a:pt x="126" y="51"/>
                    <a:pt x="126" y="51"/>
                    <a:pt x="126" y="51"/>
                  </a:cubicBezTo>
                  <a:cubicBezTo>
                    <a:pt x="125" y="52"/>
                    <a:pt x="123" y="53"/>
                    <a:pt x="121" y="55"/>
                  </a:cubicBezTo>
                  <a:cubicBezTo>
                    <a:pt x="119" y="56"/>
                    <a:pt x="119" y="56"/>
                    <a:pt x="119" y="56"/>
                  </a:cubicBezTo>
                  <a:cubicBezTo>
                    <a:pt x="117" y="58"/>
                    <a:pt x="114" y="60"/>
                    <a:pt x="112" y="62"/>
                  </a:cubicBezTo>
                  <a:cubicBezTo>
                    <a:pt x="106" y="68"/>
                    <a:pt x="100" y="72"/>
                    <a:pt x="95" y="76"/>
                  </a:cubicBezTo>
                  <a:cubicBezTo>
                    <a:pt x="70" y="94"/>
                    <a:pt x="49" y="101"/>
                    <a:pt x="33" y="97"/>
                  </a:cubicBezTo>
                  <a:cubicBezTo>
                    <a:pt x="26" y="95"/>
                    <a:pt x="20" y="91"/>
                    <a:pt x="15" y="85"/>
                  </a:cubicBezTo>
                  <a:cubicBezTo>
                    <a:pt x="0" y="245"/>
                    <a:pt x="115" y="326"/>
                    <a:pt x="171" y="339"/>
                  </a:cubicBezTo>
                  <a:close/>
                </a:path>
              </a:pathLst>
            </a:custGeom>
            <a:solidFill>
              <a:srgbClr val="FEB51B"/>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思源黑体 CN Medium" panose="020B0600000000000000" charset="-122"/>
                <a:ea typeface="思源黑体 CN Medium" panose="020B0600000000000000" charset="-122"/>
                <a:cs typeface="+mn-ea"/>
                <a:sym typeface="+mn-lt"/>
              </a:endParaRPr>
            </a:p>
          </p:txBody>
        </p:sp>
        <p:sp>
          <p:nvSpPr>
            <p:cNvPr id="15" name="Freeform 9"/>
            <p:cNvSpPr/>
            <p:nvPr/>
          </p:nvSpPr>
          <p:spPr bwMode="auto">
            <a:xfrm>
              <a:off x="3726982" y="2427465"/>
              <a:ext cx="1449239" cy="2865691"/>
            </a:xfrm>
            <a:custGeom>
              <a:avLst/>
              <a:gdLst>
                <a:gd name="T0" fmla="*/ 339 w 387"/>
                <a:gd name="T1" fmla="*/ 192 h 768"/>
                <a:gd name="T2" fmla="*/ 288 w 387"/>
                <a:gd name="T3" fmla="*/ 77 h 768"/>
                <a:gd name="T4" fmla="*/ 277 w 387"/>
                <a:gd name="T5" fmla="*/ 60 h 768"/>
                <a:gd name="T6" fmla="*/ 266 w 387"/>
                <a:gd name="T7" fmla="*/ 43 h 768"/>
                <a:gd name="T8" fmla="*/ 251 w 387"/>
                <a:gd name="T9" fmla="*/ 23 h 768"/>
                <a:gd name="T10" fmla="*/ 237 w 387"/>
                <a:gd name="T11" fmla="*/ 5 h 768"/>
                <a:gd name="T12" fmla="*/ 234 w 387"/>
                <a:gd name="T13" fmla="*/ 0 h 768"/>
                <a:gd name="T14" fmla="*/ 170 w 387"/>
                <a:gd name="T15" fmla="*/ 279 h 768"/>
                <a:gd name="T16" fmla="*/ 163 w 387"/>
                <a:gd name="T17" fmla="*/ 286 h 768"/>
                <a:gd name="T18" fmla="*/ 153 w 387"/>
                <a:gd name="T19" fmla="*/ 295 h 768"/>
                <a:gd name="T20" fmla="*/ 119 w 387"/>
                <a:gd name="T21" fmla="*/ 322 h 768"/>
                <a:gd name="T22" fmla="*/ 89 w 387"/>
                <a:gd name="T23" fmla="*/ 345 h 768"/>
                <a:gd name="T24" fmla="*/ 88 w 387"/>
                <a:gd name="T25" fmla="*/ 345 h 768"/>
                <a:gd name="T26" fmla="*/ 84 w 387"/>
                <a:gd name="T27" fmla="*/ 349 h 768"/>
                <a:gd name="T28" fmla="*/ 80 w 387"/>
                <a:gd name="T29" fmla="*/ 352 h 768"/>
                <a:gd name="T30" fmla="*/ 76 w 387"/>
                <a:gd name="T31" fmla="*/ 355 h 768"/>
                <a:gd name="T32" fmla="*/ 72 w 387"/>
                <a:gd name="T33" fmla="*/ 359 h 768"/>
                <a:gd name="T34" fmla="*/ 68 w 387"/>
                <a:gd name="T35" fmla="*/ 363 h 768"/>
                <a:gd name="T36" fmla="*/ 49 w 387"/>
                <a:gd name="T37" fmla="*/ 382 h 768"/>
                <a:gd name="T38" fmla="*/ 46 w 387"/>
                <a:gd name="T39" fmla="*/ 386 h 768"/>
                <a:gd name="T40" fmla="*/ 43 w 387"/>
                <a:gd name="T41" fmla="*/ 390 h 768"/>
                <a:gd name="T42" fmla="*/ 39 w 387"/>
                <a:gd name="T43" fmla="*/ 394 h 768"/>
                <a:gd name="T44" fmla="*/ 36 w 387"/>
                <a:gd name="T45" fmla="*/ 398 h 768"/>
                <a:gd name="T46" fmla="*/ 33 w 387"/>
                <a:gd name="T47" fmla="*/ 402 h 768"/>
                <a:gd name="T48" fmla="*/ 30 w 387"/>
                <a:gd name="T49" fmla="*/ 407 h 768"/>
                <a:gd name="T50" fmla="*/ 27 w 387"/>
                <a:gd name="T51" fmla="*/ 411 h 768"/>
                <a:gd name="T52" fmla="*/ 24 w 387"/>
                <a:gd name="T53" fmla="*/ 416 h 768"/>
                <a:gd name="T54" fmla="*/ 21 w 387"/>
                <a:gd name="T55" fmla="*/ 421 h 768"/>
                <a:gd name="T56" fmla="*/ 15 w 387"/>
                <a:gd name="T57" fmla="*/ 432 h 768"/>
                <a:gd name="T58" fmla="*/ 13 w 387"/>
                <a:gd name="T59" fmla="*/ 438 h 768"/>
                <a:gd name="T60" fmla="*/ 11 w 387"/>
                <a:gd name="T61" fmla="*/ 444 h 768"/>
                <a:gd name="T62" fmla="*/ 9 w 387"/>
                <a:gd name="T63" fmla="*/ 449 h 768"/>
                <a:gd name="T64" fmla="*/ 7 w 387"/>
                <a:gd name="T65" fmla="*/ 455 h 768"/>
                <a:gd name="T66" fmla="*/ 5 w 387"/>
                <a:gd name="T67" fmla="*/ 460 h 768"/>
                <a:gd name="T68" fmla="*/ 4 w 387"/>
                <a:gd name="T69" fmla="*/ 466 h 768"/>
                <a:gd name="T70" fmla="*/ 3 w 387"/>
                <a:gd name="T71" fmla="*/ 472 h 768"/>
                <a:gd name="T72" fmla="*/ 2 w 387"/>
                <a:gd name="T73" fmla="*/ 478 h 768"/>
                <a:gd name="T74" fmla="*/ 1 w 387"/>
                <a:gd name="T75" fmla="*/ 484 h 768"/>
                <a:gd name="T76" fmla="*/ 1 w 387"/>
                <a:gd name="T77" fmla="*/ 490 h 768"/>
                <a:gd name="T78" fmla="*/ 0 w 387"/>
                <a:gd name="T79" fmla="*/ 496 h 768"/>
                <a:gd name="T80" fmla="*/ 0 w 387"/>
                <a:gd name="T81" fmla="*/ 511 h 768"/>
                <a:gd name="T82" fmla="*/ 1 w 387"/>
                <a:gd name="T83" fmla="*/ 519 h 768"/>
                <a:gd name="T84" fmla="*/ 1 w 387"/>
                <a:gd name="T85" fmla="*/ 526 h 768"/>
                <a:gd name="T86" fmla="*/ 2 w 387"/>
                <a:gd name="T87" fmla="*/ 533 h 768"/>
                <a:gd name="T88" fmla="*/ 4 w 387"/>
                <a:gd name="T89" fmla="*/ 541 h 768"/>
                <a:gd name="T90" fmla="*/ 5 w 387"/>
                <a:gd name="T91" fmla="*/ 548 h 768"/>
                <a:gd name="T92" fmla="*/ 7 w 387"/>
                <a:gd name="T93" fmla="*/ 556 h 768"/>
                <a:gd name="T94" fmla="*/ 9 w 387"/>
                <a:gd name="T95" fmla="*/ 564 h 768"/>
                <a:gd name="T96" fmla="*/ 11 w 387"/>
                <a:gd name="T97" fmla="*/ 572 h 768"/>
                <a:gd name="T98" fmla="*/ 14 w 387"/>
                <a:gd name="T99" fmla="*/ 580 h 768"/>
                <a:gd name="T100" fmla="*/ 17 w 387"/>
                <a:gd name="T101" fmla="*/ 588 h 768"/>
                <a:gd name="T102" fmla="*/ 20 w 387"/>
                <a:gd name="T103" fmla="*/ 597 h 768"/>
                <a:gd name="T104" fmla="*/ 31 w 387"/>
                <a:gd name="T105" fmla="*/ 626 h 768"/>
                <a:gd name="T106" fmla="*/ 15 w 387"/>
                <a:gd name="T107" fmla="*/ 705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87" h="768">
                  <a:moveTo>
                    <a:pt x="305" y="634"/>
                  </a:moveTo>
                  <a:cubicBezTo>
                    <a:pt x="375" y="496"/>
                    <a:pt x="387" y="339"/>
                    <a:pt x="339" y="192"/>
                  </a:cubicBezTo>
                  <a:cubicBezTo>
                    <a:pt x="337" y="186"/>
                    <a:pt x="335" y="180"/>
                    <a:pt x="333" y="174"/>
                  </a:cubicBezTo>
                  <a:cubicBezTo>
                    <a:pt x="321" y="140"/>
                    <a:pt x="305" y="108"/>
                    <a:pt x="288" y="77"/>
                  </a:cubicBezTo>
                  <a:cubicBezTo>
                    <a:pt x="287" y="76"/>
                    <a:pt x="287" y="76"/>
                    <a:pt x="287" y="76"/>
                  </a:cubicBezTo>
                  <a:cubicBezTo>
                    <a:pt x="284" y="71"/>
                    <a:pt x="281" y="65"/>
                    <a:pt x="277" y="60"/>
                  </a:cubicBezTo>
                  <a:cubicBezTo>
                    <a:pt x="275" y="56"/>
                    <a:pt x="275" y="56"/>
                    <a:pt x="275" y="56"/>
                  </a:cubicBezTo>
                  <a:cubicBezTo>
                    <a:pt x="272" y="52"/>
                    <a:pt x="269" y="47"/>
                    <a:pt x="266" y="43"/>
                  </a:cubicBezTo>
                  <a:cubicBezTo>
                    <a:pt x="263" y="39"/>
                    <a:pt x="263" y="39"/>
                    <a:pt x="263" y="39"/>
                  </a:cubicBezTo>
                  <a:cubicBezTo>
                    <a:pt x="259" y="33"/>
                    <a:pt x="255" y="28"/>
                    <a:pt x="251" y="23"/>
                  </a:cubicBezTo>
                  <a:cubicBezTo>
                    <a:pt x="248" y="18"/>
                    <a:pt x="243" y="12"/>
                    <a:pt x="239" y="7"/>
                  </a:cubicBezTo>
                  <a:cubicBezTo>
                    <a:pt x="238" y="6"/>
                    <a:pt x="238" y="5"/>
                    <a:pt x="237" y="5"/>
                  </a:cubicBezTo>
                  <a:cubicBezTo>
                    <a:pt x="236" y="3"/>
                    <a:pt x="236" y="3"/>
                    <a:pt x="236" y="3"/>
                  </a:cubicBezTo>
                  <a:cubicBezTo>
                    <a:pt x="235" y="2"/>
                    <a:pt x="234" y="1"/>
                    <a:pt x="234" y="0"/>
                  </a:cubicBezTo>
                  <a:cubicBezTo>
                    <a:pt x="244" y="25"/>
                    <a:pt x="250" y="54"/>
                    <a:pt x="251" y="81"/>
                  </a:cubicBezTo>
                  <a:cubicBezTo>
                    <a:pt x="253" y="131"/>
                    <a:pt x="241" y="206"/>
                    <a:pt x="170" y="279"/>
                  </a:cubicBezTo>
                  <a:cubicBezTo>
                    <a:pt x="167" y="281"/>
                    <a:pt x="165" y="283"/>
                    <a:pt x="163" y="285"/>
                  </a:cubicBezTo>
                  <a:cubicBezTo>
                    <a:pt x="163" y="286"/>
                    <a:pt x="163" y="286"/>
                    <a:pt x="163" y="286"/>
                  </a:cubicBezTo>
                  <a:cubicBezTo>
                    <a:pt x="160" y="288"/>
                    <a:pt x="158" y="290"/>
                    <a:pt x="156" y="292"/>
                  </a:cubicBezTo>
                  <a:cubicBezTo>
                    <a:pt x="153" y="295"/>
                    <a:pt x="153" y="295"/>
                    <a:pt x="153" y="295"/>
                  </a:cubicBezTo>
                  <a:cubicBezTo>
                    <a:pt x="149" y="298"/>
                    <a:pt x="145" y="302"/>
                    <a:pt x="139" y="307"/>
                  </a:cubicBezTo>
                  <a:cubicBezTo>
                    <a:pt x="133" y="312"/>
                    <a:pt x="126" y="317"/>
                    <a:pt x="119" y="322"/>
                  </a:cubicBezTo>
                  <a:cubicBezTo>
                    <a:pt x="110" y="328"/>
                    <a:pt x="101" y="335"/>
                    <a:pt x="92" y="342"/>
                  </a:cubicBezTo>
                  <a:cubicBezTo>
                    <a:pt x="91" y="343"/>
                    <a:pt x="90" y="344"/>
                    <a:pt x="89" y="345"/>
                  </a:cubicBezTo>
                  <a:cubicBezTo>
                    <a:pt x="88" y="345"/>
                    <a:pt x="88" y="345"/>
                    <a:pt x="88" y="345"/>
                  </a:cubicBezTo>
                  <a:cubicBezTo>
                    <a:pt x="88" y="345"/>
                    <a:pt x="88" y="345"/>
                    <a:pt x="88" y="345"/>
                  </a:cubicBezTo>
                  <a:cubicBezTo>
                    <a:pt x="87" y="346"/>
                    <a:pt x="87" y="346"/>
                    <a:pt x="87" y="346"/>
                  </a:cubicBezTo>
                  <a:cubicBezTo>
                    <a:pt x="86" y="347"/>
                    <a:pt x="85" y="348"/>
                    <a:pt x="84" y="349"/>
                  </a:cubicBezTo>
                  <a:cubicBezTo>
                    <a:pt x="84" y="349"/>
                    <a:pt x="84" y="349"/>
                    <a:pt x="84" y="349"/>
                  </a:cubicBezTo>
                  <a:cubicBezTo>
                    <a:pt x="83" y="350"/>
                    <a:pt x="82" y="351"/>
                    <a:pt x="80" y="352"/>
                  </a:cubicBezTo>
                  <a:cubicBezTo>
                    <a:pt x="80" y="352"/>
                    <a:pt x="80" y="352"/>
                    <a:pt x="80" y="352"/>
                  </a:cubicBezTo>
                  <a:cubicBezTo>
                    <a:pt x="79" y="353"/>
                    <a:pt x="78" y="354"/>
                    <a:pt x="76" y="355"/>
                  </a:cubicBezTo>
                  <a:cubicBezTo>
                    <a:pt x="76" y="356"/>
                    <a:pt x="76" y="356"/>
                    <a:pt x="76" y="356"/>
                  </a:cubicBezTo>
                  <a:cubicBezTo>
                    <a:pt x="75" y="357"/>
                    <a:pt x="74" y="358"/>
                    <a:pt x="72" y="359"/>
                  </a:cubicBezTo>
                  <a:cubicBezTo>
                    <a:pt x="72" y="359"/>
                    <a:pt x="72" y="359"/>
                    <a:pt x="72" y="359"/>
                  </a:cubicBezTo>
                  <a:cubicBezTo>
                    <a:pt x="71" y="360"/>
                    <a:pt x="70" y="361"/>
                    <a:pt x="68" y="363"/>
                  </a:cubicBezTo>
                  <a:cubicBezTo>
                    <a:pt x="63" y="368"/>
                    <a:pt x="58" y="373"/>
                    <a:pt x="53" y="378"/>
                  </a:cubicBezTo>
                  <a:cubicBezTo>
                    <a:pt x="52" y="379"/>
                    <a:pt x="50" y="380"/>
                    <a:pt x="49" y="382"/>
                  </a:cubicBezTo>
                  <a:cubicBezTo>
                    <a:pt x="49" y="382"/>
                    <a:pt x="49" y="382"/>
                    <a:pt x="49" y="382"/>
                  </a:cubicBezTo>
                  <a:cubicBezTo>
                    <a:pt x="48" y="383"/>
                    <a:pt x="47" y="385"/>
                    <a:pt x="46" y="386"/>
                  </a:cubicBezTo>
                  <a:cubicBezTo>
                    <a:pt x="45" y="387"/>
                    <a:pt x="45" y="387"/>
                    <a:pt x="45" y="387"/>
                  </a:cubicBezTo>
                  <a:cubicBezTo>
                    <a:pt x="44" y="388"/>
                    <a:pt x="43" y="389"/>
                    <a:pt x="43" y="390"/>
                  </a:cubicBezTo>
                  <a:cubicBezTo>
                    <a:pt x="42" y="391"/>
                    <a:pt x="42" y="391"/>
                    <a:pt x="42" y="391"/>
                  </a:cubicBezTo>
                  <a:cubicBezTo>
                    <a:pt x="41" y="392"/>
                    <a:pt x="40" y="393"/>
                    <a:pt x="39" y="394"/>
                  </a:cubicBezTo>
                  <a:cubicBezTo>
                    <a:pt x="38" y="395"/>
                    <a:pt x="38" y="395"/>
                    <a:pt x="38" y="395"/>
                  </a:cubicBezTo>
                  <a:cubicBezTo>
                    <a:pt x="37" y="396"/>
                    <a:pt x="37" y="397"/>
                    <a:pt x="36" y="398"/>
                  </a:cubicBezTo>
                  <a:cubicBezTo>
                    <a:pt x="35" y="399"/>
                    <a:pt x="35" y="399"/>
                    <a:pt x="35" y="399"/>
                  </a:cubicBezTo>
                  <a:cubicBezTo>
                    <a:pt x="34" y="400"/>
                    <a:pt x="33" y="401"/>
                    <a:pt x="33" y="402"/>
                  </a:cubicBezTo>
                  <a:cubicBezTo>
                    <a:pt x="32" y="404"/>
                    <a:pt x="32" y="404"/>
                    <a:pt x="32" y="404"/>
                  </a:cubicBezTo>
                  <a:cubicBezTo>
                    <a:pt x="31" y="405"/>
                    <a:pt x="30" y="406"/>
                    <a:pt x="30" y="407"/>
                  </a:cubicBezTo>
                  <a:cubicBezTo>
                    <a:pt x="29" y="408"/>
                    <a:pt x="29" y="408"/>
                    <a:pt x="29" y="408"/>
                  </a:cubicBezTo>
                  <a:cubicBezTo>
                    <a:pt x="28" y="409"/>
                    <a:pt x="27" y="410"/>
                    <a:pt x="27" y="411"/>
                  </a:cubicBezTo>
                  <a:cubicBezTo>
                    <a:pt x="26" y="413"/>
                    <a:pt x="26" y="413"/>
                    <a:pt x="26" y="413"/>
                  </a:cubicBezTo>
                  <a:cubicBezTo>
                    <a:pt x="25" y="414"/>
                    <a:pt x="24" y="415"/>
                    <a:pt x="24" y="416"/>
                  </a:cubicBezTo>
                  <a:cubicBezTo>
                    <a:pt x="23" y="417"/>
                    <a:pt x="23" y="417"/>
                    <a:pt x="23" y="417"/>
                  </a:cubicBezTo>
                  <a:cubicBezTo>
                    <a:pt x="22" y="419"/>
                    <a:pt x="22" y="420"/>
                    <a:pt x="21" y="421"/>
                  </a:cubicBezTo>
                  <a:cubicBezTo>
                    <a:pt x="21" y="422"/>
                    <a:pt x="21" y="422"/>
                    <a:pt x="21" y="422"/>
                  </a:cubicBezTo>
                  <a:cubicBezTo>
                    <a:pt x="19" y="425"/>
                    <a:pt x="17" y="429"/>
                    <a:pt x="15" y="432"/>
                  </a:cubicBezTo>
                  <a:cubicBezTo>
                    <a:pt x="15" y="434"/>
                    <a:pt x="14" y="435"/>
                    <a:pt x="13" y="437"/>
                  </a:cubicBezTo>
                  <a:cubicBezTo>
                    <a:pt x="13" y="438"/>
                    <a:pt x="13" y="438"/>
                    <a:pt x="13" y="438"/>
                  </a:cubicBezTo>
                  <a:cubicBezTo>
                    <a:pt x="12" y="440"/>
                    <a:pt x="12" y="441"/>
                    <a:pt x="11" y="442"/>
                  </a:cubicBezTo>
                  <a:cubicBezTo>
                    <a:pt x="11" y="444"/>
                    <a:pt x="11" y="444"/>
                    <a:pt x="11" y="444"/>
                  </a:cubicBezTo>
                  <a:cubicBezTo>
                    <a:pt x="10" y="445"/>
                    <a:pt x="10" y="446"/>
                    <a:pt x="9" y="447"/>
                  </a:cubicBezTo>
                  <a:cubicBezTo>
                    <a:pt x="9" y="449"/>
                    <a:pt x="9" y="449"/>
                    <a:pt x="9" y="449"/>
                  </a:cubicBezTo>
                  <a:cubicBezTo>
                    <a:pt x="8" y="450"/>
                    <a:pt x="8" y="452"/>
                    <a:pt x="8" y="453"/>
                  </a:cubicBezTo>
                  <a:cubicBezTo>
                    <a:pt x="7" y="455"/>
                    <a:pt x="7" y="455"/>
                    <a:pt x="7" y="455"/>
                  </a:cubicBezTo>
                  <a:cubicBezTo>
                    <a:pt x="7" y="456"/>
                    <a:pt x="6" y="457"/>
                    <a:pt x="6" y="458"/>
                  </a:cubicBezTo>
                  <a:cubicBezTo>
                    <a:pt x="5" y="460"/>
                    <a:pt x="5" y="460"/>
                    <a:pt x="5" y="460"/>
                  </a:cubicBezTo>
                  <a:cubicBezTo>
                    <a:pt x="5" y="462"/>
                    <a:pt x="5" y="463"/>
                    <a:pt x="5" y="464"/>
                  </a:cubicBezTo>
                  <a:cubicBezTo>
                    <a:pt x="4" y="466"/>
                    <a:pt x="4" y="466"/>
                    <a:pt x="4" y="466"/>
                  </a:cubicBezTo>
                  <a:cubicBezTo>
                    <a:pt x="4" y="467"/>
                    <a:pt x="4" y="468"/>
                    <a:pt x="3" y="470"/>
                  </a:cubicBezTo>
                  <a:cubicBezTo>
                    <a:pt x="3" y="472"/>
                    <a:pt x="3" y="472"/>
                    <a:pt x="3" y="472"/>
                  </a:cubicBezTo>
                  <a:cubicBezTo>
                    <a:pt x="3" y="473"/>
                    <a:pt x="2" y="474"/>
                    <a:pt x="2" y="476"/>
                  </a:cubicBezTo>
                  <a:cubicBezTo>
                    <a:pt x="2" y="478"/>
                    <a:pt x="2" y="478"/>
                    <a:pt x="2" y="478"/>
                  </a:cubicBezTo>
                  <a:cubicBezTo>
                    <a:pt x="2" y="479"/>
                    <a:pt x="2" y="480"/>
                    <a:pt x="1" y="482"/>
                  </a:cubicBezTo>
                  <a:cubicBezTo>
                    <a:pt x="1" y="484"/>
                    <a:pt x="1" y="484"/>
                    <a:pt x="1" y="484"/>
                  </a:cubicBezTo>
                  <a:cubicBezTo>
                    <a:pt x="1" y="485"/>
                    <a:pt x="1" y="487"/>
                    <a:pt x="1" y="488"/>
                  </a:cubicBezTo>
                  <a:cubicBezTo>
                    <a:pt x="1" y="490"/>
                    <a:pt x="1" y="490"/>
                    <a:pt x="1" y="490"/>
                  </a:cubicBezTo>
                  <a:cubicBezTo>
                    <a:pt x="0" y="492"/>
                    <a:pt x="0" y="493"/>
                    <a:pt x="0" y="495"/>
                  </a:cubicBezTo>
                  <a:cubicBezTo>
                    <a:pt x="0" y="496"/>
                    <a:pt x="0" y="496"/>
                    <a:pt x="0" y="496"/>
                  </a:cubicBezTo>
                  <a:cubicBezTo>
                    <a:pt x="0" y="501"/>
                    <a:pt x="0" y="505"/>
                    <a:pt x="0" y="510"/>
                  </a:cubicBezTo>
                  <a:cubicBezTo>
                    <a:pt x="0" y="511"/>
                    <a:pt x="0" y="511"/>
                    <a:pt x="0" y="511"/>
                  </a:cubicBezTo>
                  <a:cubicBezTo>
                    <a:pt x="0" y="513"/>
                    <a:pt x="0" y="515"/>
                    <a:pt x="1" y="516"/>
                  </a:cubicBezTo>
                  <a:cubicBezTo>
                    <a:pt x="1" y="519"/>
                    <a:pt x="1" y="519"/>
                    <a:pt x="1" y="519"/>
                  </a:cubicBezTo>
                  <a:cubicBezTo>
                    <a:pt x="1" y="521"/>
                    <a:pt x="1" y="522"/>
                    <a:pt x="1" y="523"/>
                  </a:cubicBezTo>
                  <a:cubicBezTo>
                    <a:pt x="1" y="526"/>
                    <a:pt x="1" y="526"/>
                    <a:pt x="1" y="526"/>
                  </a:cubicBezTo>
                  <a:cubicBezTo>
                    <a:pt x="2" y="527"/>
                    <a:pt x="2" y="529"/>
                    <a:pt x="2" y="530"/>
                  </a:cubicBezTo>
                  <a:cubicBezTo>
                    <a:pt x="2" y="531"/>
                    <a:pt x="2" y="532"/>
                    <a:pt x="2" y="533"/>
                  </a:cubicBezTo>
                  <a:cubicBezTo>
                    <a:pt x="3" y="535"/>
                    <a:pt x="3" y="536"/>
                    <a:pt x="3" y="538"/>
                  </a:cubicBezTo>
                  <a:cubicBezTo>
                    <a:pt x="3" y="539"/>
                    <a:pt x="3" y="540"/>
                    <a:pt x="4" y="541"/>
                  </a:cubicBezTo>
                  <a:cubicBezTo>
                    <a:pt x="4" y="542"/>
                    <a:pt x="4" y="543"/>
                    <a:pt x="4" y="545"/>
                  </a:cubicBezTo>
                  <a:cubicBezTo>
                    <a:pt x="5" y="546"/>
                    <a:pt x="5" y="547"/>
                    <a:pt x="5" y="548"/>
                  </a:cubicBezTo>
                  <a:cubicBezTo>
                    <a:pt x="5" y="550"/>
                    <a:pt x="6" y="551"/>
                    <a:pt x="6" y="552"/>
                  </a:cubicBezTo>
                  <a:cubicBezTo>
                    <a:pt x="7" y="556"/>
                    <a:pt x="7" y="556"/>
                    <a:pt x="7" y="556"/>
                  </a:cubicBezTo>
                  <a:cubicBezTo>
                    <a:pt x="7" y="557"/>
                    <a:pt x="7" y="559"/>
                    <a:pt x="8" y="560"/>
                  </a:cubicBezTo>
                  <a:cubicBezTo>
                    <a:pt x="8" y="561"/>
                    <a:pt x="8" y="562"/>
                    <a:pt x="9" y="564"/>
                  </a:cubicBezTo>
                  <a:cubicBezTo>
                    <a:pt x="9" y="565"/>
                    <a:pt x="10" y="567"/>
                    <a:pt x="10" y="568"/>
                  </a:cubicBezTo>
                  <a:cubicBezTo>
                    <a:pt x="10" y="569"/>
                    <a:pt x="11" y="571"/>
                    <a:pt x="11" y="572"/>
                  </a:cubicBezTo>
                  <a:cubicBezTo>
                    <a:pt x="12" y="573"/>
                    <a:pt x="12" y="575"/>
                    <a:pt x="13" y="576"/>
                  </a:cubicBezTo>
                  <a:cubicBezTo>
                    <a:pt x="14" y="580"/>
                    <a:pt x="14" y="580"/>
                    <a:pt x="14" y="580"/>
                  </a:cubicBezTo>
                  <a:cubicBezTo>
                    <a:pt x="14" y="581"/>
                    <a:pt x="15" y="583"/>
                    <a:pt x="15" y="585"/>
                  </a:cubicBezTo>
                  <a:cubicBezTo>
                    <a:pt x="17" y="588"/>
                    <a:pt x="17" y="588"/>
                    <a:pt x="17" y="588"/>
                  </a:cubicBezTo>
                  <a:cubicBezTo>
                    <a:pt x="17" y="590"/>
                    <a:pt x="18" y="592"/>
                    <a:pt x="19" y="594"/>
                  </a:cubicBezTo>
                  <a:cubicBezTo>
                    <a:pt x="20" y="597"/>
                    <a:pt x="20" y="597"/>
                    <a:pt x="20" y="597"/>
                  </a:cubicBezTo>
                  <a:cubicBezTo>
                    <a:pt x="21" y="599"/>
                    <a:pt x="22" y="602"/>
                    <a:pt x="23" y="605"/>
                  </a:cubicBezTo>
                  <a:cubicBezTo>
                    <a:pt x="26" y="612"/>
                    <a:pt x="29" y="619"/>
                    <a:pt x="31" y="626"/>
                  </a:cubicBezTo>
                  <a:cubicBezTo>
                    <a:pt x="41" y="655"/>
                    <a:pt x="41" y="677"/>
                    <a:pt x="31" y="691"/>
                  </a:cubicBezTo>
                  <a:cubicBezTo>
                    <a:pt x="27" y="697"/>
                    <a:pt x="22" y="702"/>
                    <a:pt x="15" y="705"/>
                  </a:cubicBezTo>
                  <a:cubicBezTo>
                    <a:pt x="162" y="768"/>
                    <a:pt x="275" y="683"/>
                    <a:pt x="305" y="634"/>
                  </a:cubicBezTo>
                  <a:close/>
                </a:path>
              </a:pathLst>
            </a:custGeom>
            <a:solidFill>
              <a:srgbClr val="26211B"/>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思源黑体 CN Medium" panose="020B0600000000000000" charset="-122"/>
                <a:ea typeface="思源黑体 CN Medium" panose="020B0600000000000000" charset="-122"/>
                <a:cs typeface="+mn-ea"/>
                <a:sym typeface="+mn-lt"/>
              </a:endParaRPr>
            </a:p>
          </p:txBody>
        </p:sp>
        <p:sp>
          <p:nvSpPr>
            <p:cNvPr id="16" name="Oval 13"/>
            <p:cNvSpPr/>
            <p:nvPr/>
          </p:nvSpPr>
          <p:spPr>
            <a:xfrm>
              <a:off x="1213297" y="3993541"/>
              <a:ext cx="571110" cy="634596"/>
            </a:xfrm>
            <a:prstGeom prst="ellipse">
              <a:avLst/>
            </a:prstGeom>
            <a:noFill/>
          </p:spPr>
          <p:txBody>
            <a:bodyPr wrap="none" lIns="0" tIns="0" rIns="0" bIns="0" rtlCol="0">
              <a:spAutoFit/>
            </a:bodyPr>
            <a:lstStyle/>
            <a:p>
              <a:pPr lvl="0" algn="ctr">
                <a:defRPr/>
              </a:pPr>
              <a:r>
                <a:rPr lang="en-US" altLang="zh-CN" sz="2800" b="1" kern="0" dirty="0">
                  <a:solidFill>
                    <a:srgbClr val="FFFFFF"/>
                  </a:solidFill>
                  <a:latin typeface="思源黑体 CN Medium" panose="020B0600000000000000" charset="-122"/>
                  <a:ea typeface="思源黑体 CN Medium" panose="020B0600000000000000" charset="-122"/>
                  <a:cs typeface="+mn-ea"/>
                  <a:sym typeface="+mn-lt"/>
                </a:rPr>
                <a:t>05</a:t>
              </a:r>
              <a:endParaRPr kumimoji="0" lang="en-US" sz="2000" b="1" i="0" u="none" strike="noStrike" kern="0" cap="none" spc="0" normalizeH="0" baseline="0" noProof="0" dirty="0">
                <a:ln>
                  <a:noFill/>
                </a:ln>
                <a:solidFill>
                  <a:srgbClr val="FFFFFF"/>
                </a:solidFill>
                <a:effectLst/>
                <a:uLnTx/>
                <a:uFillTx/>
                <a:latin typeface="思源黑体 CN Medium" panose="020B0600000000000000" charset="-122"/>
                <a:ea typeface="思源黑体 CN Medium" panose="020B0600000000000000" charset="-122"/>
                <a:cs typeface="+mn-ea"/>
                <a:sym typeface="+mn-lt"/>
              </a:endParaRPr>
            </a:p>
          </p:txBody>
        </p:sp>
        <p:sp>
          <p:nvSpPr>
            <p:cNvPr id="17" name="Oval 14"/>
            <p:cNvSpPr/>
            <p:nvPr/>
          </p:nvSpPr>
          <p:spPr>
            <a:xfrm>
              <a:off x="3626373" y="2272141"/>
              <a:ext cx="571110" cy="634596"/>
            </a:xfrm>
            <a:prstGeom prst="ellipse">
              <a:avLst/>
            </a:prstGeom>
            <a:noFill/>
          </p:spPr>
          <p:txBody>
            <a:bodyPr wrap="non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srgbClr val="26211B"/>
                  </a:solidFill>
                  <a:effectLst/>
                  <a:uLnTx/>
                  <a:uFillTx/>
                  <a:latin typeface="思源黑体 CN Medium" panose="020B0600000000000000" charset="-122"/>
                  <a:ea typeface="思源黑体 CN Medium" panose="020B0600000000000000" charset="-122"/>
                  <a:cs typeface="+mn-ea"/>
                  <a:sym typeface="+mn-lt"/>
                </a:rPr>
                <a:t>02</a:t>
              </a:r>
            </a:p>
          </p:txBody>
        </p:sp>
        <p:sp>
          <p:nvSpPr>
            <p:cNvPr id="18" name="Oval 15"/>
            <p:cNvSpPr/>
            <p:nvPr/>
          </p:nvSpPr>
          <p:spPr>
            <a:xfrm>
              <a:off x="1611608" y="2300717"/>
              <a:ext cx="571110" cy="634596"/>
            </a:xfrm>
            <a:prstGeom prst="ellipse">
              <a:avLst/>
            </a:prstGeom>
            <a:noFill/>
          </p:spPr>
          <p:txBody>
            <a:bodyPr wrap="non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srgbClr val="FFFFFF"/>
                  </a:solidFill>
                  <a:effectLst/>
                  <a:uLnTx/>
                  <a:uFillTx/>
                  <a:latin typeface="思源黑体 CN Medium" panose="020B0600000000000000" charset="-122"/>
                  <a:ea typeface="思源黑体 CN Medium" panose="020B0600000000000000" charset="-122"/>
                  <a:cs typeface="+mn-ea"/>
                  <a:sym typeface="+mn-lt"/>
                </a:rPr>
                <a:t>01</a:t>
              </a:r>
              <a:endParaRPr kumimoji="0" lang="en-US" sz="1400" b="0" i="0" u="none" strike="noStrike" kern="0" cap="none" spc="0" normalizeH="0" baseline="0" noProof="0" dirty="0">
                <a:ln>
                  <a:noFill/>
                </a:ln>
                <a:solidFill>
                  <a:srgbClr val="FFFFFF"/>
                </a:solidFill>
                <a:effectLst/>
                <a:uLnTx/>
                <a:uFillTx/>
                <a:latin typeface="思源黑体 CN Medium" panose="020B0600000000000000" charset="-122"/>
                <a:ea typeface="思源黑体 CN Medium" panose="020B0600000000000000" charset="-122"/>
                <a:cs typeface="+mn-ea"/>
                <a:sym typeface="+mn-lt"/>
              </a:endParaRPr>
            </a:p>
          </p:txBody>
        </p:sp>
        <p:sp>
          <p:nvSpPr>
            <p:cNvPr id="19" name="Oval 16"/>
            <p:cNvSpPr/>
            <p:nvPr/>
          </p:nvSpPr>
          <p:spPr>
            <a:xfrm>
              <a:off x="4078106" y="3893950"/>
              <a:ext cx="571110" cy="634596"/>
            </a:xfrm>
            <a:prstGeom prst="ellipse">
              <a:avLst/>
            </a:prstGeom>
            <a:noFill/>
          </p:spPr>
          <p:txBody>
            <a:bodyPr wrap="non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srgbClr val="FFFFFF"/>
                  </a:solidFill>
                  <a:effectLst/>
                  <a:uLnTx/>
                  <a:uFillTx/>
                  <a:latin typeface="思源黑体 CN Medium" panose="020B0600000000000000" charset="-122"/>
                  <a:ea typeface="思源黑体 CN Medium" panose="020B0600000000000000" charset="-122"/>
                  <a:cs typeface="+mn-ea"/>
                  <a:sym typeface="+mn-lt"/>
                </a:rPr>
                <a:t>03</a:t>
              </a:r>
              <a:endParaRPr kumimoji="0" lang="en-US" sz="1400" b="0" i="0" u="none" strike="noStrike" kern="0" cap="none" spc="0" normalizeH="0" baseline="0" noProof="0" dirty="0">
                <a:ln>
                  <a:noFill/>
                </a:ln>
                <a:solidFill>
                  <a:srgbClr val="FFFFFF"/>
                </a:solidFill>
                <a:effectLst/>
                <a:uLnTx/>
                <a:uFillTx/>
                <a:latin typeface="思源黑体 CN Medium" panose="020B0600000000000000" charset="-122"/>
                <a:ea typeface="思源黑体 CN Medium" panose="020B0600000000000000" charset="-122"/>
                <a:cs typeface="+mn-ea"/>
                <a:sym typeface="+mn-lt"/>
              </a:endParaRPr>
            </a:p>
          </p:txBody>
        </p:sp>
        <p:sp>
          <p:nvSpPr>
            <p:cNvPr id="21" name="Oval 17"/>
            <p:cNvSpPr/>
            <p:nvPr/>
          </p:nvSpPr>
          <p:spPr>
            <a:xfrm>
              <a:off x="2582403" y="4980652"/>
              <a:ext cx="571110" cy="634596"/>
            </a:xfrm>
            <a:prstGeom prst="ellipse">
              <a:avLst/>
            </a:prstGeom>
            <a:noFill/>
          </p:spPr>
          <p:txBody>
            <a:bodyPr wrap="non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2800" b="1" i="0" u="none" strike="noStrike" kern="0" cap="none" spc="0" normalizeH="0" baseline="0" noProof="0" dirty="0">
                  <a:ln>
                    <a:noFill/>
                  </a:ln>
                  <a:solidFill>
                    <a:srgbClr val="FFFFFF"/>
                  </a:solidFill>
                  <a:effectLst/>
                  <a:uLnTx/>
                  <a:uFillTx/>
                  <a:latin typeface="思源黑体 CN Medium" panose="020B0600000000000000" charset="-122"/>
                  <a:ea typeface="思源黑体 CN Medium" panose="020B0600000000000000" charset="-122"/>
                  <a:cs typeface="+mn-ea"/>
                  <a:sym typeface="+mn-lt"/>
                </a:rPr>
                <a:t>04</a:t>
              </a:r>
              <a:endParaRPr kumimoji="0" lang="en-US" sz="1400" b="0" i="0" u="none" strike="noStrike" kern="0" cap="none" spc="0" normalizeH="0" baseline="0" noProof="0" dirty="0">
                <a:ln>
                  <a:noFill/>
                </a:ln>
                <a:solidFill>
                  <a:srgbClr val="FFFFFF"/>
                </a:solidFill>
                <a:effectLst/>
                <a:uLnTx/>
                <a:uFillTx/>
                <a:latin typeface="思源黑体 CN Medium" panose="020B0600000000000000" charset="-122"/>
                <a:ea typeface="思源黑体 CN Medium" panose="020B0600000000000000" charset="-122"/>
                <a:cs typeface="+mn-ea"/>
                <a:sym typeface="+mn-lt"/>
              </a:endParaRPr>
            </a:p>
          </p:txBody>
        </p:sp>
      </p:grpSp>
      <p:grpSp>
        <p:nvGrpSpPr>
          <p:cNvPr id="23" name="组合 22"/>
          <p:cNvGrpSpPr/>
          <p:nvPr/>
        </p:nvGrpSpPr>
        <p:grpSpPr>
          <a:xfrm>
            <a:off x="6306185" y="1094740"/>
            <a:ext cx="4775200" cy="852170"/>
            <a:chOff x="10047" y="2774"/>
            <a:chExt cx="7520" cy="1342"/>
          </a:xfrm>
        </p:grpSpPr>
        <p:sp>
          <p:nvSpPr>
            <p:cNvPr id="71" name="TextBox 43"/>
            <p:cNvSpPr txBox="1"/>
            <p:nvPr/>
          </p:nvSpPr>
          <p:spPr>
            <a:xfrm>
              <a:off x="10047" y="2774"/>
              <a:ext cx="2214" cy="387"/>
            </a:xfrm>
            <a:prstGeom prst="rect">
              <a:avLst/>
            </a:prstGeom>
            <a:noFill/>
          </p:spPr>
          <p:txBody>
            <a:bodyPr wrap="none" t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72" name="TextBox 44"/>
            <p:cNvSpPr txBox="1"/>
            <p:nvPr/>
          </p:nvSpPr>
          <p:spPr>
            <a:xfrm>
              <a:off x="10047" y="3218"/>
              <a:ext cx="7520" cy="899"/>
            </a:xfrm>
            <a:prstGeom prst="rect">
              <a:avLst/>
            </a:prstGeom>
            <a:noFill/>
          </p:spPr>
          <p:txBody>
            <a:bodyPr wrap="square" rtlCol="0">
              <a:spAutoFit/>
            </a:bodyPr>
            <a:lstStyle/>
            <a:p>
              <a:pPr>
                <a:lnSpc>
                  <a:spcPct val="130000"/>
                </a:lnSpc>
              </a:pPr>
              <a:r>
                <a:rPr lang="zh-CN" altLang="en-US" sz="1200" dirty="0">
                  <a:solidFill>
                    <a:schemeClr val="tx1"/>
                  </a:solidFill>
                  <a:latin typeface="思源黑体 Light" panose="020B0300000000000000" charset="-122"/>
                  <a:ea typeface="思源黑体 Light" panose="020B0300000000000000" charset="-122"/>
                  <a:cs typeface="+mn-ea"/>
                  <a:sym typeface="+mn-lt"/>
                </a:rPr>
                <a:t>您的内容打在这里，或者通过复制您的文本后，在此框中选择粘贴，并选择只保留文字。您的内容打在这里，或者通过通过复制您的文本。</a:t>
              </a:r>
            </a:p>
          </p:txBody>
        </p:sp>
      </p:grpSp>
      <p:grpSp>
        <p:nvGrpSpPr>
          <p:cNvPr id="24" name="组合 23"/>
          <p:cNvGrpSpPr/>
          <p:nvPr/>
        </p:nvGrpSpPr>
        <p:grpSpPr>
          <a:xfrm>
            <a:off x="6306185" y="2121535"/>
            <a:ext cx="4775200" cy="852170"/>
            <a:chOff x="10047" y="2774"/>
            <a:chExt cx="7520" cy="1342"/>
          </a:xfrm>
        </p:grpSpPr>
        <p:sp>
          <p:nvSpPr>
            <p:cNvPr id="25" name="TextBox 43"/>
            <p:cNvSpPr txBox="1"/>
            <p:nvPr/>
          </p:nvSpPr>
          <p:spPr>
            <a:xfrm>
              <a:off x="10047" y="2774"/>
              <a:ext cx="2214" cy="387"/>
            </a:xfrm>
            <a:prstGeom prst="rect">
              <a:avLst/>
            </a:prstGeom>
            <a:noFill/>
          </p:spPr>
          <p:txBody>
            <a:bodyPr wrap="none" t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27" name="TextBox 44"/>
            <p:cNvSpPr txBox="1"/>
            <p:nvPr/>
          </p:nvSpPr>
          <p:spPr>
            <a:xfrm>
              <a:off x="10047" y="3218"/>
              <a:ext cx="7520" cy="899"/>
            </a:xfrm>
            <a:prstGeom prst="rect">
              <a:avLst/>
            </a:prstGeom>
            <a:noFill/>
          </p:spPr>
          <p:txBody>
            <a:bodyPr wrap="square" rtlCol="0">
              <a:spAutoFit/>
            </a:bodyPr>
            <a:lstStyle/>
            <a:p>
              <a:pPr>
                <a:lnSpc>
                  <a:spcPct val="130000"/>
                </a:lnSpc>
              </a:pPr>
              <a:r>
                <a:rPr lang="zh-CN" altLang="en-US" sz="1200" dirty="0">
                  <a:solidFill>
                    <a:schemeClr val="tx1"/>
                  </a:solidFill>
                  <a:latin typeface="思源黑体 Light" panose="020B0300000000000000" charset="-122"/>
                  <a:ea typeface="思源黑体 Light" panose="020B0300000000000000" charset="-122"/>
                  <a:cs typeface="+mn-ea"/>
                  <a:sym typeface="+mn-lt"/>
                </a:rPr>
                <a:t>您的内容打在这里，或者通过复制您的文本后，在此框中选择粘贴，并选择只保留文字。您的内容打在这里，或者通过通过复制您的文本。</a:t>
              </a:r>
            </a:p>
          </p:txBody>
        </p:sp>
      </p:grpSp>
      <p:grpSp>
        <p:nvGrpSpPr>
          <p:cNvPr id="28" name="组合 27"/>
          <p:cNvGrpSpPr/>
          <p:nvPr/>
        </p:nvGrpSpPr>
        <p:grpSpPr>
          <a:xfrm>
            <a:off x="6306185" y="3148330"/>
            <a:ext cx="4775200" cy="852170"/>
            <a:chOff x="10047" y="2774"/>
            <a:chExt cx="7520" cy="1342"/>
          </a:xfrm>
        </p:grpSpPr>
        <p:sp>
          <p:nvSpPr>
            <p:cNvPr id="29" name="TextBox 43"/>
            <p:cNvSpPr txBox="1"/>
            <p:nvPr/>
          </p:nvSpPr>
          <p:spPr>
            <a:xfrm>
              <a:off x="10047" y="2774"/>
              <a:ext cx="2214" cy="387"/>
            </a:xfrm>
            <a:prstGeom prst="rect">
              <a:avLst/>
            </a:prstGeom>
            <a:noFill/>
          </p:spPr>
          <p:txBody>
            <a:bodyPr wrap="none" t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31" name="TextBox 44"/>
            <p:cNvSpPr txBox="1"/>
            <p:nvPr/>
          </p:nvSpPr>
          <p:spPr>
            <a:xfrm>
              <a:off x="10047" y="3218"/>
              <a:ext cx="7520" cy="899"/>
            </a:xfrm>
            <a:prstGeom prst="rect">
              <a:avLst/>
            </a:prstGeom>
            <a:noFill/>
          </p:spPr>
          <p:txBody>
            <a:bodyPr wrap="square" rtlCol="0">
              <a:spAutoFit/>
            </a:bodyPr>
            <a:lstStyle/>
            <a:p>
              <a:pPr>
                <a:lnSpc>
                  <a:spcPct val="130000"/>
                </a:lnSpc>
              </a:pPr>
              <a:r>
                <a:rPr lang="zh-CN" altLang="en-US" sz="1200" dirty="0">
                  <a:solidFill>
                    <a:schemeClr val="tx1"/>
                  </a:solidFill>
                  <a:latin typeface="思源黑体 Light" panose="020B0300000000000000" charset="-122"/>
                  <a:ea typeface="思源黑体 Light" panose="020B0300000000000000" charset="-122"/>
                  <a:cs typeface="+mn-ea"/>
                  <a:sym typeface="+mn-lt"/>
                </a:rPr>
                <a:t>您的内容打在这里，或者通过复制您的文本后，在此框中选择粘贴，并选择只保留文字。您的内容打在这里，或者通过通过复制您的文本。</a:t>
              </a:r>
            </a:p>
          </p:txBody>
        </p:sp>
      </p:grpSp>
      <p:grpSp>
        <p:nvGrpSpPr>
          <p:cNvPr id="32" name="组合 31"/>
          <p:cNvGrpSpPr/>
          <p:nvPr/>
        </p:nvGrpSpPr>
        <p:grpSpPr>
          <a:xfrm>
            <a:off x="6306185" y="4175125"/>
            <a:ext cx="4775200" cy="852170"/>
            <a:chOff x="10047" y="2774"/>
            <a:chExt cx="7520" cy="1342"/>
          </a:xfrm>
        </p:grpSpPr>
        <p:sp>
          <p:nvSpPr>
            <p:cNvPr id="34" name="TextBox 43"/>
            <p:cNvSpPr txBox="1"/>
            <p:nvPr/>
          </p:nvSpPr>
          <p:spPr>
            <a:xfrm>
              <a:off x="10047" y="2774"/>
              <a:ext cx="2214" cy="387"/>
            </a:xfrm>
            <a:prstGeom prst="rect">
              <a:avLst/>
            </a:prstGeom>
            <a:noFill/>
          </p:spPr>
          <p:txBody>
            <a:bodyPr wrap="none" t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39" name="TextBox 44"/>
            <p:cNvSpPr txBox="1"/>
            <p:nvPr/>
          </p:nvSpPr>
          <p:spPr>
            <a:xfrm>
              <a:off x="10047" y="3218"/>
              <a:ext cx="7520" cy="899"/>
            </a:xfrm>
            <a:prstGeom prst="rect">
              <a:avLst/>
            </a:prstGeom>
            <a:noFill/>
          </p:spPr>
          <p:txBody>
            <a:bodyPr wrap="square" rtlCol="0">
              <a:spAutoFit/>
            </a:bodyPr>
            <a:lstStyle/>
            <a:p>
              <a:pPr>
                <a:lnSpc>
                  <a:spcPct val="130000"/>
                </a:lnSpc>
              </a:pPr>
              <a:r>
                <a:rPr lang="zh-CN" altLang="en-US" sz="1200" dirty="0">
                  <a:solidFill>
                    <a:schemeClr val="tx1"/>
                  </a:solidFill>
                  <a:latin typeface="思源黑体 Light" panose="020B0300000000000000" charset="-122"/>
                  <a:ea typeface="思源黑体 Light" panose="020B0300000000000000" charset="-122"/>
                  <a:cs typeface="+mn-ea"/>
                  <a:sym typeface="+mn-lt"/>
                </a:rPr>
                <a:t>您的内容打在这里，或者通过复制您的文本后，在此框中选择粘贴，并选择只保留文字。您的内容打在这里，或者通过通过复制您的文本。</a:t>
              </a:r>
            </a:p>
          </p:txBody>
        </p:sp>
      </p:grpSp>
      <p:grpSp>
        <p:nvGrpSpPr>
          <p:cNvPr id="40" name="组合 39"/>
          <p:cNvGrpSpPr/>
          <p:nvPr/>
        </p:nvGrpSpPr>
        <p:grpSpPr>
          <a:xfrm>
            <a:off x="6306185" y="5201920"/>
            <a:ext cx="4775200" cy="852170"/>
            <a:chOff x="10047" y="2774"/>
            <a:chExt cx="7520" cy="1342"/>
          </a:xfrm>
        </p:grpSpPr>
        <p:sp>
          <p:nvSpPr>
            <p:cNvPr id="41" name="TextBox 43"/>
            <p:cNvSpPr txBox="1"/>
            <p:nvPr/>
          </p:nvSpPr>
          <p:spPr>
            <a:xfrm>
              <a:off x="10047" y="2774"/>
              <a:ext cx="2214" cy="387"/>
            </a:xfrm>
            <a:prstGeom prst="rect">
              <a:avLst/>
            </a:prstGeom>
            <a:noFill/>
          </p:spPr>
          <p:txBody>
            <a:bodyPr wrap="none" t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年度重点工作</a:t>
              </a:r>
              <a:endPar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43" name="TextBox 44"/>
            <p:cNvSpPr txBox="1"/>
            <p:nvPr/>
          </p:nvSpPr>
          <p:spPr>
            <a:xfrm>
              <a:off x="10047" y="3218"/>
              <a:ext cx="7520" cy="899"/>
            </a:xfrm>
            <a:prstGeom prst="rect">
              <a:avLst/>
            </a:prstGeom>
            <a:noFill/>
          </p:spPr>
          <p:txBody>
            <a:bodyPr wrap="square" rtlCol="0">
              <a:spAutoFit/>
            </a:bodyPr>
            <a:lstStyle/>
            <a:p>
              <a:pPr>
                <a:lnSpc>
                  <a:spcPct val="130000"/>
                </a:lnSpc>
              </a:pPr>
              <a:r>
                <a:rPr lang="zh-CN" altLang="en-US" sz="1200" dirty="0">
                  <a:solidFill>
                    <a:schemeClr val="tx1"/>
                  </a:solidFill>
                  <a:latin typeface="思源黑体 Light" panose="020B0300000000000000" charset="-122"/>
                  <a:ea typeface="思源黑体 Light" panose="020B0300000000000000" charset="-122"/>
                  <a:cs typeface="+mn-ea"/>
                  <a:sym typeface="+mn-lt"/>
                </a:rPr>
                <a:t>您的内容打在这里，或者通过复制您的文本后，在此框中选择粘贴，并选择只保留文字。您的内容打在这里，或者通过通过复制您的文本。</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plus(in)">
                                      <p:cBhvr>
                                        <p:cTn id="7" dur="2000"/>
                                        <p:tgtEl>
                                          <p:spTgt spid="22"/>
                                        </p:tgtEl>
                                      </p:cBhvr>
                                    </p:animEffect>
                                  </p:childTnLst>
                                </p:cTn>
                              </p:par>
                            </p:childTnLst>
                          </p:cTn>
                        </p:par>
                        <p:par>
                          <p:cTn id="8" fill="hold">
                            <p:stCondLst>
                              <p:cond delay="2000"/>
                            </p:stCondLst>
                            <p:childTnLst>
                              <p:par>
                                <p:cTn id="9" presetID="49" presetClass="entr" presetSubtype="0" decel="10000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 calcmode="lin" valueType="num">
                                      <p:cBhvr>
                                        <p:cTn id="13" dur="500" fill="hold"/>
                                        <p:tgtEl>
                                          <p:spTgt spid="5"/>
                                        </p:tgtEl>
                                        <p:attrNameLst>
                                          <p:attrName>style.rotation</p:attrName>
                                        </p:attrNameLst>
                                      </p:cBhvr>
                                      <p:tavLst>
                                        <p:tav tm="0">
                                          <p:val>
                                            <p:fltVal val="360"/>
                                          </p:val>
                                        </p:tav>
                                        <p:tav tm="100000">
                                          <p:val>
                                            <p:fltVal val="0"/>
                                          </p:val>
                                        </p:tav>
                                      </p:tavLst>
                                    </p:anim>
                                    <p:animEffect transition="in" filter="fade">
                                      <p:cBhvr>
                                        <p:cTn id="14" dur="5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13" presetClass="entr" presetSubtype="16"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plus(in)">
                                      <p:cBhvr>
                                        <p:cTn id="19" dur="2000"/>
                                        <p:tgtEl>
                                          <p:spTgt spid="23"/>
                                        </p:tgtEl>
                                      </p:cBhvr>
                                    </p:animEffect>
                                  </p:childTnLst>
                                </p:cTn>
                              </p:par>
                              <p:par>
                                <p:cTn id="20" presetID="13" presetClass="entr" presetSubtype="16" fill="hold"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plus(in)">
                                      <p:cBhvr>
                                        <p:cTn id="22" dur="2000"/>
                                        <p:tgtEl>
                                          <p:spTgt spid="24"/>
                                        </p:tgtEl>
                                      </p:cBhvr>
                                    </p:animEffect>
                                  </p:childTnLst>
                                </p:cTn>
                              </p:par>
                              <p:par>
                                <p:cTn id="23" presetID="13" presetClass="entr" presetSubtype="16" fill="hold"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plus(in)">
                                      <p:cBhvr>
                                        <p:cTn id="25" dur="2000"/>
                                        <p:tgtEl>
                                          <p:spTgt spid="28"/>
                                        </p:tgtEl>
                                      </p:cBhvr>
                                    </p:animEffect>
                                  </p:childTnLst>
                                </p:cTn>
                              </p:par>
                              <p:par>
                                <p:cTn id="26" presetID="13" presetClass="entr" presetSubtype="16" fill="hold" nodeType="withEffect">
                                  <p:stCondLst>
                                    <p:cond delay="0"/>
                                  </p:stCondLst>
                                  <p:childTnLst>
                                    <p:set>
                                      <p:cBhvr>
                                        <p:cTn id="27" dur="1" fill="hold">
                                          <p:stCondLst>
                                            <p:cond delay="0"/>
                                          </p:stCondLst>
                                        </p:cTn>
                                        <p:tgtEl>
                                          <p:spTgt spid="32"/>
                                        </p:tgtEl>
                                        <p:attrNameLst>
                                          <p:attrName>style.visibility</p:attrName>
                                        </p:attrNameLst>
                                      </p:cBhvr>
                                      <p:to>
                                        <p:strVal val="visible"/>
                                      </p:to>
                                    </p:set>
                                    <p:animEffect transition="in" filter="plus(in)">
                                      <p:cBhvr>
                                        <p:cTn id="28" dur="2000"/>
                                        <p:tgtEl>
                                          <p:spTgt spid="32"/>
                                        </p:tgtEl>
                                      </p:cBhvr>
                                    </p:animEffect>
                                  </p:childTnLst>
                                </p:cTn>
                              </p:par>
                              <p:par>
                                <p:cTn id="29" presetID="13" presetClass="entr" presetSubtype="16" fill="hold" nodeType="withEffect">
                                  <p:stCondLst>
                                    <p:cond delay="0"/>
                                  </p:stCondLst>
                                  <p:childTnLst>
                                    <p:set>
                                      <p:cBhvr>
                                        <p:cTn id="30" dur="1" fill="hold">
                                          <p:stCondLst>
                                            <p:cond delay="0"/>
                                          </p:stCondLst>
                                        </p:cTn>
                                        <p:tgtEl>
                                          <p:spTgt spid="40"/>
                                        </p:tgtEl>
                                        <p:attrNameLst>
                                          <p:attrName>style.visibility</p:attrName>
                                        </p:attrNameLst>
                                      </p:cBhvr>
                                      <p:to>
                                        <p:strVal val="visible"/>
                                      </p:to>
                                    </p:set>
                                    <p:animEffect transition="in" filter="plus(in)">
                                      <p:cBhvr>
                                        <p:cTn id="31" dur="20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42" name="矩形 41"/>
          <p:cNvSpPr/>
          <p:nvPr/>
        </p:nvSpPr>
        <p:spPr>
          <a:xfrm>
            <a:off x="635" y="0"/>
            <a:ext cx="12211050" cy="6865620"/>
          </a:xfrm>
          <a:prstGeom prst="rect">
            <a:avLst/>
          </a:prstGeom>
          <a:solidFill>
            <a:srgbClr val="F4F4F4">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同心圆 2"/>
          <p:cNvSpPr/>
          <p:nvPr/>
        </p:nvSpPr>
        <p:spPr>
          <a:xfrm flipV="1">
            <a:off x="9562465" y="4060825"/>
            <a:ext cx="4440555" cy="4440555"/>
          </a:xfrm>
          <a:prstGeom prst="donut">
            <a:avLst>
              <a:gd name="adj" fmla="val 12758"/>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445895" y="-2014855"/>
            <a:ext cx="4440555" cy="4440555"/>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p:cNvSpPr txBox="1"/>
          <p:nvPr/>
        </p:nvSpPr>
        <p:spPr>
          <a:xfrm>
            <a:off x="404178" y="457200"/>
            <a:ext cx="11403965" cy="2646045"/>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600" dirty="0">
                <a:ln>
                  <a:gradFill>
                    <a:gsLst>
                      <a:gs pos="12000">
                        <a:srgbClr val="26211B"/>
                      </a:gs>
                      <a:gs pos="77000">
                        <a:srgbClr val="F4F4F4"/>
                      </a:gs>
                    </a:gsLst>
                    <a:lin ang="5400000" scaled="1"/>
                  </a:gradFill>
                </a:ln>
                <a:noFill/>
                <a:latin typeface="字魂151号-联盟综艺体" panose="00000500000000000000" charset="-122"/>
                <a:ea typeface="字魂151号-联盟综艺体" panose="00000500000000000000" charset="-122"/>
                <a:cs typeface="思源黑体 CN Heavy" panose="020B0A00000000000000" charset="-122"/>
              </a:rPr>
              <a:t>PART 03</a:t>
            </a:r>
            <a:endParaRPr kumimoji="0" lang="en-US" altLang="zh-CN" sz="16600" i="0" u="none" strike="noStrike" kern="1200" cap="none" spc="0" normalizeH="0" baseline="0" noProof="0" dirty="0">
              <a:ln>
                <a:gradFill>
                  <a:gsLst>
                    <a:gs pos="12000">
                      <a:srgbClr val="26211B"/>
                    </a:gs>
                    <a:gs pos="77000">
                      <a:srgbClr val="F4F4F4"/>
                    </a:gs>
                  </a:gsLst>
                  <a:lin ang="5400000" scaled="1"/>
                </a:gradFill>
              </a:ln>
              <a:noFill/>
              <a:effectLst/>
              <a:uLnTx/>
              <a:uFillTx/>
              <a:latin typeface="字魂151号-联盟综艺体" panose="00000500000000000000" charset="-122"/>
              <a:ea typeface="字魂151号-联盟综艺体" panose="00000500000000000000" charset="-122"/>
              <a:cs typeface="思源黑体 CN Heavy" panose="020B0A00000000000000" charset="-122"/>
            </a:endParaRPr>
          </a:p>
        </p:txBody>
      </p:sp>
      <p:sp>
        <p:nvSpPr>
          <p:cNvPr id="36" name="文本框 35"/>
          <p:cNvSpPr txBox="1"/>
          <p:nvPr/>
        </p:nvSpPr>
        <p:spPr>
          <a:xfrm>
            <a:off x="3339783" y="2896235"/>
            <a:ext cx="5532755" cy="922020"/>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5400" dirty="0">
                <a:solidFill>
                  <a:srgbClr val="FEB51B"/>
                </a:solidFill>
                <a:latin typeface="字魂151号-联盟综艺体" panose="00000500000000000000" charset="-122"/>
                <a:ea typeface="字魂151号-联盟综艺体" panose="00000500000000000000" charset="-122"/>
                <a:cs typeface="思源黑体 CN Heavy" panose="020B0A00000000000000" charset="-122"/>
              </a:rPr>
              <a:t>年终工作总结</a:t>
            </a:r>
            <a:endParaRPr kumimoji="0" lang="zh-CN" altLang="en-US" sz="5400" i="0" u="none" strike="noStrike" kern="1200" cap="none" spc="0" normalizeH="0" baseline="0" noProof="0" dirty="0">
              <a:ln>
                <a:noFill/>
              </a:ln>
              <a:solidFill>
                <a:srgbClr val="FEB51B"/>
              </a:solidFill>
              <a:effectLst/>
              <a:uLnTx/>
              <a:uFillTx/>
              <a:latin typeface="字魂151号-联盟综艺体" panose="00000500000000000000" charset="-122"/>
              <a:ea typeface="字魂151号-联盟综艺体" panose="00000500000000000000" charset="-122"/>
              <a:cs typeface="思源黑体 CN Heavy" panose="020B0A00000000000000" charset="-122"/>
            </a:endParaRPr>
          </a:p>
        </p:txBody>
      </p:sp>
      <p:sp>
        <p:nvSpPr>
          <p:cNvPr id="37" name="文本框 36"/>
          <p:cNvSpPr txBox="1"/>
          <p:nvPr/>
        </p:nvSpPr>
        <p:spPr>
          <a:xfrm>
            <a:off x="3370263" y="1932940"/>
            <a:ext cx="5471795" cy="1106805"/>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sz="6600" dirty="0">
                <a:solidFill>
                  <a:srgbClr val="26211B"/>
                </a:solidFill>
                <a:latin typeface="字魂151号-联盟综艺体" panose="00000500000000000000" charset="-122"/>
                <a:ea typeface="字魂151号-联盟综艺体" panose="00000500000000000000" charset="-122"/>
                <a:cs typeface="思源黑体 CN Heavy" panose="020B0A00000000000000" charset="-122"/>
              </a:rPr>
              <a:t>存在问题不足</a:t>
            </a:r>
          </a:p>
        </p:txBody>
      </p:sp>
      <p:grpSp>
        <p:nvGrpSpPr>
          <p:cNvPr id="78" name="组合 77"/>
          <p:cNvGrpSpPr/>
          <p:nvPr/>
        </p:nvGrpSpPr>
        <p:grpSpPr>
          <a:xfrm>
            <a:off x="560705" y="164783"/>
            <a:ext cx="11071225" cy="6483032"/>
            <a:chOff x="1038" y="260"/>
            <a:chExt cx="17435" cy="10209"/>
          </a:xfrm>
        </p:grpSpPr>
        <p:sp>
          <p:nvSpPr>
            <p:cNvPr id="144" name="文本框 143"/>
            <p:cNvSpPr txBox="1"/>
            <p:nvPr/>
          </p:nvSpPr>
          <p:spPr>
            <a:xfrm>
              <a:off x="1038" y="10035"/>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sp>
          <p:nvSpPr>
            <p:cNvPr id="77" name="文本框 76"/>
            <p:cNvSpPr txBox="1"/>
            <p:nvPr/>
          </p:nvSpPr>
          <p:spPr>
            <a:xfrm>
              <a:off x="1038" y="260"/>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grpSp>
      <p:sp>
        <p:nvSpPr>
          <p:cNvPr id="39" name="圆角矩形 38"/>
          <p:cNvSpPr/>
          <p:nvPr/>
        </p:nvSpPr>
        <p:spPr>
          <a:xfrm>
            <a:off x="3197225" y="3844925"/>
            <a:ext cx="5817870" cy="549910"/>
          </a:xfrm>
          <a:prstGeom prst="roundRect">
            <a:avLst>
              <a:gd name="adj" fmla="val 0"/>
            </a:avLst>
          </a:prstGeom>
          <a:noFill/>
          <a:ln>
            <a:no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b="1" dirty="0">
                <a:solidFill>
                  <a:schemeClr val="tx1">
                    <a:lumMod val="75000"/>
                    <a:lumOff val="25000"/>
                  </a:schemeClr>
                </a:solidFill>
                <a:latin typeface="思源黑体 CN Medium" panose="020B0600000000000000" charset="-122"/>
                <a:ea typeface="思源黑体 CN Medium" panose="020B0600000000000000" charset="-122"/>
                <a:cs typeface="思源黑体 CN Heavy" panose="020B0A00000000000000" charset="-122"/>
                <a:sym typeface="+mn-ea"/>
              </a:rPr>
              <a:t>BLUE COLOR BUSINESS PLANNING TEMPLATE</a:t>
            </a:r>
          </a:p>
        </p:txBody>
      </p:sp>
      <p:sp>
        <p:nvSpPr>
          <p:cNvPr id="40" name="圆角矩形 39"/>
          <p:cNvSpPr/>
          <p:nvPr/>
        </p:nvSpPr>
        <p:spPr>
          <a:xfrm>
            <a:off x="3606800" y="4815205"/>
            <a:ext cx="2279650" cy="549910"/>
          </a:xfrm>
          <a:prstGeom prst="roundRect">
            <a:avLst>
              <a:gd name="adj" fmla="val 50000"/>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t>汇报人：</a:t>
            </a:r>
            <a:endParaRPr lang="zh-CN" altLang="en-US" sz="1600" dirty="0">
              <a:solidFill>
                <a:schemeClr val="bg1"/>
              </a:solidFill>
              <a:latin typeface="字魂151号-联盟综艺体" panose="00000500000000000000" charset="-122"/>
              <a:ea typeface="字魂151号-联盟综艺体" panose="00000500000000000000" charset="-122"/>
              <a:cs typeface="思源黑体 CN Heavy" panose="020B0A00000000000000" charset="-122"/>
              <a:sym typeface="+mn-ea"/>
            </a:endParaRPr>
          </a:p>
        </p:txBody>
      </p:sp>
      <p:sp>
        <p:nvSpPr>
          <p:cNvPr id="41" name="圆角矩形 40"/>
          <p:cNvSpPr/>
          <p:nvPr/>
        </p:nvSpPr>
        <p:spPr>
          <a:xfrm>
            <a:off x="6304915" y="4815205"/>
            <a:ext cx="2279650" cy="549910"/>
          </a:xfrm>
          <a:prstGeom prst="roundRect">
            <a:avLst>
              <a:gd name="adj" fmla="val 50000"/>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zh-CN" altLang="en-US" sz="1600" dirty="0">
                <a:solidFill>
                  <a:schemeClr val="bg1"/>
                </a:solidFill>
                <a:latin typeface="字魂151号-联盟综艺体" panose="00000500000000000000" charset="-122"/>
                <a:ea typeface="字魂151号-联盟综艺体" panose="00000500000000000000" charset="-122"/>
                <a:cs typeface="字魂151号-联盟综艺体" panose="00000500000000000000" charset="-122"/>
                <a:sym typeface="+mn-ea"/>
              </a:rPr>
              <a:t>时间：</a:t>
            </a:r>
            <a:r>
              <a:rPr lang="en-US" altLang="zh-CN" sz="1600" dirty="0">
                <a:solidFill>
                  <a:schemeClr val="bg1"/>
                </a:solidFill>
                <a:latin typeface="字魂151号-联盟综艺体" panose="00000500000000000000" charset="-122"/>
                <a:ea typeface="字魂151号-联盟综艺体" panose="00000500000000000000" charset="-122"/>
                <a:cs typeface="字魂151号-联盟综艺体" panose="00000500000000000000" charset="-122"/>
                <a:sym typeface="+mn-ea"/>
              </a:rPr>
              <a:t>20XX</a:t>
            </a:r>
          </a:p>
        </p:txBody>
      </p:sp>
      <p:grpSp>
        <p:nvGrpSpPr>
          <p:cNvPr id="12" name="组合 11"/>
          <p:cNvGrpSpPr/>
          <p:nvPr/>
        </p:nvGrpSpPr>
        <p:grpSpPr>
          <a:xfrm>
            <a:off x="8541460" y="5363929"/>
            <a:ext cx="966066" cy="798214"/>
            <a:chOff x="9608895" y="5661744"/>
            <a:chExt cx="966066" cy="798214"/>
          </a:xfrm>
          <a:solidFill>
            <a:srgbClr val="26211B"/>
          </a:solidFill>
        </p:grpSpPr>
        <p:sp>
          <p:nvSpPr>
            <p:cNvPr id="8" name="Freeform: Shape 72"/>
            <p:cNvSpPr/>
            <p:nvPr/>
          </p:nvSpPr>
          <p:spPr>
            <a:xfrm rot="900000">
              <a:off x="10086716" y="5661744"/>
              <a:ext cx="488245" cy="486465"/>
            </a:xfrm>
            <a:custGeom>
              <a:avLst/>
              <a:gdLst>
                <a:gd name="connsiteX0" fmla="*/ 0 w 1225398"/>
                <a:gd name="connsiteY0" fmla="*/ 169222 h 1220932"/>
                <a:gd name="connsiteX1" fmla="*/ 144732 w 1225398"/>
                <a:gd name="connsiteY1" fmla="*/ 5194 h 1220932"/>
                <a:gd name="connsiteX2" fmla="*/ 279815 w 1225398"/>
                <a:gd name="connsiteY2" fmla="*/ 53438 h 1220932"/>
                <a:gd name="connsiteX3" fmla="*/ 1206101 w 1225398"/>
                <a:gd name="connsiteY3" fmla="*/ 1124446 h 1220932"/>
                <a:gd name="connsiteX4" fmla="*/ 1225399 w 1225398"/>
                <a:gd name="connsiteY4" fmla="*/ 1211284 h 1220932"/>
                <a:gd name="connsiteX5" fmla="*/ 1138560 w 1225398"/>
                <a:gd name="connsiteY5" fmla="*/ 1220933 h 1220932"/>
                <a:gd name="connsiteX6" fmla="*/ 125434 w 1225398"/>
                <a:gd name="connsiteY6" fmla="*/ 400792 h 1220932"/>
                <a:gd name="connsiteX7" fmla="*/ 0 w 1225398"/>
                <a:gd name="connsiteY7" fmla="*/ 169222 h 1220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5398" h="1220932">
                  <a:moveTo>
                    <a:pt x="0" y="169222"/>
                  </a:moveTo>
                  <a:cubicBezTo>
                    <a:pt x="48244" y="111330"/>
                    <a:pt x="86839" y="43789"/>
                    <a:pt x="144732" y="5194"/>
                  </a:cubicBezTo>
                  <a:cubicBezTo>
                    <a:pt x="173679" y="-14103"/>
                    <a:pt x="250869" y="24492"/>
                    <a:pt x="279815" y="53438"/>
                  </a:cubicBezTo>
                  <a:cubicBezTo>
                    <a:pt x="607875" y="391143"/>
                    <a:pt x="955232" y="719200"/>
                    <a:pt x="1206101" y="1124446"/>
                  </a:cubicBezTo>
                  <a:cubicBezTo>
                    <a:pt x="1215750" y="1143743"/>
                    <a:pt x="1215750" y="1182338"/>
                    <a:pt x="1225399" y="1211284"/>
                  </a:cubicBezTo>
                  <a:cubicBezTo>
                    <a:pt x="1196452" y="1211284"/>
                    <a:pt x="1157857" y="1220933"/>
                    <a:pt x="1138560" y="1220933"/>
                  </a:cubicBezTo>
                  <a:cubicBezTo>
                    <a:pt x="685065" y="1095500"/>
                    <a:pt x="366655" y="786741"/>
                    <a:pt x="125434" y="400792"/>
                  </a:cubicBezTo>
                  <a:cubicBezTo>
                    <a:pt x="77190" y="333251"/>
                    <a:pt x="48244" y="256061"/>
                    <a:pt x="0" y="169222"/>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9" name="Freeform: Shape 73"/>
            <p:cNvSpPr/>
            <p:nvPr/>
          </p:nvSpPr>
          <p:spPr>
            <a:xfrm rot="900000">
              <a:off x="9797933" y="6071856"/>
              <a:ext cx="293229" cy="298545"/>
            </a:xfrm>
            <a:custGeom>
              <a:avLst/>
              <a:gdLst>
                <a:gd name="connsiteX0" fmla="*/ 611818 w 735946"/>
                <a:gd name="connsiteY0" fmla="*/ 749289 h 749289"/>
                <a:gd name="connsiteX1" fmla="*/ 457437 w 735946"/>
                <a:gd name="connsiteY1" fmla="*/ 691397 h 749289"/>
                <a:gd name="connsiteX2" fmla="*/ 23241 w 735946"/>
                <a:gd name="connsiteY2" fmla="*/ 247556 h 749289"/>
                <a:gd name="connsiteX3" fmla="*/ 90782 w 735946"/>
                <a:gd name="connsiteY3" fmla="*/ 6338 h 749289"/>
                <a:gd name="connsiteX4" fmla="*/ 196919 w 735946"/>
                <a:gd name="connsiteY4" fmla="*/ 15987 h 749289"/>
                <a:gd name="connsiteX5" fmla="*/ 727604 w 735946"/>
                <a:gd name="connsiteY5" fmla="*/ 604559 h 749289"/>
                <a:gd name="connsiteX6" fmla="*/ 611818 w 735946"/>
                <a:gd name="connsiteY6" fmla="*/ 749289 h 74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5946" h="749289">
                  <a:moveTo>
                    <a:pt x="611818" y="749289"/>
                  </a:moveTo>
                  <a:cubicBezTo>
                    <a:pt x="573223" y="739641"/>
                    <a:pt x="515330" y="720343"/>
                    <a:pt x="457437" y="691397"/>
                  </a:cubicBezTo>
                  <a:cubicBezTo>
                    <a:pt x="264461" y="594910"/>
                    <a:pt x="129378" y="440530"/>
                    <a:pt x="23241" y="247556"/>
                  </a:cubicBezTo>
                  <a:cubicBezTo>
                    <a:pt x="-25003" y="160717"/>
                    <a:pt x="3943" y="54581"/>
                    <a:pt x="90782" y="6338"/>
                  </a:cubicBezTo>
                  <a:cubicBezTo>
                    <a:pt x="119729" y="-3311"/>
                    <a:pt x="167973" y="-3311"/>
                    <a:pt x="196919" y="15987"/>
                  </a:cubicBezTo>
                  <a:cubicBezTo>
                    <a:pt x="438140" y="151069"/>
                    <a:pt x="611818" y="353692"/>
                    <a:pt x="727604" y="604559"/>
                  </a:cubicBezTo>
                  <a:cubicBezTo>
                    <a:pt x="756550" y="672100"/>
                    <a:pt x="708306" y="749289"/>
                    <a:pt x="611818" y="749289"/>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0" name="Freeform: Shape 74"/>
            <p:cNvSpPr/>
            <p:nvPr/>
          </p:nvSpPr>
          <p:spPr>
            <a:xfrm rot="900000">
              <a:off x="9985044" y="5926402"/>
              <a:ext cx="291519" cy="279323"/>
            </a:xfrm>
            <a:custGeom>
              <a:avLst/>
              <a:gdLst>
                <a:gd name="connsiteX0" fmla="*/ 731654 w 731654"/>
                <a:gd name="connsiteY0" fmla="*/ 701046 h 701045"/>
                <a:gd name="connsiteX1" fmla="*/ 268511 w 731654"/>
                <a:gd name="connsiteY1" fmla="*/ 450179 h 701045"/>
                <a:gd name="connsiteX2" fmla="*/ 7993 w 731654"/>
                <a:gd name="connsiteY2" fmla="*/ 102825 h 701045"/>
                <a:gd name="connsiteX3" fmla="*/ 27291 w 731654"/>
                <a:gd name="connsiteY3" fmla="*/ 6338 h 701045"/>
                <a:gd name="connsiteX4" fmla="*/ 104481 w 731654"/>
                <a:gd name="connsiteY4" fmla="*/ 15986 h 701045"/>
                <a:gd name="connsiteX5" fmla="*/ 413243 w 731654"/>
                <a:gd name="connsiteY5" fmla="*/ 334394 h 701045"/>
                <a:gd name="connsiteX6" fmla="*/ 693059 w 731654"/>
                <a:gd name="connsiteY6" fmla="*/ 643153 h 701045"/>
                <a:gd name="connsiteX7" fmla="*/ 731654 w 731654"/>
                <a:gd name="connsiteY7" fmla="*/ 701046 h 701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1654" h="701045">
                  <a:moveTo>
                    <a:pt x="731654" y="701046"/>
                  </a:moveTo>
                  <a:cubicBezTo>
                    <a:pt x="529029" y="691397"/>
                    <a:pt x="384297" y="575612"/>
                    <a:pt x="268511" y="450179"/>
                  </a:cubicBezTo>
                  <a:cubicBezTo>
                    <a:pt x="172023" y="344043"/>
                    <a:pt x="85184" y="228258"/>
                    <a:pt x="7993" y="102825"/>
                  </a:cubicBezTo>
                  <a:cubicBezTo>
                    <a:pt x="-11304" y="83528"/>
                    <a:pt x="7993" y="25635"/>
                    <a:pt x="27291" y="6338"/>
                  </a:cubicBezTo>
                  <a:cubicBezTo>
                    <a:pt x="27291" y="-3311"/>
                    <a:pt x="85184" y="-3311"/>
                    <a:pt x="104481" y="15986"/>
                  </a:cubicBezTo>
                  <a:cubicBezTo>
                    <a:pt x="210618" y="122122"/>
                    <a:pt x="316755" y="228258"/>
                    <a:pt x="413243" y="334394"/>
                  </a:cubicBezTo>
                  <a:cubicBezTo>
                    <a:pt x="509731" y="440530"/>
                    <a:pt x="596571" y="546666"/>
                    <a:pt x="693059" y="643153"/>
                  </a:cubicBezTo>
                  <a:cubicBezTo>
                    <a:pt x="712356" y="652802"/>
                    <a:pt x="722005" y="672100"/>
                    <a:pt x="731654" y="701046"/>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1" name="Freeform: Shape 75"/>
            <p:cNvSpPr/>
            <p:nvPr/>
          </p:nvSpPr>
          <p:spPr>
            <a:xfrm rot="900000">
              <a:off x="9608895" y="6329170"/>
              <a:ext cx="128789" cy="130788"/>
            </a:xfrm>
            <a:custGeom>
              <a:avLst/>
              <a:gdLst>
                <a:gd name="connsiteX0" fmla="*/ 323235 w 323235"/>
                <a:gd name="connsiteY0" fmla="*/ 250867 h 328251"/>
                <a:gd name="connsiteX1" fmla="*/ 217098 w 323235"/>
                <a:gd name="connsiteY1" fmla="*/ 318408 h 328251"/>
                <a:gd name="connsiteX2" fmla="*/ 14473 w 323235"/>
                <a:gd name="connsiteY2" fmla="*/ 164028 h 328251"/>
                <a:gd name="connsiteX3" fmla="*/ 14473 w 323235"/>
                <a:gd name="connsiteY3" fmla="*/ 67541 h 328251"/>
                <a:gd name="connsiteX4" fmla="*/ 110961 w 323235"/>
                <a:gd name="connsiteY4" fmla="*/ 0 h 328251"/>
                <a:gd name="connsiteX5" fmla="*/ 323235 w 323235"/>
                <a:gd name="connsiteY5" fmla="*/ 250867 h 328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3235" h="328251">
                  <a:moveTo>
                    <a:pt x="323235" y="250867"/>
                  </a:moveTo>
                  <a:cubicBezTo>
                    <a:pt x="323235" y="308759"/>
                    <a:pt x="255693" y="347354"/>
                    <a:pt x="217098" y="318408"/>
                  </a:cubicBezTo>
                  <a:cubicBezTo>
                    <a:pt x="149557" y="270164"/>
                    <a:pt x="72366" y="221921"/>
                    <a:pt x="14473" y="164028"/>
                  </a:cubicBezTo>
                  <a:cubicBezTo>
                    <a:pt x="-4824" y="144731"/>
                    <a:pt x="-4824" y="96487"/>
                    <a:pt x="14473" y="67541"/>
                  </a:cubicBezTo>
                  <a:cubicBezTo>
                    <a:pt x="33771" y="38595"/>
                    <a:pt x="82015" y="0"/>
                    <a:pt x="110961" y="0"/>
                  </a:cubicBezTo>
                  <a:cubicBezTo>
                    <a:pt x="168854" y="9649"/>
                    <a:pt x="313586" y="192974"/>
                    <a:pt x="323235" y="250867"/>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6" presetClass="entr" presetSubtype="0" fill="hold" grpId="0" nodeType="clickEffect">
                                  <p:stCondLst>
                                    <p:cond delay="0"/>
                                  </p:stCondLst>
                                  <p:iterate type="lt">
                                    <p:tmPct val="10000"/>
                                  </p:iterate>
                                  <p:childTnLst>
                                    <p:set>
                                      <p:cBhvr>
                                        <p:cTn id="6" dur="1" fill="hold">
                                          <p:stCondLst>
                                            <p:cond delay="0"/>
                                          </p:stCondLst>
                                        </p:cTn>
                                        <p:tgtEl>
                                          <p:spTgt spid="37"/>
                                        </p:tgtEl>
                                        <p:attrNameLst>
                                          <p:attrName>style.visibility</p:attrName>
                                        </p:attrNameLst>
                                      </p:cBhvr>
                                      <p:to>
                                        <p:strVal val="visible"/>
                                      </p:to>
                                    </p:set>
                                    <p:anim by="(-#ppt_w*2)" calcmode="lin" valueType="num">
                                      <p:cBhvr rctx="PPT">
                                        <p:cTn id="7" dur="500" autoRev="1" fill="hold">
                                          <p:stCondLst>
                                            <p:cond delay="0"/>
                                          </p:stCondLst>
                                        </p:cTn>
                                        <p:tgtEl>
                                          <p:spTgt spid="37"/>
                                        </p:tgtEl>
                                        <p:attrNameLst>
                                          <p:attrName>ppt_w</p:attrName>
                                        </p:attrNameLst>
                                      </p:cBhvr>
                                    </p:anim>
                                    <p:anim by="(#ppt_w*0.50)" calcmode="lin" valueType="num">
                                      <p:cBhvr>
                                        <p:cTn id="8" dur="500" decel="50000" autoRev="1" fill="hold">
                                          <p:stCondLst>
                                            <p:cond delay="0"/>
                                          </p:stCondLst>
                                        </p:cTn>
                                        <p:tgtEl>
                                          <p:spTgt spid="37"/>
                                        </p:tgtEl>
                                        <p:attrNameLst>
                                          <p:attrName>ppt_x</p:attrName>
                                        </p:attrNameLst>
                                      </p:cBhvr>
                                    </p:anim>
                                    <p:anim from="(-#ppt_h/2)" to="(#ppt_y)" calcmode="lin" valueType="num">
                                      <p:cBhvr>
                                        <p:cTn id="9" dur="1000" fill="hold">
                                          <p:stCondLst>
                                            <p:cond delay="0"/>
                                          </p:stCondLst>
                                        </p:cTn>
                                        <p:tgtEl>
                                          <p:spTgt spid="37"/>
                                        </p:tgtEl>
                                        <p:attrNameLst>
                                          <p:attrName>ppt_y</p:attrName>
                                        </p:attrNameLst>
                                      </p:cBhvr>
                                    </p:anim>
                                    <p:animRot by="21600000">
                                      <p:cBhvr>
                                        <p:cTn id="10" dur="1000" fill="hold">
                                          <p:stCondLst>
                                            <p:cond delay="0"/>
                                          </p:stCondLst>
                                        </p:cTn>
                                        <p:tgtEl>
                                          <p:spTgt spid="37"/>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56" presetClass="entr" presetSubtype="0" fill="hold" grpId="0" nodeType="clickEffect">
                                  <p:stCondLst>
                                    <p:cond delay="0"/>
                                  </p:stCondLst>
                                  <p:iterate type="lt">
                                    <p:tmPct val="10000"/>
                                  </p:iterate>
                                  <p:childTnLst>
                                    <p:set>
                                      <p:cBhvr>
                                        <p:cTn id="14" dur="1" fill="hold">
                                          <p:stCondLst>
                                            <p:cond delay="0"/>
                                          </p:stCondLst>
                                        </p:cTn>
                                        <p:tgtEl>
                                          <p:spTgt spid="36"/>
                                        </p:tgtEl>
                                        <p:attrNameLst>
                                          <p:attrName>style.visibility</p:attrName>
                                        </p:attrNameLst>
                                      </p:cBhvr>
                                      <p:to>
                                        <p:strVal val="visible"/>
                                      </p:to>
                                    </p:set>
                                    <p:anim by="(-#ppt_w*2)" calcmode="lin" valueType="num">
                                      <p:cBhvr rctx="PPT">
                                        <p:cTn id="15" dur="500" autoRev="1" fill="hold">
                                          <p:stCondLst>
                                            <p:cond delay="0"/>
                                          </p:stCondLst>
                                        </p:cTn>
                                        <p:tgtEl>
                                          <p:spTgt spid="36"/>
                                        </p:tgtEl>
                                        <p:attrNameLst>
                                          <p:attrName>ppt_w</p:attrName>
                                        </p:attrNameLst>
                                      </p:cBhvr>
                                    </p:anim>
                                    <p:anim by="(#ppt_w*0.50)" calcmode="lin" valueType="num">
                                      <p:cBhvr>
                                        <p:cTn id="16" dur="500" decel="50000" autoRev="1" fill="hold">
                                          <p:stCondLst>
                                            <p:cond delay="0"/>
                                          </p:stCondLst>
                                        </p:cTn>
                                        <p:tgtEl>
                                          <p:spTgt spid="36"/>
                                        </p:tgtEl>
                                        <p:attrNameLst>
                                          <p:attrName>ppt_x</p:attrName>
                                        </p:attrNameLst>
                                      </p:cBhvr>
                                    </p:anim>
                                    <p:anim from="(-#ppt_h/2)" to="(#ppt_y)" calcmode="lin" valueType="num">
                                      <p:cBhvr>
                                        <p:cTn id="17" dur="1000" fill="hold">
                                          <p:stCondLst>
                                            <p:cond delay="0"/>
                                          </p:stCondLst>
                                        </p:cTn>
                                        <p:tgtEl>
                                          <p:spTgt spid="36"/>
                                        </p:tgtEl>
                                        <p:attrNameLst>
                                          <p:attrName>ppt_y</p:attrName>
                                        </p:attrNameLst>
                                      </p:cBhvr>
                                    </p:anim>
                                    <p:animRot by="21600000">
                                      <p:cBhvr>
                                        <p:cTn id="18" dur="1000" fill="hold">
                                          <p:stCondLst>
                                            <p:cond delay="0"/>
                                          </p:stCondLst>
                                        </p:cTn>
                                        <p:tgtEl>
                                          <p:spTgt spid="36"/>
                                        </p:tgtEl>
                                        <p:attrNameLst>
                                          <p:attrName>r</p:attrName>
                                        </p:attrNameLst>
                                      </p:cBhvr>
                                    </p:animRot>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grpId="0" nodeType="clickEffect">
                                  <p:stCondLst>
                                    <p:cond delay="0"/>
                                  </p:stCondLst>
                                  <p:childTnLst>
                                    <p:set>
                                      <p:cBhvr>
                                        <p:cTn id="22" dur="1" fill="hold">
                                          <p:stCondLst>
                                            <p:cond delay="0"/>
                                          </p:stCondLst>
                                        </p:cTn>
                                        <p:tgtEl>
                                          <p:spTgt spid="39"/>
                                        </p:tgtEl>
                                        <p:attrNameLst>
                                          <p:attrName>style.visibility</p:attrName>
                                        </p:attrNameLst>
                                      </p:cBhvr>
                                      <p:to>
                                        <p:strVal val="visible"/>
                                      </p:to>
                                    </p:set>
                                    <p:anim calcmode="lin" valueType="num">
                                      <p:cBhvr additive="base">
                                        <p:cTn id="23" dur="500"/>
                                        <p:tgtEl>
                                          <p:spTgt spid="39"/>
                                        </p:tgtEl>
                                        <p:attrNameLst>
                                          <p:attrName>ppt_y</p:attrName>
                                        </p:attrNameLst>
                                      </p:cBhvr>
                                      <p:tavLst>
                                        <p:tav tm="0">
                                          <p:val>
                                            <p:strVal val="#ppt_y+#ppt_h*1.125000"/>
                                          </p:val>
                                        </p:tav>
                                        <p:tav tm="100000">
                                          <p:val>
                                            <p:strVal val="#ppt_y"/>
                                          </p:val>
                                        </p:tav>
                                      </p:tavLst>
                                    </p:anim>
                                    <p:animEffect transition="in" filter="wipe(up)">
                                      <p:cBhvr>
                                        <p:cTn id="24" dur="500"/>
                                        <p:tgtEl>
                                          <p:spTgt spid="39"/>
                                        </p:tgtEl>
                                      </p:cBhvr>
                                    </p:animEffect>
                                  </p:childTnLst>
                                </p:cTn>
                              </p:par>
                            </p:childTnLst>
                          </p:cTn>
                        </p:par>
                      </p:childTnLst>
                    </p:cTn>
                  </p:par>
                  <p:par>
                    <p:cTn id="25" fill="hold">
                      <p:stCondLst>
                        <p:cond delay="indefinite"/>
                      </p:stCondLst>
                      <p:childTnLst>
                        <p:par>
                          <p:cTn id="26" fill="hold">
                            <p:stCondLst>
                              <p:cond delay="0"/>
                            </p:stCondLst>
                            <p:childTnLst>
                              <p:par>
                                <p:cTn id="27" presetID="50" presetClass="entr" presetSubtype="0" decel="100000" fill="hold" grpId="0" nodeType="clickEffect">
                                  <p:stCondLst>
                                    <p:cond delay="0"/>
                                  </p:stCondLst>
                                  <p:childTnLst>
                                    <p:set>
                                      <p:cBhvr>
                                        <p:cTn id="28" dur="1" fill="hold">
                                          <p:stCondLst>
                                            <p:cond delay="0"/>
                                          </p:stCondLst>
                                        </p:cTn>
                                        <p:tgtEl>
                                          <p:spTgt spid="38"/>
                                        </p:tgtEl>
                                        <p:attrNameLst>
                                          <p:attrName>style.visibility</p:attrName>
                                        </p:attrNameLst>
                                      </p:cBhvr>
                                      <p:to>
                                        <p:strVal val="visible"/>
                                      </p:to>
                                    </p:set>
                                    <p:anim calcmode="lin" valueType="num">
                                      <p:cBhvr>
                                        <p:cTn id="29" dur="1000" fill="hold"/>
                                        <p:tgtEl>
                                          <p:spTgt spid="38"/>
                                        </p:tgtEl>
                                        <p:attrNameLst>
                                          <p:attrName>ppt_w</p:attrName>
                                        </p:attrNameLst>
                                      </p:cBhvr>
                                      <p:tavLst>
                                        <p:tav tm="0">
                                          <p:val>
                                            <p:strVal val="#ppt_w+.3"/>
                                          </p:val>
                                        </p:tav>
                                        <p:tav tm="100000">
                                          <p:val>
                                            <p:strVal val="#ppt_w"/>
                                          </p:val>
                                        </p:tav>
                                      </p:tavLst>
                                    </p:anim>
                                    <p:anim calcmode="lin" valueType="num">
                                      <p:cBhvr>
                                        <p:cTn id="30" dur="1000" fill="hold"/>
                                        <p:tgtEl>
                                          <p:spTgt spid="38"/>
                                        </p:tgtEl>
                                        <p:attrNameLst>
                                          <p:attrName>ppt_h</p:attrName>
                                        </p:attrNameLst>
                                      </p:cBhvr>
                                      <p:tavLst>
                                        <p:tav tm="0">
                                          <p:val>
                                            <p:strVal val="#ppt_h"/>
                                          </p:val>
                                        </p:tav>
                                        <p:tav tm="100000">
                                          <p:val>
                                            <p:strVal val="#ppt_h"/>
                                          </p:val>
                                        </p:tav>
                                      </p:tavLst>
                                    </p:anim>
                                    <p:animEffect transition="in" filter="fade">
                                      <p:cBhvr>
                                        <p:cTn id="31" dur="1000"/>
                                        <p:tgtEl>
                                          <p:spTgt spid="38"/>
                                        </p:tgtEl>
                                      </p:cBhvr>
                                    </p:animEffect>
                                  </p:childTnLst>
                                </p:cTn>
                              </p:par>
                            </p:childTnLst>
                          </p:cTn>
                        </p:par>
                      </p:childTnLst>
                    </p:cTn>
                  </p:par>
                  <p:par>
                    <p:cTn id="32" fill="hold">
                      <p:stCondLst>
                        <p:cond delay="indefinite"/>
                      </p:stCondLst>
                      <p:childTnLst>
                        <p:par>
                          <p:cTn id="33" fill="hold">
                            <p:stCondLst>
                              <p:cond delay="0"/>
                            </p:stCondLst>
                            <p:childTnLst>
                              <p:par>
                                <p:cTn id="34" presetID="43" presetClass="entr" presetSubtype="0" fill="hold" grpId="0" nodeType="click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100"/>
                                        <p:tgtEl>
                                          <p:spTgt spid="40"/>
                                        </p:tgtEl>
                                      </p:cBhvr>
                                    </p:animEffect>
                                    <p:anim calcmode="lin" valueType="num">
                                      <p:cBhvr>
                                        <p:cTn id="37" dur="400" fill="hold"/>
                                        <p:tgtEl>
                                          <p:spTgt spid="40"/>
                                        </p:tgtEl>
                                        <p:attrNameLst>
                                          <p:attrName>ppt_x</p:attrName>
                                        </p:attrNameLst>
                                      </p:cBhvr>
                                      <p:tavLst>
                                        <p:tav tm="0">
                                          <p:val>
                                            <p:strVal val="#ppt_x"/>
                                          </p:val>
                                        </p:tav>
                                        <p:tav tm="100000">
                                          <p:val>
                                            <p:strVal val="#ppt_x"/>
                                          </p:val>
                                        </p:tav>
                                      </p:tavLst>
                                    </p:anim>
                                    <p:anim calcmode="lin" valueType="num">
                                      <p:cBhvr>
                                        <p:cTn id="38" dur="400" fill="hold"/>
                                        <p:tgtEl>
                                          <p:spTgt spid="40"/>
                                        </p:tgtEl>
                                        <p:attrNameLst>
                                          <p:attrName>ppt_y</p:attrName>
                                        </p:attrNameLst>
                                      </p:cBhvr>
                                      <p:tavLst>
                                        <p:tav tm="0">
                                          <p:val>
                                            <p:strVal val="#ppt_y+0.31"/>
                                          </p:val>
                                        </p:tav>
                                        <p:tav tm="100000">
                                          <p:val>
                                            <p:strVal val="#ppt_y+0.31"/>
                                          </p:val>
                                        </p:tav>
                                      </p:tavLst>
                                    </p:anim>
                                    <p:anim calcmode="lin" valueType="num">
                                      <p:cBhvr>
                                        <p:cTn id="39" dur="600" decel="50000" fill="hold">
                                          <p:stCondLst>
                                            <p:cond delay="400"/>
                                          </p:stCondLst>
                                        </p:cTn>
                                        <p:tgtEl>
                                          <p:spTgt spid="40"/>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40" dur="600" decel="50000" fill="hold">
                                          <p:stCondLst>
                                            <p:cond delay="400"/>
                                          </p:stCondLst>
                                        </p:cTn>
                                        <p:tgtEl>
                                          <p:spTgt spid="40"/>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3" presetClass="entr" presetSubtype="0" fill="hold" grpId="0" nodeType="clickEffect">
                                  <p:stCondLst>
                                    <p:cond delay="0"/>
                                  </p:stCondLst>
                                  <p:childTnLst>
                                    <p:set>
                                      <p:cBhvr>
                                        <p:cTn id="44" dur="1" fill="hold">
                                          <p:stCondLst>
                                            <p:cond delay="0"/>
                                          </p:stCondLst>
                                        </p:cTn>
                                        <p:tgtEl>
                                          <p:spTgt spid="41"/>
                                        </p:tgtEl>
                                        <p:attrNameLst>
                                          <p:attrName>style.visibility</p:attrName>
                                        </p:attrNameLst>
                                      </p:cBhvr>
                                      <p:to>
                                        <p:strVal val="visible"/>
                                      </p:to>
                                    </p:set>
                                    <p:animEffect transition="in" filter="fade">
                                      <p:cBhvr>
                                        <p:cTn id="45" dur="100"/>
                                        <p:tgtEl>
                                          <p:spTgt spid="41"/>
                                        </p:tgtEl>
                                      </p:cBhvr>
                                    </p:animEffect>
                                    <p:anim calcmode="lin" valueType="num">
                                      <p:cBhvr>
                                        <p:cTn id="46" dur="400" fill="hold"/>
                                        <p:tgtEl>
                                          <p:spTgt spid="41"/>
                                        </p:tgtEl>
                                        <p:attrNameLst>
                                          <p:attrName>ppt_x</p:attrName>
                                        </p:attrNameLst>
                                      </p:cBhvr>
                                      <p:tavLst>
                                        <p:tav tm="0">
                                          <p:val>
                                            <p:strVal val="#ppt_x"/>
                                          </p:val>
                                        </p:tav>
                                        <p:tav tm="100000">
                                          <p:val>
                                            <p:strVal val="#ppt_x"/>
                                          </p:val>
                                        </p:tav>
                                      </p:tavLst>
                                    </p:anim>
                                    <p:anim calcmode="lin" valueType="num">
                                      <p:cBhvr>
                                        <p:cTn id="47" dur="400" fill="hold"/>
                                        <p:tgtEl>
                                          <p:spTgt spid="41"/>
                                        </p:tgtEl>
                                        <p:attrNameLst>
                                          <p:attrName>ppt_y</p:attrName>
                                        </p:attrNameLst>
                                      </p:cBhvr>
                                      <p:tavLst>
                                        <p:tav tm="0">
                                          <p:val>
                                            <p:strVal val="#ppt_y+0.31"/>
                                          </p:val>
                                        </p:tav>
                                        <p:tav tm="100000">
                                          <p:val>
                                            <p:strVal val="#ppt_y+0.31"/>
                                          </p:val>
                                        </p:tav>
                                      </p:tavLst>
                                    </p:anim>
                                    <p:anim calcmode="lin" valueType="num">
                                      <p:cBhvr>
                                        <p:cTn id="48" dur="600" decel="50000" fill="hold">
                                          <p:stCondLst>
                                            <p:cond delay="400"/>
                                          </p:stCondLst>
                                        </p:cTn>
                                        <p:tgtEl>
                                          <p:spTgt spid="41"/>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49" dur="600" decel="50000" fill="hold">
                                          <p:stCondLst>
                                            <p:cond delay="400"/>
                                          </p:stCondLst>
                                        </p:cTn>
                                        <p:tgtEl>
                                          <p:spTgt spid="41"/>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13" presetClass="entr" presetSubtype="16" fill="hold" nodeType="clickEffect">
                                  <p:stCondLst>
                                    <p:cond delay="0"/>
                                  </p:stCondLst>
                                  <p:childTnLst>
                                    <p:set>
                                      <p:cBhvr>
                                        <p:cTn id="53" dur="1" fill="hold">
                                          <p:stCondLst>
                                            <p:cond delay="0"/>
                                          </p:stCondLst>
                                        </p:cTn>
                                        <p:tgtEl>
                                          <p:spTgt spid="78"/>
                                        </p:tgtEl>
                                        <p:attrNameLst>
                                          <p:attrName>style.visibility</p:attrName>
                                        </p:attrNameLst>
                                      </p:cBhvr>
                                      <p:to>
                                        <p:strVal val="visible"/>
                                      </p:to>
                                    </p:set>
                                    <p:animEffect transition="in" filter="plus(in)">
                                      <p:cBhvr>
                                        <p:cTn id="54" dur="2000"/>
                                        <p:tgtEl>
                                          <p:spTgt spid="78"/>
                                        </p:tgtEl>
                                      </p:cBhvr>
                                    </p:animEffect>
                                  </p:childTnLst>
                                </p:cTn>
                              </p:par>
                            </p:childTnLst>
                          </p:cTn>
                        </p:par>
                      </p:childTnLst>
                    </p:cTn>
                  </p:par>
                  <p:par>
                    <p:cTn id="55" fill="hold">
                      <p:stCondLst>
                        <p:cond delay="indefinite"/>
                      </p:stCondLst>
                      <p:childTnLst>
                        <p:par>
                          <p:cTn id="56" fill="hold">
                            <p:stCondLst>
                              <p:cond delay="0"/>
                            </p:stCondLst>
                            <p:childTnLst>
                              <p:par>
                                <p:cTn id="57" presetID="29" presetClass="entr" presetSubtype="0" fill="hold" grpId="0" nodeType="clickEffect">
                                  <p:stCondLst>
                                    <p:cond delay="0"/>
                                  </p:stCondLst>
                                  <p:childTnLst>
                                    <p:set>
                                      <p:cBhvr>
                                        <p:cTn id="58" dur="1" fill="hold">
                                          <p:stCondLst>
                                            <p:cond delay="0"/>
                                          </p:stCondLst>
                                        </p:cTn>
                                        <p:tgtEl>
                                          <p:spTgt spid="2"/>
                                        </p:tgtEl>
                                        <p:attrNameLst>
                                          <p:attrName>style.visibility</p:attrName>
                                        </p:attrNameLst>
                                      </p:cBhvr>
                                      <p:to>
                                        <p:strVal val="visible"/>
                                      </p:to>
                                    </p:set>
                                    <p:anim calcmode="lin" valueType="num">
                                      <p:cBhvr>
                                        <p:cTn id="59" dur="1000" fill="hold"/>
                                        <p:tgtEl>
                                          <p:spTgt spid="2"/>
                                        </p:tgtEl>
                                        <p:attrNameLst>
                                          <p:attrName>ppt_x</p:attrName>
                                        </p:attrNameLst>
                                      </p:cBhvr>
                                      <p:tavLst>
                                        <p:tav tm="0">
                                          <p:val>
                                            <p:strVal val="#ppt_x-.2"/>
                                          </p:val>
                                        </p:tav>
                                        <p:tav tm="100000">
                                          <p:val>
                                            <p:strVal val="#ppt_x"/>
                                          </p:val>
                                        </p:tav>
                                      </p:tavLst>
                                    </p:anim>
                                    <p:anim calcmode="lin" valueType="num">
                                      <p:cBhvr>
                                        <p:cTn id="60" dur="1000" fill="hold"/>
                                        <p:tgtEl>
                                          <p:spTgt spid="2"/>
                                        </p:tgtEl>
                                        <p:attrNameLst>
                                          <p:attrName>ppt_y</p:attrName>
                                        </p:attrNameLst>
                                      </p:cBhvr>
                                      <p:tavLst>
                                        <p:tav tm="0">
                                          <p:val>
                                            <p:strVal val="#ppt_y"/>
                                          </p:val>
                                        </p:tav>
                                        <p:tav tm="100000">
                                          <p:val>
                                            <p:strVal val="#ppt_y"/>
                                          </p:val>
                                        </p:tav>
                                      </p:tavLst>
                                    </p:anim>
                                    <p:animEffect transition="in" filter="wipe(right)" prLst="gradientSize: 0.1">
                                      <p:cBhvr>
                                        <p:cTn id="61" dur="1000"/>
                                        <p:tgtEl>
                                          <p:spTgt spid="2"/>
                                        </p:tgtEl>
                                      </p:cBhvr>
                                    </p:animEffect>
                                  </p:childTnLst>
                                </p:cTn>
                              </p:par>
                            </p:childTnLst>
                          </p:cTn>
                        </p:par>
                      </p:childTnLst>
                    </p:cTn>
                  </p:par>
                  <p:par>
                    <p:cTn id="62" fill="hold">
                      <p:stCondLst>
                        <p:cond delay="indefinite"/>
                      </p:stCondLst>
                      <p:childTnLst>
                        <p:par>
                          <p:cTn id="63" fill="hold">
                            <p:stCondLst>
                              <p:cond delay="0"/>
                            </p:stCondLst>
                            <p:childTnLst>
                              <p:par>
                                <p:cTn id="64" presetID="29" presetClass="entr" presetSubtype="0" fill="hold" grpId="0" nodeType="clickEffect">
                                  <p:stCondLst>
                                    <p:cond delay="0"/>
                                  </p:stCondLst>
                                  <p:childTnLst>
                                    <p:set>
                                      <p:cBhvr>
                                        <p:cTn id="65" dur="1" fill="hold">
                                          <p:stCondLst>
                                            <p:cond delay="0"/>
                                          </p:stCondLst>
                                        </p:cTn>
                                        <p:tgtEl>
                                          <p:spTgt spid="3"/>
                                        </p:tgtEl>
                                        <p:attrNameLst>
                                          <p:attrName>style.visibility</p:attrName>
                                        </p:attrNameLst>
                                      </p:cBhvr>
                                      <p:to>
                                        <p:strVal val="visible"/>
                                      </p:to>
                                    </p:set>
                                    <p:anim calcmode="lin" valueType="num">
                                      <p:cBhvr>
                                        <p:cTn id="66" dur="1000" fill="hold"/>
                                        <p:tgtEl>
                                          <p:spTgt spid="3"/>
                                        </p:tgtEl>
                                        <p:attrNameLst>
                                          <p:attrName>ppt_x</p:attrName>
                                        </p:attrNameLst>
                                      </p:cBhvr>
                                      <p:tavLst>
                                        <p:tav tm="0">
                                          <p:val>
                                            <p:strVal val="#ppt_x-.2"/>
                                          </p:val>
                                        </p:tav>
                                        <p:tav tm="100000">
                                          <p:val>
                                            <p:strVal val="#ppt_x"/>
                                          </p:val>
                                        </p:tav>
                                      </p:tavLst>
                                    </p:anim>
                                    <p:anim calcmode="lin" valueType="num">
                                      <p:cBhvr>
                                        <p:cTn id="67" dur="1000" fill="hold"/>
                                        <p:tgtEl>
                                          <p:spTgt spid="3"/>
                                        </p:tgtEl>
                                        <p:attrNameLst>
                                          <p:attrName>ppt_y</p:attrName>
                                        </p:attrNameLst>
                                      </p:cBhvr>
                                      <p:tavLst>
                                        <p:tav tm="0">
                                          <p:val>
                                            <p:strVal val="#ppt_y"/>
                                          </p:val>
                                        </p:tav>
                                        <p:tav tm="100000">
                                          <p:val>
                                            <p:strVal val="#ppt_y"/>
                                          </p:val>
                                        </p:tav>
                                      </p:tavLst>
                                    </p:anim>
                                    <p:animEffect transition="in" filter="wipe(right)" prLst="gradientSize: 0.1">
                                      <p:cBhvr>
                                        <p:cTn id="68" dur="1000"/>
                                        <p:tgtEl>
                                          <p:spTgt spid="3"/>
                                        </p:tgtEl>
                                      </p:cBhvr>
                                    </p:animEffect>
                                  </p:childTnLst>
                                </p:cTn>
                              </p:par>
                              <p:par>
                                <p:cTn id="69" presetID="2" presetClass="entr" presetSubtype="2" decel="100000" fill="hold" nodeType="withEffect">
                                  <p:stCondLst>
                                    <p:cond delay="0"/>
                                  </p:stCondLst>
                                  <p:childTnLst>
                                    <p:set>
                                      <p:cBhvr>
                                        <p:cTn id="70" dur="1" fill="hold">
                                          <p:stCondLst>
                                            <p:cond delay="0"/>
                                          </p:stCondLst>
                                        </p:cTn>
                                        <p:tgtEl>
                                          <p:spTgt spid="12"/>
                                        </p:tgtEl>
                                        <p:attrNameLst>
                                          <p:attrName>style.visibility</p:attrName>
                                        </p:attrNameLst>
                                      </p:cBhvr>
                                      <p:to>
                                        <p:strVal val="visible"/>
                                      </p:to>
                                    </p:set>
                                    <p:anim calcmode="lin" valueType="num">
                                      <p:cBhvr additive="base">
                                        <p:cTn id="71" dur="1000" fill="hold"/>
                                        <p:tgtEl>
                                          <p:spTgt spid="12"/>
                                        </p:tgtEl>
                                        <p:attrNameLst>
                                          <p:attrName>ppt_x</p:attrName>
                                        </p:attrNameLst>
                                      </p:cBhvr>
                                      <p:tavLst>
                                        <p:tav tm="0">
                                          <p:val>
                                            <p:strVal val="1+#ppt_w/2"/>
                                          </p:val>
                                        </p:tav>
                                        <p:tav tm="100000">
                                          <p:val>
                                            <p:strVal val="#ppt_x"/>
                                          </p:val>
                                        </p:tav>
                                      </p:tavLst>
                                    </p:anim>
                                    <p:anim calcmode="lin" valueType="num">
                                      <p:cBhvr additive="base">
                                        <p:cTn id="72" dur="10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 grpId="1" animBg="1"/>
      <p:bldP spid="2" grpId="0" bldLvl="0" animBg="1"/>
      <p:bldP spid="2" grpId="1" animBg="1"/>
      <p:bldP spid="38" grpId="0"/>
      <p:bldP spid="38" grpId="1"/>
      <p:bldP spid="36" grpId="0"/>
      <p:bldP spid="36" grpId="1"/>
      <p:bldP spid="37" grpId="0"/>
      <p:bldP spid="37" grpId="1"/>
      <p:bldP spid="39" grpId="0" bldLvl="0" animBg="1"/>
      <p:bldP spid="39" grpId="1" animBg="1"/>
      <p:bldP spid="40" grpId="0" bldLvl="0" animBg="1"/>
      <p:bldP spid="40" grpId="1" animBg="1"/>
      <p:bldP spid="41" grpId="0" bldLvl="0" animBg="1"/>
      <p:bldP spid="41"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grpSp>
        <p:nvGrpSpPr>
          <p:cNvPr id="20" name="组合 19"/>
          <p:cNvGrpSpPr/>
          <p:nvPr/>
        </p:nvGrpSpPr>
        <p:grpSpPr>
          <a:xfrm>
            <a:off x="-1445895" y="-2014855"/>
            <a:ext cx="15448280" cy="10515600"/>
            <a:chOff x="-2277" y="-3173"/>
            <a:chExt cx="24328" cy="16560"/>
          </a:xfrm>
        </p:grpSpPr>
        <p:sp>
          <p:nvSpPr>
            <p:cNvPr id="42" name="矩形 41"/>
            <p:cNvSpPr/>
            <p:nvPr/>
          </p:nvSpPr>
          <p:spPr>
            <a:xfrm>
              <a:off x="1" y="0"/>
              <a:ext cx="19230" cy="10812"/>
            </a:xfrm>
            <a:prstGeom prst="rect">
              <a:avLst/>
            </a:prstGeom>
            <a:solidFill>
              <a:srgbClr val="F4F4F4">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flipV="1">
              <a:off x="15059" y="6395"/>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同心圆 3"/>
            <p:cNvSpPr/>
            <p:nvPr/>
          </p:nvSpPr>
          <p:spPr>
            <a:xfrm flipV="1">
              <a:off x="15715" y="639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2277" y="-3173"/>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8" name="组合 77"/>
            <p:cNvGrpSpPr/>
            <p:nvPr/>
          </p:nvGrpSpPr>
          <p:grpSpPr>
            <a:xfrm>
              <a:off x="883" y="260"/>
              <a:ext cx="17435" cy="10209"/>
              <a:chOff x="1038" y="260"/>
              <a:chExt cx="17435" cy="10209"/>
            </a:xfrm>
          </p:grpSpPr>
          <p:sp>
            <p:nvSpPr>
              <p:cNvPr id="144" name="文本框 143"/>
              <p:cNvSpPr txBox="1"/>
              <p:nvPr/>
            </p:nvSpPr>
            <p:spPr>
              <a:xfrm>
                <a:off x="1038" y="10035"/>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sp>
            <p:nvSpPr>
              <p:cNvPr id="77" name="文本框 76"/>
              <p:cNvSpPr txBox="1"/>
              <p:nvPr/>
            </p:nvSpPr>
            <p:spPr>
              <a:xfrm>
                <a:off x="1038" y="260"/>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grpSp>
        <p:sp>
          <p:nvSpPr>
            <p:cNvPr id="2" name="同心圆 1"/>
            <p:cNvSpPr/>
            <p:nvPr/>
          </p:nvSpPr>
          <p:spPr>
            <a:xfrm>
              <a:off x="803" y="123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13451" y="8447"/>
              <a:ext cx="1521" cy="1257"/>
              <a:chOff x="9608895" y="5661744"/>
              <a:chExt cx="966066" cy="798214"/>
            </a:xfrm>
            <a:solidFill>
              <a:srgbClr val="26211B"/>
            </a:solidFill>
          </p:grpSpPr>
          <p:sp>
            <p:nvSpPr>
              <p:cNvPr id="8" name="Freeform: Shape 72"/>
              <p:cNvSpPr/>
              <p:nvPr/>
            </p:nvSpPr>
            <p:spPr>
              <a:xfrm rot="900000">
                <a:off x="10086716" y="5661744"/>
                <a:ext cx="488245" cy="486465"/>
              </a:xfrm>
              <a:custGeom>
                <a:avLst/>
                <a:gdLst>
                  <a:gd name="connsiteX0" fmla="*/ 0 w 1225398"/>
                  <a:gd name="connsiteY0" fmla="*/ 169222 h 1220932"/>
                  <a:gd name="connsiteX1" fmla="*/ 144732 w 1225398"/>
                  <a:gd name="connsiteY1" fmla="*/ 5194 h 1220932"/>
                  <a:gd name="connsiteX2" fmla="*/ 279815 w 1225398"/>
                  <a:gd name="connsiteY2" fmla="*/ 53438 h 1220932"/>
                  <a:gd name="connsiteX3" fmla="*/ 1206101 w 1225398"/>
                  <a:gd name="connsiteY3" fmla="*/ 1124446 h 1220932"/>
                  <a:gd name="connsiteX4" fmla="*/ 1225399 w 1225398"/>
                  <a:gd name="connsiteY4" fmla="*/ 1211284 h 1220932"/>
                  <a:gd name="connsiteX5" fmla="*/ 1138560 w 1225398"/>
                  <a:gd name="connsiteY5" fmla="*/ 1220933 h 1220932"/>
                  <a:gd name="connsiteX6" fmla="*/ 125434 w 1225398"/>
                  <a:gd name="connsiteY6" fmla="*/ 400792 h 1220932"/>
                  <a:gd name="connsiteX7" fmla="*/ 0 w 1225398"/>
                  <a:gd name="connsiteY7" fmla="*/ 169222 h 1220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5398" h="1220932">
                    <a:moveTo>
                      <a:pt x="0" y="169222"/>
                    </a:moveTo>
                    <a:cubicBezTo>
                      <a:pt x="48244" y="111330"/>
                      <a:pt x="86839" y="43789"/>
                      <a:pt x="144732" y="5194"/>
                    </a:cubicBezTo>
                    <a:cubicBezTo>
                      <a:pt x="173679" y="-14103"/>
                      <a:pt x="250869" y="24492"/>
                      <a:pt x="279815" y="53438"/>
                    </a:cubicBezTo>
                    <a:cubicBezTo>
                      <a:pt x="607875" y="391143"/>
                      <a:pt x="955232" y="719200"/>
                      <a:pt x="1206101" y="1124446"/>
                    </a:cubicBezTo>
                    <a:cubicBezTo>
                      <a:pt x="1215750" y="1143743"/>
                      <a:pt x="1215750" y="1182338"/>
                      <a:pt x="1225399" y="1211284"/>
                    </a:cubicBezTo>
                    <a:cubicBezTo>
                      <a:pt x="1196452" y="1211284"/>
                      <a:pt x="1157857" y="1220933"/>
                      <a:pt x="1138560" y="1220933"/>
                    </a:cubicBezTo>
                    <a:cubicBezTo>
                      <a:pt x="685065" y="1095500"/>
                      <a:pt x="366655" y="786741"/>
                      <a:pt x="125434" y="400792"/>
                    </a:cubicBezTo>
                    <a:cubicBezTo>
                      <a:pt x="77190" y="333251"/>
                      <a:pt x="48244" y="256061"/>
                      <a:pt x="0" y="169222"/>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9" name="Freeform: Shape 73"/>
              <p:cNvSpPr/>
              <p:nvPr/>
            </p:nvSpPr>
            <p:spPr>
              <a:xfrm rot="900000">
                <a:off x="9797933" y="6071856"/>
                <a:ext cx="293229" cy="298545"/>
              </a:xfrm>
              <a:custGeom>
                <a:avLst/>
                <a:gdLst>
                  <a:gd name="connsiteX0" fmla="*/ 611818 w 735946"/>
                  <a:gd name="connsiteY0" fmla="*/ 749289 h 749289"/>
                  <a:gd name="connsiteX1" fmla="*/ 457437 w 735946"/>
                  <a:gd name="connsiteY1" fmla="*/ 691397 h 749289"/>
                  <a:gd name="connsiteX2" fmla="*/ 23241 w 735946"/>
                  <a:gd name="connsiteY2" fmla="*/ 247556 h 749289"/>
                  <a:gd name="connsiteX3" fmla="*/ 90782 w 735946"/>
                  <a:gd name="connsiteY3" fmla="*/ 6338 h 749289"/>
                  <a:gd name="connsiteX4" fmla="*/ 196919 w 735946"/>
                  <a:gd name="connsiteY4" fmla="*/ 15987 h 749289"/>
                  <a:gd name="connsiteX5" fmla="*/ 727604 w 735946"/>
                  <a:gd name="connsiteY5" fmla="*/ 604559 h 749289"/>
                  <a:gd name="connsiteX6" fmla="*/ 611818 w 735946"/>
                  <a:gd name="connsiteY6" fmla="*/ 749289 h 74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5946" h="749289">
                    <a:moveTo>
                      <a:pt x="611818" y="749289"/>
                    </a:moveTo>
                    <a:cubicBezTo>
                      <a:pt x="573223" y="739641"/>
                      <a:pt x="515330" y="720343"/>
                      <a:pt x="457437" y="691397"/>
                    </a:cubicBezTo>
                    <a:cubicBezTo>
                      <a:pt x="264461" y="594910"/>
                      <a:pt x="129378" y="440530"/>
                      <a:pt x="23241" y="247556"/>
                    </a:cubicBezTo>
                    <a:cubicBezTo>
                      <a:pt x="-25003" y="160717"/>
                      <a:pt x="3943" y="54581"/>
                      <a:pt x="90782" y="6338"/>
                    </a:cubicBezTo>
                    <a:cubicBezTo>
                      <a:pt x="119729" y="-3311"/>
                      <a:pt x="167973" y="-3311"/>
                      <a:pt x="196919" y="15987"/>
                    </a:cubicBezTo>
                    <a:cubicBezTo>
                      <a:pt x="438140" y="151069"/>
                      <a:pt x="611818" y="353692"/>
                      <a:pt x="727604" y="604559"/>
                    </a:cubicBezTo>
                    <a:cubicBezTo>
                      <a:pt x="756550" y="672100"/>
                      <a:pt x="708306" y="749289"/>
                      <a:pt x="611818" y="749289"/>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0" name="Freeform: Shape 74"/>
              <p:cNvSpPr/>
              <p:nvPr/>
            </p:nvSpPr>
            <p:spPr>
              <a:xfrm rot="900000">
                <a:off x="9985044" y="5926402"/>
                <a:ext cx="291519" cy="279323"/>
              </a:xfrm>
              <a:custGeom>
                <a:avLst/>
                <a:gdLst>
                  <a:gd name="connsiteX0" fmla="*/ 731654 w 731654"/>
                  <a:gd name="connsiteY0" fmla="*/ 701046 h 701045"/>
                  <a:gd name="connsiteX1" fmla="*/ 268511 w 731654"/>
                  <a:gd name="connsiteY1" fmla="*/ 450179 h 701045"/>
                  <a:gd name="connsiteX2" fmla="*/ 7993 w 731654"/>
                  <a:gd name="connsiteY2" fmla="*/ 102825 h 701045"/>
                  <a:gd name="connsiteX3" fmla="*/ 27291 w 731654"/>
                  <a:gd name="connsiteY3" fmla="*/ 6338 h 701045"/>
                  <a:gd name="connsiteX4" fmla="*/ 104481 w 731654"/>
                  <a:gd name="connsiteY4" fmla="*/ 15986 h 701045"/>
                  <a:gd name="connsiteX5" fmla="*/ 413243 w 731654"/>
                  <a:gd name="connsiteY5" fmla="*/ 334394 h 701045"/>
                  <a:gd name="connsiteX6" fmla="*/ 693059 w 731654"/>
                  <a:gd name="connsiteY6" fmla="*/ 643153 h 701045"/>
                  <a:gd name="connsiteX7" fmla="*/ 731654 w 731654"/>
                  <a:gd name="connsiteY7" fmla="*/ 701046 h 701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1654" h="701045">
                    <a:moveTo>
                      <a:pt x="731654" y="701046"/>
                    </a:moveTo>
                    <a:cubicBezTo>
                      <a:pt x="529029" y="691397"/>
                      <a:pt x="384297" y="575612"/>
                      <a:pt x="268511" y="450179"/>
                    </a:cubicBezTo>
                    <a:cubicBezTo>
                      <a:pt x="172023" y="344043"/>
                      <a:pt x="85184" y="228258"/>
                      <a:pt x="7993" y="102825"/>
                    </a:cubicBezTo>
                    <a:cubicBezTo>
                      <a:pt x="-11304" y="83528"/>
                      <a:pt x="7993" y="25635"/>
                      <a:pt x="27291" y="6338"/>
                    </a:cubicBezTo>
                    <a:cubicBezTo>
                      <a:pt x="27291" y="-3311"/>
                      <a:pt x="85184" y="-3311"/>
                      <a:pt x="104481" y="15986"/>
                    </a:cubicBezTo>
                    <a:cubicBezTo>
                      <a:pt x="210618" y="122122"/>
                      <a:pt x="316755" y="228258"/>
                      <a:pt x="413243" y="334394"/>
                    </a:cubicBezTo>
                    <a:cubicBezTo>
                      <a:pt x="509731" y="440530"/>
                      <a:pt x="596571" y="546666"/>
                      <a:pt x="693059" y="643153"/>
                    </a:cubicBezTo>
                    <a:cubicBezTo>
                      <a:pt x="712356" y="652802"/>
                      <a:pt x="722005" y="672100"/>
                      <a:pt x="731654" y="701046"/>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1" name="Freeform: Shape 75"/>
              <p:cNvSpPr/>
              <p:nvPr/>
            </p:nvSpPr>
            <p:spPr>
              <a:xfrm rot="900000">
                <a:off x="9608895" y="6329170"/>
                <a:ext cx="128789" cy="130788"/>
              </a:xfrm>
              <a:custGeom>
                <a:avLst/>
                <a:gdLst>
                  <a:gd name="connsiteX0" fmla="*/ 323235 w 323235"/>
                  <a:gd name="connsiteY0" fmla="*/ 250867 h 328251"/>
                  <a:gd name="connsiteX1" fmla="*/ 217098 w 323235"/>
                  <a:gd name="connsiteY1" fmla="*/ 318408 h 328251"/>
                  <a:gd name="connsiteX2" fmla="*/ 14473 w 323235"/>
                  <a:gd name="connsiteY2" fmla="*/ 164028 h 328251"/>
                  <a:gd name="connsiteX3" fmla="*/ 14473 w 323235"/>
                  <a:gd name="connsiteY3" fmla="*/ 67541 h 328251"/>
                  <a:gd name="connsiteX4" fmla="*/ 110961 w 323235"/>
                  <a:gd name="connsiteY4" fmla="*/ 0 h 328251"/>
                  <a:gd name="connsiteX5" fmla="*/ 323235 w 323235"/>
                  <a:gd name="connsiteY5" fmla="*/ 250867 h 328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3235" h="328251">
                    <a:moveTo>
                      <a:pt x="323235" y="250867"/>
                    </a:moveTo>
                    <a:cubicBezTo>
                      <a:pt x="323235" y="308759"/>
                      <a:pt x="255693" y="347354"/>
                      <a:pt x="217098" y="318408"/>
                    </a:cubicBezTo>
                    <a:cubicBezTo>
                      <a:pt x="149557" y="270164"/>
                      <a:pt x="72366" y="221921"/>
                      <a:pt x="14473" y="164028"/>
                    </a:cubicBezTo>
                    <a:cubicBezTo>
                      <a:pt x="-4824" y="144731"/>
                      <a:pt x="-4824" y="96487"/>
                      <a:pt x="14473" y="67541"/>
                    </a:cubicBezTo>
                    <a:cubicBezTo>
                      <a:pt x="33771" y="38595"/>
                      <a:pt x="82015" y="0"/>
                      <a:pt x="110961" y="0"/>
                    </a:cubicBezTo>
                    <a:cubicBezTo>
                      <a:pt x="168854" y="9649"/>
                      <a:pt x="313586" y="192974"/>
                      <a:pt x="323235" y="250867"/>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grpSp>
        <p:sp>
          <p:nvSpPr>
            <p:cNvPr id="56" name="圆角矩形 55"/>
            <p:cNvSpPr/>
            <p:nvPr/>
          </p:nvSpPr>
          <p:spPr>
            <a:xfrm>
              <a:off x="557" y="685"/>
              <a:ext cx="18087" cy="943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p:cNvGrpSpPr/>
          <p:nvPr/>
        </p:nvGrpSpPr>
        <p:grpSpPr>
          <a:xfrm>
            <a:off x="711835" y="643890"/>
            <a:ext cx="4533265" cy="712470"/>
            <a:chOff x="9628" y="2104"/>
            <a:chExt cx="7139" cy="1122"/>
          </a:xfrm>
        </p:grpSpPr>
        <p:grpSp>
          <p:nvGrpSpPr>
            <p:cNvPr id="26" name="组合 25"/>
            <p:cNvGrpSpPr/>
            <p:nvPr/>
          </p:nvGrpSpPr>
          <p:grpSpPr>
            <a:xfrm>
              <a:off x="9628" y="2104"/>
              <a:ext cx="1123" cy="1123"/>
              <a:chOff x="5384682" y="2168242"/>
              <a:chExt cx="713358" cy="713358"/>
            </a:xfrm>
          </p:grpSpPr>
          <p:sp>
            <p:nvSpPr>
              <p:cNvPr id="33" name="Flowchart: Connector 21"/>
              <p:cNvSpPr/>
              <p:nvPr/>
            </p:nvSpPr>
            <p:spPr>
              <a:xfrm>
                <a:off x="5384682" y="2168242"/>
                <a:ext cx="713358" cy="713358"/>
              </a:xfrm>
              <a:prstGeom prst="flowChartConnector">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bg1"/>
                  </a:solidFill>
                  <a:cs typeface="+mn-ea"/>
                  <a:sym typeface="+mn-lt"/>
                </a:endParaRPr>
              </a:p>
            </p:txBody>
          </p:sp>
          <p:sp>
            <p:nvSpPr>
              <p:cNvPr id="35" name="Shape"/>
              <p:cNvSpPr>
                <a:spLocks noChangeAspect="1"/>
              </p:cNvSpPr>
              <p:nvPr/>
            </p:nvSpPr>
            <p:spPr>
              <a:xfrm>
                <a:off x="5568489" y="2352050"/>
                <a:ext cx="345743" cy="345743"/>
              </a:xfrm>
              <a:custGeom>
                <a:avLst/>
                <a:gdLst>
                  <a:gd name="connsiteX0" fmla="*/ 474017 w 514350"/>
                  <a:gd name="connsiteY0" fmla="*/ 243036 h 514189"/>
                  <a:gd name="connsiteX1" fmla="*/ 474017 w 514350"/>
                  <a:gd name="connsiteY1" fmla="*/ 284209 h 514189"/>
                  <a:gd name="connsiteX2" fmla="*/ 494101 w 514350"/>
                  <a:gd name="connsiteY2" fmla="*/ 304297 h 514189"/>
                  <a:gd name="connsiteX3" fmla="*/ 514185 w 514350"/>
                  <a:gd name="connsiteY3" fmla="*/ 284209 h 514189"/>
                  <a:gd name="connsiteX4" fmla="*/ 514185 w 514350"/>
                  <a:gd name="connsiteY4" fmla="*/ 161727 h 514189"/>
                  <a:gd name="connsiteX5" fmla="*/ 433845 w 514350"/>
                  <a:gd name="connsiteY5" fmla="*/ 81384 h 514189"/>
                  <a:gd name="connsiteX6" fmla="*/ 347404 w 514350"/>
                  <a:gd name="connsiteY6" fmla="*/ 81384 h 514189"/>
                  <a:gd name="connsiteX7" fmla="*/ 347404 w 514350"/>
                  <a:gd name="connsiteY7" fmla="*/ 55198 h 514189"/>
                  <a:gd name="connsiteX8" fmla="*/ 292206 w 514350"/>
                  <a:gd name="connsiteY8" fmla="*/ 0 h 514189"/>
                  <a:gd name="connsiteX9" fmla="*/ 221979 w 514350"/>
                  <a:gd name="connsiteY9" fmla="*/ 0 h 514189"/>
                  <a:gd name="connsiteX10" fmla="*/ 166782 w 514350"/>
                  <a:gd name="connsiteY10" fmla="*/ 55198 h 514189"/>
                  <a:gd name="connsiteX11" fmla="*/ 166782 w 514350"/>
                  <a:gd name="connsiteY11" fmla="*/ 81384 h 514189"/>
                  <a:gd name="connsiteX12" fmla="*/ 80340 w 514350"/>
                  <a:gd name="connsiteY12" fmla="*/ 81384 h 514189"/>
                  <a:gd name="connsiteX13" fmla="*/ 0 w 514350"/>
                  <a:gd name="connsiteY13" fmla="*/ 161723 h 514189"/>
                  <a:gd name="connsiteX14" fmla="*/ 0 w 514350"/>
                  <a:gd name="connsiteY14" fmla="*/ 395718 h 514189"/>
                  <a:gd name="connsiteX15" fmla="*/ 80340 w 514350"/>
                  <a:gd name="connsiteY15" fmla="*/ 476062 h 514189"/>
                  <a:gd name="connsiteX16" fmla="*/ 250064 w 514350"/>
                  <a:gd name="connsiteY16" fmla="*/ 476062 h 514189"/>
                  <a:gd name="connsiteX17" fmla="*/ 270148 w 514350"/>
                  <a:gd name="connsiteY17" fmla="*/ 455974 h 514189"/>
                  <a:gd name="connsiteX18" fmla="*/ 250064 w 514350"/>
                  <a:gd name="connsiteY18" fmla="*/ 435890 h 514189"/>
                  <a:gd name="connsiteX19" fmla="*/ 80340 w 514350"/>
                  <a:gd name="connsiteY19" fmla="*/ 435890 h 514189"/>
                  <a:gd name="connsiteX20" fmla="*/ 40172 w 514350"/>
                  <a:gd name="connsiteY20" fmla="*/ 395718 h 514189"/>
                  <a:gd name="connsiteX21" fmla="*/ 40172 w 514350"/>
                  <a:gd name="connsiteY21" fmla="*/ 243036 h 514189"/>
                  <a:gd name="connsiteX22" fmla="*/ 238013 w 514350"/>
                  <a:gd name="connsiteY22" fmla="*/ 243036 h 514189"/>
                  <a:gd name="connsiteX23" fmla="*/ 238013 w 514350"/>
                  <a:gd name="connsiteY23" fmla="*/ 273201 h 514189"/>
                  <a:gd name="connsiteX24" fmla="*/ 258097 w 514350"/>
                  <a:gd name="connsiteY24" fmla="*/ 293285 h 514189"/>
                  <a:gd name="connsiteX25" fmla="*/ 278181 w 514350"/>
                  <a:gd name="connsiteY25" fmla="*/ 273201 h 514189"/>
                  <a:gd name="connsiteX26" fmla="*/ 278181 w 514350"/>
                  <a:gd name="connsiteY26" fmla="*/ 243036 h 514189"/>
                  <a:gd name="connsiteX27" fmla="*/ 206953 w 514350"/>
                  <a:gd name="connsiteY27" fmla="*/ 55198 h 514189"/>
                  <a:gd name="connsiteX28" fmla="*/ 221979 w 514350"/>
                  <a:gd name="connsiteY28" fmla="*/ 40172 h 514189"/>
                  <a:gd name="connsiteX29" fmla="*/ 292206 w 514350"/>
                  <a:gd name="connsiteY29" fmla="*/ 40172 h 514189"/>
                  <a:gd name="connsiteX30" fmla="*/ 307232 w 514350"/>
                  <a:gd name="connsiteY30" fmla="*/ 55198 h 514189"/>
                  <a:gd name="connsiteX31" fmla="*/ 307232 w 514350"/>
                  <a:gd name="connsiteY31" fmla="*/ 81384 h 514189"/>
                  <a:gd name="connsiteX32" fmla="*/ 206953 w 514350"/>
                  <a:gd name="connsiteY32" fmla="*/ 81384 h 514189"/>
                  <a:gd name="connsiteX33" fmla="*/ 40172 w 514350"/>
                  <a:gd name="connsiteY33" fmla="*/ 161727 h 514189"/>
                  <a:gd name="connsiteX34" fmla="*/ 80340 w 514350"/>
                  <a:gd name="connsiteY34" fmla="*/ 121555 h 514189"/>
                  <a:gd name="connsiteX35" fmla="*/ 433845 w 514350"/>
                  <a:gd name="connsiteY35" fmla="*/ 121555 h 514189"/>
                  <a:gd name="connsiteX36" fmla="*/ 474017 w 514350"/>
                  <a:gd name="connsiteY36" fmla="*/ 161727 h 514189"/>
                  <a:gd name="connsiteX37" fmla="*/ 474017 w 514350"/>
                  <a:gd name="connsiteY37" fmla="*/ 202864 h 514189"/>
                  <a:gd name="connsiteX38" fmla="*/ 40172 w 514350"/>
                  <a:gd name="connsiteY38" fmla="*/ 202864 h 514189"/>
                  <a:gd name="connsiteX39" fmla="*/ 508468 w 514350"/>
                  <a:gd name="connsiteY39" fmla="*/ 479900 h 514189"/>
                  <a:gd name="connsiteX40" fmla="*/ 462198 w 514350"/>
                  <a:gd name="connsiteY40" fmla="*/ 433630 h 514189"/>
                  <a:gd name="connsiteX41" fmla="*/ 476023 w 514350"/>
                  <a:gd name="connsiteY41" fmla="*/ 385641 h 514189"/>
                  <a:gd name="connsiteX42" fmla="*/ 385641 w 514350"/>
                  <a:gd name="connsiteY42" fmla="*/ 295255 h 514189"/>
                  <a:gd name="connsiteX43" fmla="*/ 295255 w 514350"/>
                  <a:gd name="connsiteY43" fmla="*/ 385641 h 514189"/>
                  <a:gd name="connsiteX44" fmla="*/ 385641 w 514350"/>
                  <a:gd name="connsiteY44" fmla="*/ 476026 h 514189"/>
                  <a:gd name="connsiteX45" fmla="*/ 433830 w 514350"/>
                  <a:gd name="connsiteY45" fmla="*/ 462072 h 514189"/>
                  <a:gd name="connsiteX46" fmla="*/ 480061 w 514350"/>
                  <a:gd name="connsiteY46" fmla="*/ 508303 h 514189"/>
                  <a:gd name="connsiteX47" fmla="*/ 494266 w 514350"/>
                  <a:gd name="connsiteY47" fmla="*/ 514189 h 514189"/>
                  <a:gd name="connsiteX48" fmla="*/ 508468 w 514350"/>
                  <a:gd name="connsiteY48" fmla="*/ 508303 h 514189"/>
                  <a:gd name="connsiteX49" fmla="*/ 508468 w 514350"/>
                  <a:gd name="connsiteY49" fmla="*/ 479900 h 514189"/>
                  <a:gd name="connsiteX50" fmla="*/ 335427 w 514350"/>
                  <a:gd name="connsiteY50" fmla="*/ 385641 h 514189"/>
                  <a:gd name="connsiteX51" fmla="*/ 385641 w 514350"/>
                  <a:gd name="connsiteY51" fmla="*/ 335427 h 514189"/>
                  <a:gd name="connsiteX52" fmla="*/ 435855 w 514350"/>
                  <a:gd name="connsiteY52" fmla="*/ 385641 h 514189"/>
                  <a:gd name="connsiteX53" fmla="*/ 385641 w 514350"/>
                  <a:gd name="connsiteY53" fmla="*/ 435855 h 514189"/>
                  <a:gd name="connsiteX54" fmla="*/ 335427 w 514350"/>
                  <a:gd name="connsiteY54" fmla="*/ 385641 h 51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14350" h="514189">
                    <a:moveTo>
                      <a:pt x="474017" y="243036"/>
                    </a:moveTo>
                    <a:lnTo>
                      <a:pt x="474017" y="284209"/>
                    </a:lnTo>
                    <a:cubicBezTo>
                      <a:pt x="474017" y="295302"/>
                      <a:pt x="483008" y="304297"/>
                      <a:pt x="494101" y="304297"/>
                    </a:cubicBezTo>
                    <a:cubicBezTo>
                      <a:pt x="505195" y="304297"/>
                      <a:pt x="514185" y="295302"/>
                      <a:pt x="514185" y="284209"/>
                    </a:cubicBezTo>
                    <a:lnTo>
                      <a:pt x="514185" y="161727"/>
                    </a:lnTo>
                    <a:cubicBezTo>
                      <a:pt x="514185" y="117427"/>
                      <a:pt x="478146" y="81384"/>
                      <a:pt x="433845" y="81384"/>
                    </a:cubicBezTo>
                    <a:lnTo>
                      <a:pt x="347404" y="81384"/>
                    </a:lnTo>
                    <a:lnTo>
                      <a:pt x="347404" y="55198"/>
                    </a:lnTo>
                    <a:cubicBezTo>
                      <a:pt x="347404" y="24762"/>
                      <a:pt x="322642" y="0"/>
                      <a:pt x="292206" y="0"/>
                    </a:cubicBezTo>
                    <a:lnTo>
                      <a:pt x="221979" y="0"/>
                    </a:lnTo>
                    <a:cubicBezTo>
                      <a:pt x="191543" y="0"/>
                      <a:pt x="166782" y="24762"/>
                      <a:pt x="166782" y="55198"/>
                    </a:cubicBezTo>
                    <a:lnTo>
                      <a:pt x="166782" y="81384"/>
                    </a:lnTo>
                    <a:lnTo>
                      <a:pt x="80340" y="81384"/>
                    </a:lnTo>
                    <a:cubicBezTo>
                      <a:pt x="36040" y="81384"/>
                      <a:pt x="0" y="117423"/>
                      <a:pt x="0" y="161723"/>
                    </a:cubicBezTo>
                    <a:lnTo>
                      <a:pt x="0" y="395718"/>
                    </a:lnTo>
                    <a:cubicBezTo>
                      <a:pt x="0" y="440018"/>
                      <a:pt x="36040" y="476062"/>
                      <a:pt x="80340" y="476062"/>
                    </a:cubicBezTo>
                    <a:lnTo>
                      <a:pt x="250064" y="476062"/>
                    </a:lnTo>
                    <a:cubicBezTo>
                      <a:pt x="261158" y="476062"/>
                      <a:pt x="270148" y="467068"/>
                      <a:pt x="270148" y="455974"/>
                    </a:cubicBezTo>
                    <a:cubicBezTo>
                      <a:pt x="270148" y="444884"/>
                      <a:pt x="261158" y="435890"/>
                      <a:pt x="250064" y="435890"/>
                    </a:cubicBezTo>
                    <a:lnTo>
                      <a:pt x="80340" y="435890"/>
                    </a:lnTo>
                    <a:cubicBezTo>
                      <a:pt x="58192" y="435890"/>
                      <a:pt x="40172" y="417870"/>
                      <a:pt x="40172" y="395718"/>
                    </a:cubicBezTo>
                    <a:lnTo>
                      <a:pt x="40172" y="243036"/>
                    </a:lnTo>
                    <a:lnTo>
                      <a:pt x="238013" y="243036"/>
                    </a:lnTo>
                    <a:lnTo>
                      <a:pt x="238013" y="273201"/>
                    </a:lnTo>
                    <a:cubicBezTo>
                      <a:pt x="238013" y="284291"/>
                      <a:pt x="247004" y="293285"/>
                      <a:pt x="258097" y="293285"/>
                    </a:cubicBezTo>
                    <a:cubicBezTo>
                      <a:pt x="269191" y="293285"/>
                      <a:pt x="278181" y="284291"/>
                      <a:pt x="278181" y="273201"/>
                    </a:cubicBezTo>
                    <a:lnTo>
                      <a:pt x="278181" y="243036"/>
                    </a:lnTo>
                    <a:close/>
                    <a:moveTo>
                      <a:pt x="206953" y="55198"/>
                    </a:moveTo>
                    <a:cubicBezTo>
                      <a:pt x="206953" y="46914"/>
                      <a:pt x="213695" y="40172"/>
                      <a:pt x="221979" y="40172"/>
                    </a:cubicBezTo>
                    <a:lnTo>
                      <a:pt x="292206" y="40172"/>
                    </a:lnTo>
                    <a:cubicBezTo>
                      <a:pt x="300490" y="40172"/>
                      <a:pt x="307232" y="46910"/>
                      <a:pt x="307232" y="55198"/>
                    </a:cubicBezTo>
                    <a:lnTo>
                      <a:pt x="307232" y="81384"/>
                    </a:lnTo>
                    <a:lnTo>
                      <a:pt x="206953" y="81384"/>
                    </a:lnTo>
                    <a:close/>
                    <a:moveTo>
                      <a:pt x="40172" y="161727"/>
                    </a:moveTo>
                    <a:cubicBezTo>
                      <a:pt x="40172" y="139575"/>
                      <a:pt x="58192" y="121555"/>
                      <a:pt x="80340" y="121555"/>
                    </a:cubicBezTo>
                    <a:lnTo>
                      <a:pt x="433845" y="121555"/>
                    </a:lnTo>
                    <a:cubicBezTo>
                      <a:pt x="455994" y="121555"/>
                      <a:pt x="474017" y="139575"/>
                      <a:pt x="474017" y="161727"/>
                    </a:cubicBezTo>
                    <a:lnTo>
                      <a:pt x="474017" y="202864"/>
                    </a:lnTo>
                    <a:lnTo>
                      <a:pt x="40172" y="202864"/>
                    </a:lnTo>
                    <a:close/>
                    <a:moveTo>
                      <a:pt x="508468" y="479900"/>
                    </a:moveTo>
                    <a:lnTo>
                      <a:pt x="462198" y="433630"/>
                    </a:lnTo>
                    <a:cubicBezTo>
                      <a:pt x="470953" y="419715"/>
                      <a:pt x="476023" y="403260"/>
                      <a:pt x="476023" y="385641"/>
                    </a:cubicBezTo>
                    <a:cubicBezTo>
                      <a:pt x="476023" y="335804"/>
                      <a:pt x="435478" y="295255"/>
                      <a:pt x="385641" y="295255"/>
                    </a:cubicBezTo>
                    <a:cubicBezTo>
                      <a:pt x="335804" y="295255"/>
                      <a:pt x="295255" y="335804"/>
                      <a:pt x="295255" y="385641"/>
                    </a:cubicBezTo>
                    <a:cubicBezTo>
                      <a:pt x="295255" y="435478"/>
                      <a:pt x="335804" y="476026"/>
                      <a:pt x="385641" y="476026"/>
                    </a:cubicBezTo>
                    <a:cubicBezTo>
                      <a:pt x="403343" y="476026"/>
                      <a:pt x="419871" y="470905"/>
                      <a:pt x="433830" y="462072"/>
                    </a:cubicBezTo>
                    <a:lnTo>
                      <a:pt x="480061" y="508303"/>
                    </a:lnTo>
                    <a:cubicBezTo>
                      <a:pt x="483985" y="512227"/>
                      <a:pt x="489125" y="514189"/>
                      <a:pt x="494266" y="514189"/>
                    </a:cubicBezTo>
                    <a:cubicBezTo>
                      <a:pt x="499407" y="514189"/>
                      <a:pt x="504543" y="512227"/>
                      <a:pt x="508468" y="508303"/>
                    </a:cubicBezTo>
                    <a:cubicBezTo>
                      <a:pt x="516312" y="500458"/>
                      <a:pt x="516312" y="487744"/>
                      <a:pt x="508468" y="479900"/>
                    </a:cubicBezTo>
                    <a:close/>
                    <a:moveTo>
                      <a:pt x="335427" y="385641"/>
                    </a:moveTo>
                    <a:cubicBezTo>
                      <a:pt x="335427" y="357952"/>
                      <a:pt x="357952" y="335427"/>
                      <a:pt x="385641" y="335427"/>
                    </a:cubicBezTo>
                    <a:cubicBezTo>
                      <a:pt x="413326" y="335427"/>
                      <a:pt x="435855" y="357952"/>
                      <a:pt x="435855" y="385641"/>
                    </a:cubicBezTo>
                    <a:cubicBezTo>
                      <a:pt x="435855" y="413330"/>
                      <a:pt x="413326" y="435855"/>
                      <a:pt x="385641" y="435855"/>
                    </a:cubicBezTo>
                    <a:cubicBezTo>
                      <a:pt x="357952" y="435855"/>
                      <a:pt x="335427" y="413326"/>
                      <a:pt x="335427" y="385641"/>
                    </a:cubicBezTo>
                    <a:close/>
                  </a:path>
                </a:pathLst>
              </a:custGeom>
              <a:solidFill>
                <a:schemeClr val="bg1"/>
              </a:solidFill>
              <a:ln w="1005" cap="flat">
                <a:noFill/>
                <a:prstDash val="solid"/>
                <a:miter/>
              </a:ln>
            </p:spPr>
            <p:txBody>
              <a:bodyPr rtlCol="0" anchor="ctr"/>
              <a:lstStyle/>
              <a:p>
                <a:endParaRPr lang="en-US">
                  <a:cs typeface="+mn-ea"/>
                  <a:sym typeface="+mn-lt"/>
                </a:endParaRPr>
              </a:p>
            </p:txBody>
          </p:sp>
        </p:grpSp>
        <p:grpSp>
          <p:nvGrpSpPr>
            <p:cNvPr id="36" name="组合 35"/>
            <p:cNvGrpSpPr/>
            <p:nvPr/>
          </p:nvGrpSpPr>
          <p:grpSpPr>
            <a:xfrm>
              <a:off x="10835" y="2104"/>
              <a:ext cx="5932" cy="1065"/>
              <a:chOff x="11126" y="1970"/>
              <a:chExt cx="5932" cy="1065"/>
            </a:xfrm>
          </p:grpSpPr>
          <p:sp>
            <p:nvSpPr>
              <p:cNvPr id="37" name="圆角矩形 36"/>
              <p:cNvSpPr/>
              <p:nvPr/>
            </p:nvSpPr>
            <p:spPr>
              <a:xfrm>
                <a:off x="11126" y="1970"/>
                <a:ext cx="2570" cy="866"/>
              </a:xfrm>
              <a:prstGeom prst="roundRect">
                <a:avLst>
                  <a:gd name="adj" fmla="val 0"/>
                </a:avLst>
              </a:prstGeom>
              <a:noFill/>
              <a:ln>
                <a:no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rPr>
                  <a:t>存在问题不足</a:t>
                </a:r>
              </a:p>
            </p:txBody>
          </p:sp>
          <p:sp>
            <p:nvSpPr>
              <p:cNvPr id="38" name="文本框 37"/>
              <p:cNvSpPr txBox="1"/>
              <p:nvPr/>
            </p:nvSpPr>
            <p:spPr>
              <a:xfrm>
                <a:off x="11126" y="2601"/>
                <a:ext cx="5932" cy="434"/>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noProof="0" dirty="0">
                    <a:ln>
                      <a:noFill/>
                    </a:ln>
                    <a:solidFill>
                      <a:schemeClr val="tx1"/>
                    </a:solidFill>
                    <a:effectLst/>
                    <a:uLnTx/>
                    <a:uFillTx/>
                    <a:latin typeface="思源黑体 Light" panose="020B0300000000000000" charset="-122"/>
                    <a:ea typeface="思源黑体 Light" panose="020B0300000000000000" charset="-122"/>
                    <a:sym typeface="+mn-ea"/>
                  </a:rPr>
                  <a:t>Click here to change your need text or word</a:t>
                </a:r>
              </a:p>
            </p:txBody>
          </p:sp>
        </p:grpSp>
      </p:grpSp>
      <p:grpSp>
        <p:nvGrpSpPr>
          <p:cNvPr id="5" name="组合 4"/>
          <p:cNvGrpSpPr/>
          <p:nvPr/>
        </p:nvGrpSpPr>
        <p:grpSpPr>
          <a:xfrm>
            <a:off x="1569085" y="2340610"/>
            <a:ext cx="1990725" cy="2410460"/>
            <a:chOff x="4698" y="2936"/>
            <a:chExt cx="3135" cy="3796"/>
          </a:xfrm>
        </p:grpSpPr>
        <p:sp>
          <p:nvSpPr>
            <p:cNvPr id="57" name="Rectangle 42"/>
            <p:cNvSpPr/>
            <p:nvPr/>
          </p:nvSpPr>
          <p:spPr>
            <a:xfrm>
              <a:off x="4698" y="3542"/>
              <a:ext cx="3135" cy="3190"/>
            </a:xfrm>
            <a:prstGeom prst="rect">
              <a:avLst/>
            </a:prstGeom>
          </p:spPr>
          <p:txBody>
            <a:bodyPr wrap="square" lIns="0" tIns="0" rIns="0" bIns="0">
              <a:spAutoFit/>
            </a:bodyPr>
            <a:lstStyle/>
            <a:p>
              <a:pPr algn="ctr" defTabSz="866775" fontAlgn="base">
                <a:lnSpc>
                  <a:spcPct val="110000"/>
                </a:lnSpc>
                <a:spcBef>
                  <a:spcPct val="0"/>
                </a:spcBef>
                <a:spcAft>
                  <a:spcPct val="0"/>
                </a:spcAft>
              </a:pPr>
              <a:r>
                <a:rPr lang="zh-CN" altLang="en-US" sz="1200" dirty="0">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或复制文本黏贴自此右键只保留文字单击添加详细文字说明，或复制文本黏贴自此右键只保留文字单击添加详细文字说明，或复制文本黏贴自此右键只保留文字</a:t>
              </a:r>
              <a:endParaRPr lang="zh-CN" altLang="en-US" sz="1200" dirty="0">
                <a:solidFill>
                  <a:schemeClr val="tx1"/>
                </a:solidFill>
                <a:latin typeface="思源黑体 Light" panose="020B0300000000000000" charset="-122"/>
                <a:ea typeface="思源黑体 Light" panose="020B0300000000000000" charset="-122"/>
                <a:cs typeface="+mn-ea"/>
                <a:sym typeface="+mn-lt"/>
              </a:endParaRPr>
            </a:p>
            <a:p>
              <a:pPr algn="ctr" defTabSz="866775" fontAlgn="base">
                <a:lnSpc>
                  <a:spcPct val="110000"/>
                </a:lnSpc>
                <a:spcBef>
                  <a:spcPct val="0"/>
                </a:spcBef>
                <a:spcAft>
                  <a:spcPct val="0"/>
                </a:spcAft>
              </a:pPr>
              <a:endParaRPr lang="zh-CN" altLang="en-US" sz="1200" dirty="0">
                <a:solidFill>
                  <a:schemeClr val="tx1"/>
                </a:solidFill>
                <a:latin typeface="思源黑体 Light" panose="020B0300000000000000" charset="-122"/>
                <a:ea typeface="思源黑体 Light" panose="020B0300000000000000" charset="-122"/>
                <a:cs typeface="+mn-ea"/>
                <a:sym typeface="+mn-lt"/>
              </a:endParaRPr>
            </a:p>
          </p:txBody>
        </p:sp>
        <p:sp>
          <p:nvSpPr>
            <p:cNvPr id="58" name="TextBox 43"/>
            <p:cNvSpPr txBox="1"/>
            <p:nvPr/>
          </p:nvSpPr>
          <p:spPr>
            <a:xfrm>
              <a:off x="5316" y="2936"/>
              <a:ext cx="1926" cy="38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存在问题不足</a:t>
              </a:r>
              <a:endPar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grpSp>
      <p:grpSp>
        <p:nvGrpSpPr>
          <p:cNvPr id="6" name="组合 5"/>
          <p:cNvGrpSpPr/>
          <p:nvPr/>
        </p:nvGrpSpPr>
        <p:grpSpPr>
          <a:xfrm>
            <a:off x="4915535" y="2340610"/>
            <a:ext cx="1990725" cy="2410460"/>
            <a:chOff x="4698" y="2936"/>
            <a:chExt cx="3135" cy="3796"/>
          </a:xfrm>
        </p:grpSpPr>
        <p:sp>
          <p:nvSpPr>
            <p:cNvPr id="7" name="Rectangle 42"/>
            <p:cNvSpPr/>
            <p:nvPr/>
          </p:nvSpPr>
          <p:spPr>
            <a:xfrm>
              <a:off x="4698" y="3542"/>
              <a:ext cx="3135" cy="3190"/>
            </a:xfrm>
            <a:prstGeom prst="rect">
              <a:avLst/>
            </a:prstGeom>
          </p:spPr>
          <p:txBody>
            <a:bodyPr wrap="square" lIns="0" tIns="0" rIns="0" bIns="0">
              <a:spAutoFit/>
            </a:bodyPr>
            <a:lstStyle/>
            <a:p>
              <a:pPr algn="ctr" defTabSz="866775" fontAlgn="base">
                <a:lnSpc>
                  <a:spcPct val="110000"/>
                </a:lnSpc>
                <a:spcBef>
                  <a:spcPct val="0"/>
                </a:spcBef>
                <a:spcAft>
                  <a:spcPct val="0"/>
                </a:spcAft>
              </a:pPr>
              <a:r>
                <a:rPr lang="zh-CN" altLang="en-US" sz="1200" dirty="0">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或复制文本黏贴自此右键只保留文字单击添加详细文字说明，或复制文本黏贴自此右键只保留文字单击添加详细文字说明，或复制文本黏贴自此右键只保留文字</a:t>
              </a:r>
              <a:endParaRPr lang="zh-CN" altLang="en-US" sz="1200" dirty="0">
                <a:solidFill>
                  <a:schemeClr val="tx1"/>
                </a:solidFill>
                <a:latin typeface="思源黑体 Light" panose="020B0300000000000000" charset="-122"/>
                <a:ea typeface="思源黑体 Light" panose="020B0300000000000000" charset="-122"/>
                <a:cs typeface="+mn-ea"/>
                <a:sym typeface="+mn-lt"/>
              </a:endParaRPr>
            </a:p>
            <a:p>
              <a:pPr algn="ctr" defTabSz="866775" fontAlgn="base">
                <a:lnSpc>
                  <a:spcPct val="110000"/>
                </a:lnSpc>
                <a:spcBef>
                  <a:spcPct val="0"/>
                </a:spcBef>
                <a:spcAft>
                  <a:spcPct val="0"/>
                </a:spcAft>
              </a:pPr>
              <a:endParaRPr lang="zh-CN" altLang="en-US" sz="1200" dirty="0">
                <a:solidFill>
                  <a:schemeClr val="tx1"/>
                </a:solidFill>
                <a:latin typeface="思源黑体 Light" panose="020B0300000000000000" charset="-122"/>
                <a:ea typeface="思源黑体 Light" panose="020B0300000000000000" charset="-122"/>
                <a:cs typeface="+mn-ea"/>
                <a:sym typeface="+mn-lt"/>
              </a:endParaRPr>
            </a:p>
          </p:txBody>
        </p:sp>
        <p:sp>
          <p:nvSpPr>
            <p:cNvPr id="13" name="TextBox 43"/>
            <p:cNvSpPr txBox="1"/>
            <p:nvPr/>
          </p:nvSpPr>
          <p:spPr>
            <a:xfrm>
              <a:off x="5316" y="2936"/>
              <a:ext cx="1926" cy="38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存在问题不足</a:t>
              </a:r>
              <a:endPar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grpSp>
      <p:grpSp>
        <p:nvGrpSpPr>
          <p:cNvPr id="14" name="组合 13"/>
          <p:cNvGrpSpPr/>
          <p:nvPr/>
        </p:nvGrpSpPr>
        <p:grpSpPr>
          <a:xfrm>
            <a:off x="8261985" y="2340610"/>
            <a:ext cx="1990725" cy="2410460"/>
            <a:chOff x="4698" y="2936"/>
            <a:chExt cx="3135" cy="3796"/>
          </a:xfrm>
        </p:grpSpPr>
        <p:sp>
          <p:nvSpPr>
            <p:cNvPr id="15" name="Rectangle 42"/>
            <p:cNvSpPr/>
            <p:nvPr/>
          </p:nvSpPr>
          <p:spPr>
            <a:xfrm>
              <a:off x="4698" y="3542"/>
              <a:ext cx="3135" cy="3190"/>
            </a:xfrm>
            <a:prstGeom prst="rect">
              <a:avLst/>
            </a:prstGeom>
          </p:spPr>
          <p:txBody>
            <a:bodyPr wrap="square" lIns="0" tIns="0" rIns="0" bIns="0">
              <a:spAutoFit/>
            </a:bodyPr>
            <a:lstStyle/>
            <a:p>
              <a:pPr algn="ctr" defTabSz="866775" fontAlgn="base">
                <a:lnSpc>
                  <a:spcPct val="110000"/>
                </a:lnSpc>
                <a:spcBef>
                  <a:spcPct val="0"/>
                </a:spcBef>
                <a:spcAft>
                  <a:spcPct val="0"/>
                </a:spcAft>
              </a:pPr>
              <a:r>
                <a:rPr lang="zh-CN" altLang="en-US" sz="1200" dirty="0">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或复制文本黏贴自此右键只保留文字单击添加详细文字说明，或复制文本黏贴自此右键只保留文字单击添加详细文字说明，或复制文本黏贴自此右键只保留文字</a:t>
              </a:r>
              <a:endParaRPr lang="zh-CN" altLang="en-US" sz="1200" dirty="0">
                <a:solidFill>
                  <a:schemeClr val="tx1"/>
                </a:solidFill>
                <a:latin typeface="思源黑体 Light" panose="020B0300000000000000" charset="-122"/>
                <a:ea typeface="思源黑体 Light" panose="020B0300000000000000" charset="-122"/>
                <a:cs typeface="+mn-ea"/>
                <a:sym typeface="+mn-lt"/>
              </a:endParaRPr>
            </a:p>
            <a:p>
              <a:pPr algn="ctr" defTabSz="866775" fontAlgn="base">
                <a:lnSpc>
                  <a:spcPct val="110000"/>
                </a:lnSpc>
                <a:spcBef>
                  <a:spcPct val="0"/>
                </a:spcBef>
                <a:spcAft>
                  <a:spcPct val="0"/>
                </a:spcAft>
              </a:pPr>
              <a:endParaRPr lang="zh-CN" altLang="en-US" sz="1200" dirty="0">
                <a:solidFill>
                  <a:schemeClr val="tx1"/>
                </a:solidFill>
                <a:latin typeface="思源黑体 Light" panose="020B0300000000000000" charset="-122"/>
                <a:ea typeface="思源黑体 Light" panose="020B0300000000000000" charset="-122"/>
                <a:cs typeface="+mn-ea"/>
                <a:sym typeface="+mn-lt"/>
              </a:endParaRPr>
            </a:p>
          </p:txBody>
        </p:sp>
        <p:sp>
          <p:nvSpPr>
            <p:cNvPr id="16" name="TextBox 43"/>
            <p:cNvSpPr txBox="1"/>
            <p:nvPr/>
          </p:nvSpPr>
          <p:spPr>
            <a:xfrm>
              <a:off x="5316" y="2936"/>
              <a:ext cx="1926" cy="38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存在问题不足</a:t>
              </a:r>
              <a:endParaRPr lang="zh-CN" altLang="en-US" sz="1600"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endParaRPr>
            </a:p>
          </p:txBody>
        </p:sp>
      </p:grpSp>
      <p:sp>
        <p:nvSpPr>
          <p:cNvPr id="17" name="Google Shape;336;p17"/>
          <p:cNvSpPr/>
          <p:nvPr/>
        </p:nvSpPr>
        <p:spPr>
          <a:xfrm rot="6043774">
            <a:off x="2486251" y="3197107"/>
            <a:ext cx="3404653" cy="741863"/>
          </a:xfrm>
          <a:custGeom>
            <a:avLst/>
            <a:gdLst/>
            <a:ahLst/>
            <a:cxnLst/>
            <a:rect l="l" t="t" r="r" b="b"/>
            <a:pathLst>
              <a:path w="245364" h="57912" extrusionOk="0">
                <a:moveTo>
                  <a:pt x="0" y="57912"/>
                </a:moveTo>
                <a:cubicBezTo>
                  <a:pt x="11981" y="57912"/>
                  <a:pt x="22812" y="50316"/>
                  <a:pt x="33528" y="44958"/>
                </a:cubicBezTo>
                <a:cubicBezTo>
                  <a:pt x="49568" y="36938"/>
                  <a:pt x="67549" y="32704"/>
                  <a:pt x="85344" y="30480"/>
                </a:cubicBezTo>
                <a:cubicBezTo>
                  <a:pt x="97696" y="28936"/>
                  <a:pt x="110330" y="28174"/>
                  <a:pt x="122682" y="29718"/>
                </a:cubicBezTo>
                <a:cubicBezTo>
                  <a:pt x="140138" y="31900"/>
                  <a:pt x="157872" y="36965"/>
                  <a:pt x="175260" y="34290"/>
                </a:cubicBezTo>
                <a:cubicBezTo>
                  <a:pt x="200971" y="30334"/>
                  <a:pt x="226970" y="18394"/>
                  <a:pt x="245364" y="0"/>
                </a:cubicBezTo>
              </a:path>
            </a:pathLst>
          </a:custGeom>
          <a:noFill/>
          <a:ln w="19050" cap="flat" cmpd="sng">
            <a:solidFill>
              <a:srgbClr val="000000"/>
            </a:solidFill>
            <a:prstDash val="solid"/>
            <a:round/>
            <a:headEnd type="none" w="med" len="med"/>
            <a:tailEnd type="none" w="med" len="med"/>
          </a:ln>
        </p:spPr>
        <p:txBody>
          <a:bodyPr/>
          <a:lstStyle/>
          <a:p>
            <a:endParaRPr lang="zh-CN" altLang="en-US">
              <a:cs typeface="+mn-ea"/>
              <a:sym typeface="+mn-lt"/>
            </a:endParaRPr>
          </a:p>
        </p:txBody>
      </p:sp>
      <p:sp>
        <p:nvSpPr>
          <p:cNvPr id="79" name="Google Shape;337;p17"/>
          <p:cNvSpPr/>
          <p:nvPr/>
        </p:nvSpPr>
        <p:spPr>
          <a:xfrm rot="6043774">
            <a:off x="5984302" y="3197107"/>
            <a:ext cx="3404653" cy="741863"/>
          </a:xfrm>
          <a:custGeom>
            <a:avLst/>
            <a:gdLst/>
            <a:ahLst/>
            <a:cxnLst/>
            <a:rect l="l" t="t" r="r" b="b"/>
            <a:pathLst>
              <a:path w="245364" h="57912" extrusionOk="0">
                <a:moveTo>
                  <a:pt x="0" y="57912"/>
                </a:moveTo>
                <a:cubicBezTo>
                  <a:pt x="11981" y="57912"/>
                  <a:pt x="22812" y="50316"/>
                  <a:pt x="33528" y="44958"/>
                </a:cubicBezTo>
                <a:cubicBezTo>
                  <a:pt x="49568" y="36938"/>
                  <a:pt x="67549" y="32704"/>
                  <a:pt x="85344" y="30480"/>
                </a:cubicBezTo>
                <a:cubicBezTo>
                  <a:pt x="97696" y="28936"/>
                  <a:pt x="110330" y="28174"/>
                  <a:pt x="122682" y="29718"/>
                </a:cubicBezTo>
                <a:cubicBezTo>
                  <a:pt x="140138" y="31900"/>
                  <a:pt x="157872" y="36965"/>
                  <a:pt x="175260" y="34290"/>
                </a:cubicBezTo>
                <a:cubicBezTo>
                  <a:pt x="200971" y="30334"/>
                  <a:pt x="226970" y="18394"/>
                  <a:pt x="245364" y="0"/>
                </a:cubicBezTo>
              </a:path>
            </a:pathLst>
          </a:custGeom>
          <a:noFill/>
          <a:ln w="19050" cap="flat" cmpd="sng">
            <a:solidFill>
              <a:srgbClr val="000000"/>
            </a:solidFill>
            <a:prstDash val="solid"/>
            <a:round/>
            <a:headEnd type="none" w="med" len="med"/>
            <a:tailEnd type="none" w="med" len="med"/>
          </a:ln>
        </p:spPr>
        <p:txBody>
          <a:bodyPr/>
          <a:lstStyle/>
          <a:p>
            <a:endParaRPr lang="zh-CN" altLang="en-US">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plus(in)">
                                      <p:cBhvr>
                                        <p:cTn id="7" dur="20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box(in)">
                                      <p:cBhvr>
                                        <p:cTn id="12" dur="2000"/>
                                        <p:tgtEl>
                                          <p:spTgt spid="17"/>
                                        </p:tgtEl>
                                      </p:cBhvr>
                                    </p:animEffect>
                                  </p:childTnLst>
                                </p:cTn>
                              </p:par>
                              <p:par>
                                <p:cTn id="13" presetID="4" presetClass="entr" presetSubtype="16" fill="hold" grpId="0" nodeType="withEffect">
                                  <p:stCondLst>
                                    <p:cond delay="0"/>
                                  </p:stCondLst>
                                  <p:childTnLst>
                                    <p:set>
                                      <p:cBhvr>
                                        <p:cTn id="14" dur="1" fill="hold">
                                          <p:stCondLst>
                                            <p:cond delay="0"/>
                                          </p:stCondLst>
                                        </p:cTn>
                                        <p:tgtEl>
                                          <p:spTgt spid="79"/>
                                        </p:tgtEl>
                                        <p:attrNameLst>
                                          <p:attrName>style.visibility</p:attrName>
                                        </p:attrNameLst>
                                      </p:cBhvr>
                                      <p:to>
                                        <p:strVal val="visible"/>
                                      </p:to>
                                    </p:set>
                                    <p:animEffect transition="in" filter="box(in)">
                                      <p:cBhvr>
                                        <p:cTn id="15" dur="2000"/>
                                        <p:tgtEl>
                                          <p:spTgt spid="79"/>
                                        </p:tgtEl>
                                      </p:cBhvr>
                                    </p:animEffect>
                                  </p:childTnLst>
                                </p:cTn>
                              </p:par>
                              <p:par>
                                <p:cTn id="16" presetID="4" presetClass="entr" presetSubtype="16" fill="hold"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box(in)">
                                      <p:cBhvr>
                                        <p:cTn id="18" dur="2000"/>
                                        <p:tgtEl>
                                          <p:spTgt spid="5"/>
                                        </p:tgtEl>
                                      </p:cBhvr>
                                    </p:animEffect>
                                  </p:childTnLst>
                                </p:cTn>
                              </p:par>
                              <p:par>
                                <p:cTn id="19" presetID="4" presetClass="entr" presetSubtype="16" fill="hold"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box(in)">
                                      <p:cBhvr>
                                        <p:cTn id="21" dur="2000"/>
                                        <p:tgtEl>
                                          <p:spTgt spid="6"/>
                                        </p:tgtEl>
                                      </p:cBhvr>
                                    </p:animEffect>
                                  </p:childTnLst>
                                </p:cTn>
                              </p:par>
                              <p:par>
                                <p:cTn id="22" presetID="4" presetClass="entr" presetSubtype="16" fill="hold"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box(in)">
                                      <p:cBhvr>
                                        <p:cTn id="24"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ldLvl="0" animBg="1"/>
      <p:bldP spid="17" grpId="1" animBg="1"/>
      <p:bldP spid="79" grpId="0" bldLvl="0" animBg="1"/>
      <p:bldP spid="79"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grpSp>
        <p:nvGrpSpPr>
          <p:cNvPr id="20" name="组合 19"/>
          <p:cNvGrpSpPr/>
          <p:nvPr/>
        </p:nvGrpSpPr>
        <p:grpSpPr>
          <a:xfrm>
            <a:off x="-1445895" y="-2014855"/>
            <a:ext cx="15448280" cy="10515600"/>
            <a:chOff x="-2277" y="-3173"/>
            <a:chExt cx="24328" cy="16560"/>
          </a:xfrm>
        </p:grpSpPr>
        <p:sp>
          <p:nvSpPr>
            <p:cNvPr id="42" name="矩形 41"/>
            <p:cNvSpPr/>
            <p:nvPr/>
          </p:nvSpPr>
          <p:spPr>
            <a:xfrm>
              <a:off x="1" y="0"/>
              <a:ext cx="19230" cy="10812"/>
            </a:xfrm>
            <a:prstGeom prst="rect">
              <a:avLst/>
            </a:prstGeom>
            <a:solidFill>
              <a:srgbClr val="F4F4F4">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flipV="1">
              <a:off x="15059" y="6395"/>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同心圆 3"/>
            <p:cNvSpPr/>
            <p:nvPr/>
          </p:nvSpPr>
          <p:spPr>
            <a:xfrm flipV="1">
              <a:off x="15715" y="639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2277" y="-3173"/>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8" name="组合 77"/>
            <p:cNvGrpSpPr/>
            <p:nvPr/>
          </p:nvGrpSpPr>
          <p:grpSpPr>
            <a:xfrm>
              <a:off x="883" y="260"/>
              <a:ext cx="17435" cy="10209"/>
              <a:chOff x="1038" y="260"/>
              <a:chExt cx="17435" cy="10209"/>
            </a:xfrm>
          </p:grpSpPr>
          <p:sp>
            <p:nvSpPr>
              <p:cNvPr id="144" name="文本框 143"/>
              <p:cNvSpPr txBox="1"/>
              <p:nvPr/>
            </p:nvSpPr>
            <p:spPr>
              <a:xfrm>
                <a:off x="1038" y="10035"/>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sp>
            <p:nvSpPr>
              <p:cNvPr id="77" name="文本框 76"/>
              <p:cNvSpPr txBox="1"/>
              <p:nvPr/>
            </p:nvSpPr>
            <p:spPr>
              <a:xfrm>
                <a:off x="1038" y="260"/>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grpSp>
        <p:sp>
          <p:nvSpPr>
            <p:cNvPr id="2" name="同心圆 1"/>
            <p:cNvSpPr/>
            <p:nvPr/>
          </p:nvSpPr>
          <p:spPr>
            <a:xfrm>
              <a:off x="803" y="123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13451" y="8447"/>
              <a:ext cx="1521" cy="1257"/>
              <a:chOff x="9608895" y="5661744"/>
              <a:chExt cx="966066" cy="798214"/>
            </a:xfrm>
            <a:solidFill>
              <a:srgbClr val="26211B"/>
            </a:solidFill>
          </p:grpSpPr>
          <p:sp>
            <p:nvSpPr>
              <p:cNvPr id="8" name="Freeform: Shape 72"/>
              <p:cNvSpPr/>
              <p:nvPr/>
            </p:nvSpPr>
            <p:spPr>
              <a:xfrm rot="900000">
                <a:off x="10086716" y="5661744"/>
                <a:ext cx="488245" cy="486465"/>
              </a:xfrm>
              <a:custGeom>
                <a:avLst/>
                <a:gdLst>
                  <a:gd name="connsiteX0" fmla="*/ 0 w 1225398"/>
                  <a:gd name="connsiteY0" fmla="*/ 169222 h 1220932"/>
                  <a:gd name="connsiteX1" fmla="*/ 144732 w 1225398"/>
                  <a:gd name="connsiteY1" fmla="*/ 5194 h 1220932"/>
                  <a:gd name="connsiteX2" fmla="*/ 279815 w 1225398"/>
                  <a:gd name="connsiteY2" fmla="*/ 53438 h 1220932"/>
                  <a:gd name="connsiteX3" fmla="*/ 1206101 w 1225398"/>
                  <a:gd name="connsiteY3" fmla="*/ 1124446 h 1220932"/>
                  <a:gd name="connsiteX4" fmla="*/ 1225399 w 1225398"/>
                  <a:gd name="connsiteY4" fmla="*/ 1211284 h 1220932"/>
                  <a:gd name="connsiteX5" fmla="*/ 1138560 w 1225398"/>
                  <a:gd name="connsiteY5" fmla="*/ 1220933 h 1220932"/>
                  <a:gd name="connsiteX6" fmla="*/ 125434 w 1225398"/>
                  <a:gd name="connsiteY6" fmla="*/ 400792 h 1220932"/>
                  <a:gd name="connsiteX7" fmla="*/ 0 w 1225398"/>
                  <a:gd name="connsiteY7" fmla="*/ 169222 h 1220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5398" h="1220932">
                    <a:moveTo>
                      <a:pt x="0" y="169222"/>
                    </a:moveTo>
                    <a:cubicBezTo>
                      <a:pt x="48244" y="111330"/>
                      <a:pt x="86839" y="43789"/>
                      <a:pt x="144732" y="5194"/>
                    </a:cubicBezTo>
                    <a:cubicBezTo>
                      <a:pt x="173679" y="-14103"/>
                      <a:pt x="250869" y="24492"/>
                      <a:pt x="279815" y="53438"/>
                    </a:cubicBezTo>
                    <a:cubicBezTo>
                      <a:pt x="607875" y="391143"/>
                      <a:pt x="955232" y="719200"/>
                      <a:pt x="1206101" y="1124446"/>
                    </a:cubicBezTo>
                    <a:cubicBezTo>
                      <a:pt x="1215750" y="1143743"/>
                      <a:pt x="1215750" y="1182338"/>
                      <a:pt x="1225399" y="1211284"/>
                    </a:cubicBezTo>
                    <a:cubicBezTo>
                      <a:pt x="1196452" y="1211284"/>
                      <a:pt x="1157857" y="1220933"/>
                      <a:pt x="1138560" y="1220933"/>
                    </a:cubicBezTo>
                    <a:cubicBezTo>
                      <a:pt x="685065" y="1095500"/>
                      <a:pt x="366655" y="786741"/>
                      <a:pt x="125434" y="400792"/>
                    </a:cubicBezTo>
                    <a:cubicBezTo>
                      <a:pt x="77190" y="333251"/>
                      <a:pt x="48244" y="256061"/>
                      <a:pt x="0" y="169222"/>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9" name="Freeform: Shape 73"/>
              <p:cNvSpPr/>
              <p:nvPr/>
            </p:nvSpPr>
            <p:spPr>
              <a:xfrm rot="900000">
                <a:off x="9797933" y="6071856"/>
                <a:ext cx="293229" cy="298545"/>
              </a:xfrm>
              <a:custGeom>
                <a:avLst/>
                <a:gdLst>
                  <a:gd name="connsiteX0" fmla="*/ 611818 w 735946"/>
                  <a:gd name="connsiteY0" fmla="*/ 749289 h 749289"/>
                  <a:gd name="connsiteX1" fmla="*/ 457437 w 735946"/>
                  <a:gd name="connsiteY1" fmla="*/ 691397 h 749289"/>
                  <a:gd name="connsiteX2" fmla="*/ 23241 w 735946"/>
                  <a:gd name="connsiteY2" fmla="*/ 247556 h 749289"/>
                  <a:gd name="connsiteX3" fmla="*/ 90782 w 735946"/>
                  <a:gd name="connsiteY3" fmla="*/ 6338 h 749289"/>
                  <a:gd name="connsiteX4" fmla="*/ 196919 w 735946"/>
                  <a:gd name="connsiteY4" fmla="*/ 15987 h 749289"/>
                  <a:gd name="connsiteX5" fmla="*/ 727604 w 735946"/>
                  <a:gd name="connsiteY5" fmla="*/ 604559 h 749289"/>
                  <a:gd name="connsiteX6" fmla="*/ 611818 w 735946"/>
                  <a:gd name="connsiteY6" fmla="*/ 749289 h 74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5946" h="749289">
                    <a:moveTo>
                      <a:pt x="611818" y="749289"/>
                    </a:moveTo>
                    <a:cubicBezTo>
                      <a:pt x="573223" y="739641"/>
                      <a:pt x="515330" y="720343"/>
                      <a:pt x="457437" y="691397"/>
                    </a:cubicBezTo>
                    <a:cubicBezTo>
                      <a:pt x="264461" y="594910"/>
                      <a:pt x="129378" y="440530"/>
                      <a:pt x="23241" y="247556"/>
                    </a:cubicBezTo>
                    <a:cubicBezTo>
                      <a:pt x="-25003" y="160717"/>
                      <a:pt x="3943" y="54581"/>
                      <a:pt x="90782" y="6338"/>
                    </a:cubicBezTo>
                    <a:cubicBezTo>
                      <a:pt x="119729" y="-3311"/>
                      <a:pt x="167973" y="-3311"/>
                      <a:pt x="196919" y="15987"/>
                    </a:cubicBezTo>
                    <a:cubicBezTo>
                      <a:pt x="438140" y="151069"/>
                      <a:pt x="611818" y="353692"/>
                      <a:pt x="727604" y="604559"/>
                    </a:cubicBezTo>
                    <a:cubicBezTo>
                      <a:pt x="756550" y="672100"/>
                      <a:pt x="708306" y="749289"/>
                      <a:pt x="611818" y="749289"/>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0" name="Freeform: Shape 74"/>
              <p:cNvSpPr/>
              <p:nvPr/>
            </p:nvSpPr>
            <p:spPr>
              <a:xfrm rot="900000">
                <a:off x="9985044" y="5926402"/>
                <a:ext cx="291519" cy="279323"/>
              </a:xfrm>
              <a:custGeom>
                <a:avLst/>
                <a:gdLst>
                  <a:gd name="connsiteX0" fmla="*/ 731654 w 731654"/>
                  <a:gd name="connsiteY0" fmla="*/ 701046 h 701045"/>
                  <a:gd name="connsiteX1" fmla="*/ 268511 w 731654"/>
                  <a:gd name="connsiteY1" fmla="*/ 450179 h 701045"/>
                  <a:gd name="connsiteX2" fmla="*/ 7993 w 731654"/>
                  <a:gd name="connsiteY2" fmla="*/ 102825 h 701045"/>
                  <a:gd name="connsiteX3" fmla="*/ 27291 w 731654"/>
                  <a:gd name="connsiteY3" fmla="*/ 6338 h 701045"/>
                  <a:gd name="connsiteX4" fmla="*/ 104481 w 731654"/>
                  <a:gd name="connsiteY4" fmla="*/ 15986 h 701045"/>
                  <a:gd name="connsiteX5" fmla="*/ 413243 w 731654"/>
                  <a:gd name="connsiteY5" fmla="*/ 334394 h 701045"/>
                  <a:gd name="connsiteX6" fmla="*/ 693059 w 731654"/>
                  <a:gd name="connsiteY6" fmla="*/ 643153 h 701045"/>
                  <a:gd name="connsiteX7" fmla="*/ 731654 w 731654"/>
                  <a:gd name="connsiteY7" fmla="*/ 701046 h 701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1654" h="701045">
                    <a:moveTo>
                      <a:pt x="731654" y="701046"/>
                    </a:moveTo>
                    <a:cubicBezTo>
                      <a:pt x="529029" y="691397"/>
                      <a:pt x="384297" y="575612"/>
                      <a:pt x="268511" y="450179"/>
                    </a:cubicBezTo>
                    <a:cubicBezTo>
                      <a:pt x="172023" y="344043"/>
                      <a:pt x="85184" y="228258"/>
                      <a:pt x="7993" y="102825"/>
                    </a:cubicBezTo>
                    <a:cubicBezTo>
                      <a:pt x="-11304" y="83528"/>
                      <a:pt x="7993" y="25635"/>
                      <a:pt x="27291" y="6338"/>
                    </a:cubicBezTo>
                    <a:cubicBezTo>
                      <a:pt x="27291" y="-3311"/>
                      <a:pt x="85184" y="-3311"/>
                      <a:pt x="104481" y="15986"/>
                    </a:cubicBezTo>
                    <a:cubicBezTo>
                      <a:pt x="210618" y="122122"/>
                      <a:pt x="316755" y="228258"/>
                      <a:pt x="413243" y="334394"/>
                    </a:cubicBezTo>
                    <a:cubicBezTo>
                      <a:pt x="509731" y="440530"/>
                      <a:pt x="596571" y="546666"/>
                      <a:pt x="693059" y="643153"/>
                    </a:cubicBezTo>
                    <a:cubicBezTo>
                      <a:pt x="712356" y="652802"/>
                      <a:pt x="722005" y="672100"/>
                      <a:pt x="731654" y="701046"/>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1" name="Freeform: Shape 75"/>
              <p:cNvSpPr/>
              <p:nvPr/>
            </p:nvSpPr>
            <p:spPr>
              <a:xfrm rot="900000">
                <a:off x="9608895" y="6329170"/>
                <a:ext cx="128789" cy="130788"/>
              </a:xfrm>
              <a:custGeom>
                <a:avLst/>
                <a:gdLst>
                  <a:gd name="connsiteX0" fmla="*/ 323235 w 323235"/>
                  <a:gd name="connsiteY0" fmla="*/ 250867 h 328251"/>
                  <a:gd name="connsiteX1" fmla="*/ 217098 w 323235"/>
                  <a:gd name="connsiteY1" fmla="*/ 318408 h 328251"/>
                  <a:gd name="connsiteX2" fmla="*/ 14473 w 323235"/>
                  <a:gd name="connsiteY2" fmla="*/ 164028 h 328251"/>
                  <a:gd name="connsiteX3" fmla="*/ 14473 w 323235"/>
                  <a:gd name="connsiteY3" fmla="*/ 67541 h 328251"/>
                  <a:gd name="connsiteX4" fmla="*/ 110961 w 323235"/>
                  <a:gd name="connsiteY4" fmla="*/ 0 h 328251"/>
                  <a:gd name="connsiteX5" fmla="*/ 323235 w 323235"/>
                  <a:gd name="connsiteY5" fmla="*/ 250867 h 328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3235" h="328251">
                    <a:moveTo>
                      <a:pt x="323235" y="250867"/>
                    </a:moveTo>
                    <a:cubicBezTo>
                      <a:pt x="323235" y="308759"/>
                      <a:pt x="255693" y="347354"/>
                      <a:pt x="217098" y="318408"/>
                    </a:cubicBezTo>
                    <a:cubicBezTo>
                      <a:pt x="149557" y="270164"/>
                      <a:pt x="72366" y="221921"/>
                      <a:pt x="14473" y="164028"/>
                    </a:cubicBezTo>
                    <a:cubicBezTo>
                      <a:pt x="-4824" y="144731"/>
                      <a:pt x="-4824" y="96487"/>
                      <a:pt x="14473" y="67541"/>
                    </a:cubicBezTo>
                    <a:cubicBezTo>
                      <a:pt x="33771" y="38595"/>
                      <a:pt x="82015" y="0"/>
                      <a:pt x="110961" y="0"/>
                    </a:cubicBezTo>
                    <a:cubicBezTo>
                      <a:pt x="168854" y="9649"/>
                      <a:pt x="313586" y="192974"/>
                      <a:pt x="323235" y="250867"/>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grpSp>
        <p:sp>
          <p:nvSpPr>
            <p:cNvPr id="56" name="圆角矩形 55"/>
            <p:cNvSpPr/>
            <p:nvPr/>
          </p:nvSpPr>
          <p:spPr>
            <a:xfrm>
              <a:off x="557" y="685"/>
              <a:ext cx="18087" cy="943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p:cNvGrpSpPr/>
          <p:nvPr/>
        </p:nvGrpSpPr>
        <p:grpSpPr>
          <a:xfrm>
            <a:off x="711835" y="643890"/>
            <a:ext cx="4533265" cy="712470"/>
            <a:chOff x="9628" y="2104"/>
            <a:chExt cx="7139" cy="1122"/>
          </a:xfrm>
        </p:grpSpPr>
        <p:grpSp>
          <p:nvGrpSpPr>
            <p:cNvPr id="26" name="组合 25"/>
            <p:cNvGrpSpPr/>
            <p:nvPr/>
          </p:nvGrpSpPr>
          <p:grpSpPr>
            <a:xfrm>
              <a:off x="9628" y="2104"/>
              <a:ext cx="1123" cy="1123"/>
              <a:chOff x="5384682" y="2168242"/>
              <a:chExt cx="713358" cy="713358"/>
            </a:xfrm>
          </p:grpSpPr>
          <p:sp>
            <p:nvSpPr>
              <p:cNvPr id="33" name="Flowchart: Connector 21"/>
              <p:cNvSpPr/>
              <p:nvPr/>
            </p:nvSpPr>
            <p:spPr>
              <a:xfrm>
                <a:off x="5384682" y="2168242"/>
                <a:ext cx="713358" cy="713358"/>
              </a:xfrm>
              <a:prstGeom prst="flowChartConnector">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bg1"/>
                  </a:solidFill>
                  <a:cs typeface="+mn-ea"/>
                  <a:sym typeface="+mn-lt"/>
                </a:endParaRPr>
              </a:p>
            </p:txBody>
          </p:sp>
          <p:sp>
            <p:nvSpPr>
              <p:cNvPr id="35" name="Shape"/>
              <p:cNvSpPr>
                <a:spLocks noChangeAspect="1"/>
              </p:cNvSpPr>
              <p:nvPr/>
            </p:nvSpPr>
            <p:spPr>
              <a:xfrm>
                <a:off x="5568489" y="2352050"/>
                <a:ext cx="345743" cy="345743"/>
              </a:xfrm>
              <a:custGeom>
                <a:avLst/>
                <a:gdLst>
                  <a:gd name="connsiteX0" fmla="*/ 474017 w 514350"/>
                  <a:gd name="connsiteY0" fmla="*/ 243036 h 514189"/>
                  <a:gd name="connsiteX1" fmla="*/ 474017 w 514350"/>
                  <a:gd name="connsiteY1" fmla="*/ 284209 h 514189"/>
                  <a:gd name="connsiteX2" fmla="*/ 494101 w 514350"/>
                  <a:gd name="connsiteY2" fmla="*/ 304297 h 514189"/>
                  <a:gd name="connsiteX3" fmla="*/ 514185 w 514350"/>
                  <a:gd name="connsiteY3" fmla="*/ 284209 h 514189"/>
                  <a:gd name="connsiteX4" fmla="*/ 514185 w 514350"/>
                  <a:gd name="connsiteY4" fmla="*/ 161727 h 514189"/>
                  <a:gd name="connsiteX5" fmla="*/ 433845 w 514350"/>
                  <a:gd name="connsiteY5" fmla="*/ 81384 h 514189"/>
                  <a:gd name="connsiteX6" fmla="*/ 347404 w 514350"/>
                  <a:gd name="connsiteY6" fmla="*/ 81384 h 514189"/>
                  <a:gd name="connsiteX7" fmla="*/ 347404 w 514350"/>
                  <a:gd name="connsiteY7" fmla="*/ 55198 h 514189"/>
                  <a:gd name="connsiteX8" fmla="*/ 292206 w 514350"/>
                  <a:gd name="connsiteY8" fmla="*/ 0 h 514189"/>
                  <a:gd name="connsiteX9" fmla="*/ 221979 w 514350"/>
                  <a:gd name="connsiteY9" fmla="*/ 0 h 514189"/>
                  <a:gd name="connsiteX10" fmla="*/ 166782 w 514350"/>
                  <a:gd name="connsiteY10" fmla="*/ 55198 h 514189"/>
                  <a:gd name="connsiteX11" fmla="*/ 166782 w 514350"/>
                  <a:gd name="connsiteY11" fmla="*/ 81384 h 514189"/>
                  <a:gd name="connsiteX12" fmla="*/ 80340 w 514350"/>
                  <a:gd name="connsiteY12" fmla="*/ 81384 h 514189"/>
                  <a:gd name="connsiteX13" fmla="*/ 0 w 514350"/>
                  <a:gd name="connsiteY13" fmla="*/ 161723 h 514189"/>
                  <a:gd name="connsiteX14" fmla="*/ 0 w 514350"/>
                  <a:gd name="connsiteY14" fmla="*/ 395718 h 514189"/>
                  <a:gd name="connsiteX15" fmla="*/ 80340 w 514350"/>
                  <a:gd name="connsiteY15" fmla="*/ 476062 h 514189"/>
                  <a:gd name="connsiteX16" fmla="*/ 250064 w 514350"/>
                  <a:gd name="connsiteY16" fmla="*/ 476062 h 514189"/>
                  <a:gd name="connsiteX17" fmla="*/ 270148 w 514350"/>
                  <a:gd name="connsiteY17" fmla="*/ 455974 h 514189"/>
                  <a:gd name="connsiteX18" fmla="*/ 250064 w 514350"/>
                  <a:gd name="connsiteY18" fmla="*/ 435890 h 514189"/>
                  <a:gd name="connsiteX19" fmla="*/ 80340 w 514350"/>
                  <a:gd name="connsiteY19" fmla="*/ 435890 h 514189"/>
                  <a:gd name="connsiteX20" fmla="*/ 40172 w 514350"/>
                  <a:gd name="connsiteY20" fmla="*/ 395718 h 514189"/>
                  <a:gd name="connsiteX21" fmla="*/ 40172 w 514350"/>
                  <a:gd name="connsiteY21" fmla="*/ 243036 h 514189"/>
                  <a:gd name="connsiteX22" fmla="*/ 238013 w 514350"/>
                  <a:gd name="connsiteY22" fmla="*/ 243036 h 514189"/>
                  <a:gd name="connsiteX23" fmla="*/ 238013 w 514350"/>
                  <a:gd name="connsiteY23" fmla="*/ 273201 h 514189"/>
                  <a:gd name="connsiteX24" fmla="*/ 258097 w 514350"/>
                  <a:gd name="connsiteY24" fmla="*/ 293285 h 514189"/>
                  <a:gd name="connsiteX25" fmla="*/ 278181 w 514350"/>
                  <a:gd name="connsiteY25" fmla="*/ 273201 h 514189"/>
                  <a:gd name="connsiteX26" fmla="*/ 278181 w 514350"/>
                  <a:gd name="connsiteY26" fmla="*/ 243036 h 514189"/>
                  <a:gd name="connsiteX27" fmla="*/ 206953 w 514350"/>
                  <a:gd name="connsiteY27" fmla="*/ 55198 h 514189"/>
                  <a:gd name="connsiteX28" fmla="*/ 221979 w 514350"/>
                  <a:gd name="connsiteY28" fmla="*/ 40172 h 514189"/>
                  <a:gd name="connsiteX29" fmla="*/ 292206 w 514350"/>
                  <a:gd name="connsiteY29" fmla="*/ 40172 h 514189"/>
                  <a:gd name="connsiteX30" fmla="*/ 307232 w 514350"/>
                  <a:gd name="connsiteY30" fmla="*/ 55198 h 514189"/>
                  <a:gd name="connsiteX31" fmla="*/ 307232 w 514350"/>
                  <a:gd name="connsiteY31" fmla="*/ 81384 h 514189"/>
                  <a:gd name="connsiteX32" fmla="*/ 206953 w 514350"/>
                  <a:gd name="connsiteY32" fmla="*/ 81384 h 514189"/>
                  <a:gd name="connsiteX33" fmla="*/ 40172 w 514350"/>
                  <a:gd name="connsiteY33" fmla="*/ 161727 h 514189"/>
                  <a:gd name="connsiteX34" fmla="*/ 80340 w 514350"/>
                  <a:gd name="connsiteY34" fmla="*/ 121555 h 514189"/>
                  <a:gd name="connsiteX35" fmla="*/ 433845 w 514350"/>
                  <a:gd name="connsiteY35" fmla="*/ 121555 h 514189"/>
                  <a:gd name="connsiteX36" fmla="*/ 474017 w 514350"/>
                  <a:gd name="connsiteY36" fmla="*/ 161727 h 514189"/>
                  <a:gd name="connsiteX37" fmla="*/ 474017 w 514350"/>
                  <a:gd name="connsiteY37" fmla="*/ 202864 h 514189"/>
                  <a:gd name="connsiteX38" fmla="*/ 40172 w 514350"/>
                  <a:gd name="connsiteY38" fmla="*/ 202864 h 514189"/>
                  <a:gd name="connsiteX39" fmla="*/ 508468 w 514350"/>
                  <a:gd name="connsiteY39" fmla="*/ 479900 h 514189"/>
                  <a:gd name="connsiteX40" fmla="*/ 462198 w 514350"/>
                  <a:gd name="connsiteY40" fmla="*/ 433630 h 514189"/>
                  <a:gd name="connsiteX41" fmla="*/ 476023 w 514350"/>
                  <a:gd name="connsiteY41" fmla="*/ 385641 h 514189"/>
                  <a:gd name="connsiteX42" fmla="*/ 385641 w 514350"/>
                  <a:gd name="connsiteY42" fmla="*/ 295255 h 514189"/>
                  <a:gd name="connsiteX43" fmla="*/ 295255 w 514350"/>
                  <a:gd name="connsiteY43" fmla="*/ 385641 h 514189"/>
                  <a:gd name="connsiteX44" fmla="*/ 385641 w 514350"/>
                  <a:gd name="connsiteY44" fmla="*/ 476026 h 514189"/>
                  <a:gd name="connsiteX45" fmla="*/ 433830 w 514350"/>
                  <a:gd name="connsiteY45" fmla="*/ 462072 h 514189"/>
                  <a:gd name="connsiteX46" fmla="*/ 480061 w 514350"/>
                  <a:gd name="connsiteY46" fmla="*/ 508303 h 514189"/>
                  <a:gd name="connsiteX47" fmla="*/ 494266 w 514350"/>
                  <a:gd name="connsiteY47" fmla="*/ 514189 h 514189"/>
                  <a:gd name="connsiteX48" fmla="*/ 508468 w 514350"/>
                  <a:gd name="connsiteY48" fmla="*/ 508303 h 514189"/>
                  <a:gd name="connsiteX49" fmla="*/ 508468 w 514350"/>
                  <a:gd name="connsiteY49" fmla="*/ 479900 h 514189"/>
                  <a:gd name="connsiteX50" fmla="*/ 335427 w 514350"/>
                  <a:gd name="connsiteY50" fmla="*/ 385641 h 514189"/>
                  <a:gd name="connsiteX51" fmla="*/ 385641 w 514350"/>
                  <a:gd name="connsiteY51" fmla="*/ 335427 h 514189"/>
                  <a:gd name="connsiteX52" fmla="*/ 435855 w 514350"/>
                  <a:gd name="connsiteY52" fmla="*/ 385641 h 514189"/>
                  <a:gd name="connsiteX53" fmla="*/ 385641 w 514350"/>
                  <a:gd name="connsiteY53" fmla="*/ 435855 h 514189"/>
                  <a:gd name="connsiteX54" fmla="*/ 335427 w 514350"/>
                  <a:gd name="connsiteY54" fmla="*/ 385641 h 51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14350" h="514189">
                    <a:moveTo>
                      <a:pt x="474017" y="243036"/>
                    </a:moveTo>
                    <a:lnTo>
                      <a:pt x="474017" y="284209"/>
                    </a:lnTo>
                    <a:cubicBezTo>
                      <a:pt x="474017" y="295302"/>
                      <a:pt x="483008" y="304297"/>
                      <a:pt x="494101" y="304297"/>
                    </a:cubicBezTo>
                    <a:cubicBezTo>
                      <a:pt x="505195" y="304297"/>
                      <a:pt x="514185" y="295302"/>
                      <a:pt x="514185" y="284209"/>
                    </a:cubicBezTo>
                    <a:lnTo>
                      <a:pt x="514185" y="161727"/>
                    </a:lnTo>
                    <a:cubicBezTo>
                      <a:pt x="514185" y="117427"/>
                      <a:pt x="478146" y="81384"/>
                      <a:pt x="433845" y="81384"/>
                    </a:cubicBezTo>
                    <a:lnTo>
                      <a:pt x="347404" y="81384"/>
                    </a:lnTo>
                    <a:lnTo>
                      <a:pt x="347404" y="55198"/>
                    </a:lnTo>
                    <a:cubicBezTo>
                      <a:pt x="347404" y="24762"/>
                      <a:pt x="322642" y="0"/>
                      <a:pt x="292206" y="0"/>
                    </a:cubicBezTo>
                    <a:lnTo>
                      <a:pt x="221979" y="0"/>
                    </a:lnTo>
                    <a:cubicBezTo>
                      <a:pt x="191543" y="0"/>
                      <a:pt x="166782" y="24762"/>
                      <a:pt x="166782" y="55198"/>
                    </a:cubicBezTo>
                    <a:lnTo>
                      <a:pt x="166782" y="81384"/>
                    </a:lnTo>
                    <a:lnTo>
                      <a:pt x="80340" y="81384"/>
                    </a:lnTo>
                    <a:cubicBezTo>
                      <a:pt x="36040" y="81384"/>
                      <a:pt x="0" y="117423"/>
                      <a:pt x="0" y="161723"/>
                    </a:cubicBezTo>
                    <a:lnTo>
                      <a:pt x="0" y="395718"/>
                    </a:lnTo>
                    <a:cubicBezTo>
                      <a:pt x="0" y="440018"/>
                      <a:pt x="36040" y="476062"/>
                      <a:pt x="80340" y="476062"/>
                    </a:cubicBezTo>
                    <a:lnTo>
                      <a:pt x="250064" y="476062"/>
                    </a:lnTo>
                    <a:cubicBezTo>
                      <a:pt x="261158" y="476062"/>
                      <a:pt x="270148" y="467068"/>
                      <a:pt x="270148" y="455974"/>
                    </a:cubicBezTo>
                    <a:cubicBezTo>
                      <a:pt x="270148" y="444884"/>
                      <a:pt x="261158" y="435890"/>
                      <a:pt x="250064" y="435890"/>
                    </a:cubicBezTo>
                    <a:lnTo>
                      <a:pt x="80340" y="435890"/>
                    </a:lnTo>
                    <a:cubicBezTo>
                      <a:pt x="58192" y="435890"/>
                      <a:pt x="40172" y="417870"/>
                      <a:pt x="40172" y="395718"/>
                    </a:cubicBezTo>
                    <a:lnTo>
                      <a:pt x="40172" y="243036"/>
                    </a:lnTo>
                    <a:lnTo>
                      <a:pt x="238013" y="243036"/>
                    </a:lnTo>
                    <a:lnTo>
                      <a:pt x="238013" y="273201"/>
                    </a:lnTo>
                    <a:cubicBezTo>
                      <a:pt x="238013" y="284291"/>
                      <a:pt x="247004" y="293285"/>
                      <a:pt x="258097" y="293285"/>
                    </a:cubicBezTo>
                    <a:cubicBezTo>
                      <a:pt x="269191" y="293285"/>
                      <a:pt x="278181" y="284291"/>
                      <a:pt x="278181" y="273201"/>
                    </a:cubicBezTo>
                    <a:lnTo>
                      <a:pt x="278181" y="243036"/>
                    </a:lnTo>
                    <a:close/>
                    <a:moveTo>
                      <a:pt x="206953" y="55198"/>
                    </a:moveTo>
                    <a:cubicBezTo>
                      <a:pt x="206953" y="46914"/>
                      <a:pt x="213695" y="40172"/>
                      <a:pt x="221979" y="40172"/>
                    </a:cubicBezTo>
                    <a:lnTo>
                      <a:pt x="292206" y="40172"/>
                    </a:lnTo>
                    <a:cubicBezTo>
                      <a:pt x="300490" y="40172"/>
                      <a:pt x="307232" y="46910"/>
                      <a:pt x="307232" y="55198"/>
                    </a:cubicBezTo>
                    <a:lnTo>
                      <a:pt x="307232" y="81384"/>
                    </a:lnTo>
                    <a:lnTo>
                      <a:pt x="206953" y="81384"/>
                    </a:lnTo>
                    <a:close/>
                    <a:moveTo>
                      <a:pt x="40172" y="161727"/>
                    </a:moveTo>
                    <a:cubicBezTo>
                      <a:pt x="40172" y="139575"/>
                      <a:pt x="58192" y="121555"/>
                      <a:pt x="80340" y="121555"/>
                    </a:cubicBezTo>
                    <a:lnTo>
                      <a:pt x="433845" y="121555"/>
                    </a:lnTo>
                    <a:cubicBezTo>
                      <a:pt x="455994" y="121555"/>
                      <a:pt x="474017" y="139575"/>
                      <a:pt x="474017" y="161727"/>
                    </a:cubicBezTo>
                    <a:lnTo>
                      <a:pt x="474017" y="202864"/>
                    </a:lnTo>
                    <a:lnTo>
                      <a:pt x="40172" y="202864"/>
                    </a:lnTo>
                    <a:close/>
                    <a:moveTo>
                      <a:pt x="508468" y="479900"/>
                    </a:moveTo>
                    <a:lnTo>
                      <a:pt x="462198" y="433630"/>
                    </a:lnTo>
                    <a:cubicBezTo>
                      <a:pt x="470953" y="419715"/>
                      <a:pt x="476023" y="403260"/>
                      <a:pt x="476023" y="385641"/>
                    </a:cubicBezTo>
                    <a:cubicBezTo>
                      <a:pt x="476023" y="335804"/>
                      <a:pt x="435478" y="295255"/>
                      <a:pt x="385641" y="295255"/>
                    </a:cubicBezTo>
                    <a:cubicBezTo>
                      <a:pt x="335804" y="295255"/>
                      <a:pt x="295255" y="335804"/>
                      <a:pt x="295255" y="385641"/>
                    </a:cubicBezTo>
                    <a:cubicBezTo>
                      <a:pt x="295255" y="435478"/>
                      <a:pt x="335804" y="476026"/>
                      <a:pt x="385641" y="476026"/>
                    </a:cubicBezTo>
                    <a:cubicBezTo>
                      <a:pt x="403343" y="476026"/>
                      <a:pt x="419871" y="470905"/>
                      <a:pt x="433830" y="462072"/>
                    </a:cubicBezTo>
                    <a:lnTo>
                      <a:pt x="480061" y="508303"/>
                    </a:lnTo>
                    <a:cubicBezTo>
                      <a:pt x="483985" y="512227"/>
                      <a:pt x="489125" y="514189"/>
                      <a:pt x="494266" y="514189"/>
                    </a:cubicBezTo>
                    <a:cubicBezTo>
                      <a:pt x="499407" y="514189"/>
                      <a:pt x="504543" y="512227"/>
                      <a:pt x="508468" y="508303"/>
                    </a:cubicBezTo>
                    <a:cubicBezTo>
                      <a:pt x="516312" y="500458"/>
                      <a:pt x="516312" y="487744"/>
                      <a:pt x="508468" y="479900"/>
                    </a:cubicBezTo>
                    <a:close/>
                    <a:moveTo>
                      <a:pt x="335427" y="385641"/>
                    </a:moveTo>
                    <a:cubicBezTo>
                      <a:pt x="335427" y="357952"/>
                      <a:pt x="357952" y="335427"/>
                      <a:pt x="385641" y="335427"/>
                    </a:cubicBezTo>
                    <a:cubicBezTo>
                      <a:pt x="413326" y="335427"/>
                      <a:pt x="435855" y="357952"/>
                      <a:pt x="435855" y="385641"/>
                    </a:cubicBezTo>
                    <a:cubicBezTo>
                      <a:pt x="435855" y="413330"/>
                      <a:pt x="413326" y="435855"/>
                      <a:pt x="385641" y="435855"/>
                    </a:cubicBezTo>
                    <a:cubicBezTo>
                      <a:pt x="357952" y="435855"/>
                      <a:pt x="335427" y="413326"/>
                      <a:pt x="335427" y="385641"/>
                    </a:cubicBezTo>
                    <a:close/>
                  </a:path>
                </a:pathLst>
              </a:custGeom>
              <a:solidFill>
                <a:schemeClr val="bg1"/>
              </a:solidFill>
              <a:ln w="1005" cap="flat">
                <a:noFill/>
                <a:prstDash val="solid"/>
                <a:miter/>
              </a:ln>
            </p:spPr>
            <p:txBody>
              <a:bodyPr rtlCol="0" anchor="ctr"/>
              <a:lstStyle/>
              <a:p>
                <a:endParaRPr lang="en-US">
                  <a:cs typeface="+mn-ea"/>
                  <a:sym typeface="+mn-lt"/>
                </a:endParaRPr>
              </a:p>
            </p:txBody>
          </p:sp>
        </p:grpSp>
        <p:grpSp>
          <p:nvGrpSpPr>
            <p:cNvPr id="36" name="组合 35"/>
            <p:cNvGrpSpPr/>
            <p:nvPr/>
          </p:nvGrpSpPr>
          <p:grpSpPr>
            <a:xfrm>
              <a:off x="10835" y="2104"/>
              <a:ext cx="5932" cy="1065"/>
              <a:chOff x="11126" y="1970"/>
              <a:chExt cx="5932" cy="1065"/>
            </a:xfrm>
          </p:grpSpPr>
          <p:sp>
            <p:nvSpPr>
              <p:cNvPr id="37" name="圆角矩形 36"/>
              <p:cNvSpPr/>
              <p:nvPr/>
            </p:nvSpPr>
            <p:spPr>
              <a:xfrm>
                <a:off x="11126" y="1970"/>
                <a:ext cx="2570" cy="866"/>
              </a:xfrm>
              <a:prstGeom prst="roundRect">
                <a:avLst>
                  <a:gd name="adj" fmla="val 0"/>
                </a:avLst>
              </a:prstGeom>
              <a:noFill/>
              <a:ln>
                <a:no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rPr>
                  <a:t>存在问题不足</a:t>
                </a:r>
              </a:p>
            </p:txBody>
          </p:sp>
          <p:sp>
            <p:nvSpPr>
              <p:cNvPr id="38" name="文本框 37"/>
              <p:cNvSpPr txBox="1"/>
              <p:nvPr/>
            </p:nvSpPr>
            <p:spPr>
              <a:xfrm>
                <a:off x="11126" y="2601"/>
                <a:ext cx="5932" cy="434"/>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noProof="0" dirty="0">
                    <a:ln>
                      <a:noFill/>
                    </a:ln>
                    <a:solidFill>
                      <a:schemeClr val="tx1"/>
                    </a:solidFill>
                    <a:effectLst/>
                    <a:uLnTx/>
                    <a:uFillTx/>
                    <a:latin typeface="思源黑体 Light" panose="020B0300000000000000" charset="-122"/>
                    <a:ea typeface="思源黑体 Light" panose="020B0300000000000000" charset="-122"/>
                    <a:sym typeface="+mn-ea"/>
                  </a:rPr>
                  <a:t>Click here to change your need text or word</a:t>
                </a:r>
              </a:p>
            </p:txBody>
          </p:sp>
        </p:grpSp>
      </p:grpSp>
      <p:grpSp>
        <p:nvGrpSpPr>
          <p:cNvPr id="60" name="组合 59"/>
          <p:cNvGrpSpPr/>
          <p:nvPr/>
        </p:nvGrpSpPr>
        <p:grpSpPr>
          <a:xfrm>
            <a:off x="1023732" y="3313541"/>
            <a:ext cx="3220470" cy="1875997"/>
            <a:chOff x="1036432" y="3170666"/>
            <a:chExt cx="3220470" cy="1875997"/>
          </a:xfrm>
        </p:grpSpPr>
        <p:sp>
          <p:nvSpPr>
            <p:cNvPr id="68" name="圆角矩形 67"/>
            <p:cNvSpPr/>
            <p:nvPr/>
          </p:nvSpPr>
          <p:spPr>
            <a:xfrm>
              <a:off x="1036432" y="3257176"/>
              <a:ext cx="3220470" cy="1789487"/>
            </a:xfrm>
            <a:prstGeom prst="roundRect">
              <a:avLst/>
            </a:prstGeom>
            <a:noFill/>
            <a:ln w="6350" cmpd="sng">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solidFill>
                  <a:schemeClr val="tx1"/>
                </a:solidFill>
                <a:latin typeface="思源黑体 Light" panose="020B0300000000000000" charset="-122"/>
                <a:ea typeface="思源黑体 Light" panose="020B0300000000000000" charset="-122"/>
              </a:endParaRPr>
            </a:p>
          </p:txBody>
        </p:sp>
        <p:sp>
          <p:nvSpPr>
            <p:cNvPr id="69" name="圆角矩形 68"/>
            <p:cNvSpPr/>
            <p:nvPr/>
          </p:nvSpPr>
          <p:spPr>
            <a:xfrm>
              <a:off x="1123961" y="3170666"/>
              <a:ext cx="763707" cy="888209"/>
            </a:xfrm>
            <a:prstGeom prst="roundRect">
              <a:avLst/>
            </a:prstGeom>
            <a:solidFill>
              <a:srgbClr val="26211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sz="1600">
                  <a:solidFill>
                    <a:schemeClr val="bg1"/>
                  </a:solidFill>
                  <a:latin typeface="思源黑体 CN Medium" panose="020B0600000000000000" charset="-122"/>
                  <a:ea typeface="思源黑体 CN Medium" panose="020B0600000000000000" charset="-122"/>
                </a:rPr>
                <a:t>01</a:t>
              </a:r>
            </a:p>
          </p:txBody>
        </p:sp>
        <p:sp>
          <p:nvSpPr>
            <p:cNvPr id="70" name="矩形 69"/>
            <p:cNvSpPr/>
            <p:nvPr/>
          </p:nvSpPr>
          <p:spPr>
            <a:xfrm>
              <a:off x="1136661" y="4165705"/>
              <a:ext cx="2990839" cy="810260"/>
            </a:xfrm>
            <a:prstGeom prst="rect">
              <a:avLst/>
            </a:prstGeom>
          </p:spPr>
          <p:txBody>
            <a:bodyPr wrap="square">
              <a:spAutoFit/>
              <a:scene3d>
                <a:camera prst="orthographicFront"/>
                <a:lightRig rig="threePt" dir="t"/>
              </a:scene3d>
              <a:sp3d contourW="12700"/>
            </a:bodyPr>
            <a:lstStyle/>
            <a:p>
              <a:pPr algn="l">
                <a:lnSpc>
                  <a:spcPct val="130000"/>
                </a:lnSpc>
              </a:pPr>
              <a:r>
                <a:rPr lang="zh-CN" altLang="en-US" sz="1200" dirty="0">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单击添加详细文字说明，或复制文本黏贴自此右键只保留文字单击添加详细文字说明，或复制文本黏贴自此</a:t>
              </a:r>
              <a:endParaRPr lang="zh-CN" altLang="en-US" sz="1200" dirty="0">
                <a:solidFill>
                  <a:schemeClr val="tx1"/>
                </a:solidFill>
                <a:latin typeface="思源黑体 Light" panose="020B0300000000000000" charset="-122"/>
                <a:ea typeface="思源黑体 Light" panose="020B0300000000000000" charset="-122"/>
                <a:cs typeface="+mn-ea"/>
                <a:sym typeface="+mn-lt"/>
              </a:endParaRPr>
            </a:p>
          </p:txBody>
        </p:sp>
        <p:sp>
          <p:nvSpPr>
            <p:cNvPr id="71" name="矩形 70"/>
            <p:cNvSpPr/>
            <p:nvPr/>
          </p:nvSpPr>
          <p:spPr>
            <a:xfrm>
              <a:off x="2013856" y="3696532"/>
              <a:ext cx="1655371" cy="337185"/>
            </a:xfrm>
            <a:prstGeom prst="rect">
              <a:avLst/>
            </a:prstGeom>
          </p:spPr>
          <p:txBody>
            <a:bodyPr wrap="square">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存在问题不足</a:t>
              </a:r>
              <a:endParaRPr lang="zh-CN" altLang="en-US" sz="1600" b="1" dirty="0">
                <a:solidFill>
                  <a:schemeClr val="tx1"/>
                </a:solidFill>
                <a:latin typeface="思源黑体 Light" panose="020B0300000000000000" charset="-122"/>
                <a:ea typeface="思源黑体 Light" panose="020B0300000000000000" charset="-122"/>
              </a:endParaRPr>
            </a:p>
          </p:txBody>
        </p:sp>
      </p:grpSp>
      <p:grpSp>
        <p:nvGrpSpPr>
          <p:cNvPr id="72" name="组合 71"/>
          <p:cNvGrpSpPr/>
          <p:nvPr/>
        </p:nvGrpSpPr>
        <p:grpSpPr>
          <a:xfrm>
            <a:off x="4473065" y="3313541"/>
            <a:ext cx="3220470" cy="1875997"/>
            <a:chOff x="4485765" y="3170666"/>
            <a:chExt cx="3220470" cy="1875997"/>
          </a:xfrm>
        </p:grpSpPr>
        <p:sp>
          <p:nvSpPr>
            <p:cNvPr id="73" name="圆角矩形 72"/>
            <p:cNvSpPr/>
            <p:nvPr/>
          </p:nvSpPr>
          <p:spPr>
            <a:xfrm>
              <a:off x="4485765" y="3257176"/>
              <a:ext cx="3220470" cy="1789487"/>
            </a:xfrm>
            <a:prstGeom prst="roundRect">
              <a:avLst/>
            </a:prstGeom>
            <a:noFill/>
            <a:ln w="6350" cmpd="sng">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solidFill>
                  <a:schemeClr val="tx1"/>
                </a:solidFill>
                <a:latin typeface="思源黑体 Light" panose="020B0300000000000000" charset="-122"/>
                <a:ea typeface="思源黑体 Light" panose="020B0300000000000000" charset="-122"/>
              </a:endParaRPr>
            </a:p>
          </p:txBody>
        </p:sp>
        <p:sp>
          <p:nvSpPr>
            <p:cNvPr id="74" name="圆角矩形 73"/>
            <p:cNvSpPr/>
            <p:nvPr/>
          </p:nvSpPr>
          <p:spPr>
            <a:xfrm>
              <a:off x="4573294" y="3170666"/>
              <a:ext cx="763707" cy="888209"/>
            </a:xfrm>
            <a:prstGeom prst="round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sz="1600">
                  <a:solidFill>
                    <a:srgbClr val="26211B"/>
                  </a:solidFill>
                  <a:latin typeface="思源黑体 CN Medium" panose="020B0600000000000000" charset="-122"/>
                  <a:ea typeface="思源黑体 CN Medium" panose="020B0600000000000000" charset="-122"/>
                  <a:sym typeface="+mn-ea"/>
                </a:rPr>
                <a:t>02</a:t>
              </a:r>
            </a:p>
          </p:txBody>
        </p:sp>
        <p:sp>
          <p:nvSpPr>
            <p:cNvPr id="75" name="矩形 74"/>
            <p:cNvSpPr/>
            <p:nvPr/>
          </p:nvSpPr>
          <p:spPr>
            <a:xfrm>
              <a:off x="5451301" y="3696532"/>
              <a:ext cx="1655371" cy="337185"/>
            </a:xfrm>
            <a:prstGeom prst="rect">
              <a:avLst/>
            </a:prstGeom>
          </p:spPr>
          <p:txBody>
            <a:bodyPr wrap="square">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存在问题不足</a:t>
              </a:r>
              <a:endParaRPr lang="zh-CN" altLang="en-US" sz="1600" b="1" dirty="0">
                <a:solidFill>
                  <a:schemeClr val="tx1"/>
                </a:solidFill>
                <a:latin typeface="思源黑体 Light" panose="020B0300000000000000" charset="-122"/>
                <a:ea typeface="思源黑体 Light" panose="020B0300000000000000" charset="-122"/>
              </a:endParaRPr>
            </a:p>
          </p:txBody>
        </p:sp>
        <p:sp>
          <p:nvSpPr>
            <p:cNvPr id="76" name="矩形 75"/>
            <p:cNvSpPr/>
            <p:nvPr/>
          </p:nvSpPr>
          <p:spPr>
            <a:xfrm>
              <a:off x="4587364" y="4165705"/>
              <a:ext cx="2990839" cy="810260"/>
            </a:xfrm>
            <a:prstGeom prst="rect">
              <a:avLst/>
            </a:prstGeom>
          </p:spPr>
          <p:txBody>
            <a:bodyPr wrap="square">
              <a:spAutoFit/>
              <a:scene3d>
                <a:camera prst="orthographicFront"/>
                <a:lightRig rig="threePt" dir="t"/>
              </a:scene3d>
              <a:sp3d contourW="12700"/>
            </a:bodyPr>
            <a:lstStyle/>
            <a:p>
              <a:pPr algn="l">
                <a:lnSpc>
                  <a:spcPct val="130000"/>
                </a:lnSpc>
              </a:pPr>
              <a:r>
                <a:rPr lang="zh-CN" altLang="en-US" sz="1200" dirty="0">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单击添加详细文字说明，或复制文本黏贴自此右键只保留文字单击添加详细文字说明，或复制文本黏贴自此</a:t>
              </a:r>
              <a:endParaRPr lang="zh-CN" altLang="en-US" sz="1200" dirty="0">
                <a:solidFill>
                  <a:schemeClr val="tx1"/>
                </a:solidFill>
                <a:latin typeface="思源黑体 Light" panose="020B0300000000000000" charset="-122"/>
                <a:ea typeface="思源黑体 Light" panose="020B0300000000000000" charset="-122"/>
                <a:cs typeface="+mn-ea"/>
                <a:sym typeface="+mn-lt"/>
              </a:endParaRPr>
            </a:p>
          </p:txBody>
        </p:sp>
      </p:grpSp>
      <p:grpSp>
        <p:nvGrpSpPr>
          <p:cNvPr id="5" name="组合 4"/>
          <p:cNvGrpSpPr/>
          <p:nvPr/>
        </p:nvGrpSpPr>
        <p:grpSpPr>
          <a:xfrm>
            <a:off x="7922397" y="3313541"/>
            <a:ext cx="3220470" cy="1875997"/>
            <a:chOff x="7935097" y="3170666"/>
            <a:chExt cx="3220470" cy="1875997"/>
          </a:xfrm>
        </p:grpSpPr>
        <p:sp>
          <p:nvSpPr>
            <p:cNvPr id="6" name="圆角矩形 5"/>
            <p:cNvSpPr/>
            <p:nvPr/>
          </p:nvSpPr>
          <p:spPr>
            <a:xfrm>
              <a:off x="7935097" y="3257176"/>
              <a:ext cx="3220470" cy="1789487"/>
            </a:xfrm>
            <a:prstGeom prst="roundRect">
              <a:avLst/>
            </a:prstGeom>
            <a:noFill/>
            <a:ln w="6350" cmpd="sng">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solidFill>
                  <a:schemeClr val="tx1"/>
                </a:solidFill>
                <a:latin typeface="思源黑体 Light" panose="020B0300000000000000" charset="-122"/>
                <a:ea typeface="思源黑体 Light" panose="020B0300000000000000" charset="-122"/>
              </a:endParaRPr>
            </a:p>
          </p:txBody>
        </p:sp>
        <p:sp>
          <p:nvSpPr>
            <p:cNvPr id="79" name="圆角矩形 78"/>
            <p:cNvSpPr/>
            <p:nvPr/>
          </p:nvSpPr>
          <p:spPr>
            <a:xfrm>
              <a:off x="8022626" y="3170666"/>
              <a:ext cx="763707" cy="888209"/>
            </a:xfrm>
            <a:prstGeom prst="roundRect">
              <a:avLst/>
            </a:prstGeom>
            <a:solidFill>
              <a:srgbClr val="FEB51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sz="1600">
                  <a:solidFill>
                    <a:schemeClr val="bg1"/>
                  </a:solidFill>
                  <a:latin typeface="思源黑体 CN Medium" panose="020B0600000000000000" charset="-122"/>
                  <a:ea typeface="思源黑体 CN Medium" panose="020B0600000000000000" charset="-122"/>
                  <a:sym typeface="+mn-ea"/>
                </a:rPr>
                <a:t>03</a:t>
              </a:r>
              <a:endParaRPr lang="en-US" sz="1600" dirty="0">
                <a:solidFill>
                  <a:schemeClr val="bg1"/>
                </a:solidFill>
                <a:latin typeface="思源黑体 CN Medium" panose="020B0600000000000000" charset="-122"/>
                <a:ea typeface="思源黑体 CN Medium" panose="020B0600000000000000" charset="-122"/>
                <a:sym typeface="+mn-ea"/>
              </a:endParaRPr>
            </a:p>
          </p:txBody>
        </p:sp>
        <p:sp>
          <p:nvSpPr>
            <p:cNvPr id="80" name="矩形 79"/>
            <p:cNvSpPr/>
            <p:nvPr/>
          </p:nvSpPr>
          <p:spPr>
            <a:xfrm>
              <a:off x="8900633" y="3696532"/>
              <a:ext cx="1655371" cy="337185"/>
            </a:xfrm>
            <a:prstGeom prst="rect">
              <a:avLst/>
            </a:prstGeom>
          </p:spPr>
          <p:txBody>
            <a:bodyPr wrap="square">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存在问题不足</a:t>
              </a:r>
              <a:endParaRPr lang="zh-CN" altLang="en-US" sz="1600" b="1" dirty="0">
                <a:solidFill>
                  <a:schemeClr val="tx1"/>
                </a:solidFill>
                <a:latin typeface="思源黑体 Light" panose="020B0300000000000000" charset="-122"/>
                <a:ea typeface="思源黑体 Light" panose="020B0300000000000000" charset="-122"/>
              </a:endParaRPr>
            </a:p>
          </p:txBody>
        </p:sp>
        <p:sp>
          <p:nvSpPr>
            <p:cNvPr id="81" name="矩形 80"/>
            <p:cNvSpPr/>
            <p:nvPr/>
          </p:nvSpPr>
          <p:spPr>
            <a:xfrm>
              <a:off x="8037212" y="4165705"/>
              <a:ext cx="2990839" cy="810260"/>
            </a:xfrm>
            <a:prstGeom prst="rect">
              <a:avLst/>
            </a:prstGeom>
          </p:spPr>
          <p:txBody>
            <a:bodyPr wrap="square">
              <a:spAutoFit/>
              <a:scene3d>
                <a:camera prst="orthographicFront"/>
                <a:lightRig rig="threePt" dir="t"/>
              </a:scene3d>
              <a:sp3d contourW="12700"/>
            </a:bodyPr>
            <a:lstStyle/>
            <a:p>
              <a:pPr algn="l">
                <a:lnSpc>
                  <a:spcPct val="130000"/>
                </a:lnSpc>
              </a:pPr>
              <a:r>
                <a:rPr lang="zh-CN" altLang="en-US" sz="1200" dirty="0">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单击添加详细文字说明，或复制文本黏贴自此右键只保留文字单击添加详细文字说明，或复制文本黏贴自此</a:t>
              </a:r>
              <a:endParaRPr lang="zh-CN" altLang="en-US" sz="1200" dirty="0">
                <a:solidFill>
                  <a:schemeClr val="tx1"/>
                </a:solidFill>
                <a:latin typeface="思源黑体 Light" panose="020B0300000000000000" charset="-122"/>
                <a:ea typeface="思源黑体 Light" panose="020B0300000000000000" charset="-122"/>
                <a:cs typeface="+mn-ea"/>
                <a:sym typeface="+mn-lt"/>
              </a:endParaRPr>
            </a:p>
          </p:txBody>
        </p:sp>
      </p:grpSp>
      <p:sp>
        <p:nvSpPr>
          <p:cNvPr id="82" name="矩形 81"/>
          <p:cNvSpPr/>
          <p:nvPr/>
        </p:nvSpPr>
        <p:spPr>
          <a:xfrm>
            <a:off x="1623298" y="2286292"/>
            <a:ext cx="8920006" cy="699135"/>
          </a:xfrm>
          <a:prstGeom prst="rect">
            <a:avLst/>
          </a:prstGeom>
        </p:spPr>
        <p:txBody>
          <a:bodyPr wrap="square">
            <a:spAutoFit/>
            <a:scene3d>
              <a:camera prst="orthographicFront"/>
              <a:lightRig rig="threePt" dir="t"/>
            </a:scene3d>
            <a:sp3d contourW="12700"/>
          </a:bodyPr>
          <a:lstStyle/>
          <a:p>
            <a:pPr algn="ctr" defTabSz="866775" fontAlgn="base">
              <a:lnSpc>
                <a:spcPct val="110000"/>
              </a:lnSpc>
              <a:spcBef>
                <a:spcPct val="0"/>
              </a:spcBef>
              <a:spcAft>
                <a:spcPct val="0"/>
              </a:spcAft>
            </a:pPr>
            <a:r>
              <a:rPr lang="zh-CN" altLang="en-US" sz="1200" dirty="0">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或复制文本黏贴自此右键只保留文字单击添加详细文字说明，或复制文本黏贴自此右键只保留文字单击添加详细文字说明，或复制文本黏贴自此右键只保留文字</a:t>
            </a:r>
            <a:endParaRPr lang="zh-CN" altLang="en-US" sz="1200" dirty="0">
              <a:solidFill>
                <a:schemeClr val="tx1"/>
              </a:solidFill>
              <a:latin typeface="思源黑体 Light" panose="020B0300000000000000" charset="-122"/>
              <a:ea typeface="思源黑体 Light" panose="020B0300000000000000" charset="-122"/>
              <a:cs typeface="+mn-ea"/>
              <a:sym typeface="+mn-lt"/>
            </a:endParaRPr>
          </a:p>
          <a:p>
            <a:pPr algn="ctr" defTabSz="866775" fontAlgn="base">
              <a:lnSpc>
                <a:spcPct val="110000"/>
              </a:lnSpc>
              <a:spcBef>
                <a:spcPct val="0"/>
              </a:spcBef>
              <a:spcAft>
                <a:spcPct val="0"/>
              </a:spcAft>
            </a:pPr>
            <a:endParaRPr lang="zh-CN" altLang="en-US" sz="1200" dirty="0">
              <a:solidFill>
                <a:schemeClr val="tx1"/>
              </a:solidFill>
              <a:latin typeface="思源黑体 Light" panose="020B0300000000000000" charset="-122"/>
              <a:ea typeface="思源黑体 Light" panose="020B0300000000000000"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plus(in)">
                                      <p:cBhvr>
                                        <p:cTn id="7" dur="2000"/>
                                        <p:tgtEl>
                                          <p:spTgt spid="22"/>
                                        </p:tgtEl>
                                      </p:cBhvr>
                                    </p:animEffect>
                                  </p:childTnLst>
                                </p:cTn>
                              </p:par>
                            </p:childTnLst>
                          </p:cTn>
                        </p:par>
                        <p:par>
                          <p:cTn id="8" fill="hold">
                            <p:stCondLst>
                              <p:cond delay="2000"/>
                            </p:stCondLst>
                            <p:childTnLst>
                              <p:par>
                                <p:cTn id="9" presetID="42" presetClass="entr" presetSubtype="0" fill="hold" grpId="0" nodeType="afterEffect">
                                  <p:stCondLst>
                                    <p:cond delay="0"/>
                                  </p:stCondLst>
                                  <p:childTnLst>
                                    <p:set>
                                      <p:cBhvr>
                                        <p:cTn id="10" dur="1" fill="hold">
                                          <p:stCondLst>
                                            <p:cond delay="0"/>
                                          </p:stCondLst>
                                        </p:cTn>
                                        <p:tgtEl>
                                          <p:spTgt spid="82"/>
                                        </p:tgtEl>
                                        <p:attrNameLst>
                                          <p:attrName>style.visibility</p:attrName>
                                        </p:attrNameLst>
                                      </p:cBhvr>
                                      <p:to>
                                        <p:strVal val="visible"/>
                                      </p:to>
                                    </p:set>
                                    <p:animEffect transition="in" filter="fade">
                                      <p:cBhvr>
                                        <p:cTn id="11" dur="1000"/>
                                        <p:tgtEl>
                                          <p:spTgt spid="82"/>
                                        </p:tgtEl>
                                      </p:cBhvr>
                                    </p:animEffect>
                                    <p:anim calcmode="lin" valueType="num">
                                      <p:cBhvr>
                                        <p:cTn id="12" dur="1000" fill="hold"/>
                                        <p:tgtEl>
                                          <p:spTgt spid="82"/>
                                        </p:tgtEl>
                                        <p:attrNameLst>
                                          <p:attrName>ppt_x</p:attrName>
                                        </p:attrNameLst>
                                      </p:cBhvr>
                                      <p:tavLst>
                                        <p:tav tm="0">
                                          <p:val>
                                            <p:strVal val="#ppt_x"/>
                                          </p:val>
                                        </p:tav>
                                        <p:tav tm="100000">
                                          <p:val>
                                            <p:strVal val="#ppt_x"/>
                                          </p:val>
                                        </p:tav>
                                      </p:tavLst>
                                    </p:anim>
                                    <p:anim calcmode="lin" valueType="num">
                                      <p:cBhvr>
                                        <p:cTn id="13" dur="1000" fill="hold"/>
                                        <p:tgtEl>
                                          <p:spTgt spid="82"/>
                                        </p:tgtEl>
                                        <p:attrNameLst>
                                          <p:attrName>ppt_y</p:attrName>
                                        </p:attrNameLst>
                                      </p:cBhvr>
                                      <p:tavLst>
                                        <p:tav tm="0">
                                          <p:val>
                                            <p:strVal val="#ppt_y+.1"/>
                                          </p:val>
                                        </p:tav>
                                        <p:tav tm="100000">
                                          <p:val>
                                            <p:strVal val="#ppt_y"/>
                                          </p:val>
                                        </p:tav>
                                      </p:tavLst>
                                    </p:anim>
                                  </p:childTnLst>
                                </p:cTn>
                              </p:par>
                            </p:childTnLst>
                          </p:cTn>
                        </p:par>
                        <p:par>
                          <p:cTn id="14" fill="hold">
                            <p:stCondLst>
                              <p:cond delay="3000"/>
                            </p:stCondLst>
                            <p:childTnLst>
                              <p:par>
                                <p:cTn id="15" presetID="53" presetClass="entr" presetSubtype="16" fill="hold" nodeType="afterEffect">
                                  <p:stCondLst>
                                    <p:cond delay="0"/>
                                  </p:stCondLst>
                                  <p:childTnLst>
                                    <p:set>
                                      <p:cBhvr>
                                        <p:cTn id="16" dur="1" fill="hold">
                                          <p:stCondLst>
                                            <p:cond delay="0"/>
                                          </p:stCondLst>
                                        </p:cTn>
                                        <p:tgtEl>
                                          <p:spTgt spid="60"/>
                                        </p:tgtEl>
                                        <p:attrNameLst>
                                          <p:attrName>style.visibility</p:attrName>
                                        </p:attrNameLst>
                                      </p:cBhvr>
                                      <p:to>
                                        <p:strVal val="visible"/>
                                      </p:to>
                                    </p:set>
                                    <p:anim calcmode="lin" valueType="num">
                                      <p:cBhvr>
                                        <p:cTn id="17" dur="500" fill="hold"/>
                                        <p:tgtEl>
                                          <p:spTgt spid="60"/>
                                        </p:tgtEl>
                                        <p:attrNameLst>
                                          <p:attrName>ppt_w</p:attrName>
                                        </p:attrNameLst>
                                      </p:cBhvr>
                                      <p:tavLst>
                                        <p:tav tm="0">
                                          <p:val>
                                            <p:fltVal val="0"/>
                                          </p:val>
                                        </p:tav>
                                        <p:tav tm="100000">
                                          <p:val>
                                            <p:strVal val="#ppt_w"/>
                                          </p:val>
                                        </p:tav>
                                      </p:tavLst>
                                    </p:anim>
                                    <p:anim calcmode="lin" valueType="num">
                                      <p:cBhvr>
                                        <p:cTn id="18" dur="500" fill="hold"/>
                                        <p:tgtEl>
                                          <p:spTgt spid="60"/>
                                        </p:tgtEl>
                                        <p:attrNameLst>
                                          <p:attrName>ppt_h</p:attrName>
                                        </p:attrNameLst>
                                      </p:cBhvr>
                                      <p:tavLst>
                                        <p:tav tm="0">
                                          <p:val>
                                            <p:fltVal val="0"/>
                                          </p:val>
                                        </p:tav>
                                        <p:tav tm="100000">
                                          <p:val>
                                            <p:strVal val="#ppt_h"/>
                                          </p:val>
                                        </p:tav>
                                      </p:tavLst>
                                    </p:anim>
                                    <p:animEffect transition="in" filter="fade">
                                      <p:cBhvr>
                                        <p:cTn id="19" dur="500"/>
                                        <p:tgtEl>
                                          <p:spTgt spid="60"/>
                                        </p:tgtEl>
                                      </p:cBhvr>
                                    </p:animEffect>
                                  </p:childTnLst>
                                </p:cTn>
                              </p:par>
                            </p:childTnLst>
                          </p:cTn>
                        </p:par>
                        <p:par>
                          <p:cTn id="20" fill="hold">
                            <p:stCondLst>
                              <p:cond delay="3500"/>
                            </p:stCondLst>
                            <p:childTnLst>
                              <p:par>
                                <p:cTn id="21" presetID="53" presetClass="entr" presetSubtype="16" fill="hold" nodeType="afterEffect">
                                  <p:stCondLst>
                                    <p:cond delay="0"/>
                                  </p:stCondLst>
                                  <p:childTnLst>
                                    <p:set>
                                      <p:cBhvr>
                                        <p:cTn id="22" dur="1" fill="hold">
                                          <p:stCondLst>
                                            <p:cond delay="0"/>
                                          </p:stCondLst>
                                        </p:cTn>
                                        <p:tgtEl>
                                          <p:spTgt spid="72"/>
                                        </p:tgtEl>
                                        <p:attrNameLst>
                                          <p:attrName>style.visibility</p:attrName>
                                        </p:attrNameLst>
                                      </p:cBhvr>
                                      <p:to>
                                        <p:strVal val="visible"/>
                                      </p:to>
                                    </p:set>
                                    <p:anim calcmode="lin" valueType="num">
                                      <p:cBhvr>
                                        <p:cTn id="23" dur="500" fill="hold"/>
                                        <p:tgtEl>
                                          <p:spTgt spid="72"/>
                                        </p:tgtEl>
                                        <p:attrNameLst>
                                          <p:attrName>ppt_w</p:attrName>
                                        </p:attrNameLst>
                                      </p:cBhvr>
                                      <p:tavLst>
                                        <p:tav tm="0">
                                          <p:val>
                                            <p:fltVal val="0"/>
                                          </p:val>
                                        </p:tav>
                                        <p:tav tm="100000">
                                          <p:val>
                                            <p:strVal val="#ppt_w"/>
                                          </p:val>
                                        </p:tav>
                                      </p:tavLst>
                                    </p:anim>
                                    <p:anim calcmode="lin" valueType="num">
                                      <p:cBhvr>
                                        <p:cTn id="24" dur="500" fill="hold"/>
                                        <p:tgtEl>
                                          <p:spTgt spid="72"/>
                                        </p:tgtEl>
                                        <p:attrNameLst>
                                          <p:attrName>ppt_h</p:attrName>
                                        </p:attrNameLst>
                                      </p:cBhvr>
                                      <p:tavLst>
                                        <p:tav tm="0">
                                          <p:val>
                                            <p:fltVal val="0"/>
                                          </p:val>
                                        </p:tav>
                                        <p:tav tm="100000">
                                          <p:val>
                                            <p:strVal val="#ppt_h"/>
                                          </p:val>
                                        </p:tav>
                                      </p:tavLst>
                                    </p:anim>
                                    <p:animEffect transition="in" filter="fade">
                                      <p:cBhvr>
                                        <p:cTn id="25" dur="500"/>
                                        <p:tgtEl>
                                          <p:spTgt spid="72"/>
                                        </p:tgtEl>
                                      </p:cBhvr>
                                    </p:animEffect>
                                  </p:childTnLst>
                                </p:cTn>
                              </p:par>
                            </p:childTnLst>
                          </p:cTn>
                        </p:par>
                        <p:par>
                          <p:cTn id="26" fill="hold">
                            <p:stCondLst>
                              <p:cond delay="4000"/>
                            </p:stCondLst>
                            <p:childTnLst>
                              <p:par>
                                <p:cTn id="27" presetID="53" presetClass="entr" presetSubtype="16" fill="hold" nodeType="after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p:cTn id="29" dur="500" fill="hold"/>
                                        <p:tgtEl>
                                          <p:spTgt spid="5"/>
                                        </p:tgtEl>
                                        <p:attrNameLst>
                                          <p:attrName>ppt_w</p:attrName>
                                        </p:attrNameLst>
                                      </p:cBhvr>
                                      <p:tavLst>
                                        <p:tav tm="0">
                                          <p:val>
                                            <p:fltVal val="0"/>
                                          </p:val>
                                        </p:tav>
                                        <p:tav tm="100000">
                                          <p:val>
                                            <p:strVal val="#ppt_w"/>
                                          </p:val>
                                        </p:tav>
                                      </p:tavLst>
                                    </p:anim>
                                    <p:anim calcmode="lin" valueType="num">
                                      <p:cBhvr>
                                        <p:cTn id="30" dur="500" fill="hold"/>
                                        <p:tgtEl>
                                          <p:spTgt spid="5"/>
                                        </p:tgtEl>
                                        <p:attrNameLst>
                                          <p:attrName>ppt_h</p:attrName>
                                        </p:attrNameLst>
                                      </p:cBhvr>
                                      <p:tavLst>
                                        <p:tav tm="0">
                                          <p:val>
                                            <p:fltVal val="0"/>
                                          </p:val>
                                        </p:tav>
                                        <p:tav tm="100000">
                                          <p:val>
                                            <p:strVal val="#ppt_h"/>
                                          </p:val>
                                        </p:tav>
                                      </p:tavLst>
                                    </p:anim>
                                    <p:animEffect transition="in" filter="fade">
                                      <p:cBhvr>
                                        <p:cTn id="3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42" name="矩形 41"/>
          <p:cNvSpPr/>
          <p:nvPr/>
        </p:nvSpPr>
        <p:spPr>
          <a:xfrm>
            <a:off x="635" y="0"/>
            <a:ext cx="12211050" cy="6865620"/>
          </a:xfrm>
          <a:prstGeom prst="rect">
            <a:avLst/>
          </a:prstGeom>
          <a:solidFill>
            <a:srgbClr val="F4F4F4">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同心圆 2"/>
          <p:cNvSpPr/>
          <p:nvPr/>
        </p:nvSpPr>
        <p:spPr>
          <a:xfrm flipV="1">
            <a:off x="9562465" y="4060825"/>
            <a:ext cx="4440555" cy="4440555"/>
          </a:xfrm>
          <a:prstGeom prst="donut">
            <a:avLst>
              <a:gd name="adj" fmla="val 12758"/>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445895" y="-2014855"/>
            <a:ext cx="4440555" cy="4440555"/>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p:cNvSpPr txBox="1"/>
          <p:nvPr/>
        </p:nvSpPr>
        <p:spPr>
          <a:xfrm>
            <a:off x="404178" y="457200"/>
            <a:ext cx="11403965" cy="2646045"/>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600" dirty="0">
                <a:ln>
                  <a:gradFill>
                    <a:gsLst>
                      <a:gs pos="12000">
                        <a:srgbClr val="26211B"/>
                      </a:gs>
                      <a:gs pos="77000">
                        <a:srgbClr val="F4F4F4"/>
                      </a:gs>
                    </a:gsLst>
                    <a:lin ang="5400000" scaled="1"/>
                  </a:gradFill>
                </a:ln>
                <a:noFill/>
                <a:latin typeface="字魂151号-联盟综艺体" panose="00000500000000000000" charset="-122"/>
                <a:ea typeface="字魂151号-联盟综艺体" panose="00000500000000000000" charset="-122"/>
                <a:cs typeface="思源黑体 CN Heavy" panose="020B0A00000000000000" charset="-122"/>
              </a:rPr>
              <a:t>PART 04</a:t>
            </a:r>
            <a:endParaRPr kumimoji="0" lang="en-US" altLang="zh-CN" sz="16600" i="0" u="none" strike="noStrike" kern="1200" cap="none" spc="0" normalizeH="0" baseline="0" noProof="0" dirty="0">
              <a:ln>
                <a:gradFill>
                  <a:gsLst>
                    <a:gs pos="12000">
                      <a:srgbClr val="26211B"/>
                    </a:gs>
                    <a:gs pos="77000">
                      <a:srgbClr val="F4F4F4"/>
                    </a:gs>
                  </a:gsLst>
                  <a:lin ang="5400000" scaled="1"/>
                </a:gradFill>
              </a:ln>
              <a:noFill/>
              <a:effectLst/>
              <a:uLnTx/>
              <a:uFillTx/>
              <a:latin typeface="字魂151号-联盟综艺体" panose="00000500000000000000" charset="-122"/>
              <a:ea typeface="字魂151号-联盟综艺体" panose="00000500000000000000" charset="-122"/>
              <a:cs typeface="思源黑体 CN Heavy" panose="020B0A00000000000000" charset="-122"/>
            </a:endParaRPr>
          </a:p>
        </p:txBody>
      </p:sp>
      <p:sp>
        <p:nvSpPr>
          <p:cNvPr id="36" name="文本框 35"/>
          <p:cNvSpPr txBox="1"/>
          <p:nvPr/>
        </p:nvSpPr>
        <p:spPr>
          <a:xfrm>
            <a:off x="3339783" y="2896235"/>
            <a:ext cx="5532755" cy="922020"/>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5400" dirty="0">
                <a:solidFill>
                  <a:srgbClr val="FEB51B"/>
                </a:solidFill>
                <a:latin typeface="字魂151号-联盟综艺体" panose="00000500000000000000" charset="-122"/>
                <a:ea typeface="字魂151号-联盟综艺体" panose="00000500000000000000" charset="-122"/>
                <a:cs typeface="思源黑体 CN Heavy" panose="020B0A00000000000000" charset="-122"/>
              </a:rPr>
              <a:t>年终工作总结</a:t>
            </a:r>
            <a:endParaRPr kumimoji="0" lang="zh-CN" altLang="en-US" sz="5400" i="0" u="none" strike="noStrike" kern="1200" cap="none" spc="0" normalizeH="0" baseline="0" noProof="0" dirty="0">
              <a:ln>
                <a:noFill/>
              </a:ln>
              <a:solidFill>
                <a:srgbClr val="FEB51B"/>
              </a:solidFill>
              <a:effectLst/>
              <a:uLnTx/>
              <a:uFillTx/>
              <a:latin typeface="字魂151号-联盟综艺体" panose="00000500000000000000" charset="-122"/>
              <a:ea typeface="字魂151号-联盟综艺体" panose="00000500000000000000" charset="-122"/>
              <a:cs typeface="思源黑体 CN Heavy" panose="020B0A00000000000000" charset="-122"/>
            </a:endParaRPr>
          </a:p>
        </p:txBody>
      </p:sp>
      <p:sp>
        <p:nvSpPr>
          <p:cNvPr id="37" name="文本框 36"/>
          <p:cNvSpPr txBox="1"/>
          <p:nvPr/>
        </p:nvSpPr>
        <p:spPr>
          <a:xfrm>
            <a:off x="3370263" y="1932940"/>
            <a:ext cx="5471795" cy="1106805"/>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sz="6600" dirty="0">
                <a:solidFill>
                  <a:srgbClr val="26211B"/>
                </a:solidFill>
                <a:latin typeface="字魂151号-联盟综艺体" panose="00000500000000000000" charset="-122"/>
                <a:ea typeface="字魂151号-联盟综艺体" panose="00000500000000000000" charset="-122"/>
                <a:cs typeface="思源黑体 CN Heavy" panose="020B0A00000000000000" charset="-122"/>
              </a:rPr>
              <a:t>未来发展规划</a:t>
            </a:r>
          </a:p>
        </p:txBody>
      </p:sp>
      <p:grpSp>
        <p:nvGrpSpPr>
          <p:cNvPr id="78" name="组合 77"/>
          <p:cNvGrpSpPr/>
          <p:nvPr/>
        </p:nvGrpSpPr>
        <p:grpSpPr>
          <a:xfrm>
            <a:off x="560705" y="164783"/>
            <a:ext cx="11071225" cy="6483032"/>
            <a:chOff x="1038" y="260"/>
            <a:chExt cx="17435" cy="10209"/>
          </a:xfrm>
        </p:grpSpPr>
        <p:sp>
          <p:nvSpPr>
            <p:cNvPr id="144" name="文本框 143"/>
            <p:cNvSpPr txBox="1"/>
            <p:nvPr/>
          </p:nvSpPr>
          <p:spPr>
            <a:xfrm>
              <a:off x="1038" y="10035"/>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sp>
          <p:nvSpPr>
            <p:cNvPr id="77" name="文本框 76"/>
            <p:cNvSpPr txBox="1"/>
            <p:nvPr/>
          </p:nvSpPr>
          <p:spPr>
            <a:xfrm>
              <a:off x="1038" y="260"/>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grpSp>
      <p:sp>
        <p:nvSpPr>
          <p:cNvPr id="39" name="圆角矩形 38"/>
          <p:cNvSpPr/>
          <p:nvPr/>
        </p:nvSpPr>
        <p:spPr>
          <a:xfrm>
            <a:off x="3197225" y="3844925"/>
            <a:ext cx="5817870" cy="549910"/>
          </a:xfrm>
          <a:prstGeom prst="roundRect">
            <a:avLst>
              <a:gd name="adj" fmla="val 0"/>
            </a:avLst>
          </a:prstGeom>
          <a:noFill/>
          <a:ln>
            <a:no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b="1" dirty="0">
                <a:solidFill>
                  <a:schemeClr val="tx1">
                    <a:lumMod val="75000"/>
                    <a:lumOff val="25000"/>
                  </a:schemeClr>
                </a:solidFill>
                <a:latin typeface="思源黑体 CN Medium" panose="020B0600000000000000" charset="-122"/>
                <a:ea typeface="思源黑体 CN Medium" panose="020B0600000000000000" charset="-122"/>
                <a:cs typeface="思源黑体 CN Heavy" panose="020B0A00000000000000" charset="-122"/>
                <a:sym typeface="+mn-ea"/>
              </a:rPr>
              <a:t>BLUE COLOR BUSINESS PLANNING TEMPLATE</a:t>
            </a:r>
          </a:p>
        </p:txBody>
      </p:sp>
      <p:sp>
        <p:nvSpPr>
          <p:cNvPr id="40" name="圆角矩形 39"/>
          <p:cNvSpPr/>
          <p:nvPr/>
        </p:nvSpPr>
        <p:spPr>
          <a:xfrm>
            <a:off x="3606800" y="4815205"/>
            <a:ext cx="2279650" cy="549910"/>
          </a:xfrm>
          <a:prstGeom prst="roundRect">
            <a:avLst>
              <a:gd name="adj" fmla="val 50000"/>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t>汇报人：</a:t>
            </a:r>
            <a:endParaRPr lang="zh-CN" altLang="en-US" sz="1600" dirty="0">
              <a:solidFill>
                <a:schemeClr val="bg1"/>
              </a:solidFill>
              <a:latin typeface="字魂151号-联盟综艺体" panose="00000500000000000000" charset="-122"/>
              <a:ea typeface="字魂151号-联盟综艺体" panose="00000500000000000000" charset="-122"/>
              <a:cs typeface="思源黑体 CN Heavy" panose="020B0A00000000000000" charset="-122"/>
              <a:sym typeface="+mn-ea"/>
            </a:endParaRPr>
          </a:p>
        </p:txBody>
      </p:sp>
      <p:sp>
        <p:nvSpPr>
          <p:cNvPr id="41" name="圆角矩形 40"/>
          <p:cNvSpPr/>
          <p:nvPr/>
        </p:nvSpPr>
        <p:spPr>
          <a:xfrm>
            <a:off x="6304915" y="4815205"/>
            <a:ext cx="2279650" cy="549910"/>
          </a:xfrm>
          <a:prstGeom prst="roundRect">
            <a:avLst>
              <a:gd name="adj" fmla="val 50000"/>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dirty="0">
                <a:solidFill>
                  <a:schemeClr val="bg1"/>
                </a:solidFill>
                <a:latin typeface="字魂151号-联盟综艺体" panose="00000500000000000000" charset="-122"/>
                <a:ea typeface="字魂151号-联盟综艺体" panose="00000500000000000000" charset="-122"/>
                <a:cs typeface="字魂151号-联盟综艺体" panose="00000500000000000000" charset="-122"/>
                <a:sym typeface="+mn-ea"/>
              </a:rPr>
              <a:t>时间：</a:t>
            </a:r>
            <a:r>
              <a:rPr lang="en-US" altLang="zh-CN" sz="1600" dirty="0">
                <a:solidFill>
                  <a:schemeClr val="bg1"/>
                </a:solidFill>
                <a:latin typeface="字魂151号-联盟综艺体" panose="00000500000000000000" charset="-122"/>
                <a:ea typeface="字魂151号-联盟综艺体" panose="00000500000000000000" charset="-122"/>
                <a:cs typeface="字魂151号-联盟综艺体" panose="00000500000000000000" charset="-122"/>
                <a:sym typeface="+mn-ea"/>
              </a:rPr>
              <a:t>20XX</a:t>
            </a:r>
          </a:p>
        </p:txBody>
      </p:sp>
      <p:grpSp>
        <p:nvGrpSpPr>
          <p:cNvPr id="12" name="组合 11"/>
          <p:cNvGrpSpPr/>
          <p:nvPr/>
        </p:nvGrpSpPr>
        <p:grpSpPr>
          <a:xfrm>
            <a:off x="8541460" y="5363929"/>
            <a:ext cx="966066" cy="798214"/>
            <a:chOff x="9608895" y="5661744"/>
            <a:chExt cx="966066" cy="798214"/>
          </a:xfrm>
          <a:solidFill>
            <a:srgbClr val="26211B"/>
          </a:solidFill>
        </p:grpSpPr>
        <p:sp>
          <p:nvSpPr>
            <p:cNvPr id="8" name="Freeform: Shape 72"/>
            <p:cNvSpPr/>
            <p:nvPr/>
          </p:nvSpPr>
          <p:spPr>
            <a:xfrm rot="900000">
              <a:off x="10086716" y="5661744"/>
              <a:ext cx="488245" cy="486465"/>
            </a:xfrm>
            <a:custGeom>
              <a:avLst/>
              <a:gdLst>
                <a:gd name="connsiteX0" fmla="*/ 0 w 1225398"/>
                <a:gd name="connsiteY0" fmla="*/ 169222 h 1220932"/>
                <a:gd name="connsiteX1" fmla="*/ 144732 w 1225398"/>
                <a:gd name="connsiteY1" fmla="*/ 5194 h 1220932"/>
                <a:gd name="connsiteX2" fmla="*/ 279815 w 1225398"/>
                <a:gd name="connsiteY2" fmla="*/ 53438 h 1220932"/>
                <a:gd name="connsiteX3" fmla="*/ 1206101 w 1225398"/>
                <a:gd name="connsiteY3" fmla="*/ 1124446 h 1220932"/>
                <a:gd name="connsiteX4" fmla="*/ 1225399 w 1225398"/>
                <a:gd name="connsiteY4" fmla="*/ 1211284 h 1220932"/>
                <a:gd name="connsiteX5" fmla="*/ 1138560 w 1225398"/>
                <a:gd name="connsiteY5" fmla="*/ 1220933 h 1220932"/>
                <a:gd name="connsiteX6" fmla="*/ 125434 w 1225398"/>
                <a:gd name="connsiteY6" fmla="*/ 400792 h 1220932"/>
                <a:gd name="connsiteX7" fmla="*/ 0 w 1225398"/>
                <a:gd name="connsiteY7" fmla="*/ 169222 h 1220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5398" h="1220932">
                  <a:moveTo>
                    <a:pt x="0" y="169222"/>
                  </a:moveTo>
                  <a:cubicBezTo>
                    <a:pt x="48244" y="111330"/>
                    <a:pt x="86839" y="43789"/>
                    <a:pt x="144732" y="5194"/>
                  </a:cubicBezTo>
                  <a:cubicBezTo>
                    <a:pt x="173679" y="-14103"/>
                    <a:pt x="250869" y="24492"/>
                    <a:pt x="279815" y="53438"/>
                  </a:cubicBezTo>
                  <a:cubicBezTo>
                    <a:pt x="607875" y="391143"/>
                    <a:pt x="955232" y="719200"/>
                    <a:pt x="1206101" y="1124446"/>
                  </a:cubicBezTo>
                  <a:cubicBezTo>
                    <a:pt x="1215750" y="1143743"/>
                    <a:pt x="1215750" y="1182338"/>
                    <a:pt x="1225399" y="1211284"/>
                  </a:cubicBezTo>
                  <a:cubicBezTo>
                    <a:pt x="1196452" y="1211284"/>
                    <a:pt x="1157857" y="1220933"/>
                    <a:pt x="1138560" y="1220933"/>
                  </a:cubicBezTo>
                  <a:cubicBezTo>
                    <a:pt x="685065" y="1095500"/>
                    <a:pt x="366655" y="786741"/>
                    <a:pt x="125434" y="400792"/>
                  </a:cubicBezTo>
                  <a:cubicBezTo>
                    <a:pt x="77190" y="333251"/>
                    <a:pt x="48244" y="256061"/>
                    <a:pt x="0" y="169222"/>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9" name="Freeform: Shape 73"/>
            <p:cNvSpPr/>
            <p:nvPr/>
          </p:nvSpPr>
          <p:spPr>
            <a:xfrm rot="900000">
              <a:off x="9797933" y="6071856"/>
              <a:ext cx="293229" cy="298545"/>
            </a:xfrm>
            <a:custGeom>
              <a:avLst/>
              <a:gdLst>
                <a:gd name="connsiteX0" fmla="*/ 611818 w 735946"/>
                <a:gd name="connsiteY0" fmla="*/ 749289 h 749289"/>
                <a:gd name="connsiteX1" fmla="*/ 457437 w 735946"/>
                <a:gd name="connsiteY1" fmla="*/ 691397 h 749289"/>
                <a:gd name="connsiteX2" fmla="*/ 23241 w 735946"/>
                <a:gd name="connsiteY2" fmla="*/ 247556 h 749289"/>
                <a:gd name="connsiteX3" fmla="*/ 90782 w 735946"/>
                <a:gd name="connsiteY3" fmla="*/ 6338 h 749289"/>
                <a:gd name="connsiteX4" fmla="*/ 196919 w 735946"/>
                <a:gd name="connsiteY4" fmla="*/ 15987 h 749289"/>
                <a:gd name="connsiteX5" fmla="*/ 727604 w 735946"/>
                <a:gd name="connsiteY5" fmla="*/ 604559 h 749289"/>
                <a:gd name="connsiteX6" fmla="*/ 611818 w 735946"/>
                <a:gd name="connsiteY6" fmla="*/ 749289 h 74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5946" h="749289">
                  <a:moveTo>
                    <a:pt x="611818" y="749289"/>
                  </a:moveTo>
                  <a:cubicBezTo>
                    <a:pt x="573223" y="739641"/>
                    <a:pt x="515330" y="720343"/>
                    <a:pt x="457437" y="691397"/>
                  </a:cubicBezTo>
                  <a:cubicBezTo>
                    <a:pt x="264461" y="594910"/>
                    <a:pt x="129378" y="440530"/>
                    <a:pt x="23241" y="247556"/>
                  </a:cubicBezTo>
                  <a:cubicBezTo>
                    <a:pt x="-25003" y="160717"/>
                    <a:pt x="3943" y="54581"/>
                    <a:pt x="90782" y="6338"/>
                  </a:cubicBezTo>
                  <a:cubicBezTo>
                    <a:pt x="119729" y="-3311"/>
                    <a:pt x="167973" y="-3311"/>
                    <a:pt x="196919" y="15987"/>
                  </a:cubicBezTo>
                  <a:cubicBezTo>
                    <a:pt x="438140" y="151069"/>
                    <a:pt x="611818" y="353692"/>
                    <a:pt x="727604" y="604559"/>
                  </a:cubicBezTo>
                  <a:cubicBezTo>
                    <a:pt x="756550" y="672100"/>
                    <a:pt x="708306" y="749289"/>
                    <a:pt x="611818" y="749289"/>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0" name="Freeform: Shape 74"/>
            <p:cNvSpPr/>
            <p:nvPr/>
          </p:nvSpPr>
          <p:spPr>
            <a:xfrm rot="900000">
              <a:off x="9985044" y="5926402"/>
              <a:ext cx="291519" cy="279323"/>
            </a:xfrm>
            <a:custGeom>
              <a:avLst/>
              <a:gdLst>
                <a:gd name="connsiteX0" fmla="*/ 731654 w 731654"/>
                <a:gd name="connsiteY0" fmla="*/ 701046 h 701045"/>
                <a:gd name="connsiteX1" fmla="*/ 268511 w 731654"/>
                <a:gd name="connsiteY1" fmla="*/ 450179 h 701045"/>
                <a:gd name="connsiteX2" fmla="*/ 7993 w 731654"/>
                <a:gd name="connsiteY2" fmla="*/ 102825 h 701045"/>
                <a:gd name="connsiteX3" fmla="*/ 27291 w 731654"/>
                <a:gd name="connsiteY3" fmla="*/ 6338 h 701045"/>
                <a:gd name="connsiteX4" fmla="*/ 104481 w 731654"/>
                <a:gd name="connsiteY4" fmla="*/ 15986 h 701045"/>
                <a:gd name="connsiteX5" fmla="*/ 413243 w 731654"/>
                <a:gd name="connsiteY5" fmla="*/ 334394 h 701045"/>
                <a:gd name="connsiteX6" fmla="*/ 693059 w 731654"/>
                <a:gd name="connsiteY6" fmla="*/ 643153 h 701045"/>
                <a:gd name="connsiteX7" fmla="*/ 731654 w 731654"/>
                <a:gd name="connsiteY7" fmla="*/ 701046 h 701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1654" h="701045">
                  <a:moveTo>
                    <a:pt x="731654" y="701046"/>
                  </a:moveTo>
                  <a:cubicBezTo>
                    <a:pt x="529029" y="691397"/>
                    <a:pt x="384297" y="575612"/>
                    <a:pt x="268511" y="450179"/>
                  </a:cubicBezTo>
                  <a:cubicBezTo>
                    <a:pt x="172023" y="344043"/>
                    <a:pt x="85184" y="228258"/>
                    <a:pt x="7993" y="102825"/>
                  </a:cubicBezTo>
                  <a:cubicBezTo>
                    <a:pt x="-11304" y="83528"/>
                    <a:pt x="7993" y="25635"/>
                    <a:pt x="27291" y="6338"/>
                  </a:cubicBezTo>
                  <a:cubicBezTo>
                    <a:pt x="27291" y="-3311"/>
                    <a:pt x="85184" y="-3311"/>
                    <a:pt x="104481" y="15986"/>
                  </a:cubicBezTo>
                  <a:cubicBezTo>
                    <a:pt x="210618" y="122122"/>
                    <a:pt x="316755" y="228258"/>
                    <a:pt x="413243" y="334394"/>
                  </a:cubicBezTo>
                  <a:cubicBezTo>
                    <a:pt x="509731" y="440530"/>
                    <a:pt x="596571" y="546666"/>
                    <a:pt x="693059" y="643153"/>
                  </a:cubicBezTo>
                  <a:cubicBezTo>
                    <a:pt x="712356" y="652802"/>
                    <a:pt x="722005" y="672100"/>
                    <a:pt x="731654" y="701046"/>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1" name="Freeform: Shape 75"/>
            <p:cNvSpPr/>
            <p:nvPr/>
          </p:nvSpPr>
          <p:spPr>
            <a:xfrm rot="900000">
              <a:off x="9608895" y="6329170"/>
              <a:ext cx="128789" cy="130788"/>
            </a:xfrm>
            <a:custGeom>
              <a:avLst/>
              <a:gdLst>
                <a:gd name="connsiteX0" fmla="*/ 323235 w 323235"/>
                <a:gd name="connsiteY0" fmla="*/ 250867 h 328251"/>
                <a:gd name="connsiteX1" fmla="*/ 217098 w 323235"/>
                <a:gd name="connsiteY1" fmla="*/ 318408 h 328251"/>
                <a:gd name="connsiteX2" fmla="*/ 14473 w 323235"/>
                <a:gd name="connsiteY2" fmla="*/ 164028 h 328251"/>
                <a:gd name="connsiteX3" fmla="*/ 14473 w 323235"/>
                <a:gd name="connsiteY3" fmla="*/ 67541 h 328251"/>
                <a:gd name="connsiteX4" fmla="*/ 110961 w 323235"/>
                <a:gd name="connsiteY4" fmla="*/ 0 h 328251"/>
                <a:gd name="connsiteX5" fmla="*/ 323235 w 323235"/>
                <a:gd name="connsiteY5" fmla="*/ 250867 h 328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3235" h="328251">
                  <a:moveTo>
                    <a:pt x="323235" y="250867"/>
                  </a:moveTo>
                  <a:cubicBezTo>
                    <a:pt x="323235" y="308759"/>
                    <a:pt x="255693" y="347354"/>
                    <a:pt x="217098" y="318408"/>
                  </a:cubicBezTo>
                  <a:cubicBezTo>
                    <a:pt x="149557" y="270164"/>
                    <a:pt x="72366" y="221921"/>
                    <a:pt x="14473" y="164028"/>
                  </a:cubicBezTo>
                  <a:cubicBezTo>
                    <a:pt x="-4824" y="144731"/>
                    <a:pt x="-4824" y="96487"/>
                    <a:pt x="14473" y="67541"/>
                  </a:cubicBezTo>
                  <a:cubicBezTo>
                    <a:pt x="33771" y="38595"/>
                    <a:pt x="82015" y="0"/>
                    <a:pt x="110961" y="0"/>
                  </a:cubicBezTo>
                  <a:cubicBezTo>
                    <a:pt x="168854" y="9649"/>
                    <a:pt x="313586" y="192974"/>
                    <a:pt x="323235" y="250867"/>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6" presetClass="entr" presetSubtype="0" fill="hold" grpId="0" nodeType="clickEffect">
                                  <p:stCondLst>
                                    <p:cond delay="0"/>
                                  </p:stCondLst>
                                  <p:iterate type="lt">
                                    <p:tmPct val="10000"/>
                                  </p:iterate>
                                  <p:childTnLst>
                                    <p:set>
                                      <p:cBhvr>
                                        <p:cTn id="6" dur="1" fill="hold">
                                          <p:stCondLst>
                                            <p:cond delay="0"/>
                                          </p:stCondLst>
                                        </p:cTn>
                                        <p:tgtEl>
                                          <p:spTgt spid="37"/>
                                        </p:tgtEl>
                                        <p:attrNameLst>
                                          <p:attrName>style.visibility</p:attrName>
                                        </p:attrNameLst>
                                      </p:cBhvr>
                                      <p:to>
                                        <p:strVal val="visible"/>
                                      </p:to>
                                    </p:set>
                                    <p:anim by="(-#ppt_w*2)" calcmode="lin" valueType="num">
                                      <p:cBhvr rctx="PPT">
                                        <p:cTn id="7" dur="500" autoRev="1" fill="hold">
                                          <p:stCondLst>
                                            <p:cond delay="0"/>
                                          </p:stCondLst>
                                        </p:cTn>
                                        <p:tgtEl>
                                          <p:spTgt spid="37"/>
                                        </p:tgtEl>
                                        <p:attrNameLst>
                                          <p:attrName>ppt_w</p:attrName>
                                        </p:attrNameLst>
                                      </p:cBhvr>
                                    </p:anim>
                                    <p:anim by="(#ppt_w*0.50)" calcmode="lin" valueType="num">
                                      <p:cBhvr>
                                        <p:cTn id="8" dur="500" decel="50000" autoRev="1" fill="hold">
                                          <p:stCondLst>
                                            <p:cond delay="0"/>
                                          </p:stCondLst>
                                        </p:cTn>
                                        <p:tgtEl>
                                          <p:spTgt spid="37"/>
                                        </p:tgtEl>
                                        <p:attrNameLst>
                                          <p:attrName>ppt_x</p:attrName>
                                        </p:attrNameLst>
                                      </p:cBhvr>
                                    </p:anim>
                                    <p:anim from="(-#ppt_h/2)" to="(#ppt_y)" calcmode="lin" valueType="num">
                                      <p:cBhvr>
                                        <p:cTn id="9" dur="1000" fill="hold">
                                          <p:stCondLst>
                                            <p:cond delay="0"/>
                                          </p:stCondLst>
                                        </p:cTn>
                                        <p:tgtEl>
                                          <p:spTgt spid="37"/>
                                        </p:tgtEl>
                                        <p:attrNameLst>
                                          <p:attrName>ppt_y</p:attrName>
                                        </p:attrNameLst>
                                      </p:cBhvr>
                                    </p:anim>
                                    <p:animRot by="21600000">
                                      <p:cBhvr>
                                        <p:cTn id="10" dur="1000" fill="hold">
                                          <p:stCondLst>
                                            <p:cond delay="0"/>
                                          </p:stCondLst>
                                        </p:cTn>
                                        <p:tgtEl>
                                          <p:spTgt spid="37"/>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56" presetClass="entr" presetSubtype="0" fill="hold" grpId="0" nodeType="clickEffect">
                                  <p:stCondLst>
                                    <p:cond delay="0"/>
                                  </p:stCondLst>
                                  <p:iterate type="lt">
                                    <p:tmPct val="10000"/>
                                  </p:iterate>
                                  <p:childTnLst>
                                    <p:set>
                                      <p:cBhvr>
                                        <p:cTn id="14" dur="1" fill="hold">
                                          <p:stCondLst>
                                            <p:cond delay="0"/>
                                          </p:stCondLst>
                                        </p:cTn>
                                        <p:tgtEl>
                                          <p:spTgt spid="36"/>
                                        </p:tgtEl>
                                        <p:attrNameLst>
                                          <p:attrName>style.visibility</p:attrName>
                                        </p:attrNameLst>
                                      </p:cBhvr>
                                      <p:to>
                                        <p:strVal val="visible"/>
                                      </p:to>
                                    </p:set>
                                    <p:anim by="(-#ppt_w*2)" calcmode="lin" valueType="num">
                                      <p:cBhvr rctx="PPT">
                                        <p:cTn id="15" dur="500" autoRev="1" fill="hold">
                                          <p:stCondLst>
                                            <p:cond delay="0"/>
                                          </p:stCondLst>
                                        </p:cTn>
                                        <p:tgtEl>
                                          <p:spTgt spid="36"/>
                                        </p:tgtEl>
                                        <p:attrNameLst>
                                          <p:attrName>ppt_w</p:attrName>
                                        </p:attrNameLst>
                                      </p:cBhvr>
                                    </p:anim>
                                    <p:anim by="(#ppt_w*0.50)" calcmode="lin" valueType="num">
                                      <p:cBhvr>
                                        <p:cTn id="16" dur="500" decel="50000" autoRev="1" fill="hold">
                                          <p:stCondLst>
                                            <p:cond delay="0"/>
                                          </p:stCondLst>
                                        </p:cTn>
                                        <p:tgtEl>
                                          <p:spTgt spid="36"/>
                                        </p:tgtEl>
                                        <p:attrNameLst>
                                          <p:attrName>ppt_x</p:attrName>
                                        </p:attrNameLst>
                                      </p:cBhvr>
                                    </p:anim>
                                    <p:anim from="(-#ppt_h/2)" to="(#ppt_y)" calcmode="lin" valueType="num">
                                      <p:cBhvr>
                                        <p:cTn id="17" dur="1000" fill="hold">
                                          <p:stCondLst>
                                            <p:cond delay="0"/>
                                          </p:stCondLst>
                                        </p:cTn>
                                        <p:tgtEl>
                                          <p:spTgt spid="36"/>
                                        </p:tgtEl>
                                        <p:attrNameLst>
                                          <p:attrName>ppt_y</p:attrName>
                                        </p:attrNameLst>
                                      </p:cBhvr>
                                    </p:anim>
                                    <p:animRot by="21600000">
                                      <p:cBhvr>
                                        <p:cTn id="18" dur="1000" fill="hold">
                                          <p:stCondLst>
                                            <p:cond delay="0"/>
                                          </p:stCondLst>
                                        </p:cTn>
                                        <p:tgtEl>
                                          <p:spTgt spid="36"/>
                                        </p:tgtEl>
                                        <p:attrNameLst>
                                          <p:attrName>r</p:attrName>
                                        </p:attrNameLst>
                                      </p:cBhvr>
                                    </p:animRot>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grpId="0" nodeType="clickEffect">
                                  <p:stCondLst>
                                    <p:cond delay="0"/>
                                  </p:stCondLst>
                                  <p:childTnLst>
                                    <p:set>
                                      <p:cBhvr>
                                        <p:cTn id="22" dur="1" fill="hold">
                                          <p:stCondLst>
                                            <p:cond delay="0"/>
                                          </p:stCondLst>
                                        </p:cTn>
                                        <p:tgtEl>
                                          <p:spTgt spid="39"/>
                                        </p:tgtEl>
                                        <p:attrNameLst>
                                          <p:attrName>style.visibility</p:attrName>
                                        </p:attrNameLst>
                                      </p:cBhvr>
                                      <p:to>
                                        <p:strVal val="visible"/>
                                      </p:to>
                                    </p:set>
                                    <p:anim calcmode="lin" valueType="num">
                                      <p:cBhvr additive="base">
                                        <p:cTn id="23" dur="500"/>
                                        <p:tgtEl>
                                          <p:spTgt spid="39"/>
                                        </p:tgtEl>
                                        <p:attrNameLst>
                                          <p:attrName>ppt_y</p:attrName>
                                        </p:attrNameLst>
                                      </p:cBhvr>
                                      <p:tavLst>
                                        <p:tav tm="0">
                                          <p:val>
                                            <p:strVal val="#ppt_y+#ppt_h*1.125000"/>
                                          </p:val>
                                        </p:tav>
                                        <p:tav tm="100000">
                                          <p:val>
                                            <p:strVal val="#ppt_y"/>
                                          </p:val>
                                        </p:tav>
                                      </p:tavLst>
                                    </p:anim>
                                    <p:animEffect transition="in" filter="wipe(up)">
                                      <p:cBhvr>
                                        <p:cTn id="24" dur="500"/>
                                        <p:tgtEl>
                                          <p:spTgt spid="39"/>
                                        </p:tgtEl>
                                      </p:cBhvr>
                                    </p:animEffect>
                                  </p:childTnLst>
                                </p:cTn>
                              </p:par>
                            </p:childTnLst>
                          </p:cTn>
                        </p:par>
                      </p:childTnLst>
                    </p:cTn>
                  </p:par>
                  <p:par>
                    <p:cTn id="25" fill="hold">
                      <p:stCondLst>
                        <p:cond delay="indefinite"/>
                      </p:stCondLst>
                      <p:childTnLst>
                        <p:par>
                          <p:cTn id="26" fill="hold">
                            <p:stCondLst>
                              <p:cond delay="0"/>
                            </p:stCondLst>
                            <p:childTnLst>
                              <p:par>
                                <p:cTn id="27" presetID="50" presetClass="entr" presetSubtype="0" decel="100000" fill="hold" grpId="0" nodeType="clickEffect">
                                  <p:stCondLst>
                                    <p:cond delay="0"/>
                                  </p:stCondLst>
                                  <p:childTnLst>
                                    <p:set>
                                      <p:cBhvr>
                                        <p:cTn id="28" dur="1" fill="hold">
                                          <p:stCondLst>
                                            <p:cond delay="0"/>
                                          </p:stCondLst>
                                        </p:cTn>
                                        <p:tgtEl>
                                          <p:spTgt spid="38"/>
                                        </p:tgtEl>
                                        <p:attrNameLst>
                                          <p:attrName>style.visibility</p:attrName>
                                        </p:attrNameLst>
                                      </p:cBhvr>
                                      <p:to>
                                        <p:strVal val="visible"/>
                                      </p:to>
                                    </p:set>
                                    <p:anim calcmode="lin" valueType="num">
                                      <p:cBhvr>
                                        <p:cTn id="29" dur="1000" fill="hold"/>
                                        <p:tgtEl>
                                          <p:spTgt spid="38"/>
                                        </p:tgtEl>
                                        <p:attrNameLst>
                                          <p:attrName>ppt_w</p:attrName>
                                        </p:attrNameLst>
                                      </p:cBhvr>
                                      <p:tavLst>
                                        <p:tav tm="0">
                                          <p:val>
                                            <p:strVal val="#ppt_w+.3"/>
                                          </p:val>
                                        </p:tav>
                                        <p:tav tm="100000">
                                          <p:val>
                                            <p:strVal val="#ppt_w"/>
                                          </p:val>
                                        </p:tav>
                                      </p:tavLst>
                                    </p:anim>
                                    <p:anim calcmode="lin" valueType="num">
                                      <p:cBhvr>
                                        <p:cTn id="30" dur="1000" fill="hold"/>
                                        <p:tgtEl>
                                          <p:spTgt spid="38"/>
                                        </p:tgtEl>
                                        <p:attrNameLst>
                                          <p:attrName>ppt_h</p:attrName>
                                        </p:attrNameLst>
                                      </p:cBhvr>
                                      <p:tavLst>
                                        <p:tav tm="0">
                                          <p:val>
                                            <p:strVal val="#ppt_h"/>
                                          </p:val>
                                        </p:tav>
                                        <p:tav tm="100000">
                                          <p:val>
                                            <p:strVal val="#ppt_h"/>
                                          </p:val>
                                        </p:tav>
                                      </p:tavLst>
                                    </p:anim>
                                    <p:animEffect transition="in" filter="fade">
                                      <p:cBhvr>
                                        <p:cTn id="31" dur="1000"/>
                                        <p:tgtEl>
                                          <p:spTgt spid="38"/>
                                        </p:tgtEl>
                                      </p:cBhvr>
                                    </p:animEffect>
                                  </p:childTnLst>
                                </p:cTn>
                              </p:par>
                            </p:childTnLst>
                          </p:cTn>
                        </p:par>
                      </p:childTnLst>
                    </p:cTn>
                  </p:par>
                  <p:par>
                    <p:cTn id="32" fill="hold">
                      <p:stCondLst>
                        <p:cond delay="indefinite"/>
                      </p:stCondLst>
                      <p:childTnLst>
                        <p:par>
                          <p:cTn id="33" fill="hold">
                            <p:stCondLst>
                              <p:cond delay="0"/>
                            </p:stCondLst>
                            <p:childTnLst>
                              <p:par>
                                <p:cTn id="34" presetID="43" presetClass="entr" presetSubtype="0" fill="hold" grpId="0" nodeType="click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100"/>
                                        <p:tgtEl>
                                          <p:spTgt spid="40"/>
                                        </p:tgtEl>
                                      </p:cBhvr>
                                    </p:animEffect>
                                    <p:anim calcmode="lin" valueType="num">
                                      <p:cBhvr>
                                        <p:cTn id="37" dur="400" fill="hold"/>
                                        <p:tgtEl>
                                          <p:spTgt spid="40"/>
                                        </p:tgtEl>
                                        <p:attrNameLst>
                                          <p:attrName>ppt_x</p:attrName>
                                        </p:attrNameLst>
                                      </p:cBhvr>
                                      <p:tavLst>
                                        <p:tav tm="0">
                                          <p:val>
                                            <p:strVal val="#ppt_x"/>
                                          </p:val>
                                        </p:tav>
                                        <p:tav tm="100000">
                                          <p:val>
                                            <p:strVal val="#ppt_x"/>
                                          </p:val>
                                        </p:tav>
                                      </p:tavLst>
                                    </p:anim>
                                    <p:anim calcmode="lin" valueType="num">
                                      <p:cBhvr>
                                        <p:cTn id="38" dur="400" fill="hold"/>
                                        <p:tgtEl>
                                          <p:spTgt spid="40"/>
                                        </p:tgtEl>
                                        <p:attrNameLst>
                                          <p:attrName>ppt_y</p:attrName>
                                        </p:attrNameLst>
                                      </p:cBhvr>
                                      <p:tavLst>
                                        <p:tav tm="0">
                                          <p:val>
                                            <p:strVal val="#ppt_y+0.31"/>
                                          </p:val>
                                        </p:tav>
                                        <p:tav tm="100000">
                                          <p:val>
                                            <p:strVal val="#ppt_y+0.31"/>
                                          </p:val>
                                        </p:tav>
                                      </p:tavLst>
                                    </p:anim>
                                    <p:anim calcmode="lin" valueType="num">
                                      <p:cBhvr>
                                        <p:cTn id="39" dur="600" decel="50000" fill="hold">
                                          <p:stCondLst>
                                            <p:cond delay="400"/>
                                          </p:stCondLst>
                                        </p:cTn>
                                        <p:tgtEl>
                                          <p:spTgt spid="40"/>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40" dur="600" decel="50000" fill="hold">
                                          <p:stCondLst>
                                            <p:cond delay="400"/>
                                          </p:stCondLst>
                                        </p:cTn>
                                        <p:tgtEl>
                                          <p:spTgt spid="40"/>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3" presetClass="entr" presetSubtype="0" fill="hold" grpId="0" nodeType="clickEffect">
                                  <p:stCondLst>
                                    <p:cond delay="0"/>
                                  </p:stCondLst>
                                  <p:childTnLst>
                                    <p:set>
                                      <p:cBhvr>
                                        <p:cTn id="44" dur="1" fill="hold">
                                          <p:stCondLst>
                                            <p:cond delay="0"/>
                                          </p:stCondLst>
                                        </p:cTn>
                                        <p:tgtEl>
                                          <p:spTgt spid="41"/>
                                        </p:tgtEl>
                                        <p:attrNameLst>
                                          <p:attrName>style.visibility</p:attrName>
                                        </p:attrNameLst>
                                      </p:cBhvr>
                                      <p:to>
                                        <p:strVal val="visible"/>
                                      </p:to>
                                    </p:set>
                                    <p:animEffect transition="in" filter="fade">
                                      <p:cBhvr>
                                        <p:cTn id="45" dur="100"/>
                                        <p:tgtEl>
                                          <p:spTgt spid="41"/>
                                        </p:tgtEl>
                                      </p:cBhvr>
                                    </p:animEffect>
                                    <p:anim calcmode="lin" valueType="num">
                                      <p:cBhvr>
                                        <p:cTn id="46" dur="400" fill="hold"/>
                                        <p:tgtEl>
                                          <p:spTgt spid="41"/>
                                        </p:tgtEl>
                                        <p:attrNameLst>
                                          <p:attrName>ppt_x</p:attrName>
                                        </p:attrNameLst>
                                      </p:cBhvr>
                                      <p:tavLst>
                                        <p:tav tm="0">
                                          <p:val>
                                            <p:strVal val="#ppt_x"/>
                                          </p:val>
                                        </p:tav>
                                        <p:tav tm="100000">
                                          <p:val>
                                            <p:strVal val="#ppt_x"/>
                                          </p:val>
                                        </p:tav>
                                      </p:tavLst>
                                    </p:anim>
                                    <p:anim calcmode="lin" valueType="num">
                                      <p:cBhvr>
                                        <p:cTn id="47" dur="400" fill="hold"/>
                                        <p:tgtEl>
                                          <p:spTgt spid="41"/>
                                        </p:tgtEl>
                                        <p:attrNameLst>
                                          <p:attrName>ppt_y</p:attrName>
                                        </p:attrNameLst>
                                      </p:cBhvr>
                                      <p:tavLst>
                                        <p:tav tm="0">
                                          <p:val>
                                            <p:strVal val="#ppt_y+0.31"/>
                                          </p:val>
                                        </p:tav>
                                        <p:tav tm="100000">
                                          <p:val>
                                            <p:strVal val="#ppt_y+0.31"/>
                                          </p:val>
                                        </p:tav>
                                      </p:tavLst>
                                    </p:anim>
                                    <p:anim calcmode="lin" valueType="num">
                                      <p:cBhvr>
                                        <p:cTn id="48" dur="600" decel="50000" fill="hold">
                                          <p:stCondLst>
                                            <p:cond delay="400"/>
                                          </p:stCondLst>
                                        </p:cTn>
                                        <p:tgtEl>
                                          <p:spTgt spid="41"/>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49" dur="600" decel="50000" fill="hold">
                                          <p:stCondLst>
                                            <p:cond delay="400"/>
                                          </p:stCondLst>
                                        </p:cTn>
                                        <p:tgtEl>
                                          <p:spTgt spid="41"/>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13" presetClass="entr" presetSubtype="16" fill="hold" nodeType="clickEffect">
                                  <p:stCondLst>
                                    <p:cond delay="0"/>
                                  </p:stCondLst>
                                  <p:childTnLst>
                                    <p:set>
                                      <p:cBhvr>
                                        <p:cTn id="53" dur="1" fill="hold">
                                          <p:stCondLst>
                                            <p:cond delay="0"/>
                                          </p:stCondLst>
                                        </p:cTn>
                                        <p:tgtEl>
                                          <p:spTgt spid="78"/>
                                        </p:tgtEl>
                                        <p:attrNameLst>
                                          <p:attrName>style.visibility</p:attrName>
                                        </p:attrNameLst>
                                      </p:cBhvr>
                                      <p:to>
                                        <p:strVal val="visible"/>
                                      </p:to>
                                    </p:set>
                                    <p:animEffect transition="in" filter="plus(in)">
                                      <p:cBhvr>
                                        <p:cTn id="54" dur="2000"/>
                                        <p:tgtEl>
                                          <p:spTgt spid="78"/>
                                        </p:tgtEl>
                                      </p:cBhvr>
                                    </p:animEffect>
                                  </p:childTnLst>
                                </p:cTn>
                              </p:par>
                            </p:childTnLst>
                          </p:cTn>
                        </p:par>
                      </p:childTnLst>
                    </p:cTn>
                  </p:par>
                  <p:par>
                    <p:cTn id="55" fill="hold">
                      <p:stCondLst>
                        <p:cond delay="indefinite"/>
                      </p:stCondLst>
                      <p:childTnLst>
                        <p:par>
                          <p:cTn id="56" fill="hold">
                            <p:stCondLst>
                              <p:cond delay="0"/>
                            </p:stCondLst>
                            <p:childTnLst>
                              <p:par>
                                <p:cTn id="57" presetID="29" presetClass="entr" presetSubtype="0" fill="hold" grpId="0" nodeType="clickEffect">
                                  <p:stCondLst>
                                    <p:cond delay="0"/>
                                  </p:stCondLst>
                                  <p:childTnLst>
                                    <p:set>
                                      <p:cBhvr>
                                        <p:cTn id="58" dur="1" fill="hold">
                                          <p:stCondLst>
                                            <p:cond delay="0"/>
                                          </p:stCondLst>
                                        </p:cTn>
                                        <p:tgtEl>
                                          <p:spTgt spid="2"/>
                                        </p:tgtEl>
                                        <p:attrNameLst>
                                          <p:attrName>style.visibility</p:attrName>
                                        </p:attrNameLst>
                                      </p:cBhvr>
                                      <p:to>
                                        <p:strVal val="visible"/>
                                      </p:to>
                                    </p:set>
                                    <p:anim calcmode="lin" valueType="num">
                                      <p:cBhvr>
                                        <p:cTn id="59" dur="1000" fill="hold"/>
                                        <p:tgtEl>
                                          <p:spTgt spid="2"/>
                                        </p:tgtEl>
                                        <p:attrNameLst>
                                          <p:attrName>ppt_x</p:attrName>
                                        </p:attrNameLst>
                                      </p:cBhvr>
                                      <p:tavLst>
                                        <p:tav tm="0">
                                          <p:val>
                                            <p:strVal val="#ppt_x-.2"/>
                                          </p:val>
                                        </p:tav>
                                        <p:tav tm="100000">
                                          <p:val>
                                            <p:strVal val="#ppt_x"/>
                                          </p:val>
                                        </p:tav>
                                      </p:tavLst>
                                    </p:anim>
                                    <p:anim calcmode="lin" valueType="num">
                                      <p:cBhvr>
                                        <p:cTn id="60" dur="1000" fill="hold"/>
                                        <p:tgtEl>
                                          <p:spTgt spid="2"/>
                                        </p:tgtEl>
                                        <p:attrNameLst>
                                          <p:attrName>ppt_y</p:attrName>
                                        </p:attrNameLst>
                                      </p:cBhvr>
                                      <p:tavLst>
                                        <p:tav tm="0">
                                          <p:val>
                                            <p:strVal val="#ppt_y"/>
                                          </p:val>
                                        </p:tav>
                                        <p:tav tm="100000">
                                          <p:val>
                                            <p:strVal val="#ppt_y"/>
                                          </p:val>
                                        </p:tav>
                                      </p:tavLst>
                                    </p:anim>
                                    <p:animEffect transition="in" filter="wipe(right)" prLst="gradientSize: 0.1">
                                      <p:cBhvr>
                                        <p:cTn id="61" dur="1000"/>
                                        <p:tgtEl>
                                          <p:spTgt spid="2"/>
                                        </p:tgtEl>
                                      </p:cBhvr>
                                    </p:animEffect>
                                  </p:childTnLst>
                                </p:cTn>
                              </p:par>
                            </p:childTnLst>
                          </p:cTn>
                        </p:par>
                      </p:childTnLst>
                    </p:cTn>
                  </p:par>
                  <p:par>
                    <p:cTn id="62" fill="hold">
                      <p:stCondLst>
                        <p:cond delay="indefinite"/>
                      </p:stCondLst>
                      <p:childTnLst>
                        <p:par>
                          <p:cTn id="63" fill="hold">
                            <p:stCondLst>
                              <p:cond delay="0"/>
                            </p:stCondLst>
                            <p:childTnLst>
                              <p:par>
                                <p:cTn id="64" presetID="29" presetClass="entr" presetSubtype="0" fill="hold" grpId="0" nodeType="clickEffect">
                                  <p:stCondLst>
                                    <p:cond delay="0"/>
                                  </p:stCondLst>
                                  <p:childTnLst>
                                    <p:set>
                                      <p:cBhvr>
                                        <p:cTn id="65" dur="1" fill="hold">
                                          <p:stCondLst>
                                            <p:cond delay="0"/>
                                          </p:stCondLst>
                                        </p:cTn>
                                        <p:tgtEl>
                                          <p:spTgt spid="3"/>
                                        </p:tgtEl>
                                        <p:attrNameLst>
                                          <p:attrName>style.visibility</p:attrName>
                                        </p:attrNameLst>
                                      </p:cBhvr>
                                      <p:to>
                                        <p:strVal val="visible"/>
                                      </p:to>
                                    </p:set>
                                    <p:anim calcmode="lin" valueType="num">
                                      <p:cBhvr>
                                        <p:cTn id="66" dur="1000" fill="hold"/>
                                        <p:tgtEl>
                                          <p:spTgt spid="3"/>
                                        </p:tgtEl>
                                        <p:attrNameLst>
                                          <p:attrName>ppt_x</p:attrName>
                                        </p:attrNameLst>
                                      </p:cBhvr>
                                      <p:tavLst>
                                        <p:tav tm="0">
                                          <p:val>
                                            <p:strVal val="#ppt_x-.2"/>
                                          </p:val>
                                        </p:tav>
                                        <p:tav tm="100000">
                                          <p:val>
                                            <p:strVal val="#ppt_x"/>
                                          </p:val>
                                        </p:tav>
                                      </p:tavLst>
                                    </p:anim>
                                    <p:anim calcmode="lin" valueType="num">
                                      <p:cBhvr>
                                        <p:cTn id="67" dur="1000" fill="hold"/>
                                        <p:tgtEl>
                                          <p:spTgt spid="3"/>
                                        </p:tgtEl>
                                        <p:attrNameLst>
                                          <p:attrName>ppt_y</p:attrName>
                                        </p:attrNameLst>
                                      </p:cBhvr>
                                      <p:tavLst>
                                        <p:tav tm="0">
                                          <p:val>
                                            <p:strVal val="#ppt_y"/>
                                          </p:val>
                                        </p:tav>
                                        <p:tav tm="100000">
                                          <p:val>
                                            <p:strVal val="#ppt_y"/>
                                          </p:val>
                                        </p:tav>
                                      </p:tavLst>
                                    </p:anim>
                                    <p:animEffect transition="in" filter="wipe(right)" prLst="gradientSize: 0.1">
                                      <p:cBhvr>
                                        <p:cTn id="68" dur="1000"/>
                                        <p:tgtEl>
                                          <p:spTgt spid="3"/>
                                        </p:tgtEl>
                                      </p:cBhvr>
                                    </p:animEffect>
                                  </p:childTnLst>
                                </p:cTn>
                              </p:par>
                              <p:par>
                                <p:cTn id="69" presetID="2" presetClass="entr" presetSubtype="2" decel="100000" fill="hold" nodeType="withEffect">
                                  <p:stCondLst>
                                    <p:cond delay="0"/>
                                  </p:stCondLst>
                                  <p:childTnLst>
                                    <p:set>
                                      <p:cBhvr>
                                        <p:cTn id="70" dur="1" fill="hold">
                                          <p:stCondLst>
                                            <p:cond delay="0"/>
                                          </p:stCondLst>
                                        </p:cTn>
                                        <p:tgtEl>
                                          <p:spTgt spid="12"/>
                                        </p:tgtEl>
                                        <p:attrNameLst>
                                          <p:attrName>style.visibility</p:attrName>
                                        </p:attrNameLst>
                                      </p:cBhvr>
                                      <p:to>
                                        <p:strVal val="visible"/>
                                      </p:to>
                                    </p:set>
                                    <p:anim calcmode="lin" valueType="num">
                                      <p:cBhvr additive="base">
                                        <p:cTn id="71" dur="1000" fill="hold"/>
                                        <p:tgtEl>
                                          <p:spTgt spid="12"/>
                                        </p:tgtEl>
                                        <p:attrNameLst>
                                          <p:attrName>ppt_x</p:attrName>
                                        </p:attrNameLst>
                                      </p:cBhvr>
                                      <p:tavLst>
                                        <p:tav tm="0">
                                          <p:val>
                                            <p:strVal val="1+#ppt_w/2"/>
                                          </p:val>
                                        </p:tav>
                                        <p:tav tm="100000">
                                          <p:val>
                                            <p:strVal val="#ppt_x"/>
                                          </p:val>
                                        </p:tav>
                                      </p:tavLst>
                                    </p:anim>
                                    <p:anim calcmode="lin" valueType="num">
                                      <p:cBhvr additive="base">
                                        <p:cTn id="72" dur="10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 grpId="1" animBg="1"/>
      <p:bldP spid="2" grpId="0" bldLvl="0" animBg="1"/>
      <p:bldP spid="2" grpId="1" animBg="1"/>
      <p:bldP spid="38" grpId="0"/>
      <p:bldP spid="38" grpId="1"/>
      <p:bldP spid="36" grpId="0"/>
      <p:bldP spid="36" grpId="1"/>
      <p:bldP spid="37" grpId="0"/>
      <p:bldP spid="37" grpId="1"/>
      <p:bldP spid="39" grpId="0" bldLvl="0" animBg="1"/>
      <p:bldP spid="39" grpId="1" animBg="1"/>
      <p:bldP spid="40" grpId="0" bldLvl="0" animBg="1"/>
      <p:bldP spid="40" grpId="1" animBg="1"/>
      <p:bldP spid="41" grpId="0" bldLvl="0" animBg="1"/>
      <p:bldP spid="41"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grpSp>
        <p:nvGrpSpPr>
          <p:cNvPr id="20" name="组合 19"/>
          <p:cNvGrpSpPr/>
          <p:nvPr/>
        </p:nvGrpSpPr>
        <p:grpSpPr>
          <a:xfrm>
            <a:off x="-1445895" y="-2014855"/>
            <a:ext cx="15448280" cy="10515600"/>
            <a:chOff x="-2277" y="-3173"/>
            <a:chExt cx="24328" cy="16560"/>
          </a:xfrm>
        </p:grpSpPr>
        <p:sp>
          <p:nvSpPr>
            <p:cNvPr id="42" name="矩形 41"/>
            <p:cNvSpPr/>
            <p:nvPr/>
          </p:nvSpPr>
          <p:spPr>
            <a:xfrm>
              <a:off x="1" y="0"/>
              <a:ext cx="19230" cy="10812"/>
            </a:xfrm>
            <a:prstGeom prst="rect">
              <a:avLst/>
            </a:prstGeom>
            <a:solidFill>
              <a:srgbClr val="F4F4F4">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flipV="1">
              <a:off x="15059" y="6395"/>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同心圆 3"/>
            <p:cNvSpPr/>
            <p:nvPr/>
          </p:nvSpPr>
          <p:spPr>
            <a:xfrm flipV="1">
              <a:off x="15715" y="639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2277" y="-3173"/>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8" name="组合 77"/>
            <p:cNvGrpSpPr/>
            <p:nvPr/>
          </p:nvGrpSpPr>
          <p:grpSpPr>
            <a:xfrm>
              <a:off x="883" y="260"/>
              <a:ext cx="17435" cy="10209"/>
              <a:chOff x="1038" y="260"/>
              <a:chExt cx="17435" cy="10209"/>
            </a:xfrm>
          </p:grpSpPr>
          <p:sp>
            <p:nvSpPr>
              <p:cNvPr id="144" name="文本框 143"/>
              <p:cNvSpPr txBox="1"/>
              <p:nvPr/>
            </p:nvSpPr>
            <p:spPr>
              <a:xfrm>
                <a:off x="1038" y="10035"/>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sp>
            <p:nvSpPr>
              <p:cNvPr id="77" name="文本框 76"/>
              <p:cNvSpPr txBox="1"/>
              <p:nvPr/>
            </p:nvSpPr>
            <p:spPr>
              <a:xfrm>
                <a:off x="1038" y="260"/>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grpSp>
        <p:sp>
          <p:nvSpPr>
            <p:cNvPr id="2" name="同心圆 1"/>
            <p:cNvSpPr/>
            <p:nvPr/>
          </p:nvSpPr>
          <p:spPr>
            <a:xfrm>
              <a:off x="803" y="123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13451" y="8447"/>
              <a:ext cx="1521" cy="1257"/>
              <a:chOff x="9608895" y="5661744"/>
              <a:chExt cx="966066" cy="798214"/>
            </a:xfrm>
            <a:solidFill>
              <a:srgbClr val="26211B"/>
            </a:solidFill>
          </p:grpSpPr>
          <p:sp>
            <p:nvSpPr>
              <p:cNvPr id="8" name="Freeform: Shape 72"/>
              <p:cNvSpPr/>
              <p:nvPr/>
            </p:nvSpPr>
            <p:spPr>
              <a:xfrm rot="900000">
                <a:off x="10086716" y="5661744"/>
                <a:ext cx="488245" cy="486465"/>
              </a:xfrm>
              <a:custGeom>
                <a:avLst/>
                <a:gdLst>
                  <a:gd name="connsiteX0" fmla="*/ 0 w 1225398"/>
                  <a:gd name="connsiteY0" fmla="*/ 169222 h 1220932"/>
                  <a:gd name="connsiteX1" fmla="*/ 144732 w 1225398"/>
                  <a:gd name="connsiteY1" fmla="*/ 5194 h 1220932"/>
                  <a:gd name="connsiteX2" fmla="*/ 279815 w 1225398"/>
                  <a:gd name="connsiteY2" fmla="*/ 53438 h 1220932"/>
                  <a:gd name="connsiteX3" fmla="*/ 1206101 w 1225398"/>
                  <a:gd name="connsiteY3" fmla="*/ 1124446 h 1220932"/>
                  <a:gd name="connsiteX4" fmla="*/ 1225399 w 1225398"/>
                  <a:gd name="connsiteY4" fmla="*/ 1211284 h 1220932"/>
                  <a:gd name="connsiteX5" fmla="*/ 1138560 w 1225398"/>
                  <a:gd name="connsiteY5" fmla="*/ 1220933 h 1220932"/>
                  <a:gd name="connsiteX6" fmla="*/ 125434 w 1225398"/>
                  <a:gd name="connsiteY6" fmla="*/ 400792 h 1220932"/>
                  <a:gd name="connsiteX7" fmla="*/ 0 w 1225398"/>
                  <a:gd name="connsiteY7" fmla="*/ 169222 h 1220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5398" h="1220932">
                    <a:moveTo>
                      <a:pt x="0" y="169222"/>
                    </a:moveTo>
                    <a:cubicBezTo>
                      <a:pt x="48244" y="111330"/>
                      <a:pt x="86839" y="43789"/>
                      <a:pt x="144732" y="5194"/>
                    </a:cubicBezTo>
                    <a:cubicBezTo>
                      <a:pt x="173679" y="-14103"/>
                      <a:pt x="250869" y="24492"/>
                      <a:pt x="279815" y="53438"/>
                    </a:cubicBezTo>
                    <a:cubicBezTo>
                      <a:pt x="607875" y="391143"/>
                      <a:pt x="955232" y="719200"/>
                      <a:pt x="1206101" y="1124446"/>
                    </a:cubicBezTo>
                    <a:cubicBezTo>
                      <a:pt x="1215750" y="1143743"/>
                      <a:pt x="1215750" y="1182338"/>
                      <a:pt x="1225399" y="1211284"/>
                    </a:cubicBezTo>
                    <a:cubicBezTo>
                      <a:pt x="1196452" y="1211284"/>
                      <a:pt x="1157857" y="1220933"/>
                      <a:pt x="1138560" y="1220933"/>
                    </a:cubicBezTo>
                    <a:cubicBezTo>
                      <a:pt x="685065" y="1095500"/>
                      <a:pt x="366655" y="786741"/>
                      <a:pt x="125434" y="400792"/>
                    </a:cubicBezTo>
                    <a:cubicBezTo>
                      <a:pt x="77190" y="333251"/>
                      <a:pt x="48244" y="256061"/>
                      <a:pt x="0" y="169222"/>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9" name="Freeform: Shape 73"/>
              <p:cNvSpPr/>
              <p:nvPr/>
            </p:nvSpPr>
            <p:spPr>
              <a:xfrm rot="900000">
                <a:off x="9797933" y="6071856"/>
                <a:ext cx="293229" cy="298545"/>
              </a:xfrm>
              <a:custGeom>
                <a:avLst/>
                <a:gdLst>
                  <a:gd name="connsiteX0" fmla="*/ 611818 w 735946"/>
                  <a:gd name="connsiteY0" fmla="*/ 749289 h 749289"/>
                  <a:gd name="connsiteX1" fmla="*/ 457437 w 735946"/>
                  <a:gd name="connsiteY1" fmla="*/ 691397 h 749289"/>
                  <a:gd name="connsiteX2" fmla="*/ 23241 w 735946"/>
                  <a:gd name="connsiteY2" fmla="*/ 247556 h 749289"/>
                  <a:gd name="connsiteX3" fmla="*/ 90782 w 735946"/>
                  <a:gd name="connsiteY3" fmla="*/ 6338 h 749289"/>
                  <a:gd name="connsiteX4" fmla="*/ 196919 w 735946"/>
                  <a:gd name="connsiteY4" fmla="*/ 15987 h 749289"/>
                  <a:gd name="connsiteX5" fmla="*/ 727604 w 735946"/>
                  <a:gd name="connsiteY5" fmla="*/ 604559 h 749289"/>
                  <a:gd name="connsiteX6" fmla="*/ 611818 w 735946"/>
                  <a:gd name="connsiteY6" fmla="*/ 749289 h 74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5946" h="749289">
                    <a:moveTo>
                      <a:pt x="611818" y="749289"/>
                    </a:moveTo>
                    <a:cubicBezTo>
                      <a:pt x="573223" y="739641"/>
                      <a:pt x="515330" y="720343"/>
                      <a:pt x="457437" y="691397"/>
                    </a:cubicBezTo>
                    <a:cubicBezTo>
                      <a:pt x="264461" y="594910"/>
                      <a:pt x="129378" y="440530"/>
                      <a:pt x="23241" y="247556"/>
                    </a:cubicBezTo>
                    <a:cubicBezTo>
                      <a:pt x="-25003" y="160717"/>
                      <a:pt x="3943" y="54581"/>
                      <a:pt x="90782" y="6338"/>
                    </a:cubicBezTo>
                    <a:cubicBezTo>
                      <a:pt x="119729" y="-3311"/>
                      <a:pt x="167973" y="-3311"/>
                      <a:pt x="196919" y="15987"/>
                    </a:cubicBezTo>
                    <a:cubicBezTo>
                      <a:pt x="438140" y="151069"/>
                      <a:pt x="611818" y="353692"/>
                      <a:pt x="727604" y="604559"/>
                    </a:cubicBezTo>
                    <a:cubicBezTo>
                      <a:pt x="756550" y="672100"/>
                      <a:pt x="708306" y="749289"/>
                      <a:pt x="611818" y="749289"/>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0" name="Freeform: Shape 74"/>
              <p:cNvSpPr/>
              <p:nvPr/>
            </p:nvSpPr>
            <p:spPr>
              <a:xfrm rot="900000">
                <a:off x="9985044" y="5926402"/>
                <a:ext cx="291519" cy="279323"/>
              </a:xfrm>
              <a:custGeom>
                <a:avLst/>
                <a:gdLst>
                  <a:gd name="connsiteX0" fmla="*/ 731654 w 731654"/>
                  <a:gd name="connsiteY0" fmla="*/ 701046 h 701045"/>
                  <a:gd name="connsiteX1" fmla="*/ 268511 w 731654"/>
                  <a:gd name="connsiteY1" fmla="*/ 450179 h 701045"/>
                  <a:gd name="connsiteX2" fmla="*/ 7993 w 731654"/>
                  <a:gd name="connsiteY2" fmla="*/ 102825 h 701045"/>
                  <a:gd name="connsiteX3" fmla="*/ 27291 w 731654"/>
                  <a:gd name="connsiteY3" fmla="*/ 6338 h 701045"/>
                  <a:gd name="connsiteX4" fmla="*/ 104481 w 731654"/>
                  <a:gd name="connsiteY4" fmla="*/ 15986 h 701045"/>
                  <a:gd name="connsiteX5" fmla="*/ 413243 w 731654"/>
                  <a:gd name="connsiteY5" fmla="*/ 334394 h 701045"/>
                  <a:gd name="connsiteX6" fmla="*/ 693059 w 731654"/>
                  <a:gd name="connsiteY6" fmla="*/ 643153 h 701045"/>
                  <a:gd name="connsiteX7" fmla="*/ 731654 w 731654"/>
                  <a:gd name="connsiteY7" fmla="*/ 701046 h 701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1654" h="701045">
                    <a:moveTo>
                      <a:pt x="731654" y="701046"/>
                    </a:moveTo>
                    <a:cubicBezTo>
                      <a:pt x="529029" y="691397"/>
                      <a:pt x="384297" y="575612"/>
                      <a:pt x="268511" y="450179"/>
                    </a:cubicBezTo>
                    <a:cubicBezTo>
                      <a:pt x="172023" y="344043"/>
                      <a:pt x="85184" y="228258"/>
                      <a:pt x="7993" y="102825"/>
                    </a:cubicBezTo>
                    <a:cubicBezTo>
                      <a:pt x="-11304" y="83528"/>
                      <a:pt x="7993" y="25635"/>
                      <a:pt x="27291" y="6338"/>
                    </a:cubicBezTo>
                    <a:cubicBezTo>
                      <a:pt x="27291" y="-3311"/>
                      <a:pt x="85184" y="-3311"/>
                      <a:pt x="104481" y="15986"/>
                    </a:cubicBezTo>
                    <a:cubicBezTo>
                      <a:pt x="210618" y="122122"/>
                      <a:pt x="316755" y="228258"/>
                      <a:pt x="413243" y="334394"/>
                    </a:cubicBezTo>
                    <a:cubicBezTo>
                      <a:pt x="509731" y="440530"/>
                      <a:pt x="596571" y="546666"/>
                      <a:pt x="693059" y="643153"/>
                    </a:cubicBezTo>
                    <a:cubicBezTo>
                      <a:pt x="712356" y="652802"/>
                      <a:pt x="722005" y="672100"/>
                      <a:pt x="731654" y="701046"/>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1" name="Freeform: Shape 75"/>
              <p:cNvSpPr/>
              <p:nvPr/>
            </p:nvSpPr>
            <p:spPr>
              <a:xfrm rot="900000">
                <a:off x="9608895" y="6329170"/>
                <a:ext cx="128789" cy="130788"/>
              </a:xfrm>
              <a:custGeom>
                <a:avLst/>
                <a:gdLst>
                  <a:gd name="connsiteX0" fmla="*/ 323235 w 323235"/>
                  <a:gd name="connsiteY0" fmla="*/ 250867 h 328251"/>
                  <a:gd name="connsiteX1" fmla="*/ 217098 w 323235"/>
                  <a:gd name="connsiteY1" fmla="*/ 318408 h 328251"/>
                  <a:gd name="connsiteX2" fmla="*/ 14473 w 323235"/>
                  <a:gd name="connsiteY2" fmla="*/ 164028 h 328251"/>
                  <a:gd name="connsiteX3" fmla="*/ 14473 w 323235"/>
                  <a:gd name="connsiteY3" fmla="*/ 67541 h 328251"/>
                  <a:gd name="connsiteX4" fmla="*/ 110961 w 323235"/>
                  <a:gd name="connsiteY4" fmla="*/ 0 h 328251"/>
                  <a:gd name="connsiteX5" fmla="*/ 323235 w 323235"/>
                  <a:gd name="connsiteY5" fmla="*/ 250867 h 328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3235" h="328251">
                    <a:moveTo>
                      <a:pt x="323235" y="250867"/>
                    </a:moveTo>
                    <a:cubicBezTo>
                      <a:pt x="323235" y="308759"/>
                      <a:pt x="255693" y="347354"/>
                      <a:pt x="217098" y="318408"/>
                    </a:cubicBezTo>
                    <a:cubicBezTo>
                      <a:pt x="149557" y="270164"/>
                      <a:pt x="72366" y="221921"/>
                      <a:pt x="14473" y="164028"/>
                    </a:cubicBezTo>
                    <a:cubicBezTo>
                      <a:pt x="-4824" y="144731"/>
                      <a:pt x="-4824" y="96487"/>
                      <a:pt x="14473" y="67541"/>
                    </a:cubicBezTo>
                    <a:cubicBezTo>
                      <a:pt x="33771" y="38595"/>
                      <a:pt x="82015" y="0"/>
                      <a:pt x="110961" y="0"/>
                    </a:cubicBezTo>
                    <a:cubicBezTo>
                      <a:pt x="168854" y="9649"/>
                      <a:pt x="313586" y="192974"/>
                      <a:pt x="323235" y="250867"/>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grpSp>
        <p:sp>
          <p:nvSpPr>
            <p:cNvPr id="56" name="圆角矩形 55"/>
            <p:cNvSpPr/>
            <p:nvPr/>
          </p:nvSpPr>
          <p:spPr>
            <a:xfrm>
              <a:off x="557" y="685"/>
              <a:ext cx="18087" cy="943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p:cNvGrpSpPr/>
          <p:nvPr/>
        </p:nvGrpSpPr>
        <p:grpSpPr>
          <a:xfrm>
            <a:off x="711835" y="643890"/>
            <a:ext cx="4533265" cy="712470"/>
            <a:chOff x="9628" y="2104"/>
            <a:chExt cx="7139" cy="1122"/>
          </a:xfrm>
        </p:grpSpPr>
        <p:grpSp>
          <p:nvGrpSpPr>
            <p:cNvPr id="26" name="组合 25"/>
            <p:cNvGrpSpPr/>
            <p:nvPr/>
          </p:nvGrpSpPr>
          <p:grpSpPr>
            <a:xfrm>
              <a:off x="9628" y="2104"/>
              <a:ext cx="1123" cy="1123"/>
              <a:chOff x="5384682" y="2168242"/>
              <a:chExt cx="713358" cy="713358"/>
            </a:xfrm>
          </p:grpSpPr>
          <p:sp>
            <p:nvSpPr>
              <p:cNvPr id="33" name="Flowchart: Connector 21"/>
              <p:cNvSpPr/>
              <p:nvPr/>
            </p:nvSpPr>
            <p:spPr>
              <a:xfrm>
                <a:off x="5384682" y="2168242"/>
                <a:ext cx="713358" cy="713358"/>
              </a:xfrm>
              <a:prstGeom prst="flowChartConnector">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bg1"/>
                  </a:solidFill>
                  <a:cs typeface="+mn-ea"/>
                  <a:sym typeface="+mn-lt"/>
                </a:endParaRPr>
              </a:p>
            </p:txBody>
          </p:sp>
          <p:sp>
            <p:nvSpPr>
              <p:cNvPr id="35" name="Shape"/>
              <p:cNvSpPr>
                <a:spLocks noChangeAspect="1"/>
              </p:cNvSpPr>
              <p:nvPr/>
            </p:nvSpPr>
            <p:spPr>
              <a:xfrm>
                <a:off x="5568489" y="2352050"/>
                <a:ext cx="345743" cy="345743"/>
              </a:xfrm>
              <a:custGeom>
                <a:avLst/>
                <a:gdLst>
                  <a:gd name="connsiteX0" fmla="*/ 474017 w 514350"/>
                  <a:gd name="connsiteY0" fmla="*/ 243036 h 514189"/>
                  <a:gd name="connsiteX1" fmla="*/ 474017 w 514350"/>
                  <a:gd name="connsiteY1" fmla="*/ 284209 h 514189"/>
                  <a:gd name="connsiteX2" fmla="*/ 494101 w 514350"/>
                  <a:gd name="connsiteY2" fmla="*/ 304297 h 514189"/>
                  <a:gd name="connsiteX3" fmla="*/ 514185 w 514350"/>
                  <a:gd name="connsiteY3" fmla="*/ 284209 h 514189"/>
                  <a:gd name="connsiteX4" fmla="*/ 514185 w 514350"/>
                  <a:gd name="connsiteY4" fmla="*/ 161727 h 514189"/>
                  <a:gd name="connsiteX5" fmla="*/ 433845 w 514350"/>
                  <a:gd name="connsiteY5" fmla="*/ 81384 h 514189"/>
                  <a:gd name="connsiteX6" fmla="*/ 347404 w 514350"/>
                  <a:gd name="connsiteY6" fmla="*/ 81384 h 514189"/>
                  <a:gd name="connsiteX7" fmla="*/ 347404 w 514350"/>
                  <a:gd name="connsiteY7" fmla="*/ 55198 h 514189"/>
                  <a:gd name="connsiteX8" fmla="*/ 292206 w 514350"/>
                  <a:gd name="connsiteY8" fmla="*/ 0 h 514189"/>
                  <a:gd name="connsiteX9" fmla="*/ 221979 w 514350"/>
                  <a:gd name="connsiteY9" fmla="*/ 0 h 514189"/>
                  <a:gd name="connsiteX10" fmla="*/ 166782 w 514350"/>
                  <a:gd name="connsiteY10" fmla="*/ 55198 h 514189"/>
                  <a:gd name="connsiteX11" fmla="*/ 166782 w 514350"/>
                  <a:gd name="connsiteY11" fmla="*/ 81384 h 514189"/>
                  <a:gd name="connsiteX12" fmla="*/ 80340 w 514350"/>
                  <a:gd name="connsiteY12" fmla="*/ 81384 h 514189"/>
                  <a:gd name="connsiteX13" fmla="*/ 0 w 514350"/>
                  <a:gd name="connsiteY13" fmla="*/ 161723 h 514189"/>
                  <a:gd name="connsiteX14" fmla="*/ 0 w 514350"/>
                  <a:gd name="connsiteY14" fmla="*/ 395718 h 514189"/>
                  <a:gd name="connsiteX15" fmla="*/ 80340 w 514350"/>
                  <a:gd name="connsiteY15" fmla="*/ 476062 h 514189"/>
                  <a:gd name="connsiteX16" fmla="*/ 250064 w 514350"/>
                  <a:gd name="connsiteY16" fmla="*/ 476062 h 514189"/>
                  <a:gd name="connsiteX17" fmla="*/ 270148 w 514350"/>
                  <a:gd name="connsiteY17" fmla="*/ 455974 h 514189"/>
                  <a:gd name="connsiteX18" fmla="*/ 250064 w 514350"/>
                  <a:gd name="connsiteY18" fmla="*/ 435890 h 514189"/>
                  <a:gd name="connsiteX19" fmla="*/ 80340 w 514350"/>
                  <a:gd name="connsiteY19" fmla="*/ 435890 h 514189"/>
                  <a:gd name="connsiteX20" fmla="*/ 40172 w 514350"/>
                  <a:gd name="connsiteY20" fmla="*/ 395718 h 514189"/>
                  <a:gd name="connsiteX21" fmla="*/ 40172 w 514350"/>
                  <a:gd name="connsiteY21" fmla="*/ 243036 h 514189"/>
                  <a:gd name="connsiteX22" fmla="*/ 238013 w 514350"/>
                  <a:gd name="connsiteY22" fmla="*/ 243036 h 514189"/>
                  <a:gd name="connsiteX23" fmla="*/ 238013 w 514350"/>
                  <a:gd name="connsiteY23" fmla="*/ 273201 h 514189"/>
                  <a:gd name="connsiteX24" fmla="*/ 258097 w 514350"/>
                  <a:gd name="connsiteY24" fmla="*/ 293285 h 514189"/>
                  <a:gd name="connsiteX25" fmla="*/ 278181 w 514350"/>
                  <a:gd name="connsiteY25" fmla="*/ 273201 h 514189"/>
                  <a:gd name="connsiteX26" fmla="*/ 278181 w 514350"/>
                  <a:gd name="connsiteY26" fmla="*/ 243036 h 514189"/>
                  <a:gd name="connsiteX27" fmla="*/ 206953 w 514350"/>
                  <a:gd name="connsiteY27" fmla="*/ 55198 h 514189"/>
                  <a:gd name="connsiteX28" fmla="*/ 221979 w 514350"/>
                  <a:gd name="connsiteY28" fmla="*/ 40172 h 514189"/>
                  <a:gd name="connsiteX29" fmla="*/ 292206 w 514350"/>
                  <a:gd name="connsiteY29" fmla="*/ 40172 h 514189"/>
                  <a:gd name="connsiteX30" fmla="*/ 307232 w 514350"/>
                  <a:gd name="connsiteY30" fmla="*/ 55198 h 514189"/>
                  <a:gd name="connsiteX31" fmla="*/ 307232 w 514350"/>
                  <a:gd name="connsiteY31" fmla="*/ 81384 h 514189"/>
                  <a:gd name="connsiteX32" fmla="*/ 206953 w 514350"/>
                  <a:gd name="connsiteY32" fmla="*/ 81384 h 514189"/>
                  <a:gd name="connsiteX33" fmla="*/ 40172 w 514350"/>
                  <a:gd name="connsiteY33" fmla="*/ 161727 h 514189"/>
                  <a:gd name="connsiteX34" fmla="*/ 80340 w 514350"/>
                  <a:gd name="connsiteY34" fmla="*/ 121555 h 514189"/>
                  <a:gd name="connsiteX35" fmla="*/ 433845 w 514350"/>
                  <a:gd name="connsiteY35" fmla="*/ 121555 h 514189"/>
                  <a:gd name="connsiteX36" fmla="*/ 474017 w 514350"/>
                  <a:gd name="connsiteY36" fmla="*/ 161727 h 514189"/>
                  <a:gd name="connsiteX37" fmla="*/ 474017 w 514350"/>
                  <a:gd name="connsiteY37" fmla="*/ 202864 h 514189"/>
                  <a:gd name="connsiteX38" fmla="*/ 40172 w 514350"/>
                  <a:gd name="connsiteY38" fmla="*/ 202864 h 514189"/>
                  <a:gd name="connsiteX39" fmla="*/ 508468 w 514350"/>
                  <a:gd name="connsiteY39" fmla="*/ 479900 h 514189"/>
                  <a:gd name="connsiteX40" fmla="*/ 462198 w 514350"/>
                  <a:gd name="connsiteY40" fmla="*/ 433630 h 514189"/>
                  <a:gd name="connsiteX41" fmla="*/ 476023 w 514350"/>
                  <a:gd name="connsiteY41" fmla="*/ 385641 h 514189"/>
                  <a:gd name="connsiteX42" fmla="*/ 385641 w 514350"/>
                  <a:gd name="connsiteY42" fmla="*/ 295255 h 514189"/>
                  <a:gd name="connsiteX43" fmla="*/ 295255 w 514350"/>
                  <a:gd name="connsiteY43" fmla="*/ 385641 h 514189"/>
                  <a:gd name="connsiteX44" fmla="*/ 385641 w 514350"/>
                  <a:gd name="connsiteY44" fmla="*/ 476026 h 514189"/>
                  <a:gd name="connsiteX45" fmla="*/ 433830 w 514350"/>
                  <a:gd name="connsiteY45" fmla="*/ 462072 h 514189"/>
                  <a:gd name="connsiteX46" fmla="*/ 480061 w 514350"/>
                  <a:gd name="connsiteY46" fmla="*/ 508303 h 514189"/>
                  <a:gd name="connsiteX47" fmla="*/ 494266 w 514350"/>
                  <a:gd name="connsiteY47" fmla="*/ 514189 h 514189"/>
                  <a:gd name="connsiteX48" fmla="*/ 508468 w 514350"/>
                  <a:gd name="connsiteY48" fmla="*/ 508303 h 514189"/>
                  <a:gd name="connsiteX49" fmla="*/ 508468 w 514350"/>
                  <a:gd name="connsiteY49" fmla="*/ 479900 h 514189"/>
                  <a:gd name="connsiteX50" fmla="*/ 335427 w 514350"/>
                  <a:gd name="connsiteY50" fmla="*/ 385641 h 514189"/>
                  <a:gd name="connsiteX51" fmla="*/ 385641 w 514350"/>
                  <a:gd name="connsiteY51" fmla="*/ 335427 h 514189"/>
                  <a:gd name="connsiteX52" fmla="*/ 435855 w 514350"/>
                  <a:gd name="connsiteY52" fmla="*/ 385641 h 514189"/>
                  <a:gd name="connsiteX53" fmla="*/ 385641 w 514350"/>
                  <a:gd name="connsiteY53" fmla="*/ 435855 h 514189"/>
                  <a:gd name="connsiteX54" fmla="*/ 335427 w 514350"/>
                  <a:gd name="connsiteY54" fmla="*/ 385641 h 51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14350" h="514189">
                    <a:moveTo>
                      <a:pt x="474017" y="243036"/>
                    </a:moveTo>
                    <a:lnTo>
                      <a:pt x="474017" y="284209"/>
                    </a:lnTo>
                    <a:cubicBezTo>
                      <a:pt x="474017" y="295302"/>
                      <a:pt x="483008" y="304297"/>
                      <a:pt x="494101" y="304297"/>
                    </a:cubicBezTo>
                    <a:cubicBezTo>
                      <a:pt x="505195" y="304297"/>
                      <a:pt x="514185" y="295302"/>
                      <a:pt x="514185" y="284209"/>
                    </a:cubicBezTo>
                    <a:lnTo>
                      <a:pt x="514185" y="161727"/>
                    </a:lnTo>
                    <a:cubicBezTo>
                      <a:pt x="514185" y="117427"/>
                      <a:pt x="478146" y="81384"/>
                      <a:pt x="433845" y="81384"/>
                    </a:cubicBezTo>
                    <a:lnTo>
                      <a:pt x="347404" y="81384"/>
                    </a:lnTo>
                    <a:lnTo>
                      <a:pt x="347404" y="55198"/>
                    </a:lnTo>
                    <a:cubicBezTo>
                      <a:pt x="347404" y="24762"/>
                      <a:pt x="322642" y="0"/>
                      <a:pt x="292206" y="0"/>
                    </a:cubicBezTo>
                    <a:lnTo>
                      <a:pt x="221979" y="0"/>
                    </a:lnTo>
                    <a:cubicBezTo>
                      <a:pt x="191543" y="0"/>
                      <a:pt x="166782" y="24762"/>
                      <a:pt x="166782" y="55198"/>
                    </a:cubicBezTo>
                    <a:lnTo>
                      <a:pt x="166782" y="81384"/>
                    </a:lnTo>
                    <a:lnTo>
                      <a:pt x="80340" y="81384"/>
                    </a:lnTo>
                    <a:cubicBezTo>
                      <a:pt x="36040" y="81384"/>
                      <a:pt x="0" y="117423"/>
                      <a:pt x="0" y="161723"/>
                    </a:cubicBezTo>
                    <a:lnTo>
                      <a:pt x="0" y="395718"/>
                    </a:lnTo>
                    <a:cubicBezTo>
                      <a:pt x="0" y="440018"/>
                      <a:pt x="36040" y="476062"/>
                      <a:pt x="80340" y="476062"/>
                    </a:cubicBezTo>
                    <a:lnTo>
                      <a:pt x="250064" y="476062"/>
                    </a:lnTo>
                    <a:cubicBezTo>
                      <a:pt x="261158" y="476062"/>
                      <a:pt x="270148" y="467068"/>
                      <a:pt x="270148" y="455974"/>
                    </a:cubicBezTo>
                    <a:cubicBezTo>
                      <a:pt x="270148" y="444884"/>
                      <a:pt x="261158" y="435890"/>
                      <a:pt x="250064" y="435890"/>
                    </a:cubicBezTo>
                    <a:lnTo>
                      <a:pt x="80340" y="435890"/>
                    </a:lnTo>
                    <a:cubicBezTo>
                      <a:pt x="58192" y="435890"/>
                      <a:pt x="40172" y="417870"/>
                      <a:pt x="40172" y="395718"/>
                    </a:cubicBezTo>
                    <a:lnTo>
                      <a:pt x="40172" y="243036"/>
                    </a:lnTo>
                    <a:lnTo>
                      <a:pt x="238013" y="243036"/>
                    </a:lnTo>
                    <a:lnTo>
                      <a:pt x="238013" y="273201"/>
                    </a:lnTo>
                    <a:cubicBezTo>
                      <a:pt x="238013" y="284291"/>
                      <a:pt x="247004" y="293285"/>
                      <a:pt x="258097" y="293285"/>
                    </a:cubicBezTo>
                    <a:cubicBezTo>
                      <a:pt x="269191" y="293285"/>
                      <a:pt x="278181" y="284291"/>
                      <a:pt x="278181" y="273201"/>
                    </a:cubicBezTo>
                    <a:lnTo>
                      <a:pt x="278181" y="243036"/>
                    </a:lnTo>
                    <a:close/>
                    <a:moveTo>
                      <a:pt x="206953" y="55198"/>
                    </a:moveTo>
                    <a:cubicBezTo>
                      <a:pt x="206953" y="46914"/>
                      <a:pt x="213695" y="40172"/>
                      <a:pt x="221979" y="40172"/>
                    </a:cubicBezTo>
                    <a:lnTo>
                      <a:pt x="292206" y="40172"/>
                    </a:lnTo>
                    <a:cubicBezTo>
                      <a:pt x="300490" y="40172"/>
                      <a:pt x="307232" y="46910"/>
                      <a:pt x="307232" y="55198"/>
                    </a:cubicBezTo>
                    <a:lnTo>
                      <a:pt x="307232" y="81384"/>
                    </a:lnTo>
                    <a:lnTo>
                      <a:pt x="206953" y="81384"/>
                    </a:lnTo>
                    <a:close/>
                    <a:moveTo>
                      <a:pt x="40172" y="161727"/>
                    </a:moveTo>
                    <a:cubicBezTo>
                      <a:pt x="40172" y="139575"/>
                      <a:pt x="58192" y="121555"/>
                      <a:pt x="80340" y="121555"/>
                    </a:cubicBezTo>
                    <a:lnTo>
                      <a:pt x="433845" y="121555"/>
                    </a:lnTo>
                    <a:cubicBezTo>
                      <a:pt x="455994" y="121555"/>
                      <a:pt x="474017" y="139575"/>
                      <a:pt x="474017" y="161727"/>
                    </a:cubicBezTo>
                    <a:lnTo>
                      <a:pt x="474017" y="202864"/>
                    </a:lnTo>
                    <a:lnTo>
                      <a:pt x="40172" y="202864"/>
                    </a:lnTo>
                    <a:close/>
                    <a:moveTo>
                      <a:pt x="508468" y="479900"/>
                    </a:moveTo>
                    <a:lnTo>
                      <a:pt x="462198" y="433630"/>
                    </a:lnTo>
                    <a:cubicBezTo>
                      <a:pt x="470953" y="419715"/>
                      <a:pt x="476023" y="403260"/>
                      <a:pt x="476023" y="385641"/>
                    </a:cubicBezTo>
                    <a:cubicBezTo>
                      <a:pt x="476023" y="335804"/>
                      <a:pt x="435478" y="295255"/>
                      <a:pt x="385641" y="295255"/>
                    </a:cubicBezTo>
                    <a:cubicBezTo>
                      <a:pt x="335804" y="295255"/>
                      <a:pt x="295255" y="335804"/>
                      <a:pt x="295255" y="385641"/>
                    </a:cubicBezTo>
                    <a:cubicBezTo>
                      <a:pt x="295255" y="435478"/>
                      <a:pt x="335804" y="476026"/>
                      <a:pt x="385641" y="476026"/>
                    </a:cubicBezTo>
                    <a:cubicBezTo>
                      <a:pt x="403343" y="476026"/>
                      <a:pt x="419871" y="470905"/>
                      <a:pt x="433830" y="462072"/>
                    </a:cubicBezTo>
                    <a:lnTo>
                      <a:pt x="480061" y="508303"/>
                    </a:lnTo>
                    <a:cubicBezTo>
                      <a:pt x="483985" y="512227"/>
                      <a:pt x="489125" y="514189"/>
                      <a:pt x="494266" y="514189"/>
                    </a:cubicBezTo>
                    <a:cubicBezTo>
                      <a:pt x="499407" y="514189"/>
                      <a:pt x="504543" y="512227"/>
                      <a:pt x="508468" y="508303"/>
                    </a:cubicBezTo>
                    <a:cubicBezTo>
                      <a:pt x="516312" y="500458"/>
                      <a:pt x="516312" y="487744"/>
                      <a:pt x="508468" y="479900"/>
                    </a:cubicBezTo>
                    <a:close/>
                    <a:moveTo>
                      <a:pt x="335427" y="385641"/>
                    </a:moveTo>
                    <a:cubicBezTo>
                      <a:pt x="335427" y="357952"/>
                      <a:pt x="357952" y="335427"/>
                      <a:pt x="385641" y="335427"/>
                    </a:cubicBezTo>
                    <a:cubicBezTo>
                      <a:pt x="413326" y="335427"/>
                      <a:pt x="435855" y="357952"/>
                      <a:pt x="435855" y="385641"/>
                    </a:cubicBezTo>
                    <a:cubicBezTo>
                      <a:pt x="435855" y="413330"/>
                      <a:pt x="413326" y="435855"/>
                      <a:pt x="385641" y="435855"/>
                    </a:cubicBezTo>
                    <a:cubicBezTo>
                      <a:pt x="357952" y="435855"/>
                      <a:pt x="335427" y="413326"/>
                      <a:pt x="335427" y="385641"/>
                    </a:cubicBezTo>
                    <a:close/>
                  </a:path>
                </a:pathLst>
              </a:custGeom>
              <a:solidFill>
                <a:schemeClr val="bg1"/>
              </a:solidFill>
              <a:ln w="1005" cap="flat">
                <a:noFill/>
                <a:prstDash val="solid"/>
                <a:miter/>
              </a:ln>
            </p:spPr>
            <p:txBody>
              <a:bodyPr rtlCol="0" anchor="ctr"/>
              <a:lstStyle/>
              <a:p>
                <a:endParaRPr lang="en-US">
                  <a:cs typeface="+mn-ea"/>
                  <a:sym typeface="+mn-lt"/>
                </a:endParaRPr>
              </a:p>
            </p:txBody>
          </p:sp>
        </p:grpSp>
        <p:grpSp>
          <p:nvGrpSpPr>
            <p:cNvPr id="36" name="组合 35"/>
            <p:cNvGrpSpPr/>
            <p:nvPr/>
          </p:nvGrpSpPr>
          <p:grpSpPr>
            <a:xfrm>
              <a:off x="10835" y="2104"/>
              <a:ext cx="5932" cy="1065"/>
              <a:chOff x="11126" y="1970"/>
              <a:chExt cx="5932" cy="1065"/>
            </a:xfrm>
          </p:grpSpPr>
          <p:sp>
            <p:nvSpPr>
              <p:cNvPr id="37" name="圆角矩形 36"/>
              <p:cNvSpPr/>
              <p:nvPr/>
            </p:nvSpPr>
            <p:spPr>
              <a:xfrm>
                <a:off x="11126" y="1970"/>
                <a:ext cx="2570" cy="866"/>
              </a:xfrm>
              <a:prstGeom prst="roundRect">
                <a:avLst>
                  <a:gd name="adj" fmla="val 0"/>
                </a:avLst>
              </a:prstGeom>
              <a:noFill/>
              <a:ln>
                <a:no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rPr>
                  <a:t>未来发展规划</a:t>
                </a:r>
              </a:p>
            </p:txBody>
          </p:sp>
          <p:sp>
            <p:nvSpPr>
              <p:cNvPr id="38" name="文本框 37"/>
              <p:cNvSpPr txBox="1"/>
              <p:nvPr/>
            </p:nvSpPr>
            <p:spPr>
              <a:xfrm>
                <a:off x="11126" y="2601"/>
                <a:ext cx="5932" cy="434"/>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noProof="0" dirty="0">
                    <a:ln>
                      <a:noFill/>
                    </a:ln>
                    <a:solidFill>
                      <a:schemeClr val="tx1"/>
                    </a:solidFill>
                    <a:effectLst/>
                    <a:uLnTx/>
                    <a:uFillTx/>
                    <a:latin typeface="思源黑体 Light" panose="020B0300000000000000" charset="-122"/>
                    <a:ea typeface="思源黑体 Light" panose="020B0300000000000000" charset="-122"/>
                    <a:sym typeface="+mn-ea"/>
                  </a:rPr>
                  <a:t>Click here to change your need text or word</a:t>
                </a:r>
              </a:p>
            </p:txBody>
          </p:sp>
        </p:grpSp>
      </p:grpSp>
      <p:grpSp>
        <p:nvGrpSpPr>
          <p:cNvPr id="5" name="677e7699-796b-4d01-8ca6-cc8e0d365d10"/>
          <p:cNvGrpSpPr>
            <a:grpSpLocks noChangeAspect="1"/>
          </p:cNvGrpSpPr>
          <p:nvPr/>
        </p:nvGrpSpPr>
        <p:grpSpPr>
          <a:xfrm>
            <a:off x="1284805" y="2987246"/>
            <a:ext cx="9478883" cy="1350906"/>
            <a:chOff x="1526035" y="2987131"/>
            <a:chExt cx="9481351" cy="1351258"/>
          </a:xfrm>
          <a:effectLst/>
        </p:grpSpPr>
        <p:sp>
          <p:nvSpPr>
            <p:cNvPr id="6" name="Rectangle 2"/>
            <p:cNvSpPr/>
            <p:nvPr/>
          </p:nvSpPr>
          <p:spPr>
            <a:xfrm>
              <a:off x="1526035" y="3635724"/>
              <a:ext cx="9481351" cy="45719"/>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pPr>
              <a:endParaRPr sz="1200">
                <a:solidFill>
                  <a:srgbClr val="26211B"/>
                </a:solidFill>
                <a:latin typeface="思源黑体 CN Light" panose="020B0300000000000000" charset="-122"/>
                <a:ea typeface="思源黑体 CN Light" panose="020B0300000000000000" charset="-122"/>
                <a:cs typeface="+mn-ea"/>
                <a:sym typeface="+mn-lt"/>
              </a:endParaRPr>
            </a:p>
          </p:txBody>
        </p:sp>
        <p:grpSp>
          <p:nvGrpSpPr>
            <p:cNvPr id="7" name="Group 39"/>
            <p:cNvGrpSpPr/>
            <p:nvPr/>
          </p:nvGrpSpPr>
          <p:grpSpPr>
            <a:xfrm>
              <a:off x="4329550" y="3024490"/>
              <a:ext cx="1313895" cy="1313895"/>
              <a:chOff x="4330102" y="3024490"/>
              <a:chExt cx="1313895" cy="1313895"/>
            </a:xfrm>
          </p:grpSpPr>
          <p:grpSp>
            <p:nvGrpSpPr>
              <p:cNvPr id="39" name="Group 3"/>
              <p:cNvGrpSpPr/>
              <p:nvPr/>
            </p:nvGrpSpPr>
            <p:grpSpPr>
              <a:xfrm rot="551458">
                <a:off x="4330102" y="3024490"/>
                <a:ext cx="1313895" cy="1313895"/>
                <a:chOff x="1882067" y="2796467"/>
                <a:chExt cx="1313894" cy="1313894"/>
              </a:xfrm>
              <a:solidFill>
                <a:schemeClr val="accent2"/>
              </a:solidFill>
            </p:grpSpPr>
            <p:sp>
              <p:nvSpPr>
                <p:cNvPr id="41" name="Block Arc 4"/>
                <p:cNvSpPr/>
                <p:nvPr/>
              </p:nvSpPr>
              <p:spPr>
                <a:xfrm rot="12943459">
                  <a:off x="1882067" y="2796467"/>
                  <a:ext cx="1313894" cy="1313894"/>
                </a:xfrm>
                <a:prstGeom prst="blockArc">
                  <a:avLst>
                    <a:gd name="adj1" fmla="val 8881062"/>
                    <a:gd name="adj2" fmla="val 7061138"/>
                    <a:gd name="adj3" fmla="val 7218"/>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pPr>
                  <a:endParaRPr sz="1200">
                    <a:solidFill>
                      <a:srgbClr val="26211B"/>
                    </a:solidFill>
                    <a:latin typeface="思源黑体 CN Light" panose="020B0300000000000000" charset="-122"/>
                    <a:ea typeface="思源黑体 CN Light" panose="020B0300000000000000" charset="-122"/>
                    <a:cs typeface="+mn-ea"/>
                    <a:sym typeface="+mn-lt"/>
                  </a:endParaRPr>
                </a:p>
              </p:txBody>
            </p:sp>
            <p:sp>
              <p:nvSpPr>
                <p:cNvPr id="13" name="Oval 5"/>
                <p:cNvSpPr/>
                <p:nvPr/>
              </p:nvSpPr>
              <p:spPr>
                <a:xfrm>
                  <a:off x="2150177" y="3064576"/>
                  <a:ext cx="777674" cy="777674"/>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pPr>
                  <a:endParaRPr sz="1200">
                    <a:solidFill>
                      <a:srgbClr val="26211B"/>
                    </a:solidFill>
                    <a:latin typeface="思源黑体 CN Light" panose="020B0300000000000000" charset="-122"/>
                    <a:ea typeface="思源黑体 CN Light" panose="020B0300000000000000" charset="-122"/>
                    <a:cs typeface="+mn-ea"/>
                    <a:sym typeface="+mn-lt"/>
                  </a:endParaRPr>
                </a:p>
              </p:txBody>
            </p:sp>
          </p:grpSp>
          <p:sp>
            <p:nvSpPr>
              <p:cNvPr id="40" name="Freeform: Shape 6"/>
              <p:cNvSpPr/>
              <p:nvPr/>
            </p:nvSpPr>
            <p:spPr>
              <a:xfrm>
                <a:off x="4811471" y="3534536"/>
                <a:ext cx="351157" cy="350504"/>
              </a:xfrm>
              <a:custGeom>
                <a:avLst/>
                <a:gdLst>
                  <a:gd name="connsiteX0" fmla="*/ 0 w 1826018"/>
                  <a:gd name="connsiteY0" fmla="*/ 1 h 1683350"/>
                  <a:gd name="connsiteX1" fmla="*/ 838286 w 1826018"/>
                  <a:gd name="connsiteY1" fmla="*/ 1 h 1683350"/>
                  <a:gd name="connsiteX2" fmla="*/ 833465 w 1826018"/>
                  <a:gd name="connsiteY2" fmla="*/ 36530 h 1683350"/>
                  <a:gd name="connsiteX3" fmla="*/ 386449 w 1826018"/>
                  <a:gd name="connsiteY3" fmla="*/ 780061 h 1683350"/>
                  <a:gd name="connsiteX4" fmla="*/ 310221 w 1826018"/>
                  <a:gd name="connsiteY4" fmla="*/ 834538 h 1683350"/>
                  <a:gd name="connsiteX5" fmla="*/ 1494538 w 1826018"/>
                  <a:gd name="connsiteY5" fmla="*/ 0 h 1683350"/>
                  <a:gd name="connsiteX6" fmla="*/ 1826018 w 1826018"/>
                  <a:gd name="connsiteY6" fmla="*/ 0 h 1683350"/>
                  <a:gd name="connsiteX7" fmla="*/ 625749 w 1826018"/>
                  <a:gd name="connsiteY7" fmla="*/ 1683350 h 1683350"/>
                  <a:gd name="connsiteX8" fmla="*/ 516809 w 1826018"/>
                  <a:gd name="connsiteY8" fmla="*/ 1390285 h 1683350"/>
                  <a:gd name="connsiteX9" fmla="*/ 607661 w 1826018"/>
                  <a:gd name="connsiteY9" fmla="*/ 1357828 h 1683350"/>
                  <a:gd name="connsiteX10" fmla="*/ 1495218 w 1826018"/>
                  <a:gd name="connsiteY10" fmla="*/ 87840 h 1683350"/>
                  <a:gd name="connsiteX11" fmla="*/ 1026236 w 1826018"/>
                  <a:gd name="connsiteY11" fmla="*/ 0 h 1683350"/>
                  <a:gd name="connsiteX12" fmla="*/ 1308197 w 1826018"/>
                  <a:gd name="connsiteY12" fmla="*/ 0 h 1683350"/>
                  <a:gd name="connsiteX13" fmla="*/ 1308788 w 1826018"/>
                  <a:gd name="connsiteY13" fmla="*/ 76317 h 1683350"/>
                  <a:gd name="connsiteX14" fmla="*/ 532761 w 1826018"/>
                  <a:gd name="connsiteY14" fmla="*/ 1186719 h 1683350"/>
                  <a:gd name="connsiteX15" fmla="*/ 451878 w 1826018"/>
                  <a:gd name="connsiteY15" fmla="*/ 1215614 h 1683350"/>
                  <a:gd name="connsiteX16" fmla="*/ 377492 w 1826018"/>
                  <a:gd name="connsiteY16" fmla="*/ 1015506 h 1683350"/>
                  <a:gd name="connsiteX17" fmla="*/ 505232 w 1826018"/>
                  <a:gd name="connsiteY17" fmla="*/ 924217 h 1683350"/>
                  <a:gd name="connsiteX18" fmla="*/ 1016493 w 1826018"/>
                  <a:gd name="connsiteY18" fmla="*/ 73826 h 168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826018" h="1683350">
                    <a:moveTo>
                      <a:pt x="0" y="1"/>
                    </a:moveTo>
                    <a:lnTo>
                      <a:pt x="838286" y="1"/>
                    </a:lnTo>
                    <a:lnTo>
                      <a:pt x="833465" y="36530"/>
                    </a:lnTo>
                    <a:cubicBezTo>
                      <a:pt x="773762" y="329769"/>
                      <a:pt x="614769" y="591902"/>
                      <a:pt x="386449" y="780061"/>
                    </a:cubicBezTo>
                    <a:lnTo>
                      <a:pt x="310221" y="834538"/>
                    </a:lnTo>
                    <a:close/>
                    <a:moveTo>
                      <a:pt x="1494538" y="0"/>
                    </a:moveTo>
                    <a:lnTo>
                      <a:pt x="1826018" y="0"/>
                    </a:lnTo>
                    <a:cubicBezTo>
                      <a:pt x="1826018" y="752824"/>
                      <a:pt x="1346478" y="1425368"/>
                      <a:pt x="625749" y="1683350"/>
                    </a:cubicBezTo>
                    <a:lnTo>
                      <a:pt x="516809" y="1390285"/>
                    </a:lnTo>
                    <a:lnTo>
                      <a:pt x="607661" y="1357828"/>
                    </a:lnTo>
                    <a:cubicBezTo>
                      <a:pt x="1118196" y="1134356"/>
                      <a:pt x="1460834" y="644081"/>
                      <a:pt x="1495218" y="87840"/>
                    </a:cubicBezTo>
                    <a:close/>
                    <a:moveTo>
                      <a:pt x="1026236" y="0"/>
                    </a:moveTo>
                    <a:lnTo>
                      <a:pt x="1308197" y="0"/>
                    </a:lnTo>
                    <a:lnTo>
                      <a:pt x="1308788" y="76317"/>
                    </a:lnTo>
                    <a:cubicBezTo>
                      <a:pt x="1278725" y="562661"/>
                      <a:pt x="979141" y="991327"/>
                      <a:pt x="532761" y="1186719"/>
                    </a:cubicBezTo>
                    <a:lnTo>
                      <a:pt x="451878" y="1215614"/>
                    </a:lnTo>
                    <a:lnTo>
                      <a:pt x="377492" y="1015506"/>
                    </a:lnTo>
                    <a:lnTo>
                      <a:pt x="505232" y="924217"/>
                    </a:lnTo>
                    <a:cubicBezTo>
                      <a:pt x="766367" y="709016"/>
                      <a:pt x="948209" y="409208"/>
                      <a:pt x="1016493" y="73826"/>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pPr>
                <a:endParaRPr sz="1200">
                  <a:solidFill>
                    <a:srgbClr val="26211B"/>
                  </a:solidFill>
                  <a:latin typeface="思源黑体 CN Light" panose="020B0300000000000000" charset="-122"/>
                  <a:ea typeface="思源黑体 CN Light" panose="020B0300000000000000" charset="-122"/>
                  <a:cs typeface="+mn-ea"/>
                  <a:sym typeface="+mn-lt"/>
                </a:endParaRPr>
              </a:p>
            </p:txBody>
          </p:sp>
        </p:grpSp>
        <p:grpSp>
          <p:nvGrpSpPr>
            <p:cNvPr id="14" name="Group 41"/>
            <p:cNvGrpSpPr/>
            <p:nvPr/>
          </p:nvGrpSpPr>
          <p:grpSpPr>
            <a:xfrm>
              <a:off x="9037552" y="3024494"/>
              <a:ext cx="1313895" cy="1313895"/>
              <a:chOff x="8972997" y="3024494"/>
              <a:chExt cx="1313895" cy="1313895"/>
            </a:xfrm>
          </p:grpSpPr>
          <p:grpSp>
            <p:nvGrpSpPr>
              <p:cNvPr id="15" name="Group 13"/>
              <p:cNvGrpSpPr/>
              <p:nvPr/>
            </p:nvGrpSpPr>
            <p:grpSpPr>
              <a:xfrm rot="387625">
                <a:off x="8972997" y="3024494"/>
                <a:ext cx="1313895" cy="1313895"/>
                <a:chOff x="1882067" y="2796467"/>
                <a:chExt cx="1313894" cy="1313894"/>
              </a:xfrm>
              <a:solidFill>
                <a:schemeClr val="accent4"/>
              </a:solidFill>
            </p:grpSpPr>
            <p:sp>
              <p:nvSpPr>
                <p:cNvPr id="16" name="Block Arc 14"/>
                <p:cNvSpPr/>
                <p:nvPr/>
              </p:nvSpPr>
              <p:spPr>
                <a:xfrm rot="12943459">
                  <a:off x="1882067" y="2796467"/>
                  <a:ext cx="1313894" cy="1313894"/>
                </a:xfrm>
                <a:prstGeom prst="blockArc">
                  <a:avLst>
                    <a:gd name="adj1" fmla="val 8964929"/>
                    <a:gd name="adj2" fmla="val 7324230"/>
                    <a:gd name="adj3" fmla="val 7594"/>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pPr>
                  <a:endParaRPr sz="1200">
                    <a:solidFill>
                      <a:srgbClr val="26211B"/>
                    </a:solidFill>
                    <a:latin typeface="思源黑体 CN Light" panose="020B0300000000000000" charset="-122"/>
                    <a:ea typeface="思源黑体 CN Light" panose="020B0300000000000000" charset="-122"/>
                    <a:cs typeface="+mn-ea"/>
                    <a:sym typeface="+mn-lt"/>
                  </a:endParaRPr>
                </a:p>
              </p:txBody>
            </p:sp>
            <p:sp>
              <p:nvSpPr>
                <p:cNvPr id="17" name="Oval 15"/>
                <p:cNvSpPr/>
                <p:nvPr/>
              </p:nvSpPr>
              <p:spPr>
                <a:xfrm>
                  <a:off x="2150177" y="3064576"/>
                  <a:ext cx="777674" cy="777674"/>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pPr>
                  <a:endParaRPr sz="1200">
                    <a:solidFill>
                      <a:srgbClr val="26211B"/>
                    </a:solidFill>
                    <a:latin typeface="思源黑体 CN Light" panose="020B0300000000000000" charset="-122"/>
                    <a:ea typeface="思源黑体 CN Light" panose="020B0300000000000000" charset="-122"/>
                    <a:cs typeface="+mn-ea"/>
                    <a:sym typeface="+mn-lt"/>
                  </a:endParaRPr>
                </a:p>
              </p:txBody>
            </p:sp>
          </p:grpSp>
          <p:sp>
            <p:nvSpPr>
              <p:cNvPr id="18" name="Freeform: Shape 17"/>
              <p:cNvSpPr/>
              <p:nvPr/>
            </p:nvSpPr>
            <p:spPr>
              <a:xfrm rot="10800000" flipV="1">
                <a:off x="9477373" y="3481868"/>
                <a:ext cx="319091" cy="324201"/>
              </a:xfrm>
              <a:custGeom>
                <a:avLst/>
                <a:gdLst>
                  <a:gd name="connsiteX0" fmla="*/ 160364 w 239318"/>
                  <a:gd name="connsiteY0" fmla="*/ 0 h 243151"/>
                  <a:gd name="connsiteX1" fmla="*/ 139093 w 239318"/>
                  <a:gd name="connsiteY1" fmla="*/ 40447 h 243151"/>
                  <a:gd name="connsiteX2" fmla="*/ 141529 w 239318"/>
                  <a:gd name="connsiteY2" fmla="*/ 51630 h 243151"/>
                  <a:gd name="connsiteX3" fmla="*/ 88884 w 239318"/>
                  <a:gd name="connsiteY3" fmla="*/ 51630 h 243151"/>
                  <a:gd name="connsiteX4" fmla="*/ 91176 w 239318"/>
                  <a:gd name="connsiteY4" fmla="*/ 41110 h 243151"/>
                  <a:gd name="connsiteX5" fmla="*/ 69905 w 239318"/>
                  <a:gd name="connsiteY5" fmla="*/ 663 h 243151"/>
                  <a:gd name="connsiteX6" fmla="*/ 48634 w 239318"/>
                  <a:gd name="connsiteY6" fmla="*/ 41110 h 243151"/>
                  <a:gd name="connsiteX7" fmla="*/ 50925 w 239318"/>
                  <a:gd name="connsiteY7" fmla="*/ 51630 h 243151"/>
                  <a:gd name="connsiteX8" fmla="*/ 0 w 239318"/>
                  <a:gd name="connsiteY8" fmla="*/ 51630 h 243151"/>
                  <a:gd name="connsiteX9" fmla="*/ 0 w 239318"/>
                  <a:gd name="connsiteY9" fmla="*/ 243151 h 243151"/>
                  <a:gd name="connsiteX10" fmla="*/ 239318 w 239318"/>
                  <a:gd name="connsiteY10" fmla="*/ 243151 h 243151"/>
                  <a:gd name="connsiteX11" fmla="*/ 239318 w 239318"/>
                  <a:gd name="connsiteY11" fmla="*/ 51630 h 243151"/>
                  <a:gd name="connsiteX12" fmla="*/ 179199 w 239318"/>
                  <a:gd name="connsiteY12" fmla="*/ 51630 h 243151"/>
                  <a:gd name="connsiteX13" fmla="*/ 181635 w 239318"/>
                  <a:gd name="connsiteY13" fmla="*/ 40447 h 243151"/>
                  <a:gd name="connsiteX14" fmla="*/ 160364 w 239318"/>
                  <a:gd name="connsiteY14" fmla="*/ 0 h 243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9318" h="243151">
                    <a:moveTo>
                      <a:pt x="160364" y="0"/>
                    </a:moveTo>
                    <a:cubicBezTo>
                      <a:pt x="148616" y="0"/>
                      <a:pt x="139093" y="18109"/>
                      <a:pt x="139093" y="40447"/>
                    </a:cubicBezTo>
                    <a:lnTo>
                      <a:pt x="141529" y="51630"/>
                    </a:lnTo>
                    <a:lnTo>
                      <a:pt x="88884" y="51630"/>
                    </a:lnTo>
                    <a:lnTo>
                      <a:pt x="91176" y="41110"/>
                    </a:lnTo>
                    <a:cubicBezTo>
                      <a:pt x="91176" y="18772"/>
                      <a:pt x="81653" y="663"/>
                      <a:pt x="69905" y="663"/>
                    </a:cubicBezTo>
                    <a:cubicBezTo>
                      <a:pt x="58157" y="663"/>
                      <a:pt x="48634" y="18772"/>
                      <a:pt x="48634" y="41110"/>
                    </a:cubicBezTo>
                    <a:lnTo>
                      <a:pt x="50925" y="51630"/>
                    </a:lnTo>
                    <a:lnTo>
                      <a:pt x="0" y="51630"/>
                    </a:lnTo>
                    <a:lnTo>
                      <a:pt x="0" y="243151"/>
                    </a:lnTo>
                    <a:lnTo>
                      <a:pt x="239318" y="243151"/>
                    </a:lnTo>
                    <a:lnTo>
                      <a:pt x="239318" y="51630"/>
                    </a:lnTo>
                    <a:lnTo>
                      <a:pt x="179199" y="51630"/>
                    </a:lnTo>
                    <a:lnTo>
                      <a:pt x="181635" y="40447"/>
                    </a:lnTo>
                    <a:cubicBezTo>
                      <a:pt x="181635" y="18109"/>
                      <a:pt x="172112" y="0"/>
                      <a:pt x="160364" y="0"/>
                    </a:cubicBezTo>
                    <a:close/>
                  </a:path>
                </a:pathLst>
              </a:custGeom>
              <a:solidFill>
                <a:schemeClr val="bg1"/>
              </a:solidFill>
              <a:ln w="222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pPr>
                <a:endParaRPr sz="1200">
                  <a:solidFill>
                    <a:srgbClr val="26211B"/>
                  </a:solidFill>
                  <a:latin typeface="思源黑体 CN Light" panose="020B0300000000000000" charset="-122"/>
                  <a:ea typeface="思源黑体 CN Light" panose="020B0300000000000000" charset="-122"/>
                  <a:cs typeface="+mn-ea"/>
                  <a:sym typeface="+mn-lt"/>
                </a:endParaRPr>
              </a:p>
            </p:txBody>
          </p:sp>
        </p:grpSp>
        <p:grpSp>
          <p:nvGrpSpPr>
            <p:cNvPr id="19" name="Group 40"/>
            <p:cNvGrpSpPr/>
            <p:nvPr/>
          </p:nvGrpSpPr>
          <p:grpSpPr>
            <a:xfrm>
              <a:off x="6657677" y="2987131"/>
              <a:ext cx="1313895" cy="1313895"/>
              <a:chOff x="6651549" y="2987131"/>
              <a:chExt cx="1313895" cy="1313895"/>
            </a:xfrm>
          </p:grpSpPr>
          <p:grpSp>
            <p:nvGrpSpPr>
              <p:cNvPr id="25" name="Group 10"/>
              <p:cNvGrpSpPr/>
              <p:nvPr/>
            </p:nvGrpSpPr>
            <p:grpSpPr>
              <a:xfrm rot="541231">
                <a:off x="6651549" y="2987131"/>
                <a:ext cx="1313895" cy="1313895"/>
                <a:chOff x="1882067" y="2796467"/>
                <a:chExt cx="1313894" cy="1313894"/>
              </a:xfrm>
              <a:solidFill>
                <a:schemeClr val="accent3"/>
              </a:solidFill>
            </p:grpSpPr>
            <p:sp>
              <p:nvSpPr>
                <p:cNvPr id="31" name="Block Arc 11"/>
                <p:cNvSpPr/>
                <p:nvPr/>
              </p:nvSpPr>
              <p:spPr>
                <a:xfrm rot="12943459">
                  <a:off x="1882067" y="2796467"/>
                  <a:ext cx="1313894" cy="1313894"/>
                </a:xfrm>
                <a:prstGeom prst="blockArc">
                  <a:avLst>
                    <a:gd name="adj1" fmla="val 9149185"/>
                    <a:gd name="adj2" fmla="val 7405758"/>
                    <a:gd name="adj3" fmla="val 6986"/>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pPr>
                  <a:endParaRPr sz="1200">
                    <a:solidFill>
                      <a:srgbClr val="26211B"/>
                    </a:solidFill>
                    <a:latin typeface="思源黑体 CN Light" panose="020B0300000000000000" charset="-122"/>
                    <a:ea typeface="思源黑体 CN Light" panose="020B0300000000000000" charset="-122"/>
                    <a:cs typeface="+mn-ea"/>
                    <a:sym typeface="+mn-lt"/>
                  </a:endParaRPr>
                </a:p>
              </p:txBody>
            </p:sp>
            <p:sp>
              <p:nvSpPr>
                <p:cNvPr id="32" name="Oval 12"/>
                <p:cNvSpPr/>
                <p:nvPr/>
              </p:nvSpPr>
              <p:spPr>
                <a:xfrm>
                  <a:off x="2150177" y="3064576"/>
                  <a:ext cx="777674" cy="777674"/>
                </a:xfrm>
                <a:prstGeom prst="ellipse">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pPr>
                  <a:endParaRPr sz="1200">
                    <a:solidFill>
                      <a:srgbClr val="26211B"/>
                    </a:solidFill>
                    <a:latin typeface="思源黑体 CN Light" panose="020B0300000000000000" charset="-122"/>
                    <a:ea typeface="思源黑体 CN Light" panose="020B0300000000000000" charset="-122"/>
                    <a:cs typeface="+mn-ea"/>
                    <a:sym typeface="+mn-lt"/>
                  </a:endParaRPr>
                </a:p>
              </p:txBody>
            </p:sp>
          </p:grpSp>
          <p:grpSp>
            <p:nvGrpSpPr>
              <p:cNvPr id="21" name="Group 19"/>
              <p:cNvGrpSpPr/>
              <p:nvPr/>
            </p:nvGrpSpPr>
            <p:grpSpPr>
              <a:xfrm>
                <a:off x="7164415" y="3441845"/>
                <a:ext cx="289332" cy="332980"/>
                <a:chOff x="5359135" y="2382008"/>
                <a:chExt cx="216999" cy="249735"/>
              </a:xfrm>
            </p:grpSpPr>
            <p:sp>
              <p:nvSpPr>
                <p:cNvPr id="23" name="Freeform: Shape 20"/>
                <p:cNvSpPr/>
                <p:nvPr/>
              </p:nvSpPr>
              <p:spPr>
                <a:xfrm rot="10800000" flipH="1">
                  <a:off x="5359135" y="2382008"/>
                  <a:ext cx="216999" cy="249735"/>
                </a:xfrm>
                <a:custGeom>
                  <a:avLst/>
                  <a:gdLst>
                    <a:gd name="connsiteX0" fmla="*/ 0 w 999747"/>
                    <a:gd name="connsiteY0" fmla="*/ 0 h 1605837"/>
                    <a:gd name="connsiteX1" fmla="*/ 999747 w 999747"/>
                    <a:gd name="connsiteY1" fmla="*/ 0 h 1605837"/>
                    <a:gd name="connsiteX2" fmla="*/ 999747 w 999747"/>
                    <a:gd name="connsiteY2" fmla="*/ 0 h 1605837"/>
                    <a:gd name="connsiteX3" fmla="*/ 0 w 999747"/>
                    <a:gd name="connsiteY3" fmla="*/ 0 h 1605837"/>
                    <a:gd name="connsiteX4" fmla="*/ 0 w 999747"/>
                    <a:gd name="connsiteY4" fmla="*/ 1605837 h 1605837"/>
                    <a:gd name="connsiteX5" fmla="*/ 0 w 999747"/>
                    <a:gd name="connsiteY5" fmla="*/ 1605837 h 1605837"/>
                    <a:gd name="connsiteX6" fmla="*/ 0 w 999747"/>
                    <a:gd name="connsiteY6" fmla="*/ 0 h 1605837"/>
                    <a:gd name="connsiteX0-1" fmla="*/ 0 w 999747"/>
                    <a:gd name="connsiteY0-2" fmla="*/ 8964 h 1614801"/>
                    <a:gd name="connsiteX1-3" fmla="*/ 999747 w 999747"/>
                    <a:gd name="connsiteY1-4" fmla="*/ 8964 h 1614801"/>
                    <a:gd name="connsiteX2-5" fmla="*/ 703911 w 999747"/>
                    <a:gd name="connsiteY2-6" fmla="*/ 0 h 1614801"/>
                    <a:gd name="connsiteX3-7" fmla="*/ 0 w 999747"/>
                    <a:gd name="connsiteY3-8" fmla="*/ 8964 h 1614801"/>
                    <a:gd name="connsiteX4-9" fmla="*/ 0 w 999747"/>
                    <a:gd name="connsiteY4-10" fmla="*/ 1614801 h 1614801"/>
                    <a:gd name="connsiteX5-11" fmla="*/ 0 w 999747"/>
                    <a:gd name="connsiteY5-12" fmla="*/ 1614801 h 1614801"/>
                    <a:gd name="connsiteX6-13" fmla="*/ 0 w 999747"/>
                    <a:gd name="connsiteY6-14" fmla="*/ 8964 h 1614801"/>
                    <a:gd name="connsiteX0-15" fmla="*/ 0 w 703911"/>
                    <a:gd name="connsiteY0-16" fmla="*/ 8964 h 1614801"/>
                    <a:gd name="connsiteX1-17" fmla="*/ 703911 w 703911"/>
                    <a:gd name="connsiteY1-18" fmla="*/ 0 h 1614801"/>
                    <a:gd name="connsiteX2-19" fmla="*/ 0 w 703911"/>
                    <a:gd name="connsiteY2-20" fmla="*/ 8964 h 1614801"/>
                    <a:gd name="connsiteX3-21" fmla="*/ 0 w 703911"/>
                    <a:gd name="connsiteY3-22" fmla="*/ 1614801 h 1614801"/>
                    <a:gd name="connsiteX4-23" fmla="*/ 0 w 703911"/>
                    <a:gd name="connsiteY4-24" fmla="*/ 1614801 h 1614801"/>
                    <a:gd name="connsiteX5-25" fmla="*/ 0 w 703911"/>
                    <a:gd name="connsiteY5-26" fmla="*/ 8964 h 1614801"/>
                    <a:gd name="connsiteX0-27" fmla="*/ 0 w 703911"/>
                    <a:gd name="connsiteY0-28" fmla="*/ 8964 h 1614801"/>
                    <a:gd name="connsiteX1-29" fmla="*/ 703911 w 703911"/>
                    <a:gd name="connsiteY1-30" fmla="*/ 0 h 1614801"/>
                    <a:gd name="connsiteX2-31" fmla="*/ 0 w 703911"/>
                    <a:gd name="connsiteY2-32" fmla="*/ 8964 h 1614801"/>
                    <a:gd name="connsiteX3-33" fmla="*/ 0 w 703911"/>
                    <a:gd name="connsiteY3-34" fmla="*/ 1614801 h 1614801"/>
                    <a:gd name="connsiteX4-35" fmla="*/ 0 w 703911"/>
                    <a:gd name="connsiteY4-36" fmla="*/ 1614801 h 1614801"/>
                    <a:gd name="connsiteX5-37" fmla="*/ 0 w 703911"/>
                    <a:gd name="connsiteY5-38" fmla="*/ 8964 h 1614801"/>
                    <a:gd name="connsiteX0-39" fmla="*/ 0 w 703911"/>
                    <a:gd name="connsiteY0-40" fmla="*/ 0 h 1605837"/>
                    <a:gd name="connsiteX1-41" fmla="*/ 703911 w 703911"/>
                    <a:gd name="connsiteY1-42" fmla="*/ 8965 h 1605837"/>
                    <a:gd name="connsiteX2-43" fmla="*/ 0 w 703911"/>
                    <a:gd name="connsiteY2-44" fmla="*/ 0 h 1605837"/>
                    <a:gd name="connsiteX3-45" fmla="*/ 0 w 703911"/>
                    <a:gd name="connsiteY3-46" fmla="*/ 1605837 h 1605837"/>
                    <a:gd name="connsiteX4-47" fmla="*/ 0 w 703911"/>
                    <a:gd name="connsiteY4-48" fmla="*/ 1605837 h 1605837"/>
                    <a:gd name="connsiteX5-49" fmla="*/ 0 w 703911"/>
                    <a:gd name="connsiteY5-50" fmla="*/ 0 h 1605837"/>
                    <a:gd name="connsiteX0-51" fmla="*/ 0 w 506687"/>
                    <a:gd name="connsiteY0-52" fmla="*/ 0 h 1605837"/>
                    <a:gd name="connsiteX1-53" fmla="*/ 506687 w 506687"/>
                    <a:gd name="connsiteY1-54" fmla="*/ 1 h 1605837"/>
                    <a:gd name="connsiteX2-55" fmla="*/ 0 w 506687"/>
                    <a:gd name="connsiteY2-56" fmla="*/ 0 h 1605837"/>
                    <a:gd name="connsiteX3-57" fmla="*/ 0 w 506687"/>
                    <a:gd name="connsiteY3-58" fmla="*/ 1605837 h 1605837"/>
                    <a:gd name="connsiteX4-59" fmla="*/ 0 w 506687"/>
                    <a:gd name="connsiteY4-60" fmla="*/ 1605837 h 1605837"/>
                    <a:gd name="connsiteX5-61" fmla="*/ 0 w 506687"/>
                    <a:gd name="connsiteY5-62" fmla="*/ 0 h 160583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506687" h="1605837">
                      <a:moveTo>
                        <a:pt x="0" y="0"/>
                      </a:moveTo>
                      <a:lnTo>
                        <a:pt x="506687" y="1"/>
                      </a:lnTo>
                      <a:lnTo>
                        <a:pt x="0" y="0"/>
                      </a:lnTo>
                      <a:lnTo>
                        <a:pt x="0" y="1605837"/>
                      </a:lnTo>
                      <a:lnTo>
                        <a:pt x="0" y="1605837"/>
                      </a:lnTo>
                      <a:lnTo>
                        <a:pt x="0" y="0"/>
                      </a:lnTo>
                      <a:close/>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pPr>
                  <a:endParaRPr sz="1200">
                    <a:solidFill>
                      <a:srgbClr val="26211B"/>
                    </a:solidFill>
                    <a:latin typeface="思源黑体 CN Light" panose="020B0300000000000000" charset="-122"/>
                    <a:ea typeface="思源黑体 CN Light" panose="020B0300000000000000" charset="-122"/>
                    <a:cs typeface="+mn-ea"/>
                    <a:sym typeface="+mn-lt"/>
                  </a:endParaRPr>
                </a:p>
              </p:txBody>
            </p:sp>
            <p:sp>
              <p:nvSpPr>
                <p:cNvPr id="28" name="Flowchart: Process 21"/>
                <p:cNvSpPr/>
                <p:nvPr/>
              </p:nvSpPr>
              <p:spPr>
                <a:xfrm>
                  <a:off x="5389208" y="2490659"/>
                  <a:ext cx="28782" cy="141083"/>
                </a:xfrm>
                <a:prstGeom prst="flowChart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pPr>
                  <a:endParaRPr sz="1200">
                    <a:solidFill>
                      <a:srgbClr val="26211B"/>
                    </a:solidFill>
                    <a:latin typeface="思源黑体 CN Light" panose="020B0300000000000000" charset="-122"/>
                    <a:ea typeface="思源黑体 CN Light" panose="020B0300000000000000" charset="-122"/>
                    <a:cs typeface="+mn-ea"/>
                    <a:sym typeface="+mn-lt"/>
                  </a:endParaRPr>
                </a:p>
              </p:txBody>
            </p:sp>
            <p:sp>
              <p:nvSpPr>
                <p:cNvPr id="29" name="Flowchart: Process 22"/>
                <p:cNvSpPr/>
                <p:nvPr/>
              </p:nvSpPr>
              <p:spPr>
                <a:xfrm>
                  <a:off x="5526093" y="2382018"/>
                  <a:ext cx="32927" cy="242855"/>
                </a:xfrm>
                <a:prstGeom prst="flowChart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pPr>
                  <a:endParaRPr sz="1200">
                    <a:solidFill>
                      <a:srgbClr val="26211B"/>
                    </a:solidFill>
                    <a:latin typeface="思源黑体 CN Light" panose="020B0300000000000000" charset="-122"/>
                    <a:ea typeface="思源黑体 CN Light" panose="020B0300000000000000" charset="-122"/>
                    <a:cs typeface="+mn-ea"/>
                    <a:sym typeface="+mn-lt"/>
                  </a:endParaRPr>
                </a:p>
              </p:txBody>
            </p:sp>
            <p:sp>
              <p:nvSpPr>
                <p:cNvPr id="24" name="Flowchart: Process 23"/>
                <p:cNvSpPr/>
                <p:nvPr/>
              </p:nvSpPr>
              <p:spPr>
                <a:xfrm>
                  <a:off x="5454721" y="2436605"/>
                  <a:ext cx="28782" cy="190160"/>
                </a:xfrm>
                <a:prstGeom prst="flowChart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pPr>
                  <a:endParaRPr sz="1200">
                    <a:solidFill>
                      <a:srgbClr val="26211B"/>
                    </a:solidFill>
                    <a:latin typeface="思源黑体 CN Light" panose="020B0300000000000000" charset="-122"/>
                    <a:ea typeface="思源黑体 CN Light" panose="020B0300000000000000" charset="-122"/>
                    <a:cs typeface="+mn-ea"/>
                    <a:sym typeface="+mn-lt"/>
                  </a:endParaRPr>
                </a:p>
              </p:txBody>
            </p:sp>
          </p:grpSp>
        </p:grpSp>
        <p:grpSp>
          <p:nvGrpSpPr>
            <p:cNvPr id="27" name="Group 38"/>
            <p:cNvGrpSpPr/>
            <p:nvPr/>
          </p:nvGrpSpPr>
          <p:grpSpPr>
            <a:xfrm>
              <a:off x="2003038" y="3024492"/>
              <a:ext cx="1313895" cy="1313895"/>
              <a:chOff x="2008654" y="3024492"/>
              <a:chExt cx="1313895" cy="1313895"/>
            </a:xfrm>
          </p:grpSpPr>
          <p:grpSp>
            <p:nvGrpSpPr>
              <p:cNvPr id="34" name="Group 7"/>
              <p:cNvGrpSpPr/>
              <p:nvPr/>
            </p:nvGrpSpPr>
            <p:grpSpPr>
              <a:xfrm rot="596657">
                <a:off x="2008654" y="3024492"/>
                <a:ext cx="1313895" cy="1313895"/>
                <a:chOff x="1882067" y="2796467"/>
                <a:chExt cx="1313894" cy="1313894"/>
              </a:xfrm>
            </p:grpSpPr>
            <p:sp>
              <p:nvSpPr>
                <p:cNvPr id="43" name="Block Arc 8"/>
                <p:cNvSpPr/>
                <p:nvPr/>
              </p:nvSpPr>
              <p:spPr>
                <a:xfrm rot="12943459">
                  <a:off x="1882067" y="2796467"/>
                  <a:ext cx="1313894" cy="1313894"/>
                </a:xfrm>
                <a:prstGeom prst="blockArc">
                  <a:avLst>
                    <a:gd name="adj1" fmla="val 8662853"/>
                    <a:gd name="adj2" fmla="val 7046337"/>
                    <a:gd name="adj3" fmla="val 714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pPr>
                  <a:endParaRPr sz="1200">
                    <a:solidFill>
                      <a:srgbClr val="26211B"/>
                    </a:solidFill>
                    <a:latin typeface="思源黑体 CN Light" panose="020B0300000000000000" charset="-122"/>
                    <a:ea typeface="思源黑体 CN Light" panose="020B0300000000000000" charset="-122"/>
                    <a:cs typeface="+mn-ea"/>
                    <a:sym typeface="+mn-lt"/>
                  </a:endParaRPr>
                </a:p>
              </p:txBody>
            </p:sp>
            <p:sp>
              <p:nvSpPr>
                <p:cNvPr id="44" name="Oval 9"/>
                <p:cNvSpPr/>
                <p:nvPr/>
              </p:nvSpPr>
              <p:spPr>
                <a:xfrm>
                  <a:off x="2150177" y="3064576"/>
                  <a:ext cx="777674" cy="777674"/>
                </a:xfrm>
                <a:prstGeom prst="ellipse">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pPr>
                  <a:endParaRPr sz="1200">
                    <a:solidFill>
                      <a:srgbClr val="26211B"/>
                    </a:solidFill>
                    <a:latin typeface="思源黑体 CN Light" panose="020B0300000000000000" charset="-122"/>
                    <a:ea typeface="思源黑体 CN Light" panose="020B0300000000000000" charset="-122"/>
                    <a:cs typeface="+mn-ea"/>
                    <a:sym typeface="+mn-lt"/>
                  </a:endParaRPr>
                </a:p>
              </p:txBody>
            </p:sp>
          </p:grpSp>
          <p:sp>
            <p:nvSpPr>
              <p:cNvPr id="45" name="Freeform: Shape 24"/>
              <p:cNvSpPr/>
              <p:nvPr/>
            </p:nvSpPr>
            <p:spPr>
              <a:xfrm rot="1825674">
                <a:off x="2361469" y="3519073"/>
                <a:ext cx="596956" cy="243924"/>
              </a:xfrm>
              <a:custGeom>
                <a:avLst/>
                <a:gdLst>
                  <a:gd name="connsiteX0" fmla="*/ 0 w 447717"/>
                  <a:gd name="connsiteY0" fmla="*/ 83672 h 182943"/>
                  <a:gd name="connsiteX1" fmla="*/ 447717 w 447717"/>
                  <a:gd name="connsiteY1" fmla="*/ 0 h 182943"/>
                  <a:gd name="connsiteX2" fmla="*/ 436560 w 447717"/>
                  <a:gd name="connsiteY2" fmla="*/ 10954 h 182943"/>
                  <a:gd name="connsiteX3" fmla="*/ 364472 w 447717"/>
                  <a:gd name="connsiteY3" fmla="*/ 79417 h 182943"/>
                  <a:gd name="connsiteX4" fmla="*/ 364562 w 447717"/>
                  <a:gd name="connsiteY4" fmla="*/ 79469 h 182943"/>
                  <a:gd name="connsiteX5" fmla="*/ 1124 w 447717"/>
                  <a:gd name="connsiteY5" fmla="*/ 83672 h 182943"/>
                  <a:gd name="connsiteX6" fmla="*/ 26359 w 447717"/>
                  <a:gd name="connsiteY6" fmla="*/ 85077 h 182943"/>
                  <a:gd name="connsiteX7" fmla="*/ 363099 w 447717"/>
                  <a:gd name="connsiteY7" fmla="*/ 81143 h 182943"/>
                  <a:gd name="connsiteX8" fmla="*/ 435344 w 447717"/>
                  <a:gd name="connsiteY8" fmla="*/ 122958 h 182943"/>
                  <a:gd name="connsiteX9" fmla="*/ 439783 w 447717"/>
                  <a:gd name="connsiteY9" fmla="*/ 123964 h 182943"/>
                  <a:gd name="connsiteX10" fmla="*/ 363358 w 447717"/>
                  <a:gd name="connsiteY10" fmla="*/ 80387 h 182943"/>
                  <a:gd name="connsiteX11" fmla="*/ 367904 w 447717"/>
                  <a:gd name="connsiteY11" fmla="*/ 80335 h 182943"/>
                  <a:gd name="connsiteX12" fmla="*/ 389531 w 447717"/>
                  <a:gd name="connsiteY12" fmla="*/ 58746 h 182943"/>
                  <a:gd name="connsiteX13" fmla="*/ 442102 w 447717"/>
                  <a:gd name="connsiteY13" fmla="*/ 124691 h 182943"/>
                  <a:gd name="connsiteX14" fmla="*/ 435720 w 447717"/>
                  <a:gd name="connsiteY14" fmla="*/ 123176 h 182943"/>
                  <a:gd name="connsiteX15" fmla="*/ 436516 w 447717"/>
                  <a:gd name="connsiteY15" fmla="*/ 123637 h 182943"/>
                  <a:gd name="connsiteX16" fmla="*/ 420832 w 447717"/>
                  <a:gd name="connsiteY16" fmla="*/ 120031 h 182943"/>
                  <a:gd name="connsiteX17" fmla="*/ 358631 w 447717"/>
                  <a:gd name="connsiteY17" fmla="*/ 105046 h 182943"/>
                  <a:gd name="connsiteX18" fmla="*/ 390347 w 447717"/>
                  <a:gd name="connsiteY18" fmla="*/ 182943 h 182943"/>
                  <a:gd name="connsiteX19" fmla="*/ 7521 w 447717"/>
                  <a:gd name="connsiteY19" fmla="*/ 85585 h 182943"/>
                  <a:gd name="connsiteX20" fmla="*/ 3283 w 447717"/>
                  <a:gd name="connsiteY20" fmla="*/ 85346 h 182943"/>
                  <a:gd name="connsiteX21" fmla="*/ 6439 w 447717"/>
                  <a:gd name="connsiteY21" fmla="*/ 85310 h 182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47717" h="182943">
                    <a:moveTo>
                      <a:pt x="0" y="83672"/>
                    </a:moveTo>
                    <a:lnTo>
                      <a:pt x="447717" y="0"/>
                    </a:lnTo>
                    <a:lnTo>
                      <a:pt x="436560" y="10954"/>
                    </a:lnTo>
                    <a:lnTo>
                      <a:pt x="364472" y="79417"/>
                    </a:lnTo>
                    <a:lnTo>
                      <a:pt x="364562" y="79469"/>
                    </a:lnTo>
                    <a:lnTo>
                      <a:pt x="1124" y="83672"/>
                    </a:lnTo>
                    <a:lnTo>
                      <a:pt x="26359" y="85077"/>
                    </a:lnTo>
                    <a:lnTo>
                      <a:pt x="363099" y="81143"/>
                    </a:lnTo>
                    <a:lnTo>
                      <a:pt x="435344" y="122958"/>
                    </a:lnTo>
                    <a:lnTo>
                      <a:pt x="439783" y="123964"/>
                    </a:lnTo>
                    <a:lnTo>
                      <a:pt x="363358" y="80387"/>
                    </a:lnTo>
                    <a:lnTo>
                      <a:pt x="367904" y="80335"/>
                    </a:lnTo>
                    <a:lnTo>
                      <a:pt x="389531" y="58746"/>
                    </a:lnTo>
                    <a:lnTo>
                      <a:pt x="442102" y="124691"/>
                    </a:lnTo>
                    <a:lnTo>
                      <a:pt x="435720" y="123176"/>
                    </a:lnTo>
                    <a:lnTo>
                      <a:pt x="436516" y="123637"/>
                    </a:lnTo>
                    <a:lnTo>
                      <a:pt x="420832" y="120031"/>
                    </a:lnTo>
                    <a:lnTo>
                      <a:pt x="358631" y="105046"/>
                    </a:lnTo>
                    <a:lnTo>
                      <a:pt x="390347" y="182943"/>
                    </a:lnTo>
                    <a:lnTo>
                      <a:pt x="7521" y="85585"/>
                    </a:lnTo>
                    <a:lnTo>
                      <a:pt x="3283" y="85346"/>
                    </a:lnTo>
                    <a:lnTo>
                      <a:pt x="6439" y="85310"/>
                    </a:lnTo>
                    <a:close/>
                  </a:path>
                </a:pathLst>
              </a:custGeom>
              <a:solidFill>
                <a:schemeClr val="bg1"/>
              </a:solidFill>
              <a:ln w="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30000"/>
                  </a:lnSpc>
                </a:pPr>
                <a:endParaRPr sz="1200">
                  <a:solidFill>
                    <a:srgbClr val="26211B"/>
                  </a:solidFill>
                  <a:latin typeface="思源黑体 CN Light" panose="020B0300000000000000" charset="-122"/>
                  <a:ea typeface="思源黑体 CN Light" panose="020B0300000000000000" charset="-122"/>
                  <a:cs typeface="+mn-ea"/>
                  <a:sym typeface="+mn-lt"/>
                </a:endParaRPr>
              </a:p>
            </p:txBody>
          </p:sp>
        </p:grpSp>
      </p:grpSp>
      <p:grpSp>
        <p:nvGrpSpPr>
          <p:cNvPr id="50" name="组合 49"/>
          <p:cNvGrpSpPr/>
          <p:nvPr/>
        </p:nvGrpSpPr>
        <p:grpSpPr>
          <a:xfrm>
            <a:off x="1786784" y="1936099"/>
            <a:ext cx="3343275" cy="781685"/>
            <a:chOff x="6736921" y="2180774"/>
            <a:chExt cx="4874455" cy="781889"/>
          </a:xfrm>
        </p:grpSpPr>
        <p:sp>
          <p:nvSpPr>
            <p:cNvPr id="51" name="TextBox 11"/>
            <p:cNvSpPr txBox="1"/>
            <p:nvPr/>
          </p:nvSpPr>
          <p:spPr>
            <a:xfrm>
              <a:off x="6736921" y="2520588"/>
              <a:ext cx="4874455" cy="442075"/>
            </a:xfrm>
            <a:prstGeom prst="rect">
              <a:avLst/>
            </a:prstGeom>
            <a:noFill/>
          </p:spPr>
          <p:txBody>
            <a:bodyPr wrap="square" lIns="0" tIns="0" rIns="0" bIns="0" rtlCol="0">
              <a:spAutoFit/>
              <a:scene3d>
                <a:camera prst="orthographicFront"/>
                <a:lightRig rig="threePt" dir="t"/>
              </a:scene3d>
              <a:sp3d contourW="12700"/>
            </a:bodyPr>
            <a:lstStyle/>
            <a:p>
              <a:pPr defTabSz="866775" fontAlgn="base">
                <a:lnSpc>
                  <a:spcPct val="120000"/>
                </a:lnSpc>
                <a:spcBef>
                  <a:spcPct val="0"/>
                </a:spcBef>
                <a:spcAft>
                  <a:spcPct val="0"/>
                </a:spcAft>
              </a:pPr>
              <a:r>
                <a:rPr lang="zh-CN" altLang="en-US" sz="1200" dirty="0">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a:t>
              </a:r>
              <a:endParaRPr lang="zh-CN" altLang="en-US" sz="1200" b="1" dirty="0">
                <a:solidFill>
                  <a:srgbClr val="26211B"/>
                </a:solidFill>
                <a:latin typeface="思源黑体 CN Light" panose="020B0300000000000000" charset="-122"/>
                <a:ea typeface="思源黑体 CN Light" panose="020B0300000000000000" charset="-122"/>
                <a:cs typeface="+mn-ea"/>
                <a:sym typeface="+mn-lt"/>
              </a:endParaRPr>
            </a:p>
          </p:txBody>
        </p:sp>
        <p:sp>
          <p:nvSpPr>
            <p:cNvPr id="52" name="TextBox 11"/>
            <p:cNvSpPr txBox="1"/>
            <p:nvPr/>
          </p:nvSpPr>
          <p:spPr>
            <a:xfrm>
              <a:off x="6736921" y="2180774"/>
              <a:ext cx="2449035" cy="245809"/>
            </a:xfrm>
            <a:prstGeom prst="rect">
              <a:avLst/>
            </a:prstGeom>
            <a:noFill/>
          </p:spPr>
          <p:txBody>
            <a:bodyPr wrap="square" lIns="0" tIns="0" rIns="0" bIns="0"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未来发展规划</a:t>
              </a:r>
              <a:endParaRPr lang="zh-CN" altLang="en-US" sz="1600" b="1" dirty="0">
                <a:solidFill>
                  <a:srgbClr val="26211B"/>
                </a:solidFill>
                <a:latin typeface="思源黑体 CN Medium" panose="020B0600000000000000" charset="-122"/>
                <a:ea typeface="思源黑体 CN Medium" panose="020B0600000000000000" charset="-122"/>
                <a:cs typeface="思源黑体 CN Heavy" panose="020B0A00000000000000" charset="-122"/>
                <a:sym typeface="+mn-ea"/>
              </a:endParaRPr>
            </a:p>
          </p:txBody>
        </p:sp>
      </p:grpSp>
      <p:grpSp>
        <p:nvGrpSpPr>
          <p:cNvPr id="53" name="组合 52"/>
          <p:cNvGrpSpPr/>
          <p:nvPr/>
        </p:nvGrpSpPr>
        <p:grpSpPr>
          <a:xfrm>
            <a:off x="6440265" y="1936099"/>
            <a:ext cx="3441065" cy="781685"/>
            <a:chOff x="6736921" y="2180774"/>
            <a:chExt cx="5017031" cy="781889"/>
          </a:xfrm>
        </p:grpSpPr>
        <p:sp>
          <p:nvSpPr>
            <p:cNvPr id="54" name="TextBox 11"/>
            <p:cNvSpPr txBox="1"/>
            <p:nvPr/>
          </p:nvSpPr>
          <p:spPr>
            <a:xfrm>
              <a:off x="6736921" y="2520588"/>
              <a:ext cx="5017031" cy="442075"/>
            </a:xfrm>
            <a:prstGeom prst="rect">
              <a:avLst/>
            </a:prstGeom>
            <a:noFill/>
          </p:spPr>
          <p:txBody>
            <a:bodyPr wrap="square" lIns="0" tIns="0" rIns="0" bIns="0" rtlCol="0">
              <a:spAutoFit/>
              <a:scene3d>
                <a:camera prst="orthographicFront"/>
                <a:lightRig rig="threePt" dir="t"/>
              </a:scene3d>
              <a:sp3d contourW="12700"/>
            </a:bodyPr>
            <a:lstStyle/>
            <a:p>
              <a:pPr defTabSz="866775" fontAlgn="base">
                <a:lnSpc>
                  <a:spcPct val="120000"/>
                </a:lnSpc>
                <a:spcBef>
                  <a:spcPct val="0"/>
                </a:spcBef>
                <a:spcAft>
                  <a:spcPct val="0"/>
                </a:spcAft>
              </a:pPr>
              <a:r>
                <a:rPr lang="zh-CN" altLang="en-US" sz="1200" dirty="0">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a:t>
              </a:r>
              <a:endParaRPr lang="zh-CN" altLang="en-US" sz="1200" b="1" dirty="0">
                <a:solidFill>
                  <a:srgbClr val="26211B"/>
                </a:solidFill>
                <a:latin typeface="思源黑体 CN Light" panose="020B0300000000000000" charset="-122"/>
                <a:ea typeface="思源黑体 CN Light" panose="020B0300000000000000" charset="-122"/>
                <a:cs typeface="+mn-ea"/>
                <a:sym typeface="+mn-lt"/>
              </a:endParaRPr>
            </a:p>
          </p:txBody>
        </p:sp>
        <p:sp>
          <p:nvSpPr>
            <p:cNvPr id="55" name="TextBox 11"/>
            <p:cNvSpPr txBox="1"/>
            <p:nvPr/>
          </p:nvSpPr>
          <p:spPr>
            <a:xfrm>
              <a:off x="6736921" y="2180774"/>
              <a:ext cx="2449035" cy="245809"/>
            </a:xfrm>
            <a:prstGeom prst="rect">
              <a:avLst/>
            </a:prstGeom>
            <a:noFill/>
          </p:spPr>
          <p:txBody>
            <a:bodyPr wrap="square" lIns="0" tIns="0" rIns="0" bIns="0"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未来发展规划</a:t>
              </a:r>
              <a:endParaRPr lang="zh-CN" altLang="en-US" sz="1600" b="1" dirty="0">
                <a:solidFill>
                  <a:srgbClr val="26211B"/>
                </a:solidFill>
                <a:latin typeface="思源黑体 CN Medium" panose="020B0600000000000000" charset="-122"/>
                <a:ea typeface="思源黑体 CN Medium" panose="020B0600000000000000" charset="-122"/>
                <a:cs typeface="思源黑体 CN Heavy" panose="020B0A00000000000000" charset="-122"/>
                <a:sym typeface="+mn-ea"/>
              </a:endParaRPr>
            </a:p>
          </p:txBody>
        </p:sp>
      </p:grpSp>
      <p:grpSp>
        <p:nvGrpSpPr>
          <p:cNvPr id="59" name="组合 58"/>
          <p:cNvGrpSpPr/>
          <p:nvPr/>
        </p:nvGrpSpPr>
        <p:grpSpPr>
          <a:xfrm>
            <a:off x="2496772" y="4802894"/>
            <a:ext cx="2910404" cy="781981"/>
            <a:chOff x="6736921" y="2180774"/>
            <a:chExt cx="4167434" cy="782185"/>
          </a:xfrm>
        </p:grpSpPr>
        <p:sp>
          <p:nvSpPr>
            <p:cNvPr id="60" name="TextBox 11"/>
            <p:cNvSpPr txBox="1"/>
            <p:nvPr/>
          </p:nvSpPr>
          <p:spPr>
            <a:xfrm>
              <a:off x="6736921" y="2520884"/>
              <a:ext cx="4167434" cy="442075"/>
            </a:xfrm>
            <a:prstGeom prst="rect">
              <a:avLst/>
            </a:prstGeom>
            <a:noFill/>
          </p:spPr>
          <p:txBody>
            <a:bodyPr wrap="square" lIns="0" tIns="0" rIns="0" bIns="0" rtlCol="0">
              <a:spAutoFit/>
              <a:scene3d>
                <a:camera prst="orthographicFront"/>
                <a:lightRig rig="threePt" dir="t"/>
              </a:scene3d>
              <a:sp3d contourW="12700"/>
            </a:bodyPr>
            <a:lstStyle/>
            <a:p>
              <a:pPr algn="r" defTabSz="866775" fontAlgn="base">
                <a:lnSpc>
                  <a:spcPct val="120000"/>
                </a:lnSpc>
                <a:spcBef>
                  <a:spcPct val="0"/>
                </a:spcBef>
                <a:spcAft>
                  <a:spcPct val="0"/>
                </a:spcAft>
              </a:pPr>
              <a:r>
                <a:rPr lang="zh-CN" altLang="en-US" sz="1200" dirty="0">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a:t>
              </a:r>
              <a:endParaRPr lang="zh-CN" altLang="en-US" sz="1200" b="1" dirty="0">
                <a:solidFill>
                  <a:srgbClr val="26211B"/>
                </a:solidFill>
                <a:latin typeface="思源黑体 CN Light" panose="020B0300000000000000" charset="-122"/>
                <a:ea typeface="思源黑体 CN Light" panose="020B0300000000000000" charset="-122"/>
                <a:cs typeface="+mn-ea"/>
                <a:sym typeface="+mn-lt"/>
              </a:endParaRPr>
            </a:p>
          </p:txBody>
        </p:sp>
        <p:sp>
          <p:nvSpPr>
            <p:cNvPr id="61" name="TextBox 11"/>
            <p:cNvSpPr txBox="1"/>
            <p:nvPr/>
          </p:nvSpPr>
          <p:spPr>
            <a:xfrm>
              <a:off x="8455319" y="2180774"/>
              <a:ext cx="2449036" cy="245809"/>
            </a:xfrm>
            <a:prstGeom prst="rect">
              <a:avLst/>
            </a:prstGeom>
            <a:noFill/>
          </p:spPr>
          <p:txBody>
            <a:bodyPr wrap="square" lIns="0" tIns="0" rIns="0" bIns="0" rtlCol="0">
              <a:spAutoFit/>
              <a:scene3d>
                <a:camera prst="orthographicFront"/>
                <a:lightRig rig="threePt" dir="t"/>
              </a:scene3d>
              <a:sp3d contourW="12700"/>
            </a:bodyPr>
            <a:lstStyle/>
            <a:p>
              <a:pPr marL="0" marR="0" lvl="0" indent="0" algn="r"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未来发展规划</a:t>
              </a:r>
              <a:endParaRPr lang="zh-CN" altLang="en-US" sz="1600" b="1" dirty="0">
                <a:solidFill>
                  <a:srgbClr val="26211B"/>
                </a:solidFill>
                <a:latin typeface="思源黑体 CN Medium" panose="020B0600000000000000" charset="-122"/>
                <a:ea typeface="思源黑体 CN Medium" panose="020B0600000000000000" charset="-122"/>
                <a:cs typeface="思源黑体 CN Heavy" panose="020B0A00000000000000" charset="-122"/>
                <a:sym typeface="+mn-ea"/>
              </a:endParaRPr>
            </a:p>
          </p:txBody>
        </p:sp>
      </p:grpSp>
      <p:grpSp>
        <p:nvGrpSpPr>
          <p:cNvPr id="62" name="组合 61"/>
          <p:cNvGrpSpPr/>
          <p:nvPr/>
        </p:nvGrpSpPr>
        <p:grpSpPr>
          <a:xfrm>
            <a:off x="7150253" y="4802894"/>
            <a:ext cx="2910404" cy="781981"/>
            <a:chOff x="6736921" y="2180774"/>
            <a:chExt cx="4167434" cy="782185"/>
          </a:xfrm>
        </p:grpSpPr>
        <p:sp>
          <p:nvSpPr>
            <p:cNvPr id="63" name="TextBox 11"/>
            <p:cNvSpPr txBox="1"/>
            <p:nvPr/>
          </p:nvSpPr>
          <p:spPr>
            <a:xfrm>
              <a:off x="6736921" y="2520884"/>
              <a:ext cx="4167434" cy="442075"/>
            </a:xfrm>
            <a:prstGeom prst="rect">
              <a:avLst/>
            </a:prstGeom>
            <a:noFill/>
          </p:spPr>
          <p:txBody>
            <a:bodyPr wrap="square" lIns="0" tIns="0" rIns="0" bIns="0" rtlCol="0">
              <a:spAutoFit/>
              <a:scene3d>
                <a:camera prst="orthographicFront"/>
                <a:lightRig rig="threePt" dir="t"/>
              </a:scene3d>
              <a:sp3d contourW="12700"/>
            </a:bodyPr>
            <a:lstStyle/>
            <a:p>
              <a:pPr algn="r" defTabSz="866775" fontAlgn="base">
                <a:lnSpc>
                  <a:spcPct val="120000"/>
                </a:lnSpc>
                <a:spcBef>
                  <a:spcPct val="0"/>
                </a:spcBef>
                <a:spcAft>
                  <a:spcPct val="0"/>
                </a:spcAft>
              </a:pPr>
              <a:r>
                <a:rPr lang="zh-CN" altLang="en-US" sz="1200" dirty="0">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a:t>
              </a:r>
              <a:endParaRPr lang="zh-CN" altLang="en-US" sz="1200" b="1" dirty="0">
                <a:solidFill>
                  <a:srgbClr val="26211B"/>
                </a:solidFill>
                <a:latin typeface="思源黑体 CN Light" panose="020B0300000000000000" charset="-122"/>
                <a:ea typeface="思源黑体 CN Light" panose="020B0300000000000000" charset="-122"/>
                <a:cs typeface="+mn-ea"/>
                <a:sym typeface="+mn-lt"/>
              </a:endParaRPr>
            </a:p>
          </p:txBody>
        </p:sp>
        <p:sp>
          <p:nvSpPr>
            <p:cNvPr id="64" name="TextBox 11"/>
            <p:cNvSpPr txBox="1"/>
            <p:nvPr/>
          </p:nvSpPr>
          <p:spPr>
            <a:xfrm>
              <a:off x="8455319" y="2180774"/>
              <a:ext cx="2449036" cy="245809"/>
            </a:xfrm>
            <a:prstGeom prst="rect">
              <a:avLst/>
            </a:prstGeom>
            <a:noFill/>
          </p:spPr>
          <p:txBody>
            <a:bodyPr wrap="square" lIns="0" tIns="0" rIns="0" bIns="0" rtlCol="0">
              <a:spAutoFit/>
              <a:scene3d>
                <a:camera prst="orthographicFront"/>
                <a:lightRig rig="threePt" dir="t"/>
              </a:scene3d>
              <a:sp3d contourW="12700"/>
            </a:bodyPr>
            <a:lstStyle/>
            <a:p>
              <a:pPr marL="0" marR="0" lvl="0" indent="0" algn="r"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未来发展规划</a:t>
              </a:r>
              <a:endParaRPr lang="zh-CN" altLang="en-US" sz="1600" b="1" dirty="0">
                <a:solidFill>
                  <a:srgbClr val="26211B"/>
                </a:solidFill>
                <a:latin typeface="思源黑体 CN Medium" panose="020B0600000000000000" charset="-122"/>
                <a:ea typeface="思源黑体 CN Medium" panose="020B0600000000000000" charset="-122"/>
                <a:cs typeface="思源黑体 CN Heavy" panose="020B0A00000000000000" charset="-122"/>
                <a:sym typeface="+mn-ea"/>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plus(in)">
                                      <p:cBhvr>
                                        <p:cTn id="7" dur="2000"/>
                                        <p:tgtEl>
                                          <p:spTgt spid="22"/>
                                        </p:tgtEl>
                                      </p:cBhvr>
                                    </p:animEffect>
                                  </p:childTnLst>
                                </p:cTn>
                              </p:par>
                            </p:childTnLst>
                          </p:cTn>
                        </p:par>
                        <p:par>
                          <p:cTn id="8" fill="hold">
                            <p:stCondLst>
                              <p:cond delay="2000"/>
                            </p:stCondLst>
                            <p:childTnLst>
                              <p:par>
                                <p:cTn id="9" presetID="2" presetClass="entr" presetSubtype="2"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1+#ppt_w/2"/>
                                          </p:val>
                                        </p:tav>
                                        <p:tav tm="100000">
                                          <p:val>
                                            <p:strVal val="#ppt_x"/>
                                          </p:val>
                                        </p:tav>
                                      </p:tavLst>
                                    </p:anim>
                                    <p:anim calcmode="lin" valueType="num">
                                      <p:cBhvr additive="base">
                                        <p:cTn id="12" dur="500" fill="hold"/>
                                        <p:tgtEl>
                                          <p:spTgt spid="5"/>
                                        </p:tgtEl>
                                        <p:attrNameLst>
                                          <p:attrName>ppt_y</p:attrName>
                                        </p:attrNameLst>
                                      </p:cBhvr>
                                      <p:tavLst>
                                        <p:tav tm="0">
                                          <p:val>
                                            <p:strVal val="#ppt_y"/>
                                          </p:val>
                                        </p:tav>
                                        <p:tav tm="100000">
                                          <p:val>
                                            <p:strVal val="#ppt_y"/>
                                          </p:val>
                                        </p:tav>
                                      </p:tavLst>
                                    </p:anim>
                                  </p:childTnLst>
                                </p:cTn>
                              </p:par>
                            </p:childTnLst>
                          </p:cTn>
                        </p:par>
                        <p:par>
                          <p:cTn id="13" fill="hold">
                            <p:stCondLst>
                              <p:cond delay="2500"/>
                            </p:stCondLst>
                            <p:childTnLst>
                              <p:par>
                                <p:cTn id="14" presetID="2" presetClass="entr" presetSubtype="8" fill="hold" nodeType="afterEffect">
                                  <p:stCondLst>
                                    <p:cond delay="0"/>
                                  </p:stCondLst>
                                  <p:childTnLst>
                                    <p:set>
                                      <p:cBhvr>
                                        <p:cTn id="15" dur="1" fill="hold">
                                          <p:stCondLst>
                                            <p:cond delay="0"/>
                                          </p:stCondLst>
                                        </p:cTn>
                                        <p:tgtEl>
                                          <p:spTgt spid="53"/>
                                        </p:tgtEl>
                                        <p:attrNameLst>
                                          <p:attrName>style.visibility</p:attrName>
                                        </p:attrNameLst>
                                      </p:cBhvr>
                                      <p:to>
                                        <p:strVal val="visible"/>
                                      </p:to>
                                    </p:set>
                                    <p:anim calcmode="lin" valueType="num">
                                      <p:cBhvr additive="base">
                                        <p:cTn id="16" dur="500" fill="hold"/>
                                        <p:tgtEl>
                                          <p:spTgt spid="53"/>
                                        </p:tgtEl>
                                        <p:attrNameLst>
                                          <p:attrName>ppt_x</p:attrName>
                                        </p:attrNameLst>
                                      </p:cBhvr>
                                      <p:tavLst>
                                        <p:tav tm="0">
                                          <p:val>
                                            <p:strVal val="0-#ppt_w/2"/>
                                          </p:val>
                                        </p:tav>
                                        <p:tav tm="100000">
                                          <p:val>
                                            <p:strVal val="#ppt_x"/>
                                          </p:val>
                                        </p:tav>
                                      </p:tavLst>
                                    </p:anim>
                                    <p:anim calcmode="lin" valueType="num">
                                      <p:cBhvr additive="base">
                                        <p:cTn id="17" dur="500" fill="hold"/>
                                        <p:tgtEl>
                                          <p:spTgt spid="53"/>
                                        </p:tgtEl>
                                        <p:attrNameLst>
                                          <p:attrName>ppt_y</p:attrName>
                                        </p:attrNameLst>
                                      </p:cBhvr>
                                      <p:tavLst>
                                        <p:tav tm="0">
                                          <p:val>
                                            <p:strVal val="#ppt_y"/>
                                          </p:val>
                                        </p:tav>
                                        <p:tav tm="100000">
                                          <p:val>
                                            <p:strVal val="#ppt_y"/>
                                          </p:val>
                                        </p:tav>
                                      </p:tavLst>
                                    </p:anim>
                                  </p:childTnLst>
                                </p:cTn>
                              </p:par>
                              <p:par>
                                <p:cTn id="18" presetID="2" presetClass="entr" presetSubtype="8" fill="hold" nodeType="withEffect">
                                  <p:stCondLst>
                                    <p:cond delay="0"/>
                                  </p:stCondLst>
                                  <p:childTnLst>
                                    <p:set>
                                      <p:cBhvr>
                                        <p:cTn id="19" dur="1" fill="hold">
                                          <p:stCondLst>
                                            <p:cond delay="0"/>
                                          </p:stCondLst>
                                        </p:cTn>
                                        <p:tgtEl>
                                          <p:spTgt spid="62"/>
                                        </p:tgtEl>
                                        <p:attrNameLst>
                                          <p:attrName>style.visibility</p:attrName>
                                        </p:attrNameLst>
                                      </p:cBhvr>
                                      <p:to>
                                        <p:strVal val="visible"/>
                                      </p:to>
                                    </p:set>
                                    <p:anim calcmode="lin" valueType="num">
                                      <p:cBhvr additive="base">
                                        <p:cTn id="20" dur="500" fill="hold"/>
                                        <p:tgtEl>
                                          <p:spTgt spid="62"/>
                                        </p:tgtEl>
                                        <p:attrNameLst>
                                          <p:attrName>ppt_x</p:attrName>
                                        </p:attrNameLst>
                                      </p:cBhvr>
                                      <p:tavLst>
                                        <p:tav tm="0">
                                          <p:val>
                                            <p:strVal val="0-#ppt_w/2"/>
                                          </p:val>
                                        </p:tav>
                                        <p:tav tm="100000">
                                          <p:val>
                                            <p:strVal val="#ppt_x"/>
                                          </p:val>
                                        </p:tav>
                                      </p:tavLst>
                                    </p:anim>
                                    <p:anim calcmode="lin" valueType="num">
                                      <p:cBhvr additive="base">
                                        <p:cTn id="21" dur="500" fill="hold"/>
                                        <p:tgtEl>
                                          <p:spTgt spid="62"/>
                                        </p:tgtEl>
                                        <p:attrNameLst>
                                          <p:attrName>ppt_y</p:attrName>
                                        </p:attrNameLst>
                                      </p:cBhvr>
                                      <p:tavLst>
                                        <p:tav tm="0">
                                          <p:val>
                                            <p:strVal val="#ppt_y"/>
                                          </p:val>
                                        </p:tav>
                                        <p:tav tm="100000">
                                          <p:val>
                                            <p:strVal val="#ppt_y"/>
                                          </p:val>
                                        </p:tav>
                                      </p:tavLst>
                                    </p:anim>
                                  </p:childTnLst>
                                </p:cTn>
                              </p:par>
                              <p:par>
                                <p:cTn id="22" presetID="2" presetClass="entr" presetSubtype="8" fill="hold" nodeType="withEffect">
                                  <p:stCondLst>
                                    <p:cond delay="0"/>
                                  </p:stCondLst>
                                  <p:childTnLst>
                                    <p:set>
                                      <p:cBhvr>
                                        <p:cTn id="23" dur="1" fill="hold">
                                          <p:stCondLst>
                                            <p:cond delay="0"/>
                                          </p:stCondLst>
                                        </p:cTn>
                                        <p:tgtEl>
                                          <p:spTgt spid="50"/>
                                        </p:tgtEl>
                                        <p:attrNameLst>
                                          <p:attrName>style.visibility</p:attrName>
                                        </p:attrNameLst>
                                      </p:cBhvr>
                                      <p:to>
                                        <p:strVal val="visible"/>
                                      </p:to>
                                    </p:set>
                                    <p:anim calcmode="lin" valueType="num">
                                      <p:cBhvr additive="base">
                                        <p:cTn id="24" dur="500" fill="hold"/>
                                        <p:tgtEl>
                                          <p:spTgt spid="50"/>
                                        </p:tgtEl>
                                        <p:attrNameLst>
                                          <p:attrName>ppt_x</p:attrName>
                                        </p:attrNameLst>
                                      </p:cBhvr>
                                      <p:tavLst>
                                        <p:tav tm="0">
                                          <p:val>
                                            <p:strVal val="0-#ppt_w/2"/>
                                          </p:val>
                                        </p:tav>
                                        <p:tav tm="100000">
                                          <p:val>
                                            <p:strVal val="#ppt_x"/>
                                          </p:val>
                                        </p:tav>
                                      </p:tavLst>
                                    </p:anim>
                                    <p:anim calcmode="lin" valueType="num">
                                      <p:cBhvr additive="base">
                                        <p:cTn id="25" dur="500" fill="hold"/>
                                        <p:tgtEl>
                                          <p:spTgt spid="50"/>
                                        </p:tgtEl>
                                        <p:attrNameLst>
                                          <p:attrName>ppt_y</p:attrName>
                                        </p:attrNameLst>
                                      </p:cBhvr>
                                      <p:tavLst>
                                        <p:tav tm="0">
                                          <p:val>
                                            <p:strVal val="#ppt_y"/>
                                          </p:val>
                                        </p:tav>
                                        <p:tav tm="100000">
                                          <p:val>
                                            <p:strVal val="#ppt_y"/>
                                          </p:val>
                                        </p:tav>
                                      </p:tavLst>
                                    </p:anim>
                                  </p:childTnLst>
                                </p:cTn>
                              </p:par>
                              <p:par>
                                <p:cTn id="26" presetID="2" presetClass="entr" presetSubtype="8" fill="hold" nodeType="withEffect">
                                  <p:stCondLst>
                                    <p:cond delay="0"/>
                                  </p:stCondLst>
                                  <p:childTnLst>
                                    <p:set>
                                      <p:cBhvr>
                                        <p:cTn id="27" dur="1" fill="hold">
                                          <p:stCondLst>
                                            <p:cond delay="0"/>
                                          </p:stCondLst>
                                        </p:cTn>
                                        <p:tgtEl>
                                          <p:spTgt spid="59"/>
                                        </p:tgtEl>
                                        <p:attrNameLst>
                                          <p:attrName>style.visibility</p:attrName>
                                        </p:attrNameLst>
                                      </p:cBhvr>
                                      <p:to>
                                        <p:strVal val="visible"/>
                                      </p:to>
                                    </p:set>
                                    <p:anim calcmode="lin" valueType="num">
                                      <p:cBhvr additive="base">
                                        <p:cTn id="28" dur="500" fill="hold"/>
                                        <p:tgtEl>
                                          <p:spTgt spid="59"/>
                                        </p:tgtEl>
                                        <p:attrNameLst>
                                          <p:attrName>ppt_x</p:attrName>
                                        </p:attrNameLst>
                                      </p:cBhvr>
                                      <p:tavLst>
                                        <p:tav tm="0">
                                          <p:val>
                                            <p:strVal val="0-#ppt_w/2"/>
                                          </p:val>
                                        </p:tav>
                                        <p:tav tm="100000">
                                          <p:val>
                                            <p:strVal val="#ppt_x"/>
                                          </p:val>
                                        </p:tav>
                                      </p:tavLst>
                                    </p:anim>
                                    <p:anim calcmode="lin" valueType="num">
                                      <p:cBhvr additive="base">
                                        <p:cTn id="29" dur="500" fill="hold"/>
                                        <p:tgtEl>
                                          <p:spTgt spid="5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grpSp>
        <p:nvGrpSpPr>
          <p:cNvPr id="20" name="组合 19"/>
          <p:cNvGrpSpPr/>
          <p:nvPr/>
        </p:nvGrpSpPr>
        <p:grpSpPr>
          <a:xfrm>
            <a:off x="-1446530" y="-2014855"/>
            <a:ext cx="15448280" cy="10515600"/>
            <a:chOff x="-2277" y="-3173"/>
            <a:chExt cx="24328" cy="16560"/>
          </a:xfrm>
        </p:grpSpPr>
        <p:sp>
          <p:nvSpPr>
            <p:cNvPr id="42" name="矩形 41"/>
            <p:cNvSpPr/>
            <p:nvPr/>
          </p:nvSpPr>
          <p:spPr>
            <a:xfrm>
              <a:off x="1" y="0"/>
              <a:ext cx="19230" cy="10812"/>
            </a:xfrm>
            <a:prstGeom prst="rect">
              <a:avLst/>
            </a:prstGeom>
            <a:solidFill>
              <a:srgbClr val="F4F4F4">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flipV="1">
              <a:off x="15059" y="6395"/>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同心圆 3"/>
            <p:cNvSpPr/>
            <p:nvPr/>
          </p:nvSpPr>
          <p:spPr>
            <a:xfrm flipV="1">
              <a:off x="15715" y="639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2277" y="-3173"/>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8" name="组合 77"/>
            <p:cNvGrpSpPr/>
            <p:nvPr/>
          </p:nvGrpSpPr>
          <p:grpSpPr>
            <a:xfrm>
              <a:off x="883" y="260"/>
              <a:ext cx="17435" cy="10209"/>
              <a:chOff x="1038" y="260"/>
              <a:chExt cx="17435" cy="10209"/>
            </a:xfrm>
          </p:grpSpPr>
          <p:sp>
            <p:nvSpPr>
              <p:cNvPr id="144" name="文本框 143"/>
              <p:cNvSpPr txBox="1"/>
              <p:nvPr/>
            </p:nvSpPr>
            <p:spPr>
              <a:xfrm>
                <a:off x="1038" y="10035"/>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sp>
            <p:nvSpPr>
              <p:cNvPr id="77" name="文本框 76"/>
              <p:cNvSpPr txBox="1"/>
              <p:nvPr/>
            </p:nvSpPr>
            <p:spPr>
              <a:xfrm>
                <a:off x="1038" y="260"/>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grpSp>
        <p:sp>
          <p:nvSpPr>
            <p:cNvPr id="2" name="同心圆 1"/>
            <p:cNvSpPr/>
            <p:nvPr/>
          </p:nvSpPr>
          <p:spPr>
            <a:xfrm>
              <a:off x="803" y="123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13451" y="8447"/>
              <a:ext cx="1521" cy="1257"/>
              <a:chOff x="9608895" y="5661744"/>
              <a:chExt cx="966066" cy="798214"/>
            </a:xfrm>
            <a:solidFill>
              <a:srgbClr val="26211B"/>
            </a:solidFill>
          </p:grpSpPr>
          <p:sp>
            <p:nvSpPr>
              <p:cNvPr id="8" name="Freeform: Shape 72"/>
              <p:cNvSpPr/>
              <p:nvPr/>
            </p:nvSpPr>
            <p:spPr>
              <a:xfrm rot="900000">
                <a:off x="10086716" y="5661744"/>
                <a:ext cx="488245" cy="486465"/>
              </a:xfrm>
              <a:custGeom>
                <a:avLst/>
                <a:gdLst>
                  <a:gd name="connsiteX0" fmla="*/ 0 w 1225398"/>
                  <a:gd name="connsiteY0" fmla="*/ 169222 h 1220932"/>
                  <a:gd name="connsiteX1" fmla="*/ 144732 w 1225398"/>
                  <a:gd name="connsiteY1" fmla="*/ 5194 h 1220932"/>
                  <a:gd name="connsiteX2" fmla="*/ 279815 w 1225398"/>
                  <a:gd name="connsiteY2" fmla="*/ 53438 h 1220932"/>
                  <a:gd name="connsiteX3" fmla="*/ 1206101 w 1225398"/>
                  <a:gd name="connsiteY3" fmla="*/ 1124446 h 1220932"/>
                  <a:gd name="connsiteX4" fmla="*/ 1225399 w 1225398"/>
                  <a:gd name="connsiteY4" fmla="*/ 1211284 h 1220932"/>
                  <a:gd name="connsiteX5" fmla="*/ 1138560 w 1225398"/>
                  <a:gd name="connsiteY5" fmla="*/ 1220933 h 1220932"/>
                  <a:gd name="connsiteX6" fmla="*/ 125434 w 1225398"/>
                  <a:gd name="connsiteY6" fmla="*/ 400792 h 1220932"/>
                  <a:gd name="connsiteX7" fmla="*/ 0 w 1225398"/>
                  <a:gd name="connsiteY7" fmla="*/ 169222 h 1220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5398" h="1220932">
                    <a:moveTo>
                      <a:pt x="0" y="169222"/>
                    </a:moveTo>
                    <a:cubicBezTo>
                      <a:pt x="48244" y="111330"/>
                      <a:pt x="86839" y="43789"/>
                      <a:pt x="144732" y="5194"/>
                    </a:cubicBezTo>
                    <a:cubicBezTo>
                      <a:pt x="173679" y="-14103"/>
                      <a:pt x="250869" y="24492"/>
                      <a:pt x="279815" y="53438"/>
                    </a:cubicBezTo>
                    <a:cubicBezTo>
                      <a:pt x="607875" y="391143"/>
                      <a:pt x="955232" y="719200"/>
                      <a:pt x="1206101" y="1124446"/>
                    </a:cubicBezTo>
                    <a:cubicBezTo>
                      <a:pt x="1215750" y="1143743"/>
                      <a:pt x="1215750" y="1182338"/>
                      <a:pt x="1225399" y="1211284"/>
                    </a:cubicBezTo>
                    <a:cubicBezTo>
                      <a:pt x="1196452" y="1211284"/>
                      <a:pt x="1157857" y="1220933"/>
                      <a:pt x="1138560" y="1220933"/>
                    </a:cubicBezTo>
                    <a:cubicBezTo>
                      <a:pt x="685065" y="1095500"/>
                      <a:pt x="366655" y="786741"/>
                      <a:pt x="125434" y="400792"/>
                    </a:cubicBezTo>
                    <a:cubicBezTo>
                      <a:pt x="77190" y="333251"/>
                      <a:pt x="48244" y="256061"/>
                      <a:pt x="0" y="169222"/>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9" name="Freeform: Shape 73"/>
              <p:cNvSpPr/>
              <p:nvPr/>
            </p:nvSpPr>
            <p:spPr>
              <a:xfrm rot="900000">
                <a:off x="9797933" y="6071856"/>
                <a:ext cx="293229" cy="298545"/>
              </a:xfrm>
              <a:custGeom>
                <a:avLst/>
                <a:gdLst>
                  <a:gd name="connsiteX0" fmla="*/ 611818 w 735946"/>
                  <a:gd name="connsiteY0" fmla="*/ 749289 h 749289"/>
                  <a:gd name="connsiteX1" fmla="*/ 457437 w 735946"/>
                  <a:gd name="connsiteY1" fmla="*/ 691397 h 749289"/>
                  <a:gd name="connsiteX2" fmla="*/ 23241 w 735946"/>
                  <a:gd name="connsiteY2" fmla="*/ 247556 h 749289"/>
                  <a:gd name="connsiteX3" fmla="*/ 90782 w 735946"/>
                  <a:gd name="connsiteY3" fmla="*/ 6338 h 749289"/>
                  <a:gd name="connsiteX4" fmla="*/ 196919 w 735946"/>
                  <a:gd name="connsiteY4" fmla="*/ 15987 h 749289"/>
                  <a:gd name="connsiteX5" fmla="*/ 727604 w 735946"/>
                  <a:gd name="connsiteY5" fmla="*/ 604559 h 749289"/>
                  <a:gd name="connsiteX6" fmla="*/ 611818 w 735946"/>
                  <a:gd name="connsiteY6" fmla="*/ 749289 h 74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5946" h="749289">
                    <a:moveTo>
                      <a:pt x="611818" y="749289"/>
                    </a:moveTo>
                    <a:cubicBezTo>
                      <a:pt x="573223" y="739641"/>
                      <a:pt x="515330" y="720343"/>
                      <a:pt x="457437" y="691397"/>
                    </a:cubicBezTo>
                    <a:cubicBezTo>
                      <a:pt x="264461" y="594910"/>
                      <a:pt x="129378" y="440530"/>
                      <a:pt x="23241" y="247556"/>
                    </a:cubicBezTo>
                    <a:cubicBezTo>
                      <a:pt x="-25003" y="160717"/>
                      <a:pt x="3943" y="54581"/>
                      <a:pt x="90782" y="6338"/>
                    </a:cubicBezTo>
                    <a:cubicBezTo>
                      <a:pt x="119729" y="-3311"/>
                      <a:pt x="167973" y="-3311"/>
                      <a:pt x="196919" y="15987"/>
                    </a:cubicBezTo>
                    <a:cubicBezTo>
                      <a:pt x="438140" y="151069"/>
                      <a:pt x="611818" y="353692"/>
                      <a:pt x="727604" y="604559"/>
                    </a:cubicBezTo>
                    <a:cubicBezTo>
                      <a:pt x="756550" y="672100"/>
                      <a:pt x="708306" y="749289"/>
                      <a:pt x="611818" y="749289"/>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0" name="Freeform: Shape 74"/>
              <p:cNvSpPr/>
              <p:nvPr/>
            </p:nvSpPr>
            <p:spPr>
              <a:xfrm rot="900000">
                <a:off x="9985044" y="5926402"/>
                <a:ext cx="291519" cy="279323"/>
              </a:xfrm>
              <a:custGeom>
                <a:avLst/>
                <a:gdLst>
                  <a:gd name="connsiteX0" fmla="*/ 731654 w 731654"/>
                  <a:gd name="connsiteY0" fmla="*/ 701046 h 701045"/>
                  <a:gd name="connsiteX1" fmla="*/ 268511 w 731654"/>
                  <a:gd name="connsiteY1" fmla="*/ 450179 h 701045"/>
                  <a:gd name="connsiteX2" fmla="*/ 7993 w 731654"/>
                  <a:gd name="connsiteY2" fmla="*/ 102825 h 701045"/>
                  <a:gd name="connsiteX3" fmla="*/ 27291 w 731654"/>
                  <a:gd name="connsiteY3" fmla="*/ 6338 h 701045"/>
                  <a:gd name="connsiteX4" fmla="*/ 104481 w 731654"/>
                  <a:gd name="connsiteY4" fmla="*/ 15986 h 701045"/>
                  <a:gd name="connsiteX5" fmla="*/ 413243 w 731654"/>
                  <a:gd name="connsiteY5" fmla="*/ 334394 h 701045"/>
                  <a:gd name="connsiteX6" fmla="*/ 693059 w 731654"/>
                  <a:gd name="connsiteY6" fmla="*/ 643153 h 701045"/>
                  <a:gd name="connsiteX7" fmla="*/ 731654 w 731654"/>
                  <a:gd name="connsiteY7" fmla="*/ 701046 h 701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1654" h="701045">
                    <a:moveTo>
                      <a:pt x="731654" y="701046"/>
                    </a:moveTo>
                    <a:cubicBezTo>
                      <a:pt x="529029" y="691397"/>
                      <a:pt x="384297" y="575612"/>
                      <a:pt x="268511" y="450179"/>
                    </a:cubicBezTo>
                    <a:cubicBezTo>
                      <a:pt x="172023" y="344043"/>
                      <a:pt x="85184" y="228258"/>
                      <a:pt x="7993" y="102825"/>
                    </a:cubicBezTo>
                    <a:cubicBezTo>
                      <a:pt x="-11304" y="83528"/>
                      <a:pt x="7993" y="25635"/>
                      <a:pt x="27291" y="6338"/>
                    </a:cubicBezTo>
                    <a:cubicBezTo>
                      <a:pt x="27291" y="-3311"/>
                      <a:pt x="85184" y="-3311"/>
                      <a:pt x="104481" y="15986"/>
                    </a:cubicBezTo>
                    <a:cubicBezTo>
                      <a:pt x="210618" y="122122"/>
                      <a:pt x="316755" y="228258"/>
                      <a:pt x="413243" y="334394"/>
                    </a:cubicBezTo>
                    <a:cubicBezTo>
                      <a:pt x="509731" y="440530"/>
                      <a:pt x="596571" y="546666"/>
                      <a:pt x="693059" y="643153"/>
                    </a:cubicBezTo>
                    <a:cubicBezTo>
                      <a:pt x="712356" y="652802"/>
                      <a:pt x="722005" y="672100"/>
                      <a:pt x="731654" y="701046"/>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1" name="Freeform: Shape 75"/>
              <p:cNvSpPr/>
              <p:nvPr/>
            </p:nvSpPr>
            <p:spPr>
              <a:xfrm rot="900000">
                <a:off x="9608895" y="6329170"/>
                <a:ext cx="128789" cy="130788"/>
              </a:xfrm>
              <a:custGeom>
                <a:avLst/>
                <a:gdLst>
                  <a:gd name="connsiteX0" fmla="*/ 323235 w 323235"/>
                  <a:gd name="connsiteY0" fmla="*/ 250867 h 328251"/>
                  <a:gd name="connsiteX1" fmla="*/ 217098 w 323235"/>
                  <a:gd name="connsiteY1" fmla="*/ 318408 h 328251"/>
                  <a:gd name="connsiteX2" fmla="*/ 14473 w 323235"/>
                  <a:gd name="connsiteY2" fmla="*/ 164028 h 328251"/>
                  <a:gd name="connsiteX3" fmla="*/ 14473 w 323235"/>
                  <a:gd name="connsiteY3" fmla="*/ 67541 h 328251"/>
                  <a:gd name="connsiteX4" fmla="*/ 110961 w 323235"/>
                  <a:gd name="connsiteY4" fmla="*/ 0 h 328251"/>
                  <a:gd name="connsiteX5" fmla="*/ 323235 w 323235"/>
                  <a:gd name="connsiteY5" fmla="*/ 250867 h 328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3235" h="328251">
                    <a:moveTo>
                      <a:pt x="323235" y="250867"/>
                    </a:moveTo>
                    <a:cubicBezTo>
                      <a:pt x="323235" y="308759"/>
                      <a:pt x="255693" y="347354"/>
                      <a:pt x="217098" y="318408"/>
                    </a:cubicBezTo>
                    <a:cubicBezTo>
                      <a:pt x="149557" y="270164"/>
                      <a:pt x="72366" y="221921"/>
                      <a:pt x="14473" y="164028"/>
                    </a:cubicBezTo>
                    <a:cubicBezTo>
                      <a:pt x="-4824" y="144731"/>
                      <a:pt x="-4824" y="96487"/>
                      <a:pt x="14473" y="67541"/>
                    </a:cubicBezTo>
                    <a:cubicBezTo>
                      <a:pt x="33771" y="38595"/>
                      <a:pt x="82015" y="0"/>
                      <a:pt x="110961" y="0"/>
                    </a:cubicBezTo>
                    <a:cubicBezTo>
                      <a:pt x="168854" y="9649"/>
                      <a:pt x="313586" y="192974"/>
                      <a:pt x="323235" y="250867"/>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grpSp>
        <p:sp>
          <p:nvSpPr>
            <p:cNvPr id="56" name="圆角矩形 55"/>
            <p:cNvSpPr/>
            <p:nvPr/>
          </p:nvSpPr>
          <p:spPr>
            <a:xfrm>
              <a:off x="557" y="685"/>
              <a:ext cx="18087" cy="943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p:cNvGrpSpPr/>
          <p:nvPr/>
        </p:nvGrpSpPr>
        <p:grpSpPr>
          <a:xfrm>
            <a:off x="711835" y="643890"/>
            <a:ext cx="4533265" cy="712470"/>
            <a:chOff x="9628" y="2104"/>
            <a:chExt cx="7139" cy="1122"/>
          </a:xfrm>
        </p:grpSpPr>
        <p:grpSp>
          <p:nvGrpSpPr>
            <p:cNvPr id="26" name="组合 25"/>
            <p:cNvGrpSpPr/>
            <p:nvPr/>
          </p:nvGrpSpPr>
          <p:grpSpPr>
            <a:xfrm>
              <a:off x="9628" y="2104"/>
              <a:ext cx="1123" cy="1123"/>
              <a:chOff x="5384682" y="2168242"/>
              <a:chExt cx="713358" cy="713358"/>
            </a:xfrm>
          </p:grpSpPr>
          <p:sp>
            <p:nvSpPr>
              <p:cNvPr id="33" name="Flowchart: Connector 21"/>
              <p:cNvSpPr/>
              <p:nvPr/>
            </p:nvSpPr>
            <p:spPr>
              <a:xfrm>
                <a:off x="5384682" y="2168242"/>
                <a:ext cx="713358" cy="713358"/>
              </a:xfrm>
              <a:prstGeom prst="flowChartConnector">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bg1"/>
                  </a:solidFill>
                  <a:cs typeface="+mn-ea"/>
                  <a:sym typeface="+mn-lt"/>
                </a:endParaRPr>
              </a:p>
            </p:txBody>
          </p:sp>
          <p:sp>
            <p:nvSpPr>
              <p:cNvPr id="35" name="Shape"/>
              <p:cNvSpPr>
                <a:spLocks noChangeAspect="1"/>
              </p:cNvSpPr>
              <p:nvPr/>
            </p:nvSpPr>
            <p:spPr>
              <a:xfrm>
                <a:off x="5568489" y="2352050"/>
                <a:ext cx="345743" cy="345743"/>
              </a:xfrm>
              <a:custGeom>
                <a:avLst/>
                <a:gdLst>
                  <a:gd name="connsiteX0" fmla="*/ 474017 w 514350"/>
                  <a:gd name="connsiteY0" fmla="*/ 243036 h 514189"/>
                  <a:gd name="connsiteX1" fmla="*/ 474017 w 514350"/>
                  <a:gd name="connsiteY1" fmla="*/ 284209 h 514189"/>
                  <a:gd name="connsiteX2" fmla="*/ 494101 w 514350"/>
                  <a:gd name="connsiteY2" fmla="*/ 304297 h 514189"/>
                  <a:gd name="connsiteX3" fmla="*/ 514185 w 514350"/>
                  <a:gd name="connsiteY3" fmla="*/ 284209 h 514189"/>
                  <a:gd name="connsiteX4" fmla="*/ 514185 w 514350"/>
                  <a:gd name="connsiteY4" fmla="*/ 161727 h 514189"/>
                  <a:gd name="connsiteX5" fmla="*/ 433845 w 514350"/>
                  <a:gd name="connsiteY5" fmla="*/ 81384 h 514189"/>
                  <a:gd name="connsiteX6" fmla="*/ 347404 w 514350"/>
                  <a:gd name="connsiteY6" fmla="*/ 81384 h 514189"/>
                  <a:gd name="connsiteX7" fmla="*/ 347404 w 514350"/>
                  <a:gd name="connsiteY7" fmla="*/ 55198 h 514189"/>
                  <a:gd name="connsiteX8" fmla="*/ 292206 w 514350"/>
                  <a:gd name="connsiteY8" fmla="*/ 0 h 514189"/>
                  <a:gd name="connsiteX9" fmla="*/ 221979 w 514350"/>
                  <a:gd name="connsiteY9" fmla="*/ 0 h 514189"/>
                  <a:gd name="connsiteX10" fmla="*/ 166782 w 514350"/>
                  <a:gd name="connsiteY10" fmla="*/ 55198 h 514189"/>
                  <a:gd name="connsiteX11" fmla="*/ 166782 w 514350"/>
                  <a:gd name="connsiteY11" fmla="*/ 81384 h 514189"/>
                  <a:gd name="connsiteX12" fmla="*/ 80340 w 514350"/>
                  <a:gd name="connsiteY12" fmla="*/ 81384 h 514189"/>
                  <a:gd name="connsiteX13" fmla="*/ 0 w 514350"/>
                  <a:gd name="connsiteY13" fmla="*/ 161723 h 514189"/>
                  <a:gd name="connsiteX14" fmla="*/ 0 w 514350"/>
                  <a:gd name="connsiteY14" fmla="*/ 395718 h 514189"/>
                  <a:gd name="connsiteX15" fmla="*/ 80340 w 514350"/>
                  <a:gd name="connsiteY15" fmla="*/ 476062 h 514189"/>
                  <a:gd name="connsiteX16" fmla="*/ 250064 w 514350"/>
                  <a:gd name="connsiteY16" fmla="*/ 476062 h 514189"/>
                  <a:gd name="connsiteX17" fmla="*/ 270148 w 514350"/>
                  <a:gd name="connsiteY17" fmla="*/ 455974 h 514189"/>
                  <a:gd name="connsiteX18" fmla="*/ 250064 w 514350"/>
                  <a:gd name="connsiteY18" fmla="*/ 435890 h 514189"/>
                  <a:gd name="connsiteX19" fmla="*/ 80340 w 514350"/>
                  <a:gd name="connsiteY19" fmla="*/ 435890 h 514189"/>
                  <a:gd name="connsiteX20" fmla="*/ 40172 w 514350"/>
                  <a:gd name="connsiteY20" fmla="*/ 395718 h 514189"/>
                  <a:gd name="connsiteX21" fmla="*/ 40172 w 514350"/>
                  <a:gd name="connsiteY21" fmla="*/ 243036 h 514189"/>
                  <a:gd name="connsiteX22" fmla="*/ 238013 w 514350"/>
                  <a:gd name="connsiteY22" fmla="*/ 243036 h 514189"/>
                  <a:gd name="connsiteX23" fmla="*/ 238013 w 514350"/>
                  <a:gd name="connsiteY23" fmla="*/ 273201 h 514189"/>
                  <a:gd name="connsiteX24" fmla="*/ 258097 w 514350"/>
                  <a:gd name="connsiteY24" fmla="*/ 293285 h 514189"/>
                  <a:gd name="connsiteX25" fmla="*/ 278181 w 514350"/>
                  <a:gd name="connsiteY25" fmla="*/ 273201 h 514189"/>
                  <a:gd name="connsiteX26" fmla="*/ 278181 w 514350"/>
                  <a:gd name="connsiteY26" fmla="*/ 243036 h 514189"/>
                  <a:gd name="connsiteX27" fmla="*/ 206953 w 514350"/>
                  <a:gd name="connsiteY27" fmla="*/ 55198 h 514189"/>
                  <a:gd name="connsiteX28" fmla="*/ 221979 w 514350"/>
                  <a:gd name="connsiteY28" fmla="*/ 40172 h 514189"/>
                  <a:gd name="connsiteX29" fmla="*/ 292206 w 514350"/>
                  <a:gd name="connsiteY29" fmla="*/ 40172 h 514189"/>
                  <a:gd name="connsiteX30" fmla="*/ 307232 w 514350"/>
                  <a:gd name="connsiteY30" fmla="*/ 55198 h 514189"/>
                  <a:gd name="connsiteX31" fmla="*/ 307232 w 514350"/>
                  <a:gd name="connsiteY31" fmla="*/ 81384 h 514189"/>
                  <a:gd name="connsiteX32" fmla="*/ 206953 w 514350"/>
                  <a:gd name="connsiteY32" fmla="*/ 81384 h 514189"/>
                  <a:gd name="connsiteX33" fmla="*/ 40172 w 514350"/>
                  <a:gd name="connsiteY33" fmla="*/ 161727 h 514189"/>
                  <a:gd name="connsiteX34" fmla="*/ 80340 w 514350"/>
                  <a:gd name="connsiteY34" fmla="*/ 121555 h 514189"/>
                  <a:gd name="connsiteX35" fmla="*/ 433845 w 514350"/>
                  <a:gd name="connsiteY35" fmla="*/ 121555 h 514189"/>
                  <a:gd name="connsiteX36" fmla="*/ 474017 w 514350"/>
                  <a:gd name="connsiteY36" fmla="*/ 161727 h 514189"/>
                  <a:gd name="connsiteX37" fmla="*/ 474017 w 514350"/>
                  <a:gd name="connsiteY37" fmla="*/ 202864 h 514189"/>
                  <a:gd name="connsiteX38" fmla="*/ 40172 w 514350"/>
                  <a:gd name="connsiteY38" fmla="*/ 202864 h 514189"/>
                  <a:gd name="connsiteX39" fmla="*/ 508468 w 514350"/>
                  <a:gd name="connsiteY39" fmla="*/ 479900 h 514189"/>
                  <a:gd name="connsiteX40" fmla="*/ 462198 w 514350"/>
                  <a:gd name="connsiteY40" fmla="*/ 433630 h 514189"/>
                  <a:gd name="connsiteX41" fmla="*/ 476023 w 514350"/>
                  <a:gd name="connsiteY41" fmla="*/ 385641 h 514189"/>
                  <a:gd name="connsiteX42" fmla="*/ 385641 w 514350"/>
                  <a:gd name="connsiteY42" fmla="*/ 295255 h 514189"/>
                  <a:gd name="connsiteX43" fmla="*/ 295255 w 514350"/>
                  <a:gd name="connsiteY43" fmla="*/ 385641 h 514189"/>
                  <a:gd name="connsiteX44" fmla="*/ 385641 w 514350"/>
                  <a:gd name="connsiteY44" fmla="*/ 476026 h 514189"/>
                  <a:gd name="connsiteX45" fmla="*/ 433830 w 514350"/>
                  <a:gd name="connsiteY45" fmla="*/ 462072 h 514189"/>
                  <a:gd name="connsiteX46" fmla="*/ 480061 w 514350"/>
                  <a:gd name="connsiteY46" fmla="*/ 508303 h 514189"/>
                  <a:gd name="connsiteX47" fmla="*/ 494266 w 514350"/>
                  <a:gd name="connsiteY47" fmla="*/ 514189 h 514189"/>
                  <a:gd name="connsiteX48" fmla="*/ 508468 w 514350"/>
                  <a:gd name="connsiteY48" fmla="*/ 508303 h 514189"/>
                  <a:gd name="connsiteX49" fmla="*/ 508468 w 514350"/>
                  <a:gd name="connsiteY49" fmla="*/ 479900 h 514189"/>
                  <a:gd name="connsiteX50" fmla="*/ 335427 w 514350"/>
                  <a:gd name="connsiteY50" fmla="*/ 385641 h 514189"/>
                  <a:gd name="connsiteX51" fmla="*/ 385641 w 514350"/>
                  <a:gd name="connsiteY51" fmla="*/ 335427 h 514189"/>
                  <a:gd name="connsiteX52" fmla="*/ 435855 w 514350"/>
                  <a:gd name="connsiteY52" fmla="*/ 385641 h 514189"/>
                  <a:gd name="connsiteX53" fmla="*/ 385641 w 514350"/>
                  <a:gd name="connsiteY53" fmla="*/ 435855 h 514189"/>
                  <a:gd name="connsiteX54" fmla="*/ 335427 w 514350"/>
                  <a:gd name="connsiteY54" fmla="*/ 385641 h 51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14350" h="514189">
                    <a:moveTo>
                      <a:pt x="474017" y="243036"/>
                    </a:moveTo>
                    <a:lnTo>
                      <a:pt x="474017" y="284209"/>
                    </a:lnTo>
                    <a:cubicBezTo>
                      <a:pt x="474017" y="295302"/>
                      <a:pt x="483008" y="304297"/>
                      <a:pt x="494101" y="304297"/>
                    </a:cubicBezTo>
                    <a:cubicBezTo>
                      <a:pt x="505195" y="304297"/>
                      <a:pt x="514185" y="295302"/>
                      <a:pt x="514185" y="284209"/>
                    </a:cubicBezTo>
                    <a:lnTo>
                      <a:pt x="514185" y="161727"/>
                    </a:lnTo>
                    <a:cubicBezTo>
                      <a:pt x="514185" y="117427"/>
                      <a:pt x="478146" y="81384"/>
                      <a:pt x="433845" y="81384"/>
                    </a:cubicBezTo>
                    <a:lnTo>
                      <a:pt x="347404" y="81384"/>
                    </a:lnTo>
                    <a:lnTo>
                      <a:pt x="347404" y="55198"/>
                    </a:lnTo>
                    <a:cubicBezTo>
                      <a:pt x="347404" y="24762"/>
                      <a:pt x="322642" y="0"/>
                      <a:pt x="292206" y="0"/>
                    </a:cubicBezTo>
                    <a:lnTo>
                      <a:pt x="221979" y="0"/>
                    </a:lnTo>
                    <a:cubicBezTo>
                      <a:pt x="191543" y="0"/>
                      <a:pt x="166782" y="24762"/>
                      <a:pt x="166782" y="55198"/>
                    </a:cubicBezTo>
                    <a:lnTo>
                      <a:pt x="166782" y="81384"/>
                    </a:lnTo>
                    <a:lnTo>
                      <a:pt x="80340" y="81384"/>
                    </a:lnTo>
                    <a:cubicBezTo>
                      <a:pt x="36040" y="81384"/>
                      <a:pt x="0" y="117423"/>
                      <a:pt x="0" y="161723"/>
                    </a:cubicBezTo>
                    <a:lnTo>
                      <a:pt x="0" y="395718"/>
                    </a:lnTo>
                    <a:cubicBezTo>
                      <a:pt x="0" y="440018"/>
                      <a:pt x="36040" y="476062"/>
                      <a:pt x="80340" y="476062"/>
                    </a:cubicBezTo>
                    <a:lnTo>
                      <a:pt x="250064" y="476062"/>
                    </a:lnTo>
                    <a:cubicBezTo>
                      <a:pt x="261158" y="476062"/>
                      <a:pt x="270148" y="467068"/>
                      <a:pt x="270148" y="455974"/>
                    </a:cubicBezTo>
                    <a:cubicBezTo>
                      <a:pt x="270148" y="444884"/>
                      <a:pt x="261158" y="435890"/>
                      <a:pt x="250064" y="435890"/>
                    </a:cubicBezTo>
                    <a:lnTo>
                      <a:pt x="80340" y="435890"/>
                    </a:lnTo>
                    <a:cubicBezTo>
                      <a:pt x="58192" y="435890"/>
                      <a:pt x="40172" y="417870"/>
                      <a:pt x="40172" y="395718"/>
                    </a:cubicBezTo>
                    <a:lnTo>
                      <a:pt x="40172" y="243036"/>
                    </a:lnTo>
                    <a:lnTo>
                      <a:pt x="238013" y="243036"/>
                    </a:lnTo>
                    <a:lnTo>
                      <a:pt x="238013" y="273201"/>
                    </a:lnTo>
                    <a:cubicBezTo>
                      <a:pt x="238013" y="284291"/>
                      <a:pt x="247004" y="293285"/>
                      <a:pt x="258097" y="293285"/>
                    </a:cubicBezTo>
                    <a:cubicBezTo>
                      <a:pt x="269191" y="293285"/>
                      <a:pt x="278181" y="284291"/>
                      <a:pt x="278181" y="273201"/>
                    </a:cubicBezTo>
                    <a:lnTo>
                      <a:pt x="278181" y="243036"/>
                    </a:lnTo>
                    <a:close/>
                    <a:moveTo>
                      <a:pt x="206953" y="55198"/>
                    </a:moveTo>
                    <a:cubicBezTo>
                      <a:pt x="206953" y="46914"/>
                      <a:pt x="213695" y="40172"/>
                      <a:pt x="221979" y="40172"/>
                    </a:cubicBezTo>
                    <a:lnTo>
                      <a:pt x="292206" y="40172"/>
                    </a:lnTo>
                    <a:cubicBezTo>
                      <a:pt x="300490" y="40172"/>
                      <a:pt x="307232" y="46910"/>
                      <a:pt x="307232" y="55198"/>
                    </a:cubicBezTo>
                    <a:lnTo>
                      <a:pt x="307232" y="81384"/>
                    </a:lnTo>
                    <a:lnTo>
                      <a:pt x="206953" y="81384"/>
                    </a:lnTo>
                    <a:close/>
                    <a:moveTo>
                      <a:pt x="40172" y="161727"/>
                    </a:moveTo>
                    <a:cubicBezTo>
                      <a:pt x="40172" y="139575"/>
                      <a:pt x="58192" y="121555"/>
                      <a:pt x="80340" y="121555"/>
                    </a:cubicBezTo>
                    <a:lnTo>
                      <a:pt x="433845" y="121555"/>
                    </a:lnTo>
                    <a:cubicBezTo>
                      <a:pt x="455994" y="121555"/>
                      <a:pt x="474017" y="139575"/>
                      <a:pt x="474017" y="161727"/>
                    </a:cubicBezTo>
                    <a:lnTo>
                      <a:pt x="474017" y="202864"/>
                    </a:lnTo>
                    <a:lnTo>
                      <a:pt x="40172" y="202864"/>
                    </a:lnTo>
                    <a:close/>
                    <a:moveTo>
                      <a:pt x="508468" y="479900"/>
                    </a:moveTo>
                    <a:lnTo>
                      <a:pt x="462198" y="433630"/>
                    </a:lnTo>
                    <a:cubicBezTo>
                      <a:pt x="470953" y="419715"/>
                      <a:pt x="476023" y="403260"/>
                      <a:pt x="476023" y="385641"/>
                    </a:cubicBezTo>
                    <a:cubicBezTo>
                      <a:pt x="476023" y="335804"/>
                      <a:pt x="435478" y="295255"/>
                      <a:pt x="385641" y="295255"/>
                    </a:cubicBezTo>
                    <a:cubicBezTo>
                      <a:pt x="335804" y="295255"/>
                      <a:pt x="295255" y="335804"/>
                      <a:pt x="295255" y="385641"/>
                    </a:cubicBezTo>
                    <a:cubicBezTo>
                      <a:pt x="295255" y="435478"/>
                      <a:pt x="335804" y="476026"/>
                      <a:pt x="385641" y="476026"/>
                    </a:cubicBezTo>
                    <a:cubicBezTo>
                      <a:pt x="403343" y="476026"/>
                      <a:pt x="419871" y="470905"/>
                      <a:pt x="433830" y="462072"/>
                    </a:cubicBezTo>
                    <a:lnTo>
                      <a:pt x="480061" y="508303"/>
                    </a:lnTo>
                    <a:cubicBezTo>
                      <a:pt x="483985" y="512227"/>
                      <a:pt x="489125" y="514189"/>
                      <a:pt x="494266" y="514189"/>
                    </a:cubicBezTo>
                    <a:cubicBezTo>
                      <a:pt x="499407" y="514189"/>
                      <a:pt x="504543" y="512227"/>
                      <a:pt x="508468" y="508303"/>
                    </a:cubicBezTo>
                    <a:cubicBezTo>
                      <a:pt x="516312" y="500458"/>
                      <a:pt x="516312" y="487744"/>
                      <a:pt x="508468" y="479900"/>
                    </a:cubicBezTo>
                    <a:close/>
                    <a:moveTo>
                      <a:pt x="335427" y="385641"/>
                    </a:moveTo>
                    <a:cubicBezTo>
                      <a:pt x="335427" y="357952"/>
                      <a:pt x="357952" y="335427"/>
                      <a:pt x="385641" y="335427"/>
                    </a:cubicBezTo>
                    <a:cubicBezTo>
                      <a:pt x="413326" y="335427"/>
                      <a:pt x="435855" y="357952"/>
                      <a:pt x="435855" y="385641"/>
                    </a:cubicBezTo>
                    <a:cubicBezTo>
                      <a:pt x="435855" y="413330"/>
                      <a:pt x="413326" y="435855"/>
                      <a:pt x="385641" y="435855"/>
                    </a:cubicBezTo>
                    <a:cubicBezTo>
                      <a:pt x="357952" y="435855"/>
                      <a:pt x="335427" y="413326"/>
                      <a:pt x="335427" y="385641"/>
                    </a:cubicBezTo>
                    <a:close/>
                  </a:path>
                </a:pathLst>
              </a:custGeom>
              <a:solidFill>
                <a:schemeClr val="bg1"/>
              </a:solidFill>
              <a:ln w="1005" cap="flat">
                <a:noFill/>
                <a:prstDash val="solid"/>
                <a:miter/>
              </a:ln>
            </p:spPr>
            <p:txBody>
              <a:bodyPr rtlCol="0" anchor="ctr"/>
              <a:lstStyle/>
              <a:p>
                <a:endParaRPr lang="en-US">
                  <a:cs typeface="+mn-ea"/>
                  <a:sym typeface="+mn-lt"/>
                </a:endParaRPr>
              </a:p>
            </p:txBody>
          </p:sp>
        </p:grpSp>
        <p:grpSp>
          <p:nvGrpSpPr>
            <p:cNvPr id="36" name="组合 35"/>
            <p:cNvGrpSpPr/>
            <p:nvPr/>
          </p:nvGrpSpPr>
          <p:grpSpPr>
            <a:xfrm>
              <a:off x="10835" y="2104"/>
              <a:ext cx="5932" cy="1065"/>
              <a:chOff x="11126" y="1970"/>
              <a:chExt cx="5932" cy="1065"/>
            </a:xfrm>
          </p:grpSpPr>
          <p:sp>
            <p:nvSpPr>
              <p:cNvPr id="37" name="圆角矩形 36"/>
              <p:cNvSpPr/>
              <p:nvPr/>
            </p:nvSpPr>
            <p:spPr>
              <a:xfrm>
                <a:off x="11126" y="1970"/>
                <a:ext cx="2570" cy="866"/>
              </a:xfrm>
              <a:prstGeom prst="roundRect">
                <a:avLst>
                  <a:gd name="adj" fmla="val 0"/>
                </a:avLst>
              </a:prstGeom>
              <a:noFill/>
              <a:ln>
                <a:no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rPr>
                  <a:t>未来发展规划</a:t>
                </a:r>
              </a:p>
            </p:txBody>
          </p:sp>
          <p:sp>
            <p:nvSpPr>
              <p:cNvPr id="38" name="文本框 37"/>
              <p:cNvSpPr txBox="1"/>
              <p:nvPr/>
            </p:nvSpPr>
            <p:spPr>
              <a:xfrm>
                <a:off x="11126" y="2601"/>
                <a:ext cx="5932" cy="434"/>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noProof="0" dirty="0">
                    <a:ln>
                      <a:noFill/>
                    </a:ln>
                    <a:solidFill>
                      <a:schemeClr val="tx1"/>
                    </a:solidFill>
                    <a:effectLst/>
                    <a:uLnTx/>
                    <a:uFillTx/>
                    <a:latin typeface="思源黑体 Light" panose="020B0300000000000000" charset="-122"/>
                    <a:ea typeface="思源黑体 Light" panose="020B0300000000000000" charset="-122"/>
                    <a:sym typeface="+mn-ea"/>
                  </a:rPr>
                  <a:t>Click here to change your need text or word</a:t>
                </a:r>
              </a:p>
            </p:txBody>
          </p:sp>
        </p:grpSp>
      </p:grpSp>
      <p:grpSp>
        <p:nvGrpSpPr>
          <p:cNvPr id="55" name="组合 54"/>
          <p:cNvGrpSpPr/>
          <p:nvPr/>
        </p:nvGrpSpPr>
        <p:grpSpPr>
          <a:xfrm>
            <a:off x="362359" y="1080770"/>
            <a:ext cx="10089106" cy="5016500"/>
            <a:chOff x="571" y="1702"/>
            <a:chExt cx="15888" cy="7900"/>
          </a:xfrm>
          <a:effectLst/>
        </p:grpSpPr>
        <p:grpSp>
          <p:nvGrpSpPr>
            <p:cNvPr id="53" name="组合 52"/>
            <p:cNvGrpSpPr/>
            <p:nvPr/>
          </p:nvGrpSpPr>
          <p:grpSpPr>
            <a:xfrm>
              <a:off x="571" y="1702"/>
              <a:ext cx="15888" cy="7900"/>
              <a:chOff x="571" y="1702"/>
              <a:chExt cx="15888" cy="7900"/>
            </a:xfrm>
          </p:grpSpPr>
          <p:grpSp>
            <p:nvGrpSpPr>
              <p:cNvPr id="43" name="组合 42"/>
              <p:cNvGrpSpPr/>
              <p:nvPr/>
            </p:nvGrpSpPr>
            <p:grpSpPr>
              <a:xfrm>
                <a:off x="2983" y="2773"/>
                <a:ext cx="6638" cy="5732"/>
                <a:chOff x="1591445" y="1943112"/>
                <a:chExt cx="4446740" cy="3839659"/>
              </a:xfrm>
            </p:grpSpPr>
            <p:sp>
              <p:nvSpPr>
                <p:cNvPr id="28674" name="MH_Other_1"/>
                <p:cNvSpPr/>
                <p:nvPr/>
              </p:nvSpPr>
              <p:spPr bwMode="auto">
                <a:xfrm>
                  <a:off x="1591445" y="3918013"/>
                  <a:ext cx="3964564" cy="326147"/>
                </a:xfrm>
                <a:custGeom>
                  <a:avLst/>
                  <a:gdLst>
                    <a:gd name="T0" fmla="*/ 0 w 3759200"/>
                    <a:gd name="T1" fmla="*/ 76116 h 179488"/>
                    <a:gd name="T2" fmla="*/ 2070100 w 3759200"/>
                    <a:gd name="T3" fmla="*/ 177602 h 179488"/>
                    <a:gd name="T4" fmla="*/ 3759200 w 3759200"/>
                    <a:gd name="T5" fmla="*/ 0 h 179488"/>
                    <a:gd name="T6" fmla="*/ 0 60000 65536"/>
                    <a:gd name="T7" fmla="*/ 0 60000 65536"/>
                    <a:gd name="T8" fmla="*/ 0 60000 65536"/>
                  </a:gdLst>
                  <a:ahLst/>
                  <a:cxnLst>
                    <a:cxn ang="T6">
                      <a:pos x="T0" y="T1"/>
                    </a:cxn>
                    <a:cxn ang="T7">
                      <a:pos x="T2" y="T3"/>
                    </a:cxn>
                    <a:cxn ang="T8">
                      <a:pos x="T4" y="T5"/>
                    </a:cxn>
                  </a:cxnLst>
                  <a:rect l="0" t="0" r="r" b="b"/>
                  <a:pathLst>
                    <a:path w="3759200" h="179488">
                      <a:moveTo>
                        <a:pt x="0" y="76200"/>
                      </a:moveTo>
                      <a:cubicBezTo>
                        <a:pt x="921808" y="129116"/>
                        <a:pt x="1443567" y="190500"/>
                        <a:pt x="2070100" y="177800"/>
                      </a:cubicBezTo>
                      <a:cubicBezTo>
                        <a:pt x="2696633" y="165100"/>
                        <a:pt x="3440641" y="86783"/>
                        <a:pt x="3759200" y="0"/>
                      </a:cubicBezTo>
                    </a:path>
                  </a:pathLst>
                </a:custGeom>
                <a:noFill/>
                <a:ln w="9525" cap="flat" cmpd="sng">
                  <a:solidFill>
                    <a:schemeClr val="bg1">
                      <a:lumMod val="85000"/>
                    </a:schemeClr>
                  </a:solidFill>
                  <a:miter lim="800000"/>
                </a:ln>
                <a:extLst>
                  <a:ext uri="{909E8E84-426E-40DD-AFC4-6F175D3DCCD1}">
                    <a14:hiddenFill xmlns:a14="http://schemas.microsoft.com/office/drawing/2010/main">
                      <a:solidFill>
                        <a:srgbClr val="FFFFFF"/>
                      </a:solidFill>
                    </a14:hiddenFill>
                  </a:ext>
                </a:extLst>
              </p:spPr>
              <p:txBody>
                <a:bodyPr anchor="ctr"/>
                <a:lstStyle/>
                <a:p>
                  <a:pPr>
                    <a:lnSpc>
                      <a:spcPct val="130000"/>
                    </a:lnSpc>
                  </a:pPr>
                  <a:endParaRPr lang="zh-CN" altLang="en-US" sz="2400" dirty="0">
                    <a:latin typeface="思源黑体 Medium" panose="020B0600000000000000" charset="-122"/>
                    <a:ea typeface="思源黑体 Medium" panose="020B0600000000000000" charset="-122"/>
                    <a:cs typeface="+mn-ea"/>
                    <a:sym typeface="+mn-lt"/>
                  </a:endParaRPr>
                </a:p>
              </p:txBody>
            </p:sp>
            <p:sp>
              <p:nvSpPr>
                <p:cNvPr id="28675" name="MH_Other_2"/>
                <p:cNvSpPr/>
                <p:nvPr/>
              </p:nvSpPr>
              <p:spPr bwMode="auto">
                <a:xfrm>
                  <a:off x="1591446" y="1943112"/>
                  <a:ext cx="3398986" cy="2219010"/>
                </a:xfrm>
                <a:custGeom>
                  <a:avLst/>
                  <a:gdLst>
                    <a:gd name="T0" fmla="*/ 0 w 3263900"/>
                    <a:gd name="T1" fmla="*/ 1778000 h 1778000"/>
                    <a:gd name="T2" fmla="*/ 2070100 w 3263900"/>
                    <a:gd name="T3" fmla="*/ 1016000 h 1778000"/>
                    <a:gd name="T4" fmla="*/ 3263900 w 3263900"/>
                    <a:gd name="T5" fmla="*/ 0 h 1778000"/>
                    <a:gd name="T6" fmla="*/ 0 60000 65536"/>
                    <a:gd name="T7" fmla="*/ 0 60000 65536"/>
                    <a:gd name="T8" fmla="*/ 0 60000 65536"/>
                  </a:gdLst>
                  <a:ahLst/>
                  <a:cxnLst>
                    <a:cxn ang="T6">
                      <a:pos x="T0" y="T1"/>
                    </a:cxn>
                    <a:cxn ang="T7">
                      <a:pos x="T2" y="T3"/>
                    </a:cxn>
                    <a:cxn ang="T8">
                      <a:pos x="T4" y="T5"/>
                    </a:cxn>
                  </a:cxnLst>
                  <a:rect l="0" t="0" r="r" b="b"/>
                  <a:pathLst>
                    <a:path w="3263900" h="1778000">
                      <a:moveTo>
                        <a:pt x="0" y="1778000"/>
                      </a:moveTo>
                      <a:cubicBezTo>
                        <a:pt x="594783" y="1656291"/>
                        <a:pt x="1526117" y="1312333"/>
                        <a:pt x="2070100" y="1016000"/>
                      </a:cubicBezTo>
                      <a:cubicBezTo>
                        <a:pt x="2614083" y="719667"/>
                        <a:pt x="2897716" y="483658"/>
                        <a:pt x="3263900" y="0"/>
                      </a:cubicBezTo>
                    </a:path>
                  </a:pathLst>
                </a:custGeom>
                <a:noFill/>
                <a:ln w="9525" cap="flat" cmpd="sng">
                  <a:solidFill>
                    <a:schemeClr val="bg1">
                      <a:lumMod val="85000"/>
                    </a:schemeClr>
                  </a:solidFill>
                  <a:miter lim="800000"/>
                </a:ln>
                <a:extLst>
                  <a:ext uri="{909E8E84-426E-40DD-AFC4-6F175D3DCCD1}">
                    <a14:hiddenFill xmlns:a14="http://schemas.microsoft.com/office/drawing/2010/main">
                      <a:solidFill>
                        <a:srgbClr val="FFFFFF"/>
                      </a:solidFill>
                    </a14:hiddenFill>
                  </a:ext>
                </a:extLst>
              </p:spPr>
              <p:txBody>
                <a:bodyPr anchor="ctr"/>
                <a:lstStyle/>
                <a:p>
                  <a:pPr>
                    <a:lnSpc>
                      <a:spcPct val="130000"/>
                    </a:lnSpc>
                  </a:pPr>
                  <a:endParaRPr lang="zh-CN" altLang="en-US" sz="2400" dirty="0">
                    <a:latin typeface="思源黑体 Medium" panose="020B0600000000000000" charset="-122"/>
                    <a:ea typeface="思源黑体 Medium" panose="020B0600000000000000" charset="-122"/>
                    <a:cs typeface="+mn-ea"/>
                    <a:sym typeface="+mn-lt"/>
                  </a:endParaRPr>
                </a:p>
              </p:txBody>
            </p:sp>
            <p:sp>
              <p:nvSpPr>
                <p:cNvPr id="28676" name="MH_Other_3"/>
                <p:cNvSpPr/>
                <p:nvPr/>
              </p:nvSpPr>
              <p:spPr bwMode="auto">
                <a:xfrm>
                  <a:off x="1591445" y="2971471"/>
                  <a:ext cx="4140974" cy="1204045"/>
                </a:xfrm>
                <a:custGeom>
                  <a:avLst/>
                  <a:gdLst>
                    <a:gd name="T0" fmla="*/ 0 w 4203700"/>
                    <a:gd name="T1" fmla="*/ 939800 h 939800"/>
                    <a:gd name="T2" fmla="*/ 2387600 w 4203700"/>
                    <a:gd name="T3" fmla="*/ 622300 h 939800"/>
                    <a:gd name="T4" fmla="*/ 4203700 w 4203700"/>
                    <a:gd name="T5" fmla="*/ 0 h 939800"/>
                    <a:gd name="T6" fmla="*/ 0 60000 65536"/>
                    <a:gd name="T7" fmla="*/ 0 60000 65536"/>
                    <a:gd name="T8" fmla="*/ 0 60000 65536"/>
                  </a:gdLst>
                  <a:ahLst/>
                  <a:cxnLst>
                    <a:cxn ang="T6">
                      <a:pos x="T0" y="T1"/>
                    </a:cxn>
                    <a:cxn ang="T7">
                      <a:pos x="T2" y="T3"/>
                    </a:cxn>
                    <a:cxn ang="T8">
                      <a:pos x="T4" y="T5"/>
                    </a:cxn>
                  </a:cxnLst>
                  <a:rect l="0" t="0" r="r" b="b"/>
                  <a:pathLst>
                    <a:path w="4203700" h="939800">
                      <a:moveTo>
                        <a:pt x="0" y="939800"/>
                      </a:moveTo>
                      <a:cubicBezTo>
                        <a:pt x="919691" y="827616"/>
                        <a:pt x="1686983" y="778933"/>
                        <a:pt x="2387600" y="622300"/>
                      </a:cubicBezTo>
                      <a:cubicBezTo>
                        <a:pt x="3088217" y="465667"/>
                        <a:pt x="3722158" y="201083"/>
                        <a:pt x="4203700" y="0"/>
                      </a:cubicBezTo>
                    </a:path>
                  </a:pathLst>
                </a:custGeom>
                <a:noFill/>
                <a:ln w="9525" cap="flat" cmpd="sng">
                  <a:solidFill>
                    <a:schemeClr val="bg1">
                      <a:lumMod val="85000"/>
                    </a:schemeClr>
                  </a:solidFill>
                  <a:miter lim="800000"/>
                </a:ln>
                <a:extLst>
                  <a:ext uri="{909E8E84-426E-40DD-AFC4-6F175D3DCCD1}">
                    <a14:hiddenFill xmlns:a14="http://schemas.microsoft.com/office/drawing/2010/main">
                      <a:solidFill>
                        <a:srgbClr val="FFFFFF"/>
                      </a:solidFill>
                    </a14:hiddenFill>
                  </a:ext>
                </a:extLst>
              </p:spPr>
              <p:txBody>
                <a:bodyPr anchor="ctr"/>
                <a:lstStyle/>
                <a:p>
                  <a:pPr>
                    <a:lnSpc>
                      <a:spcPct val="130000"/>
                    </a:lnSpc>
                  </a:pPr>
                  <a:endParaRPr lang="zh-CN" altLang="en-US" sz="2400" dirty="0">
                    <a:latin typeface="思源黑体 Medium" panose="020B0600000000000000" charset="-122"/>
                    <a:ea typeface="思源黑体 Medium" panose="020B0600000000000000" charset="-122"/>
                    <a:cs typeface="+mn-ea"/>
                    <a:sym typeface="+mn-lt"/>
                  </a:endParaRPr>
                </a:p>
              </p:txBody>
            </p:sp>
            <p:sp>
              <p:nvSpPr>
                <p:cNvPr id="28677" name="MH_Other_4"/>
                <p:cNvSpPr/>
                <p:nvPr/>
              </p:nvSpPr>
              <p:spPr bwMode="auto">
                <a:xfrm>
                  <a:off x="1658414" y="4162122"/>
                  <a:ext cx="4379771" cy="723265"/>
                </a:xfrm>
                <a:custGeom>
                  <a:avLst/>
                  <a:gdLst>
                    <a:gd name="T0" fmla="*/ 0 w 4152900"/>
                    <a:gd name="T1" fmla="*/ 0 h 685800"/>
                    <a:gd name="T2" fmla="*/ 2959100 w 4152900"/>
                    <a:gd name="T3" fmla="*/ 368300 h 685800"/>
                    <a:gd name="T4" fmla="*/ 4152900 w 4152900"/>
                    <a:gd name="T5" fmla="*/ 685800 h 685800"/>
                    <a:gd name="T6" fmla="*/ 0 60000 65536"/>
                    <a:gd name="T7" fmla="*/ 0 60000 65536"/>
                    <a:gd name="T8" fmla="*/ 0 60000 65536"/>
                  </a:gdLst>
                  <a:ahLst/>
                  <a:cxnLst>
                    <a:cxn ang="T6">
                      <a:pos x="T0" y="T1"/>
                    </a:cxn>
                    <a:cxn ang="T7">
                      <a:pos x="T2" y="T3"/>
                    </a:cxn>
                    <a:cxn ang="T8">
                      <a:pos x="T4" y="T5"/>
                    </a:cxn>
                  </a:cxnLst>
                  <a:rect l="0" t="0" r="r" b="b"/>
                  <a:pathLst>
                    <a:path w="4152900" h="685800">
                      <a:moveTo>
                        <a:pt x="0" y="0"/>
                      </a:moveTo>
                      <a:cubicBezTo>
                        <a:pt x="1133475" y="127000"/>
                        <a:pt x="2266950" y="254000"/>
                        <a:pt x="2959100" y="368300"/>
                      </a:cubicBezTo>
                      <a:cubicBezTo>
                        <a:pt x="3651250" y="482600"/>
                        <a:pt x="3902075" y="584200"/>
                        <a:pt x="4152900" y="685800"/>
                      </a:cubicBezTo>
                    </a:path>
                  </a:pathLst>
                </a:custGeom>
                <a:noFill/>
                <a:ln w="9525" cap="flat" cmpd="sng">
                  <a:solidFill>
                    <a:schemeClr val="bg1">
                      <a:lumMod val="85000"/>
                    </a:schemeClr>
                  </a:solidFill>
                  <a:miter lim="800000"/>
                </a:ln>
                <a:extLst>
                  <a:ext uri="{909E8E84-426E-40DD-AFC4-6F175D3DCCD1}">
                    <a14:hiddenFill xmlns:a14="http://schemas.microsoft.com/office/drawing/2010/main">
                      <a:solidFill>
                        <a:srgbClr val="FFFFFF"/>
                      </a:solidFill>
                    </a14:hiddenFill>
                  </a:ext>
                </a:extLst>
              </p:spPr>
              <p:txBody>
                <a:bodyPr anchor="ctr"/>
                <a:lstStyle/>
                <a:p>
                  <a:pPr>
                    <a:lnSpc>
                      <a:spcPct val="130000"/>
                    </a:lnSpc>
                  </a:pPr>
                  <a:endParaRPr lang="zh-CN" altLang="en-US" sz="2400" dirty="0">
                    <a:latin typeface="思源黑体 Medium" panose="020B0600000000000000" charset="-122"/>
                    <a:ea typeface="思源黑体 Medium" panose="020B0600000000000000" charset="-122"/>
                    <a:cs typeface="+mn-ea"/>
                    <a:sym typeface="+mn-lt"/>
                  </a:endParaRPr>
                </a:p>
              </p:txBody>
            </p:sp>
            <p:sp>
              <p:nvSpPr>
                <p:cNvPr id="28678" name="MH_Other_5"/>
                <p:cNvSpPr/>
                <p:nvPr/>
              </p:nvSpPr>
              <p:spPr bwMode="auto">
                <a:xfrm>
                  <a:off x="1604839" y="4162122"/>
                  <a:ext cx="3428812" cy="1620649"/>
                </a:xfrm>
                <a:custGeom>
                  <a:avLst/>
                  <a:gdLst>
                    <a:gd name="T0" fmla="*/ 0 w 3251200"/>
                    <a:gd name="T1" fmla="*/ 0 h 1536700"/>
                    <a:gd name="T2" fmla="*/ 2235200 w 3251200"/>
                    <a:gd name="T3" fmla="*/ 787400 h 1536700"/>
                    <a:gd name="T4" fmla="*/ 3251200 w 3251200"/>
                    <a:gd name="T5" fmla="*/ 1536700 h 1536700"/>
                    <a:gd name="T6" fmla="*/ 0 60000 65536"/>
                    <a:gd name="T7" fmla="*/ 0 60000 65536"/>
                    <a:gd name="T8" fmla="*/ 0 60000 65536"/>
                  </a:gdLst>
                  <a:ahLst/>
                  <a:cxnLst>
                    <a:cxn ang="T6">
                      <a:pos x="T0" y="T1"/>
                    </a:cxn>
                    <a:cxn ang="T7">
                      <a:pos x="T2" y="T3"/>
                    </a:cxn>
                    <a:cxn ang="T8">
                      <a:pos x="T4" y="T5"/>
                    </a:cxn>
                  </a:cxnLst>
                  <a:rect l="0" t="0" r="r" b="b"/>
                  <a:pathLst>
                    <a:path w="3251200" h="1536700">
                      <a:moveTo>
                        <a:pt x="0" y="0"/>
                      </a:moveTo>
                      <a:cubicBezTo>
                        <a:pt x="1049866" y="208491"/>
                        <a:pt x="1693333" y="531283"/>
                        <a:pt x="2235200" y="787400"/>
                      </a:cubicBezTo>
                      <a:cubicBezTo>
                        <a:pt x="2777067" y="1043517"/>
                        <a:pt x="3141133" y="1359958"/>
                        <a:pt x="3251200" y="1536700"/>
                      </a:cubicBezTo>
                    </a:path>
                  </a:pathLst>
                </a:custGeom>
                <a:noFill/>
                <a:ln w="9525" cap="flat" cmpd="sng">
                  <a:solidFill>
                    <a:schemeClr val="bg1">
                      <a:lumMod val="85000"/>
                    </a:schemeClr>
                  </a:solidFill>
                  <a:miter lim="800000"/>
                </a:ln>
                <a:extLst>
                  <a:ext uri="{909E8E84-426E-40DD-AFC4-6F175D3DCCD1}">
                    <a14:hiddenFill xmlns:a14="http://schemas.microsoft.com/office/drawing/2010/main">
                      <a:solidFill>
                        <a:srgbClr val="FFFFFF"/>
                      </a:solidFill>
                    </a14:hiddenFill>
                  </a:ext>
                </a:extLst>
              </p:spPr>
              <p:txBody>
                <a:bodyPr anchor="ctr"/>
                <a:lstStyle/>
                <a:p>
                  <a:pPr>
                    <a:lnSpc>
                      <a:spcPct val="130000"/>
                    </a:lnSpc>
                  </a:pPr>
                  <a:endParaRPr lang="zh-CN" altLang="en-US" sz="2400" dirty="0">
                    <a:latin typeface="思源黑体 Medium" panose="020B0600000000000000" charset="-122"/>
                    <a:ea typeface="思源黑体 Medium" panose="020B0600000000000000" charset="-122"/>
                    <a:cs typeface="+mn-ea"/>
                    <a:sym typeface="+mn-lt"/>
                  </a:endParaRPr>
                </a:p>
              </p:txBody>
            </p:sp>
          </p:grpSp>
          <p:sp>
            <p:nvSpPr>
              <p:cNvPr id="28684" name="MH_Other_6"/>
              <p:cNvSpPr>
                <a:spLocks noChangeArrowheads="1"/>
              </p:cNvSpPr>
              <p:nvPr/>
            </p:nvSpPr>
            <p:spPr bwMode="auto">
              <a:xfrm>
                <a:off x="7888" y="1929"/>
                <a:ext cx="1052" cy="1052"/>
              </a:xfrm>
              <a:prstGeom prst="ellipse">
                <a:avLst/>
              </a:prstGeom>
              <a:solidFill>
                <a:srgbClr val="26211B"/>
              </a:solidFill>
              <a:ln w="28575">
                <a:noFill/>
              </a:ln>
              <a:effectLst/>
            </p:spPr>
            <p:txBody>
              <a:bodyPr lIns="0" tIns="0" rIns="0" bIns="0"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latinLnBrk="1" hangingPunct="1">
                  <a:lnSpc>
                    <a:spcPct val="130000"/>
                  </a:lnSpc>
                </a:pPr>
                <a:r>
                  <a:rPr lang="en-US" altLang="zh-CN" sz="1600" dirty="0">
                    <a:solidFill>
                      <a:schemeClr val="bg1"/>
                    </a:solidFill>
                    <a:latin typeface="思源黑体 Medium" panose="020B0600000000000000" charset="-122"/>
                    <a:ea typeface="思源黑体 Medium" panose="020B0600000000000000" charset="-122"/>
                    <a:cs typeface="+mn-ea"/>
                    <a:sym typeface="+mn-lt"/>
                  </a:rPr>
                  <a:t>01</a:t>
                </a:r>
              </a:p>
            </p:txBody>
          </p:sp>
          <p:sp>
            <p:nvSpPr>
              <p:cNvPr id="28685" name="MH_Other_7"/>
              <p:cNvSpPr>
                <a:spLocks noChangeArrowheads="1"/>
              </p:cNvSpPr>
              <p:nvPr/>
            </p:nvSpPr>
            <p:spPr bwMode="auto">
              <a:xfrm>
                <a:off x="9075" y="3533"/>
                <a:ext cx="1052" cy="1052"/>
              </a:xfrm>
              <a:prstGeom prst="ellipse">
                <a:avLst/>
              </a:prstGeom>
              <a:solidFill>
                <a:srgbClr val="F4F4F4"/>
              </a:solidFill>
              <a:ln w="28575">
                <a:noFill/>
              </a:ln>
              <a:effectLst/>
            </p:spPr>
            <p:txBody>
              <a:bodyPr lIns="0" tIns="0" rIns="0" bIns="0"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latinLnBrk="1" hangingPunct="1">
                  <a:lnSpc>
                    <a:spcPct val="130000"/>
                  </a:lnSpc>
                </a:pPr>
                <a:r>
                  <a:rPr lang="en-US" altLang="zh-CN" sz="1600" dirty="0">
                    <a:solidFill>
                      <a:srgbClr val="26211B"/>
                    </a:solidFill>
                    <a:latin typeface="思源黑体 Medium" panose="020B0600000000000000" charset="-122"/>
                    <a:ea typeface="思源黑体 Medium" panose="020B0600000000000000" charset="-122"/>
                    <a:cs typeface="+mn-ea"/>
                    <a:sym typeface="+mn-lt"/>
                  </a:rPr>
                  <a:t>02</a:t>
                </a:r>
              </a:p>
            </p:txBody>
          </p:sp>
          <p:sp>
            <p:nvSpPr>
              <p:cNvPr id="28686" name="MH_Other_8"/>
              <p:cNvSpPr>
                <a:spLocks noChangeArrowheads="1"/>
              </p:cNvSpPr>
              <p:nvPr/>
            </p:nvSpPr>
            <p:spPr bwMode="auto">
              <a:xfrm>
                <a:off x="8371" y="5136"/>
                <a:ext cx="1052" cy="1055"/>
              </a:xfrm>
              <a:prstGeom prst="ellipse">
                <a:avLst/>
              </a:prstGeom>
              <a:solidFill>
                <a:srgbClr val="FEB51B"/>
              </a:solidFill>
              <a:ln w="28575">
                <a:noFill/>
              </a:ln>
              <a:effectLst/>
            </p:spPr>
            <p:txBody>
              <a:bodyPr lIns="0" tIns="0" rIns="0" bIns="0"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latinLnBrk="1" hangingPunct="1">
                  <a:lnSpc>
                    <a:spcPct val="130000"/>
                  </a:lnSpc>
                </a:pPr>
                <a:r>
                  <a:rPr lang="en-US" altLang="zh-CN" sz="1600" dirty="0">
                    <a:solidFill>
                      <a:srgbClr val="FFFFFF"/>
                    </a:solidFill>
                    <a:latin typeface="思源黑体 Medium" panose="020B0600000000000000" charset="-122"/>
                    <a:ea typeface="思源黑体 Medium" panose="020B0600000000000000" charset="-122"/>
                    <a:cs typeface="+mn-ea"/>
                    <a:sym typeface="+mn-lt"/>
                  </a:rPr>
                  <a:t>03</a:t>
                </a:r>
              </a:p>
            </p:txBody>
          </p:sp>
          <p:sp>
            <p:nvSpPr>
              <p:cNvPr id="28687" name="MH_Other_9"/>
              <p:cNvSpPr>
                <a:spLocks noChangeArrowheads="1"/>
              </p:cNvSpPr>
              <p:nvPr/>
            </p:nvSpPr>
            <p:spPr bwMode="auto">
              <a:xfrm>
                <a:off x="9114" y="6742"/>
                <a:ext cx="1052" cy="1055"/>
              </a:xfrm>
              <a:prstGeom prst="ellipse">
                <a:avLst/>
              </a:prstGeom>
              <a:solidFill>
                <a:srgbClr val="26211B"/>
              </a:solidFill>
              <a:ln w="28575">
                <a:noFill/>
              </a:ln>
              <a:effectLst/>
            </p:spPr>
            <p:txBody>
              <a:bodyPr lIns="0" tIns="0" rIns="0" bIns="0"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latinLnBrk="1" hangingPunct="1">
                  <a:lnSpc>
                    <a:spcPct val="130000"/>
                  </a:lnSpc>
                </a:pPr>
                <a:r>
                  <a:rPr lang="en-US" altLang="zh-CN" sz="1600" dirty="0">
                    <a:solidFill>
                      <a:schemeClr val="bg1"/>
                    </a:solidFill>
                    <a:latin typeface="思源黑体 Medium" panose="020B0600000000000000" charset="-122"/>
                    <a:ea typeface="思源黑体 Medium" panose="020B0600000000000000" charset="-122"/>
                    <a:cs typeface="+mn-ea"/>
                    <a:sym typeface="+mn-lt"/>
                  </a:rPr>
                  <a:t>04</a:t>
                </a:r>
              </a:p>
            </p:txBody>
          </p:sp>
          <p:sp>
            <p:nvSpPr>
              <p:cNvPr id="28688" name="MH_Other_10"/>
              <p:cNvSpPr>
                <a:spLocks noChangeArrowheads="1"/>
              </p:cNvSpPr>
              <p:nvPr/>
            </p:nvSpPr>
            <p:spPr bwMode="auto">
              <a:xfrm>
                <a:off x="7615" y="8348"/>
                <a:ext cx="1052" cy="1052"/>
              </a:xfrm>
              <a:prstGeom prst="ellipse">
                <a:avLst/>
              </a:prstGeom>
              <a:solidFill>
                <a:srgbClr val="FEB51B"/>
              </a:solidFill>
              <a:ln w="28575">
                <a:noFill/>
              </a:ln>
              <a:effectLst/>
            </p:spPr>
            <p:txBody>
              <a:bodyPr lIns="0" tIns="0" rIns="0" bIns="0"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latinLnBrk="1" hangingPunct="1">
                  <a:lnSpc>
                    <a:spcPct val="130000"/>
                  </a:lnSpc>
                </a:pPr>
                <a:r>
                  <a:rPr lang="en-US" altLang="zh-CN" sz="1600" dirty="0">
                    <a:solidFill>
                      <a:srgbClr val="FFFFFF"/>
                    </a:solidFill>
                    <a:latin typeface="思源黑体 Medium" panose="020B0600000000000000" charset="-122"/>
                    <a:ea typeface="思源黑体 Medium" panose="020B0600000000000000" charset="-122"/>
                    <a:cs typeface="+mn-ea"/>
                    <a:sym typeface="+mn-lt"/>
                  </a:rPr>
                  <a:t>05</a:t>
                </a:r>
              </a:p>
            </p:txBody>
          </p:sp>
          <p:sp>
            <p:nvSpPr>
              <p:cNvPr id="28689" name="MH_Title_1"/>
              <p:cNvSpPr>
                <a:spLocks noChangeArrowheads="1"/>
              </p:cNvSpPr>
              <p:nvPr/>
            </p:nvSpPr>
            <p:spPr bwMode="auto">
              <a:xfrm>
                <a:off x="571" y="4252"/>
                <a:ext cx="2472" cy="3573"/>
              </a:xfrm>
              <a:custGeom>
                <a:avLst/>
                <a:gdLst>
                  <a:gd name="T0" fmla="*/ 272796 w 1159484"/>
                  <a:gd name="T1" fmla="*/ 1430 h 1674380"/>
                  <a:gd name="T2" fmla="*/ 986253 w 1159484"/>
                  <a:gd name="T3" fmla="*/ 329551 h 1674380"/>
                  <a:gd name="T4" fmla="*/ 983624 w 1159484"/>
                  <a:gd name="T5" fmla="*/ 1349563 h 1674380"/>
                  <a:gd name="T6" fmla="*/ 0 w 1159484"/>
                  <a:gd name="T7" fmla="*/ 1611015 h 1674380"/>
                  <a:gd name="T8" fmla="*/ 3991 w 1159484"/>
                  <a:gd name="T9" fmla="*/ 63005 h 1674380"/>
                  <a:gd name="T10" fmla="*/ 272796 w 1159484"/>
                  <a:gd name="T11" fmla="*/ 1430 h 1674380"/>
                  <a:gd name="T12" fmla="*/ 0 60000 65536"/>
                  <a:gd name="T13" fmla="*/ 0 60000 65536"/>
                  <a:gd name="T14" fmla="*/ 0 60000 65536"/>
                  <a:gd name="T15" fmla="*/ 0 60000 65536"/>
                  <a:gd name="T16" fmla="*/ 0 60000 65536"/>
                  <a:gd name="T17" fmla="*/ 0 60000 65536"/>
                  <a:gd name="T18" fmla="*/ 0 w 1159484"/>
                  <a:gd name="T19" fmla="*/ 0 h 1674380"/>
                  <a:gd name="T20" fmla="*/ 1159484 w 1159484"/>
                  <a:gd name="T21" fmla="*/ 1674380 h 1674380"/>
                </a:gdLst>
                <a:ahLst/>
                <a:cxnLst>
                  <a:cxn ang="T12">
                    <a:pos x="T0" y="T1"/>
                  </a:cxn>
                  <a:cxn ang="T13">
                    <a:pos x="T2" y="T3"/>
                  </a:cxn>
                  <a:cxn ang="T14">
                    <a:pos x="T4" y="T5"/>
                  </a:cxn>
                  <a:cxn ang="T15">
                    <a:pos x="T6" y="T7"/>
                  </a:cxn>
                  <a:cxn ang="T16">
                    <a:pos x="T8" y="T9"/>
                  </a:cxn>
                  <a:cxn ang="T17">
                    <a:pos x="T10" y="T11"/>
                  </a:cxn>
                </a:cxnLst>
                <a:rect l="T18" t="T19" r="T20" b="T21"/>
                <a:pathLst>
                  <a:path w="1159484" h="1674380">
                    <a:moveTo>
                      <a:pt x="273226" y="1430"/>
                    </a:moveTo>
                    <a:cubicBezTo>
                      <a:pt x="545324" y="-14516"/>
                      <a:pt x="815402" y="103404"/>
                      <a:pt x="987809" y="329296"/>
                    </a:cubicBezTo>
                    <a:cubicBezTo>
                      <a:pt x="1217686" y="630485"/>
                      <a:pt x="1216605" y="1048522"/>
                      <a:pt x="985175" y="1348519"/>
                    </a:cubicBezTo>
                    <a:cubicBezTo>
                      <a:pt x="753745" y="1648515"/>
                      <a:pt x="349672" y="1755668"/>
                      <a:pt x="0" y="1609769"/>
                    </a:cubicBezTo>
                    <a:lnTo>
                      <a:pt x="3997" y="62957"/>
                    </a:lnTo>
                    <a:cubicBezTo>
                      <a:pt x="91603" y="26935"/>
                      <a:pt x="182527" y="6745"/>
                      <a:pt x="273226" y="1430"/>
                    </a:cubicBezTo>
                    <a:close/>
                  </a:path>
                </a:pathLst>
              </a:custGeom>
              <a:solidFill>
                <a:srgbClr val="26211B"/>
              </a:solidFill>
              <a:ln w="28575">
                <a:noFill/>
              </a:ln>
              <a:effectLst>
                <a:outerShdw blurRad="254000" dist="63500" dir="2700000" algn="tl" rotWithShape="0">
                  <a:prstClr val="black">
                    <a:alpha val="30000"/>
                  </a:prstClr>
                </a:outerShdw>
              </a:effectLst>
            </p:spPr>
            <p:txBody>
              <a:bodyPr lIns="0" tIns="0" rIns="107897" bIns="0"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solidFill>
                      <a:schemeClr val="bg1"/>
                    </a:solidFill>
                    <a:latin typeface="思源黑体 CN Medium" panose="020B0600000000000000" charset="-122"/>
                    <a:ea typeface="思源黑体 CN Medium" panose="020B0600000000000000" charset="-122"/>
                    <a:cs typeface="思源黑体 CN Heavy" panose="020B0A00000000000000" charset="-122"/>
                    <a:sym typeface="+mn-ea"/>
                  </a:rPr>
                  <a:t>未来发展规划</a:t>
                </a:r>
              </a:p>
            </p:txBody>
          </p:sp>
          <p:sp>
            <p:nvSpPr>
              <p:cNvPr id="44" name="TextBox 23"/>
              <p:cNvSpPr txBox="1"/>
              <p:nvPr/>
            </p:nvSpPr>
            <p:spPr>
              <a:xfrm>
                <a:off x="9273" y="2135"/>
                <a:ext cx="6147" cy="832"/>
              </a:xfrm>
              <a:prstGeom prst="rect">
                <a:avLst/>
              </a:prstGeom>
              <a:noFill/>
            </p:spPr>
            <p:txBody>
              <a:bodyPr wrap="square" lIns="86660" tIns="43330" rIns="86660" bIns="43330" rtlCol="0">
                <a:spAutoFit/>
              </a:bodyPr>
              <a:lstStyle>
                <a:defPPr>
                  <a:defRPr lang="zh-CN"/>
                </a:defPPr>
                <a:lvl1pPr>
                  <a:lnSpc>
                    <a:spcPct val="120000"/>
                  </a:lnSpc>
                  <a:defRPr sz="1400">
                    <a:solidFill>
                      <a:schemeClr val="bg1">
                        <a:lumMod val="50000"/>
                      </a:schemeClr>
                    </a:solidFill>
                    <a:latin typeface="Arial" panose="020B0604020202020204" pitchFamily="34" charset="0"/>
                    <a:ea typeface="微软雅黑" panose="020B0503020204020204" charset="-122"/>
                    <a:cs typeface="+mn-ea"/>
                  </a:defRPr>
                </a:lvl1pPr>
              </a:lstStyle>
              <a:p>
                <a:pPr defTabSz="866775" fontAlgn="base">
                  <a:lnSpc>
                    <a:spcPct val="120000"/>
                  </a:lnSpc>
                  <a:spcBef>
                    <a:spcPct val="0"/>
                  </a:spcBef>
                  <a:spcAft>
                    <a:spcPct val="0"/>
                  </a:spcAft>
                </a:pPr>
                <a:r>
                  <a:rPr lang="zh-CN" altLang="en-US" sz="1200" dirty="0">
                    <a:solidFill>
                      <a:srgbClr val="26211B"/>
                    </a:solidFill>
                    <a:latin typeface="思源黑体 Light" panose="020B0300000000000000" charset="-122"/>
                    <a:ea typeface="思源黑体 Light" panose="020B0300000000000000" charset="-122"/>
                    <a:sym typeface="+mn-lt"/>
                  </a:rPr>
                  <a:t>单击添加详细文字说明，或复制文本黏贴自此右键只保留文字单击添加详细文字说明</a:t>
                </a:r>
              </a:p>
            </p:txBody>
          </p:sp>
          <p:sp>
            <p:nvSpPr>
              <p:cNvPr id="45" name="TextBox 24"/>
              <p:cNvSpPr txBox="1"/>
              <p:nvPr/>
            </p:nvSpPr>
            <p:spPr>
              <a:xfrm>
                <a:off x="9239" y="1702"/>
                <a:ext cx="2198" cy="523"/>
              </a:xfrm>
              <a:prstGeom prst="rect">
                <a:avLst/>
              </a:prstGeom>
              <a:noFill/>
            </p:spPr>
            <p:txBody>
              <a:bodyPr wrap="none" lIns="86660" tIns="43330" rIns="86660" bIns="4333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未来发展规划</a:t>
                </a:r>
                <a:endParaRPr lang="zh-CN" altLang="en-US" sz="1600" b="1" dirty="0">
                  <a:solidFill>
                    <a:srgbClr val="4F4D50"/>
                  </a:solidFill>
                  <a:latin typeface="思源黑体 Medium" panose="020B0600000000000000" charset="-122"/>
                  <a:ea typeface="思源黑体 Medium" panose="020B0600000000000000" charset="-122"/>
                  <a:cs typeface="+mn-ea"/>
                  <a:sym typeface="+mn-lt"/>
                </a:endParaRPr>
              </a:p>
            </p:txBody>
          </p:sp>
          <p:sp>
            <p:nvSpPr>
              <p:cNvPr id="46" name="TextBox 24"/>
              <p:cNvSpPr txBox="1"/>
              <p:nvPr/>
            </p:nvSpPr>
            <p:spPr>
              <a:xfrm>
                <a:off x="10282" y="3389"/>
                <a:ext cx="2198" cy="523"/>
              </a:xfrm>
              <a:prstGeom prst="rect">
                <a:avLst/>
              </a:prstGeom>
              <a:noFill/>
            </p:spPr>
            <p:txBody>
              <a:bodyPr wrap="none" lIns="86660" tIns="43330" rIns="86660" bIns="4333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未来发展规划</a:t>
                </a:r>
                <a:endParaRPr lang="zh-CN" altLang="en-US" sz="1600" b="1" dirty="0">
                  <a:solidFill>
                    <a:srgbClr val="4F4D50"/>
                  </a:solidFill>
                  <a:latin typeface="思源黑体 Medium" panose="020B0600000000000000" charset="-122"/>
                  <a:ea typeface="思源黑体 Medium" panose="020B0600000000000000" charset="-122"/>
                  <a:cs typeface="+mn-ea"/>
                  <a:sym typeface="+mn-lt"/>
                </a:endParaRPr>
              </a:p>
            </p:txBody>
          </p:sp>
          <p:sp>
            <p:nvSpPr>
              <p:cNvPr id="47" name="TextBox 23"/>
              <p:cNvSpPr txBox="1"/>
              <p:nvPr/>
            </p:nvSpPr>
            <p:spPr>
              <a:xfrm>
                <a:off x="9798" y="5452"/>
                <a:ext cx="6337" cy="832"/>
              </a:xfrm>
              <a:prstGeom prst="rect">
                <a:avLst/>
              </a:prstGeom>
              <a:noFill/>
            </p:spPr>
            <p:txBody>
              <a:bodyPr wrap="square" lIns="86660" tIns="43330" rIns="86660" bIns="43330" rtlCol="0">
                <a:spAutoFit/>
              </a:bodyPr>
              <a:lstStyle/>
              <a:p>
                <a:pPr defTabSz="866775" fontAlgn="base">
                  <a:lnSpc>
                    <a:spcPct val="120000"/>
                  </a:lnSpc>
                  <a:spcBef>
                    <a:spcPct val="0"/>
                  </a:spcBef>
                  <a:spcAft>
                    <a:spcPct val="0"/>
                  </a:spcAft>
                </a:pPr>
                <a:r>
                  <a:rPr lang="zh-CN" altLang="en-US" sz="1200" dirty="0">
                    <a:latin typeface="思源黑体 Light" panose="020B0300000000000000" charset="-122"/>
                    <a:ea typeface="思源黑体 Light" panose="020B0300000000000000" charset="-122"/>
                    <a:cs typeface="+mn-ea"/>
                    <a:sym typeface="+mn-lt"/>
                  </a:rPr>
                  <a:t>单击添加详细文字说明，或复制文本黏贴自此右键只保留文字单击添加详细文字说明</a:t>
                </a:r>
                <a:endParaRPr lang="zh-CN" altLang="en-US" sz="1200" dirty="0">
                  <a:solidFill>
                    <a:schemeClr val="tx1">
                      <a:lumMod val="50000"/>
                      <a:lumOff val="50000"/>
                    </a:schemeClr>
                  </a:solidFill>
                  <a:latin typeface="思源黑体 Medium" panose="020B0600000000000000" charset="-122"/>
                  <a:ea typeface="思源黑体 Medium" panose="020B0600000000000000" charset="-122"/>
                  <a:cs typeface="+mn-ea"/>
                  <a:sym typeface="+mn-lt"/>
                </a:endParaRPr>
              </a:p>
            </p:txBody>
          </p:sp>
          <p:sp>
            <p:nvSpPr>
              <p:cNvPr id="48" name="TextBox 24"/>
              <p:cNvSpPr txBox="1"/>
              <p:nvPr/>
            </p:nvSpPr>
            <p:spPr>
              <a:xfrm>
                <a:off x="9766" y="5052"/>
                <a:ext cx="2198" cy="523"/>
              </a:xfrm>
              <a:prstGeom prst="rect">
                <a:avLst/>
              </a:prstGeom>
              <a:noFill/>
            </p:spPr>
            <p:txBody>
              <a:bodyPr wrap="none" lIns="86660" tIns="43330" rIns="86660" bIns="4333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未来发展规划</a:t>
                </a:r>
                <a:endParaRPr lang="zh-CN" altLang="en-US" sz="1600" b="1" dirty="0">
                  <a:solidFill>
                    <a:srgbClr val="4F4D50"/>
                  </a:solidFill>
                  <a:latin typeface="思源黑体 Medium" panose="020B0600000000000000" charset="-122"/>
                  <a:ea typeface="思源黑体 Medium" panose="020B0600000000000000" charset="-122"/>
                  <a:cs typeface="+mn-ea"/>
                  <a:sym typeface="+mn-lt"/>
                </a:endParaRPr>
              </a:p>
            </p:txBody>
          </p:sp>
          <p:sp>
            <p:nvSpPr>
              <p:cNvPr id="49" name="TextBox 23"/>
              <p:cNvSpPr txBox="1"/>
              <p:nvPr/>
            </p:nvSpPr>
            <p:spPr>
              <a:xfrm>
                <a:off x="10305" y="7111"/>
                <a:ext cx="6154" cy="832"/>
              </a:xfrm>
              <a:prstGeom prst="rect">
                <a:avLst/>
              </a:prstGeom>
              <a:noFill/>
            </p:spPr>
            <p:txBody>
              <a:bodyPr wrap="square" lIns="86660" tIns="43330" rIns="86660" bIns="43330" rtlCol="0">
                <a:spAutoFit/>
              </a:bodyPr>
              <a:lstStyle>
                <a:defPPr>
                  <a:defRPr lang="zh-CN"/>
                </a:defPPr>
                <a:lvl1pPr>
                  <a:lnSpc>
                    <a:spcPct val="120000"/>
                  </a:lnSpc>
                  <a:defRPr sz="1400">
                    <a:solidFill>
                      <a:schemeClr val="bg1">
                        <a:lumMod val="50000"/>
                      </a:schemeClr>
                    </a:solidFill>
                    <a:latin typeface="Arial" panose="020B0604020202020204" pitchFamily="34" charset="0"/>
                    <a:ea typeface="微软雅黑" panose="020B0503020204020204" charset="-122"/>
                    <a:cs typeface="+mn-ea"/>
                  </a:defRPr>
                </a:lvl1pPr>
              </a:lstStyle>
              <a:p>
                <a:pPr defTabSz="866775" fontAlgn="base">
                  <a:lnSpc>
                    <a:spcPct val="120000"/>
                  </a:lnSpc>
                  <a:spcBef>
                    <a:spcPct val="0"/>
                  </a:spcBef>
                  <a:spcAft>
                    <a:spcPct val="0"/>
                  </a:spcAft>
                </a:pPr>
                <a:r>
                  <a:rPr lang="zh-CN" altLang="en-US" sz="1200" dirty="0">
                    <a:solidFill>
                      <a:srgbClr val="26211B"/>
                    </a:solidFill>
                    <a:latin typeface="思源黑体 Light" panose="020B0300000000000000" charset="-122"/>
                    <a:ea typeface="思源黑体 Light" panose="020B0300000000000000" charset="-122"/>
                    <a:sym typeface="+mn-lt"/>
                  </a:rPr>
                  <a:t>单击添加详细文字说明，或复制文本黏贴自此右键只保留文字单击添加详细文字说明</a:t>
                </a:r>
              </a:p>
            </p:txBody>
          </p:sp>
          <p:sp>
            <p:nvSpPr>
              <p:cNvPr id="50" name="TextBox 24"/>
              <p:cNvSpPr txBox="1"/>
              <p:nvPr/>
            </p:nvSpPr>
            <p:spPr>
              <a:xfrm>
                <a:off x="10282" y="6715"/>
                <a:ext cx="2198" cy="523"/>
              </a:xfrm>
              <a:prstGeom prst="rect">
                <a:avLst/>
              </a:prstGeom>
              <a:noFill/>
            </p:spPr>
            <p:txBody>
              <a:bodyPr wrap="none" lIns="86660" tIns="43330" rIns="86660" bIns="4333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未来发展规划</a:t>
                </a:r>
                <a:endParaRPr lang="zh-CN" altLang="en-US" sz="1600" b="1" dirty="0">
                  <a:solidFill>
                    <a:srgbClr val="4F4D50"/>
                  </a:solidFill>
                  <a:latin typeface="思源黑体 Medium" panose="020B0600000000000000" charset="-122"/>
                  <a:ea typeface="思源黑体 Medium" panose="020B0600000000000000" charset="-122"/>
                  <a:cs typeface="+mn-ea"/>
                  <a:sym typeface="+mn-lt"/>
                </a:endParaRPr>
              </a:p>
            </p:txBody>
          </p:sp>
          <p:sp>
            <p:nvSpPr>
              <p:cNvPr id="51" name="TextBox 23"/>
              <p:cNvSpPr txBox="1"/>
              <p:nvPr/>
            </p:nvSpPr>
            <p:spPr>
              <a:xfrm>
                <a:off x="9265" y="8770"/>
                <a:ext cx="6092" cy="832"/>
              </a:xfrm>
              <a:prstGeom prst="rect">
                <a:avLst/>
              </a:prstGeom>
              <a:noFill/>
            </p:spPr>
            <p:txBody>
              <a:bodyPr wrap="square" lIns="86660" tIns="43330" rIns="86660" bIns="43330" rtlCol="0">
                <a:spAutoFit/>
              </a:bodyPr>
              <a:lstStyle>
                <a:defPPr>
                  <a:defRPr lang="zh-CN"/>
                </a:defPPr>
                <a:lvl1pPr>
                  <a:lnSpc>
                    <a:spcPct val="120000"/>
                  </a:lnSpc>
                  <a:defRPr sz="1400">
                    <a:solidFill>
                      <a:schemeClr val="bg1">
                        <a:lumMod val="50000"/>
                      </a:schemeClr>
                    </a:solidFill>
                    <a:latin typeface="Arial" panose="020B0604020202020204" pitchFamily="34" charset="0"/>
                    <a:ea typeface="微软雅黑" panose="020B0503020204020204" charset="-122"/>
                    <a:cs typeface="+mn-ea"/>
                  </a:defRPr>
                </a:lvl1pPr>
              </a:lstStyle>
              <a:p>
                <a:pPr defTabSz="866775" fontAlgn="base">
                  <a:lnSpc>
                    <a:spcPct val="120000"/>
                  </a:lnSpc>
                  <a:spcBef>
                    <a:spcPct val="0"/>
                  </a:spcBef>
                  <a:spcAft>
                    <a:spcPct val="0"/>
                  </a:spcAft>
                </a:pPr>
                <a:r>
                  <a:rPr lang="zh-CN" altLang="en-US" sz="1200" dirty="0">
                    <a:solidFill>
                      <a:srgbClr val="26211B"/>
                    </a:solidFill>
                    <a:latin typeface="思源黑体 Light" panose="020B0300000000000000" charset="-122"/>
                    <a:ea typeface="思源黑体 Light" panose="020B0300000000000000" charset="-122"/>
                    <a:sym typeface="+mn-lt"/>
                  </a:rPr>
                  <a:t>单击添加详细文字说明，或复制文本黏贴自此右键只保留文字单击添加详细文字说明</a:t>
                </a:r>
              </a:p>
            </p:txBody>
          </p:sp>
          <p:sp>
            <p:nvSpPr>
              <p:cNvPr id="52" name="TextBox 24"/>
              <p:cNvSpPr txBox="1"/>
              <p:nvPr/>
            </p:nvSpPr>
            <p:spPr>
              <a:xfrm>
                <a:off x="9239" y="8378"/>
                <a:ext cx="2198" cy="523"/>
              </a:xfrm>
              <a:prstGeom prst="rect">
                <a:avLst/>
              </a:prstGeom>
              <a:noFill/>
            </p:spPr>
            <p:txBody>
              <a:bodyPr wrap="none" lIns="86660" tIns="43330" rIns="86660" bIns="4333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未来发展规划</a:t>
                </a:r>
                <a:endParaRPr lang="zh-CN" altLang="en-US" sz="1600" b="1" dirty="0">
                  <a:solidFill>
                    <a:srgbClr val="4F4D50"/>
                  </a:solidFill>
                  <a:latin typeface="思源黑体 Medium" panose="020B0600000000000000" charset="-122"/>
                  <a:ea typeface="思源黑体 Medium" panose="020B0600000000000000" charset="-122"/>
                  <a:cs typeface="+mn-ea"/>
                  <a:sym typeface="+mn-lt"/>
                </a:endParaRPr>
              </a:p>
            </p:txBody>
          </p:sp>
        </p:grpSp>
        <p:sp>
          <p:nvSpPr>
            <p:cNvPr id="54" name="TextBox 23"/>
            <p:cNvSpPr txBox="1"/>
            <p:nvPr/>
          </p:nvSpPr>
          <p:spPr>
            <a:xfrm>
              <a:off x="10382" y="3793"/>
              <a:ext cx="6049" cy="832"/>
            </a:xfrm>
            <a:prstGeom prst="rect">
              <a:avLst/>
            </a:prstGeom>
            <a:noFill/>
          </p:spPr>
          <p:txBody>
            <a:bodyPr wrap="square" lIns="86660" tIns="43330" rIns="86660" bIns="43330" rtlCol="0">
              <a:spAutoFit/>
            </a:bodyPr>
            <a:lstStyle>
              <a:defPPr>
                <a:defRPr lang="zh-CN"/>
              </a:defPPr>
              <a:lvl1pPr>
                <a:lnSpc>
                  <a:spcPct val="120000"/>
                </a:lnSpc>
                <a:defRPr sz="1400">
                  <a:solidFill>
                    <a:schemeClr val="bg1">
                      <a:lumMod val="50000"/>
                    </a:schemeClr>
                  </a:solidFill>
                  <a:latin typeface="Arial" panose="020B0604020202020204" pitchFamily="34" charset="0"/>
                  <a:ea typeface="微软雅黑" panose="020B0503020204020204" charset="-122"/>
                  <a:cs typeface="+mn-ea"/>
                </a:defRPr>
              </a:lvl1pPr>
            </a:lstStyle>
            <a:p>
              <a:pPr defTabSz="866775" fontAlgn="base">
                <a:lnSpc>
                  <a:spcPct val="120000"/>
                </a:lnSpc>
                <a:spcBef>
                  <a:spcPct val="0"/>
                </a:spcBef>
                <a:spcAft>
                  <a:spcPct val="0"/>
                </a:spcAft>
              </a:pPr>
              <a:r>
                <a:rPr lang="zh-CN" altLang="en-US" sz="1200" dirty="0">
                  <a:solidFill>
                    <a:srgbClr val="26211B"/>
                  </a:solidFill>
                  <a:latin typeface="思源黑体 Light" panose="020B0300000000000000" charset="-122"/>
                  <a:ea typeface="思源黑体 Light" panose="020B0300000000000000" charset="-122"/>
                  <a:sym typeface="+mn-lt"/>
                </a:rPr>
                <a:t>单击添加详细文字说明，或复制文本黏贴自此右键只保留文字单击添加详细文字说明</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plus(in)">
                                      <p:cBhvr>
                                        <p:cTn id="7" dur="20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29" presetClass="entr" presetSubtype="0" fill="hold" nodeType="clickEffect">
                                  <p:stCondLst>
                                    <p:cond delay="0"/>
                                  </p:stCondLst>
                                  <p:childTnLst>
                                    <p:set>
                                      <p:cBhvr>
                                        <p:cTn id="11" dur="1" fill="hold">
                                          <p:stCondLst>
                                            <p:cond delay="0"/>
                                          </p:stCondLst>
                                        </p:cTn>
                                        <p:tgtEl>
                                          <p:spTgt spid="55"/>
                                        </p:tgtEl>
                                        <p:attrNameLst>
                                          <p:attrName>style.visibility</p:attrName>
                                        </p:attrNameLst>
                                      </p:cBhvr>
                                      <p:to>
                                        <p:strVal val="visible"/>
                                      </p:to>
                                    </p:set>
                                    <p:anim calcmode="lin" valueType="num">
                                      <p:cBhvr>
                                        <p:cTn id="12" dur="1000" fill="hold"/>
                                        <p:tgtEl>
                                          <p:spTgt spid="55"/>
                                        </p:tgtEl>
                                        <p:attrNameLst>
                                          <p:attrName>ppt_x</p:attrName>
                                        </p:attrNameLst>
                                      </p:cBhvr>
                                      <p:tavLst>
                                        <p:tav tm="0">
                                          <p:val>
                                            <p:strVal val="#ppt_x-.2"/>
                                          </p:val>
                                        </p:tav>
                                        <p:tav tm="100000">
                                          <p:val>
                                            <p:strVal val="#ppt_x"/>
                                          </p:val>
                                        </p:tav>
                                      </p:tavLst>
                                    </p:anim>
                                    <p:anim calcmode="lin" valueType="num">
                                      <p:cBhvr>
                                        <p:cTn id="13" dur="1000" fill="hold"/>
                                        <p:tgtEl>
                                          <p:spTgt spid="55"/>
                                        </p:tgtEl>
                                        <p:attrNameLst>
                                          <p:attrName>ppt_y</p:attrName>
                                        </p:attrNameLst>
                                      </p:cBhvr>
                                      <p:tavLst>
                                        <p:tav tm="0">
                                          <p:val>
                                            <p:strVal val="#ppt_y"/>
                                          </p:val>
                                        </p:tav>
                                        <p:tav tm="100000">
                                          <p:val>
                                            <p:strVal val="#ppt_y"/>
                                          </p:val>
                                        </p:tav>
                                      </p:tavLst>
                                    </p:anim>
                                    <p:animEffect transition="in" filter="wipe(right)" prLst="gradientSize: 0.1">
                                      <p:cBhvr>
                                        <p:cTn id="14" dur="10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grpSp>
        <p:nvGrpSpPr>
          <p:cNvPr id="20" name="组合 19"/>
          <p:cNvGrpSpPr/>
          <p:nvPr/>
        </p:nvGrpSpPr>
        <p:grpSpPr>
          <a:xfrm>
            <a:off x="-1445895" y="-2014855"/>
            <a:ext cx="15448280" cy="10515600"/>
            <a:chOff x="-2277" y="-3173"/>
            <a:chExt cx="24328" cy="16560"/>
          </a:xfrm>
        </p:grpSpPr>
        <p:sp>
          <p:nvSpPr>
            <p:cNvPr id="42" name="矩形 41"/>
            <p:cNvSpPr/>
            <p:nvPr/>
          </p:nvSpPr>
          <p:spPr>
            <a:xfrm>
              <a:off x="1" y="0"/>
              <a:ext cx="19230" cy="10812"/>
            </a:xfrm>
            <a:prstGeom prst="rect">
              <a:avLst/>
            </a:prstGeom>
            <a:solidFill>
              <a:srgbClr val="F4F4F4">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flipV="1">
              <a:off x="15059" y="6395"/>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同心圆 3"/>
            <p:cNvSpPr/>
            <p:nvPr/>
          </p:nvSpPr>
          <p:spPr>
            <a:xfrm flipV="1">
              <a:off x="15715" y="639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2277" y="-3173"/>
              <a:ext cx="6993" cy="6993"/>
            </a:xfrm>
            <a:prstGeom prst="ellipse">
              <a:avLst/>
            </a:prstGeom>
            <a:solidFill>
              <a:srgbClr val="FEB5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8" name="组合 77"/>
            <p:cNvGrpSpPr/>
            <p:nvPr/>
          </p:nvGrpSpPr>
          <p:grpSpPr>
            <a:xfrm>
              <a:off x="883" y="260"/>
              <a:ext cx="17435" cy="10209"/>
              <a:chOff x="1038" y="260"/>
              <a:chExt cx="17435" cy="10209"/>
            </a:xfrm>
          </p:grpSpPr>
          <p:sp>
            <p:nvSpPr>
              <p:cNvPr id="144" name="文本框 143"/>
              <p:cNvSpPr txBox="1"/>
              <p:nvPr/>
            </p:nvSpPr>
            <p:spPr>
              <a:xfrm>
                <a:off x="1038" y="10035"/>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sp>
            <p:nvSpPr>
              <p:cNvPr id="77" name="文本框 76"/>
              <p:cNvSpPr txBox="1"/>
              <p:nvPr/>
            </p:nvSpPr>
            <p:spPr>
              <a:xfrm>
                <a:off x="1038" y="260"/>
                <a:ext cx="17435" cy="434"/>
              </a:xfrm>
              <a:prstGeom prst="rect">
                <a:avLst/>
              </a:prstGeom>
              <a:noFill/>
              <a:extLst>
                <a:ext uri="{909E8E84-426E-40DD-AFC4-6F175D3DCCD1}">
                  <a14:hiddenFill xmlns:a14="http://schemas.microsoft.com/office/drawing/2010/main">
                    <a:grpFill/>
                  </a14:hiddenFill>
                </a:ext>
              </a:extLst>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商业策划 </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项目计划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创业计划</a:t>
                </a:r>
                <a:r>
                  <a:rPr kumimoji="0" lang="en-US"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a:t>
                </a:r>
                <a:r>
                  <a:rPr kumimoji="0" sz="12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Medium" panose="020B0600000000000000" charset="-122"/>
                  </a:rPr>
                  <a:t> 融资计划书 </a:t>
                </a:r>
              </a:p>
            </p:txBody>
          </p:sp>
        </p:grpSp>
        <p:sp>
          <p:nvSpPr>
            <p:cNvPr id="2" name="同心圆 1"/>
            <p:cNvSpPr/>
            <p:nvPr/>
          </p:nvSpPr>
          <p:spPr>
            <a:xfrm>
              <a:off x="803" y="1235"/>
              <a:ext cx="2997" cy="2997"/>
            </a:xfrm>
            <a:prstGeom prst="donut">
              <a:avLst>
                <a:gd name="adj" fmla="val 13487"/>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13451" y="8447"/>
              <a:ext cx="1521" cy="1257"/>
              <a:chOff x="9608895" y="5661744"/>
              <a:chExt cx="966066" cy="798214"/>
            </a:xfrm>
            <a:solidFill>
              <a:srgbClr val="26211B"/>
            </a:solidFill>
          </p:grpSpPr>
          <p:sp>
            <p:nvSpPr>
              <p:cNvPr id="8" name="Freeform: Shape 72"/>
              <p:cNvSpPr/>
              <p:nvPr/>
            </p:nvSpPr>
            <p:spPr>
              <a:xfrm rot="900000">
                <a:off x="10086716" y="5661744"/>
                <a:ext cx="488245" cy="486465"/>
              </a:xfrm>
              <a:custGeom>
                <a:avLst/>
                <a:gdLst>
                  <a:gd name="connsiteX0" fmla="*/ 0 w 1225398"/>
                  <a:gd name="connsiteY0" fmla="*/ 169222 h 1220932"/>
                  <a:gd name="connsiteX1" fmla="*/ 144732 w 1225398"/>
                  <a:gd name="connsiteY1" fmla="*/ 5194 h 1220932"/>
                  <a:gd name="connsiteX2" fmla="*/ 279815 w 1225398"/>
                  <a:gd name="connsiteY2" fmla="*/ 53438 h 1220932"/>
                  <a:gd name="connsiteX3" fmla="*/ 1206101 w 1225398"/>
                  <a:gd name="connsiteY3" fmla="*/ 1124446 h 1220932"/>
                  <a:gd name="connsiteX4" fmla="*/ 1225399 w 1225398"/>
                  <a:gd name="connsiteY4" fmla="*/ 1211284 h 1220932"/>
                  <a:gd name="connsiteX5" fmla="*/ 1138560 w 1225398"/>
                  <a:gd name="connsiteY5" fmla="*/ 1220933 h 1220932"/>
                  <a:gd name="connsiteX6" fmla="*/ 125434 w 1225398"/>
                  <a:gd name="connsiteY6" fmla="*/ 400792 h 1220932"/>
                  <a:gd name="connsiteX7" fmla="*/ 0 w 1225398"/>
                  <a:gd name="connsiteY7" fmla="*/ 169222 h 1220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5398" h="1220932">
                    <a:moveTo>
                      <a:pt x="0" y="169222"/>
                    </a:moveTo>
                    <a:cubicBezTo>
                      <a:pt x="48244" y="111330"/>
                      <a:pt x="86839" y="43789"/>
                      <a:pt x="144732" y="5194"/>
                    </a:cubicBezTo>
                    <a:cubicBezTo>
                      <a:pt x="173679" y="-14103"/>
                      <a:pt x="250869" y="24492"/>
                      <a:pt x="279815" y="53438"/>
                    </a:cubicBezTo>
                    <a:cubicBezTo>
                      <a:pt x="607875" y="391143"/>
                      <a:pt x="955232" y="719200"/>
                      <a:pt x="1206101" y="1124446"/>
                    </a:cubicBezTo>
                    <a:cubicBezTo>
                      <a:pt x="1215750" y="1143743"/>
                      <a:pt x="1215750" y="1182338"/>
                      <a:pt x="1225399" y="1211284"/>
                    </a:cubicBezTo>
                    <a:cubicBezTo>
                      <a:pt x="1196452" y="1211284"/>
                      <a:pt x="1157857" y="1220933"/>
                      <a:pt x="1138560" y="1220933"/>
                    </a:cubicBezTo>
                    <a:cubicBezTo>
                      <a:pt x="685065" y="1095500"/>
                      <a:pt x="366655" y="786741"/>
                      <a:pt x="125434" y="400792"/>
                    </a:cubicBezTo>
                    <a:cubicBezTo>
                      <a:pt x="77190" y="333251"/>
                      <a:pt x="48244" y="256061"/>
                      <a:pt x="0" y="169222"/>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9" name="Freeform: Shape 73"/>
              <p:cNvSpPr/>
              <p:nvPr/>
            </p:nvSpPr>
            <p:spPr>
              <a:xfrm rot="900000">
                <a:off x="9797933" y="6071856"/>
                <a:ext cx="293229" cy="298545"/>
              </a:xfrm>
              <a:custGeom>
                <a:avLst/>
                <a:gdLst>
                  <a:gd name="connsiteX0" fmla="*/ 611818 w 735946"/>
                  <a:gd name="connsiteY0" fmla="*/ 749289 h 749289"/>
                  <a:gd name="connsiteX1" fmla="*/ 457437 w 735946"/>
                  <a:gd name="connsiteY1" fmla="*/ 691397 h 749289"/>
                  <a:gd name="connsiteX2" fmla="*/ 23241 w 735946"/>
                  <a:gd name="connsiteY2" fmla="*/ 247556 h 749289"/>
                  <a:gd name="connsiteX3" fmla="*/ 90782 w 735946"/>
                  <a:gd name="connsiteY3" fmla="*/ 6338 h 749289"/>
                  <a:gd name="connsiteX4" fmla="*/ 196919 w 735946"/>
                  <a:gd name="connsiteY4" fmla="*/ 15987 h 749289"/>
                  <a:gd name="connsiteX5" fmla="*/ 727604 w 735946"/>
                  <a:gd name="connsiteY5" fmla="*/ 604559 h 749289"/>
                  <a:gd name="connsiteX6" fmla="*/ 611818 w 735946"/>
                  <a:gd name="connsiteY6" fmla="*/ 749289 h 74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5946" h="749289">
                    <a:moveTo>
                      <a:pt x="611818" y="749289"/>
                    </a:moveTo>
                    <a:cubicBezTo>
                      <a:pt x="573223" y="739641"/>
                      <a:pt x="515330" y="720343"/>
                      <a:pt x="457437" y="691397"/>
                    </a:cubicBezTo>
                    <a:cubicBezTo>
                      <a:pt x="264461" y="594910"/>
                      <a:pt x="129378" y="440530"/>
                      <a:pt x="23241" y="247556"/>
                    </a:cubicBezTo>
                    <a:cubicBezTo>
                      <a:pt x="-25003" y="160717"/>
                      <a:pt x="3943" y="54581"/>
                      <a:pt x="90782" y="6338"/>
                    </a:cubicBezTo>
                    <a:cubicBezTo>
                      <a:pt x="119729" y="-3311"/>
                      <a:pt x="167973" y="-3311"/>
                      <a:pt x="196919" y="15987"/>
                    </a:cubicBezTo>
                    <a:cubicBezTo>
                      <a:pt x="438140" y="151069"/>
                      <a:pt x="611818" y="353692"/>
                      <a:pt x="727604" y="604559"/>
                    </a:cubicBezTo>
                    <a:cubicBezTo>
                      <a:pt x="756550" y="672100"/>
                      <a:pt x="708306" y="749289"/>
                      <a:pt x="611818" y="749289"/>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0" name="Freeform: Shape 74"/>
              <p:cNvSpPr/>
              <p:nvPr/>
            </p:nvSpPr>
            <p:spPr>
              <a:xfrm rot="900000">
                <a:off x="9985044" y="5926402"/>
                <a:ext cx="291519" cy="279323"/>
              </a:xfrm>
              <a:custGeom>
                <a:avLst/>
                <a:gdLst>
                  <a:gd name="connsiteX0" fmla="*/ 731654 w 731654"/>
                  <a:gd name="connsiteY0" fmla="*/ 701046 h 701045"/>
                  <a:gd name="connsiteX1" fmla="*/ 268511 w 731654"/>
                  <a:gd name="connsiteY1" fmla="*/ 450179 h 701045"/>
                  <a:gd name="connsiteX2" fmla="*/ 7993 w 731654"/>
                  <a:gd name="connsiteY2" fmla="*/ 102825 h 701045"/>
                  <a:gd name="connsiteX3" fmla="*/ 27291 w 731654"/>
                  <a:gd name="connsiteY3" fmla="*/ 6338 h 701045"/>
                  <a:gd name="connsiteX4" fmla="*/ 104481 w 731654"/>
                  <a:gd name="connsiteY4" fmla="*/ 15986 h 701045"/>
                  <a:gd name="connsiteX5" fmla="*/ 413243 w 731654"/>
                  <a:gd name="connsiteY5" fmla="*/ 334394 h 701045"/>
                  <a:gd name="connsiteX6" fmla="*/ 693059 w 731654"/>
                  <a:gd name="connsiteY6" fmla="*/ 643153 h 701045"/>
                  <a:gd name="connsiteX7" fmla="*/ 731654 w 731654"/>
                  <a:gd name="connsiteY7" fmla="*/ 701046 h 701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1654" h="701045">
                    <a:moveTo>
                      <a:pt x="731654" y="701046"/>
                    </a:moveTo>
                    <a:cubicBezTo>
                      <a:pt x="529029" y="691397"/>
                      <a:pt x="384297" y="575612"/>
                      <a:pt x="268511" y="450179"/>
                    </a:cubicBezTo>
                    <a:cubicBezTo>
                      <a:pt x="172023" y="344043"/>
                      <a:pt x="85184" y="228258"/>
                      <a:pt x="7993" y="102825"/>
                    </a:cubicBezTo>
                    <a:cubicBezTo>
                      <a:pt x="-11304" y="83528"/>
                      <a:pt x="7993" y="25635"/>
                      <a:pt x="27291" y="6338"/>
                    </a:cubicBezTo>
                    <a:cubicBezTo>
                      <a:pt x="27291" y="-3311"/>
                      <a:pt x="85184" y="-3311"/>
                      <a:pt x="104481" y="15986"/>
                    </a:cubicBezTo>
                    <a:cubicBezTo>
                      <a:pt x="210618" y="122122"/>
                      <a:pt x="316755" y="228258"/>
                      <a:pt x="413243" y="334394"/>
                    </a:cubicBezTo>
                    <a:cubicBezTo>
                      <a:pt x="509731" y="440530"/>
                      <a:pt x="596571" y="546666"/>
                      <a:pt x="693059" y="643153"/>
                    </a:cubicBezTo>
                    <a:cubicBezTo>
                      <a:pt x="712356" y="652802"/>
                      <a:pt x="722005" y="672100"/>
                      <a:pt x="731654" y="701046"/>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sp>
            <p:nvSpPr>
              <p:cNvPr id="11" name="Freeform: Shape 75"/>
              <p:cNvSpPr/>
              <p:nvPr/>
            </p:nvSpPr>
            <p:spPr>
              <a:xfrm rot="900000">
                <a:off x="9608895" y="6329170"/>
                <a:ext cx="128789" cy="130788"/>
              </a:xfrm>
              <a:custGeom>
                <a:avLst/>
                <a:gdLst>
                  <a:gd name="connsiteX0" fmla="*/ 323235 w 323235"/>
                  <a:gd name="connsiteY0" fmla="*/ 250867 h 328251"/>
                  <a:gd name="connsiteX1" fmla="*/ 217098 w 323235"/>
                  <a:gd name="connsiteY1" fmla="*/ 318408 h 328251"/>
                  <a:gd name="connsiteX2" fmla="*/ 14473 w 323235"/>
                  <a:gd name="connsiteY2" fmla="*/ 164028 h 328251"/>
                  <a:gd name="connsiteX3" fmla="*/ 14473 w 323235"/>
                  <a:gd name="connsiteY3" fmla="*/ 67541 h 328251"/>
                  <a:gd name="connsiteX4" fmla="*/ 110961 w 323235"/>
                  <a:gd name="connsiteY4" fmla="*/ 0 h 328251"/>
                  <a:gd name="connsiteX5" fmla="*/ 323235 w 323235"/>
                  <a:gd name="connsiteY5" fmla="*/ 250867 h 328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3235" h="328251">
                    <a:moveTo>
                      <a:pt x="323235" y="250867"/>
                    </a:moveTo>
                    <a:cubicBezTo>
                      <a:pt x="323235" y="308759"/>
                      <a:pt x="255693" y="347354"/>
                      <a:pt x="217098" y="318408"/>
                    </a:cubicBezTo>
                    <a:cubicBezTo>
                      <a:pt x="149557" y="270164"/>
                      <a:pt x="72366" y="221921"/>
                      <a:pt x="14473" y="164028"/>
                    </a:cubicBezTo>
                    <a:cubicBezTo>
                      <a:pt x="-4824" y="144731"/>
                      <a:pt x="-4824" y="96487"/>
                      <a:pt x="14473" y="67541"/>
                    </a:cubicBezTo>
                    <a:cubicBezTo>
                      <a:pt x="33771" y="38595"/>
                      <a:pt x="82015" y="0"/>
                      <a:pt x="110961" y="0"/>
                    </a:cubicBezTo>
                    <a:cubicBezTo>
                      <a:pt x="168854" y="9649"/>
                      <a:pt x="313586" y="192974"/>
                      <a:pt x="323235" y="250867"/>
                    </a:cubicBezTo>
                    <a:close/>
                  </a:path>
                </a:pathLst>
              </a:custGeom>
              <a:grpFill/>
              <a:ln w="96157" cap="flat">
                <a:noFill/>
                <a:prstDash val="solid"/>
                <a:miter/>
              </a:ln>
            </p:spPr>
            <p:txBody>
              <a:bodyPr rtlCol="0" anchor="ctr"/>
              <a:lstStyle/>
              <a:p>
                <a:pPr marL="0" marR="0" lvl="0" indent="0" defTabSz="4572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000000"/>
                  </a:solidFill>
                  <a:effectLst/>
                  <a:uLnTx/>
                  <a:uFillTx/>
                  <a:cs typeface="+mn-ea"/>
                  <a:sym typeface="+mn-lt"/>
                </a:endParaRPr>
              </a:p>
            </p:txBody>
          </p:sp>
        </p:grpSp>
        <p:sp>
          <p:nvSpPr>
            <p:cNvPr id="56" name="圆角矩形 55"/>
            <p:cNvSpPr/>
            <p:nvPr/>
          </p:nvSpPr>
          <p:spPr>
            <a:xfrm>
              <a:off x="557" y="685"/>
              <a:ext cx="18087" cy="943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p:cNvGrpSpPr/>
          <p:nvPr/>
        </p:nvGrpSpPr>
        <p:grpSpPr>
          <a:xfrm>
            <a:off x="711835" y="643890"/>
            <a:ext cx="4533265" cy="712470"/>
            <a:chOff x="9628" y="2104"/>
            <a:chExt cx="7139" cy="1122"/>
          </a:xfrm>
        </p:grpSpPr>
        <p:grpSp>
          <p:nvGrpSpPr>
            <p:cNvPr id="26" name="组合 25"/>
            <p:cNvGrpSpPr/>
            <p:nvPr/>
          </p:nvGrpSpPr>
          <p:grpSpPr>
            <a:xfrm>
              <a:off x="9628" y="2104"/>
              <a:ext cx="1123" cy="1123"/>
              <a:chOff x="5384682" y="2168242"/>
              <a:chExt cx="713358" cy="713358"/>
            </a:xfrm>
          </p:grpSpPr>
          <p:sp>
            <p:nvSpPr>
              <p:cNvPr id="33" name="Flowchart: Connector 21"/>
              <p:cNvSpPr/>
              <p:nvPr/>
            </p:nvSpPr>
            <p:spPr>
              <a:xfrm>
                <a:off x="5384682" y="2168242"/>
                <a:ext cx="713358" cy="713358"/>
              </a:xfrm>
              <a:prstGeom prst="flowChartConnector">
                <a:avLst/>
              </a:prstGeom>
              <a:solidFill>
                <a:srgbClr val="2621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bg1"/>
                  </a:solidFill>
                  <a:cs typeface="+mn-ea"/>
                  <a:sym typeface="+mn-lt"/>
                </a:endParaRPr>
              </a:p>
            </p:txBody>
          </p:sp>
          <p:sp>
            <p:nvSpPr>
              <p:cNvPr id="35" name="Shape"/>
              <p:cNvSpPr>
                <a:spLocks noChangeAspect="1"/>
              </p:cNvSpPr>
              <p:nvPr/>
            </p:nvSpPr>
            <p:spPr>
              <a:xfrm>
                <a:off x="5568489" y="2352050"/>
                <a:ext cx="345743" cy="345743"/>
              </a:xfrm>
              <a:custGeom>
                <a:avLst/>
                <a:gdLst>
                  <a:gd name="connsiteX0" fmla="*/ 474017 w 514350"/>
                  <a:gd name="connsiteY0" fmla="*/ 243036 h 514189"/>
                  <a:gd name="connsiteX1" fmla="*/ 474017 w 514350"/>
                  <a:gd name="connsiteY1" fmla="*/ 284209 h 514189"/>
                  <a:gd name="connsiteX2" fmla="*/ 494101 w 514350"/>
                  <a:gd name="connsiteY2" fmla="*/ 304297 h 514189"/>
                  <a:gd name="connsiteX3" fmla="*/ 514185 w 514350"/>
                  <a:gd name="connsiteY3" fmla="*/ 284209 h 514189"/>
                  <a:gd name="connsiteX4" fmla="*/ 514185 w 514350"/>
                  <a:gd name="connsiteY4" fmla="*/ 161727 h 514189"/>
                  <a:gd name="connsiteX5" fmla="*/ 433845 w 514350"/>
                  <a:gd name="connsiteY5" fmla="*/ 81384 h 514189"/>
                  <a:gd name="connsiteX6" fmla="*/ 347404 w 514350"/>
                  <a:gd name="connsiteY6" fmla="*/ 81384 h 514189"/>
                  <a:gd name="connsiteX7" fmla="*/ 347404 w 514350"/>
                  <a:gd name="connsiteY7" fmla="*/ 55198 h 514189"/>
                  <a:gd name="connsiteX8" fmla="*/ 292206 w 514350"/>
                  <a:gd name="connsiteY8" fmla="*/ 0 h 514189"/>
                  <a:gd name="connsiteX9" fmla="*/ 221979 w 514350"/>
                  <a:gd name="connsiteY9" fmla="*/ 0 h 514189"/>
                  <a:gd name="connsiteX10" fmla="*/ 166782 w 514350"/>
                  <a:gd name="connsiteY10" fmla="*/ 55198 h 514189"/>
                  <a:gd name="connsiteX11" fmla="*/ 166782 w 514350"/>
                  <a:gd name="connsiteY11" fmla="*/ 81384 h 514189"/>
                  <a:gd name="connsiteX12" fmla="*/ 80340 w 514350"/>
                  <a:gd name="connsiteY12" fmla="*/ 81384 h 514189"/>
                  <a:gd name="connsiteX13" fmla="*/ 0 w 514350"/>
                  <a:gd name="connsiteY13" fmla="*/ 161723 h 514189"/>
                  <a:gd name="connsiteX14" fmla="*/ 0 w 514350"/>
                  <a:gd name="connsiteY14" fmla="*/ 395718 h 514189"/>
                  <a:gd name="connsiteX15" fmla="*/ 80340 w 514350"/>
                  <a:gd name="connsiteY15" fmla="*/ 476062 h 514189"/>
                  <a:gd name="connsiteX16" fmla="*/ 250064 w 514350"/>
                  <a:gd name="connsiteY16" fmla="*/ 476062 h 514189"/>
                  <a:gd name="connsiteX17" fmla="*/ 270148 w 514350"/>
                  <a:gd name="connsiteY17" fmla="*/ 455974 h 514189"/>
                  <a:gd name="connsiteX18" fmla="*/ 250064 w 514350"/>
                  <a:gd name="connsiteY18" fmla="*/ 435890 h 514189"/>
                  <a:gd name="connsiteX19" fmla="*/ 80340 w 514350"/>
                  <a:gd name="connsiteY19" fmla="*/ 435890 h 514189"/>
                  <a:gd name="connsiteX20" fmla="*/ 40172 w 514350"/>
                  <a:gd name="connsiteY20" fmla="*/ 395718 h 514189"/>
                  <a:gd name="connsiteX21" fmla="*/ 40172 w 514350"/>
                  <a:gd name="connsiteY21" fmla="*/ 243036 h 514189"/>
                  <a:gd name="connsiteX22" fmla="*/ 238013 w 514350"/>
                  <a:gd name="connsiteY22" fmla="*/ 243036 h 514189"/>
                  <a:gd name="connsiteX23" fmla="*/ 238013 w 514350"/>
                  <a:gd name="connsiteY23" fmla="*/ 273201 h 514189"/>
                  <a:gd name="connsiteX24" fmla="*/ 258097 w 514350"/>
                  <a:gd name="connsiteY24" fmla="*/ 293285 h 514189"/>
                  <a:gd name="connsiteX25" fmla="*/ 278181 w 514350"/>
                  <a:gd name="connsiteY25" fmla="*/ 273201 h 514189"/>
                  <a:gd name="connsiteX26" fmla="*/ 278181 w 514350"/>
                  <a:gd name="connsiteY26" fmla="*/ 243036 h 514189"/>
                  <a:gd name="connsiteX27" fmla="*/ 206953 w 514350"/>
                  <a:gd name="connsiteY27" fmla="*/ 55198 h 514189"/>
                  <a:gd name="connsiteX28" fmla="*/ 221979 w 514350"/>
                  <a:gd name="connsiteY28" fmla="*/ 40172 h 514189"/>
                  <a:gd name="connsiteX29" fmla="*/ 292206 w 514350"/>
                  <a:gd name="connsiteY29" fmla="*/ 40172 h 514189"/>
                  <a:gd name="connsiteX30" fmla="*/ 307232 w 514350"/>
                  <a:gd name="connsiteY30" fmla="*/ 55198 h 514189"/>
                  <a:gd name="connsiteX31" fmla="*/ 307232 w 514350"/>
                  <a:gd name="connsiteY31" fmla="*/ 81384 h 514189"/>
                  <a:gd name="connsiteX32" fmla="*/ 206953 w 514350"/>
                  <a:gd name="connsiteY32" fmla="*/ 81384 h 514189"/>
                  <a:gd name="connsiteX33" fmla="*/ 40172 w 514350"/>
                  <a:gd name="connsiteY33" fmla="*/ 161727 h 514189"/>
                  <a:gd name="connsiteX34" fmla="*/ 80340 w 514350"/>
                  <a:gd name="connsiteY34" fmla="*/ 121555 h 514189"/>
                  <a:gd name="connsiteX35" fmla="*/ 433845 w 514350"/>
                  <a:gd name="connsiteY35" fmla="*/ 121555 h 514189"/>
                  <a:gd name="connsiteX36" fmla="*/ 474017 w 514350"/>
                  <a:gd name="connsiteY36" fmla="*/ 161727 h 514189"/>
                  <a:gd name="connsiteX37" fmla="*/ 474017 w 514350"/>
                  <a:gd name="connsiteY37" fmla="*/ 202864 h 514189"/>
                  <a:gd name="connsiteX38" fmla="*/ 40172 w 514350"/>
                  <a:gd name="connsiteY38" fmla="*/ 202864 h 514189"/>
                  <a:gd name="connsiteX39" fmla="*/ 508468 w 514350"/>
                  <a:gd name="connsiteY39" fmla="*/ 479900 h 514189"/>
                  <a:gd name="connsiteX40" fmla="*/ 462198 w 514350"/>
                  <a:gd name="connsiteY40" fmla="*/ 433630 h 514189"/>
                  <a:gd name="connsiteX41" fmla="*/ 476023 w 514350"/>
                  <a:gd name="connsiteY41" fmla="*/ 385641 h 514189"/>
                  <a:gd name="connsiteX42" fmla="*/ 385641 w 514350"/>
                  <a:gd name="connsiteY42" fmla="*/ 295255 h 514189"/>
                  <a:gd name="connsiteX43" fmla="*/ 295255 w 514350"/>
                  <a:gd name="connsiteY43" fmla="*/ 385641 h 514189"/>
                  <a:gd name="connsiteX44" fmla="*/ 385641 w 514350"/>
                  <a:gd name="connsiteY44" fmla="*/ 476026 h 514189"/>
                  <a:gd name="connsiteX45" fmla="*/ 433830 w 514350"/>
                  <a:gd name="connsiteY45" fmla="*/ 462072 h 514189"/>
                  <a:gd name="connsiteX46" fmla="*/ 480061 w 514350"/>
                  <a:gd name="connsiteY46" fmla="*/ 508303 h 514189"/>
                  <a:gd name="connsiteX47" fmla="*/ 494266 w 514350"/>
                  <a:gd name="connsiteY47" fmla="*/ 514189 h 514189"/>
                  <a:gd name="connsiteX48" fmla="*/ 508468 w 514350"/>
                  <a:gd name="connsiteY48" fmla="*/ 508303 h 514189"/>
                  <a:gd name="connsiteX49" fmla="*/ 508468 w 514350"/>
                  <a:gd name="connsiteY49" fmla="*/ 479900 h 514189"/>
                  <a:gd name="connsiteX50" fmla="*/ 335427 w 514350"/>
                  <a:gd name="connsiteY50" fmla="*/ 385641 h 514189"/>
                  <a:gd name="connsiteX51" fmla="*/ 385641 w 514350"/>
                  <a:gd name="connsiteY51" fmla="*/ 335427 h 514189"/>
                  <a:gd name="connsiteX52" fmla="*/ 435855 w 514350"/>
                  <a:gd name="connsiteY52" fmla="*/ 385641 h 514189"/>
                  <a:gd name="connsiteX53" fmla="*/ 385641 w 514350"/>
                  <a:gd name="connsiteY53" fmla="*/ 435855 h 514189"/>
                  <a:gd name="connsiteX54" fmla="*/ 335427 w 514350"/>
                  <a:gd name="connsiteY54" fmla="*/ 385641 h 51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14350" h="514189">
                    <a:moveTo>
                      <a:pt x="474017" y="243036"/>
                    </a:moveTo>
                    <a:lnTo>
                      <a:pt x="474017" y="284209"/>
                    </a:lnTo>
                    <a:cubicBezTo>
                      <a:pt x="474017" y="295302"/>
                      <a:pt x="483008" y="304297"/>
                      <a:pt x="494101" y="304297"/>
                    </a:cubicBezTo>
                    <a:cubicBezTo>
                      <a:pt x="505195" y="304297"/>
                      <a:pt x="514185" y="295302"/>
                      <a:pt x="514185" y="284209"/>
                    </a:cubicBezTo>
                    <a:lnTo>
                      <a:pt x="514185" y="161727"/>
                    </a:lnTo>
                    <a:cubicBezTo>
                      <a:pt x="514185" y="117427"/>
                      <a:pt x="478146" y="81384"/>
                      <a:pt x="433845" y="81384"/>
                    </a:cubicBezTo>
                    <a:lnTo>
                      <a:pt x="347404" y="81384"/>
                    </a:lnTo>
                    <a:lnTo>
                      <a:pt x="347404" y="55198"/>
                    </a:lnTo>
                    <a:cubicBezTo>
                      <a:pt x="347404" y="24762"/>
                      <a:pt x="322642" y="0"/>
                      <a:pt x="292206" y="0"/>
                    </a:cubicBezTo>
                    <a:lnTo>
                      <a:pt x="221979" y="0"/>
                    </a:lnTo>
                    <a:cubicBezTo>
                      <a:pt x="191543" y="0"/>
                      <a:pt x="166782" y="24762"/>
                      <a:pt x="166782" y="55198"/>
                    </a:cubicBezTo>
                    <a:lnTo>
                      <a:pt x="166782" y="81384"/>
                    </a:lnTo>
                    <a:lnTo>
                      <a:pt x="80340" y="81384"/>
                    </a:lnTo>
                    <a:cubicBezTo>
                      <a:pt x="36040" y="81384"/>
                      <a:pt x="0" y="117423"/>
                      <a:pt x="0" y="161723"/>
                    </a:cubicBezTo>
                    <a:lnTo>
                      <a:pt x="0" y="395718"/>
                    </a:lnTo>
                    <a:cubicBezTo>
                      <a:pt x="0" y="440018"/>
                      <a:pt x="36040" y="476062"/>
                      <a:pt x="80340" y="476062"/>
                    </a:cubicBezTo>
                    <a:lnTo>
                      <a:pt x="250064" y="476062"/>
                    </a:lnTo>
                    <a:cubicBezTo>
                      <a:pt x="261158" y="476062"/>
                      <a:pt x="270148" y="467068"/>
                      <a:pt x="270148" y="455974"/>
                    </a:cubicBezTo>
                    <a:cubicBezTo>
                      <a:pt x="270148" y="444884"/>
                      <a:pt x="261158" y="435890"/>
                      <a:pt x="250064" y="435890"/>
                    </a:cubicBezTo>
                    <a:lnTo>
                      <a:pt x="80340" y="435890"/>
                    </a:lnTo>
                    <a:cubicBezTo>
                      <a:pt x="58192" y="435890"/>
                      <a:pt x="40172" y="417870"/>
                      <a:pt x="40172" y="395718"/>
                    </a:cubicBezTo>
                    <a:lnTo>
                      <a:pt x="40172" y="243036"/>
                    </a:lnTo>
                    <a:lnTo>
                      <a:pt x="238013" y="243036"/>
                    </a:lnTo>
                    <a:lnTo>
                      <a:pt x="238013" y="273201"/>
                    </a:lnTo>
                    <a:cubicBezTo>
                      <a:pt x="238013" y="284291"/>
                      <a:pt x="247004" y="293285"/>
                      <a:pt x="258097" y="293285"/>
                    </a:cubicBezTo>
                    <a:cubicBezTo>
                      <a:pt x="269191" y="293285"/>
                      <a:pt x="278181" y="284291"/>
                      <a:pt x="278181" y="273201"/>
                    </a:cubicBezTo>
                    <a:lnTo>
                      <a:pt x="278181" y="243036"/>
                    </a:lnTo>
                    <a:close/>
                    <a:moveTo>
                      <a:pt x="206953" y="55198"/>
                    </a:moveTo>
                    <a:cubicBezTo>
                      <a:pt x="206953" y="46914"/>
                      <a:pt x="213695" y="40172"/>
                      <a:pt x="221979" y="40172"/>
                    </a:cubicBezTo>
                    <a:lnTo>
                      <a:pt x="292206" y="40172"/>
                    </a:lnTo>
                    <a:cubicBezTo>
                      <a:pt x="300490" y="40172"/>
                      <a:pt x="307232" y="46910"/>
                      <a:pt x="307232" y="55198"/>
                    </a:cubicBezTo>
                    <a:lnTo>
                      <a:pt x="307232" y="81384"/>
                    </a:lnTo>
                    <a:lnTo>
                      <a:pt x="206953" y="81384"/>
                    </a:lnTo>
                    <a:close/>
                    <a:moveTo>
                      <a:pt x="40172" y="161727"/>
                    </a:moveTo>
                    <a:cubicBezTo>
                      <a:pt x="40172" y="139575"/>
                      <a:pt x="58192" y="121555"/>
                      <a:pt x="80340" y="121555"/>
                    </a:cubicBezTo>
                    <a:lnTo>
                      <a:pt x="433845" y="121555"/>
                    </a:lnTo>
                    <a:cubicBezTo>
                      <a:pt x="455994" y="121555"/>
                      <a:pt x="474017" y="139575"/>
                      <a:pt x="474017" y="161727"/>
                    </a:cubicBezTo>
                    <a:lnTo>
                      <a:pt x="474017" y="202864"/>
                    </a:lnTo>
                    <a:lnTo>
                      <a:pt x="40172" y="202864"/>
                    </a:lnTo>
                    <a:close/>
                    <a:moveTo>
                      <a:pt x="508468" y="479900"/>
                    </a:moveTo>
                    <a:lnTo>
                      <a:pt x="462198" y="433630"/>
                    </a:lnTo>
                    <a:cubicBezTo>
                      <a:pt x="470953" y="419715"/>
                      <a:pt x="476023" y="403260"/>
                      <a:pt x="476023" y="385641"/>
                    </a:cubicBezTo>
                    <a:cubicBezTo>
                      <a:pt x="476023" y="335804"/>
                      <a:pt x="435478" y="295255"/>
                      <a:pt x="385641" y="295255"/>
                    </a:cubicBezTo>
                    <a:cubicBezTo>
                      <a:pt x="335804" y="295255"/>
                      <a:pt x="295255" y="335804"/>
                      <a:pt x="295255" y="385641"/>
                    </a:cubicBezTo>
                    <a:cubicBezTo>
                      <a:pt x="295255" y="435478"/>
                      <a:pt x="335804" y="476026"/>
                      <a:pt x="385641" y="476026"/>
                    </a:cubicBezTo>
                    <a:cubicBezTo>
                      <a:pt x="403343" y="476026"/>
                      <a:pt x="419871" y="470905"/>
                      <a:pt x="433830" y="462072"/>
                    </a:cubicBezTo>
                    <a:lnTo>
                      <a:pt x="480061" y="508303"/>
                    </a:lnTo>
                    <a:cubicBezTo>
                      <a:pt x="483985" y="512227"/>
                      <a:pt x="489125" y="514189"/>
                      <a:pt x="494266" y="514189"/>
                    </a:cubicBezTo>
                    <a:cubicBezTo>
                      <a:pt x="499407" y="514189"/>
                      <a:pt x="504543" y="512227"/>
                      <a:pt x="508468" y="508303"/>
                    </a:cubicBezTo>
                    <a:cubicBezTo>
                      <a:pt x="516312" y="500458"/>
                      <a:pt x="516312" y="487744"/>
                      <a:pt x="508468" y="479900"/>
                    </a:cubicBezTo>
                    <a:close/>
                    <a:moveTo>
                      <a:pt x="335427" y="385641"/>
                    </a:moveTo>
                    <a:cubicBezTo>
                      <a:pt x="335427" y="357952"/>
                      <a:pt x="357952" y="335427"/>
                      <a:pt x="385641" y="335427"/>
                    </a:cubicBezTo>
                    <a:cubicBezTo>
                      <a:pt x="413326" y="335427"/>
                      <a:pt x="435855" y="357952"/>
                      <a:pt x="435855" y="385641"/>
                    </a:cubicBezTo>
                    <a:cubicBezTo>
                      <a:pt x="435855" y="413330"/>
                      <a:pt x="413326" y="435855"/>
                      <a:pt x="385641" y="435855"/>
                    </a:cubicBezTo>
                    <a:cubicBezTo>
                      <a:pt x="357952" y="435855"/>
                      <a:pt x="335427" y="413326"/>
                      <a:pt x="335427" y="385641"/>
                    </a:cubicBezTo>
                    <a:close/>
                  </a:path>
                </a:pathLst>
              </a:custGeom>
              <a:solidFill>
                <a:schemeClr val="bg1"/>
              </a:solidFill>
              <a:ln w="1005" cap="flat">
                <a:noFill/>
                <a:prstDash val="solid"/>
                <a:miter/>
              </a:ln>
            </p:spPr>
            <p:txBody>
              <a:bodyPr rtlCol="0" anchor="ctr"/>
              <a:lstStyle/>
              <a:p>
                <a:endParaRPr lang="en-US">
                  <a:cs typeface="+mn-ea"/>
                  <a:sym typeface="+mn-lt"/>
                </a:endParaRPr>
              </a:p>
            </p:txBody>
          </p:sp>
        </p:grpSp>
        <p:grpSp>
          <p:nvGrpSpPr>
            <p:cNvPr id="36" name="组合 35"/>
            <p:cNvGrpSpPr/>
            <p:nvPr/>
          </p:nvGrpSpPr>
          <p:grpSpPr>
            <a:xfrm>
              <a:off x="10835" y="2104"/>
              <a:ext cx="5932" cy="1065"/>
              <a:chOff x="11126" y="1970"/>
              <a:chExt cx="5932" cy="1065"/>
            </a:xfrm>
          </p:grpSpPr>
          <p:sp>
            <p:nvSpPr>
              <p:cNvPr id="37" name="圆角矩形 36"/>
              <p:cNvSpPr/>
              <p:nvPr/>
            </p:nvSpPr>
            <p:spPr>
              <a:xfrm>
                <a:off x="11126" y="1970"/>
                <a:ext cx="2570" cy="866"/>
              </a:xfrm>
              <a:prstGeom prst="roundRect">
                <a:avLst>
                  <a:gd name="adj" fmla="val 0"/>
                </a:avLst>
              </a:prstGeom>
              <a:noFill/>
              <a:ln>
                <a:no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tx1"/>
                    </a:solidFill>
                    <a:latin typeface="思源黑体 CN Medium" panose="020B0600000000000000" charset="-122"/>
                    <a:ea typeface="思源黑体 CN Medium" panose="020B0600000000000000" charset="-122"/>
                    <a:cs typeface="思源黑体 CN Heavy" panose="020B0A00000000000000" charset="-122"/>
                    <a:sym typeface="+mn-ea"/>
                  </a:rPr>
                  <a:t>未来发展规划</a:t>
                </a:r>
              </a:p>
            </p:txBody>
          </p:sp>
          <p:sp>
            <p:nvSpPr>
              <p:cNvPr id="38" name="文本框 37"/>
              <p:cNvSpPr txBox="1"/>
              <p:nvPr/>
            </p:nvSpPr>
            <p:spPr>
              <a:xfrm>
                <a:off x="11126" y="2601"/>
                <a:ext cx="5932" cy="434"/>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noProof="0" dirty="0">
                    <a:ln>
                      <a:noFill/>
                    </a:ln>
                    <a:solidFill>
                      <a:schemeClr val="tx1"/>
                    </a:solidFill>
                    <a:effectLst/>
                    <a:uLnTx/>
                    <a:uFillTx/>
                    <a:latin typeface="思源黑体 Light" panose="020B0300000000000000" charset="-122"/>
                    <a:ea typeface="思源黑体 Light" panose="020B0300000000000000" charset="-122"/>
                    <a:sym typeface="+mn-ea"/>
                  </a:rPr>
                  <a:t>Click here to change your need text or word</a:t>
                </a:r>
              </a:p>
            </p:txBody>
          </p:sp>
        </p:grpSp>
      </p:grpSp>
      <p:grpSp>
        <p:nvGrpSpPr>
          <p:cNvPr id="41" name="组合 40"/>
          <p:cNvGrpSpPr/>
          <p:nvPr/>
        </p:nvGrpSpPr>
        <p:grpSpPr>
          <a:xfrm>
            <a:off x="4569778" y="1339850"/>
            <a:ext cx="3051175" cy="4178300"/>
            <a:chOff x="5989" y="2142"/>
            <a:chExt cx="3686" cy="5048"/>
          </a:xfrm>
        </p:grpSpPr>
        <p:sp>
          <p:nvSpPr>
            <p:cNvPr id="76" name="文本框 19"/>
            <p:cNvSpPr>
              <a:spLocks noChangeArrowheads="1"/>
            </p:cNvSpPr>
            <p:nvPr/>
          </p:nvSpPr>
          <p:spPr bwMode="auto">
            <a:xfrm>
              <a:off x="6386" y="2759"/>
              <a:ext cx="1334" cy="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308" tIns="34284" rIns="68308" bIns="34284">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未来发展规划</a:t>
              </a:r>
              <a:endParaRPr lang="zh-CN" altLang="en-US" sz="1600" b="1" dirty="0">
                <a:solidFill>
                  <a:srgbClr val="26211B"/>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43" name="任意多边形 12"/>
            <p:cNvSpPr>
              <a:spLocks noChangeArrowheads="1"/>
            </p:cNvSpPr>
            <p:nvPr/>
          </p:nvSpPr>
          <p:spPr bwMode="auto">
            <a:xfrm rot="2083007">
              <a:off x="7830" y="3203"/>
              <a:ext cx="1845" cy="1843"/>
            </a:xfrm>
            <a:custGeom>
              <a:avLst/>
              <a:gdLst>
                <a:gd name="T0" fmla="*/ 0 w 3340100"/>
                <a:gd name="T1" fmla="*/ 0 h 3340100"/>
                <a:gd name="T2" fmla="*/ 3340100 w 3340100"/>
                <a:gd name="T3" fmla="*/ 3340100 h 3340100"/>
              </a:gdLst>
              <a:ahLst/>
              <a:cxnLst/>
              <a:rect l="T0" t="T1" r="T2" b="T3"/>
              <a:pathLst>
                <a:path w="3340100" h="3340100">
                  <a:moveTo>
                    <a:pt x="1670050" y="498475"/>
                  </a:moveTo>
                  <a:cubicBezTo>
                    <a:pt x="1023007" y="498475"/>
                    <a:pt x="498475" y="1023007"/>
                    <a:pt x="498475" y="1670050"/>
                  </a:cubicBezTo>
                  <a:cubicBezTo>
                    <a:pt x="498475" y="2317093"/>
                    <a:pt x="1023007" y="2841625"/>
                    <a:pt x="1670050" y="2841625"/>
                  </a:cubicBezTo>
                  <a:cubicBezTo>
                    <a:pt x="2317093" y="2841625"/>
                    <a:pt x="2841625" y="2317093"/>
                    <a:pt x="2841625" y="1670050"/>
                  </a:cubicBezTo>
                  <a:cubicBezTo>
                    <a:pt x="2841625" y="1023007"/>
                    <a:pt x="2317093" y="498475"/>
                    <a:pt x="1670050" y="498475"/>
                  </a:cubicBezTo>
                  <a:close/>
                  <a:moveTo>
                    <a:pt x="1670050" y="0"/>
                  </a:moveTo>
                  <a:lnTo>
                    <a:pt x="1753194" y="4199"/>
                  </a:lnTo>
                  <a:lnTo>
                    <a:pt x="1859784" y="196816"/>
                  </a:lnTo>
                  <a:lnTo>
                    <a:pt x="1975233" y="214435"/>
                  </a:lnTo>
                  <a:lnTo>
                    <a:pt x="2059006" y="235975"/>
                  </a:lnTo>
                  <a:lnTo>
                    <a:pt x="2231291" y="98733"/>
                  </a:lnTo>
                  <a:lnTo>
                    <a:pt x="2320109" y="131241"/>
                  </a:lnTo>
                  <a:lnTo>
                    <a:pt x="2384278" y="162153"/>
                  </a:lnTo>
                  <a:lnTo>
                    <a:pt x="2408748" y="378280"/>
                  </a:lnTo>
                  <a:lnTo>
                    <a:pt x="2508255" y="438732"/>
                  </a:lnTo>
                  <a:lnTo>
                    <a:pt x="2581052" y="493168"/>
                  </a:lnTo>
                  <a:lnTo>
                    <a:pt x="2789449" y="433248"/>
                  </a:lnTo>
                  <a:lnTo>
                    <a:pt x="2850954" y="489147"/>
                  </a:lnTo>
                  <a:lnTo>
                    <a:pt x="2906853" y="550651"/>
                  </a:lnTo>
                  <a:lnTo>
                    <a:pt x="2847600" y="756729"/>
                  </a:lnTo>
                  <a:lnTo>
                    <a:pt x="2910892" y="841369"/>
                  </a:lnTo>
                  <a:lnTo>
                    <a:pt x="2965835" y="931807"/>
                  </a:lnTo>
                  <a:lnTo>
                    <a:pt x="3177947" y="955822"/>
                  </a:lnTo>
                  <a:lnTo>
                    <a:pt x="3208859" y="1019991"/>
                  </a:lnTo>
                  <a:lnTo>
                    <a:pt x="3241367" y="1108809"/>
                  </a:lnTo>
                  <a:lnTo>
                    <a:pt x="3109474" y="1274380"/>
                  </a:lnTo>
                  <a:lnTo>
                    <a:pt x="3135189" y="1374392"/>
                  </a:lnTo>
                  <a:lnTo>
                    <a:pt x="3152100" y="1485194"/>
                  </a:lnTo>
                  <a:lnTo>
                    <a:pt x="3335902" y="1586906"/>
                  </a:lnTo>
                  <a:lnTo>
                    <a:pt x="3340100" y="1670050"/>
                  </a:lnTo>
                  <a:lnTo>
                    <a:pt x="3335902" y="1753194"/>
                  </a:lnTo>
                  <a:lnTo>
                    <a:pt x="3153687" y="1854028"/>
                  </a:lnTo>
                  <a:lnTo>
                    <a:pt x="3135189" y="1975233"/>
                  </a:lnTo>
                  <a:lnTo>
                    <a:pt x="3111325" y="2068045"/>
                  </a:lnTo>
                  <a:lnTo>
                    <a:pt x="3241367" y="2231291"/>
                  </a:lnTo>
                  <a:lnTo>
                    <a:pt x="3208859" y="2320109"/>
                  </a:lnTo>
                  <a:lnTo>
                    <a:pt x="3177947" y="2384278"/>
                  </a:lnTo>
                  <a:lnTo>
                    <a:pt x="2972048" y="2407590"/>
                  </a:lnTo>
                  <a:lnTo>
                    <a:pt x="2910892" y="2508255"/>
                  </a:lnTo>
                  <a:lnTo>
                    <a:pt x="2849578" y="2590250"/>
                  </a:lnTo>
                  <a:lnTo>
                    <a:pt x="2906853" y="2789449"/>
                  </a:lnTo>
                  <a:lnTo>
                    <a:pt x="2850954" y="2850954"/>
                  </a:lnTo>
                  <a:lnTo>
                    <a:pt x="2789449" y="2906853"/>
                  </a:lnTo>
                  <a:lnTo>
                    <a:pt x="2590250" y="2849578"/>
                  </a:lnTo>
                  <a:lnTo>
                    <a:pt x="2508255" y="2910892"/>
                  </a:lnTo>
                  <a:lnTo>
                    <a:pt x="2407590" y="2972048"/>
                  </a:lnTo>
                  <a:lnTo>
                    <a:pt x="2384278" y="3177947"/>
                  </a:lnTo>
                  <a:lnTo>
                    <a:pt x="2320109" y="3208859"/>
                  </a:lnTo>
                  <a:lnTo>
                    <a:pt x="2231291" y="3241367"/>
                  </a:lnTo>
                  <a:lnTo>
                    <a:pt x="2068045" y="3111325"/>
                  </a:lnTo>
                  <a:lnTo>
                    <a:pt x="1975233" y="3135189"/>
                  </a:lnTo>
                  <a:lnTo>
                    <a:pt x="1854028" y="3153687"/>
                  </a:lnTo>
                  <a:lnTo>
                    <a:pt x="1753194" y="3335902"/>
                  </a:lnTo>
                  <a:lnTo>
                    <a:pt x="1670050" y="3340100"/>
                  </a:lnTo>
                  <a:lnTo>
                    <a:pt x="1586906" y="3335902"/>
                  </a:lnTo>
                  <a:lnTo>
                    <a:pt x="1485194" y="3152100"/>
                  </a:lnTo>
                  <a:lnTo>
                    <a:pt x="1374392" y="3135189"/>
                  </a:lnTo>
                  <a:lnTo>
                    <a:pt x="1274380" y="3109474"/>
                  </a:lnTo>
                  <a:lnTo>
                    <a:pt x="1108809" y="3241367"/>
                  </a:lnTo>
                  <a:lnTo>
                    <a:pt x="1019991" y="3208859"/>
                  </a:lnTo>
                  <a:lnTo>
                    <a:pt x="955822" y="3177947"/>
                  </a:lnTo>
                  <a:lnTo>
                    <a:pt x="931807" y="2965835"/>
                  </a:lnTo>
                  <a:lnTo>
                    <a:pt x="841369" y="2910892"/>
                  </a:lnTo>
                  <a:lnTo>
                    <a:pt x="756729" y="2847600"/>
                  </a:lnTo>
                  <a:lnTo>
                    <a:pt x="550651" y="2906853"/>
                  </a:lnTo>
                  <a:lnTo>
                    <a:pt x="489147" y="2850954"/>
                  </a:lnTo>
                  <a:lnTo>
                    <a:pt x="433248" y="2789449"/>
                  </a:lnTo>
                  <a:lnTo>
                    <a:pt x="493168" y="2581052"/>
                  </a:lnTo>
                  <a:lnTo>
                    <a:pt x="438732" y="2508255"/>
                  </a:lnTo>
                  <a:lnTo>
                    <a:pt x="378280" y="2408748"/>
                  </a:lnTo>
                  <a:lnTo>
                    <a:pt x="162153" y="2384278"/>
                  </a:lnTo>
                  <a:lnTo>
                    <a:pt x="131241" y="2320109"/>
                  </a:lnTo>
                  <a:lnTo>
                    <a:pt x="98733" y="2231291"/>
                  </a:lnTo>
                  <a:lnTo>
                    <a:pt x="235976" y="2059006"/>
                  </a:lnTo>
                  <a:lnTo>
                    <a:pt x="214435" y="1975233"/>
                  </a:lnTo>
                  <a:lnTo>
                    <a:pt x="196816" y="1859784"/>
                  </a:lnTo>
                  <a:lnTo>
                    <a:pt x="4199" y="1753194"/>
                  </a:lnTo>
                  <a:lnTo>
                    <a:pt x="0" y="1670050"/>
                  </a:lnTo>
                  <a:lnTo>
                    <a:pt x="4199" y="1586906"/>
                  </a:lnTo>
                  <a:lnTo>
                    <a:pt x="198403" y="1479437"/>
                  </a:lnTo>
                  <a:lnTo>
                    <a:pt x="214435" y="1374392"/>
                  </a:lnTo>
                  <a:lnTo>
                    <a:pt x="237827" y="1283418"/>
                  </a:lnTo>
                  <a:lnTo>
                    <a:pt x="98733" y="1108809"/>
                  </a:lnTo>
                  <a:lnTo>
                    <a:pt x="131241" y="1019991"/>
                  </a:lnTo>
                  <a:lnTo>
                    <a:pt x="162153" y="955822"/>
                  </a:lnTo>
                  <a:lnTo>
                    <a:pt x="384493" y="930649"/>
                  </a:lnTo>
                  <a:lnTo>
                    <a:pt x="438732" y="841369"/>
                  </a:lnTo>
                  <a:lnTo>
                    <a:pt x="495146" y="765928"/>
                  </a:lnTo>
                  <a:lnTo>
                    <a:pt x="433248" y="550651"/>
                  </a:lnTo>
                  <a:lnTo>
                    <a:pt x="489147" y="489147"/>
                  </a:lnTo>
                  <a:lnTo>
                    <a:pt x="550651" y="433248"/>
                  </a:lnTo>
                  <a:lnTo>
                    <a:pt x="765928" y="495146"/>
                  </a:lnTo>
                  <a:lnTo>
                    <a:pt x="841369" y="438732"/>
                  </a:lnTo>
                  <a:lnTo>
                    <a:pt x="930649" y="384493"/>
                  </a:lnTo>
                  <a:lnTo>
                    <a:pt x="955822" y="162153"/>
                  </a:lnTo>
                  <a:lnTo>
                    <a:pt x="1019991" y="131241"/>
                  </a:lnTo>
                  <a:lnTo>
                    <a:pt x="1108809" y="98733"/>
                  </a:lnTo>
                  <a:lnTo>
                    <a:pt x="1283418" y="237827"/>
                  </a:lnTo>
                  <a:lnTo>
                    <a:pt x="1374392" y="214435"/>
                  </a:lnTo>
                  <a:lnTo>
                    <a:pt x="1479437" y="198403"/>
                  </a:lnTo>
                  <a:lnTo>
                    <a:pt x="1586906" y="4199"/>
                  </a:lnTo>
                  <a:close/>
                </a:path>
              </a:pathLst>
            </a:custGeom>
            <a:solidFill>
              <a:schemeClr val="bg1">
                <a:lumMod val="95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noAutofit/>
            </a:bodyPr>
            <a:lstStyle/>
            <a:p>
              <a:pPr algn="ctr">
                <a:lnSpc>
                  <a:spcPct val="120000"/>
                </a:lnSpc>
              </a:pPr>
              <a:endParaRPr lang="zh-CN" altLang="zh-CN" sz="1200">
                <a:solidFill>
                  <a:srgbClr val="26211B"/>
                </a:solidFill>
                <a:latin typeface="思源黑体 CN Light" panose="020B0300000000000000" charset="-122"/>
                <a:ea typeface="思源黑体 CN Light" panose="020B0300000000000000" charset="-122"/>
                <a:cs typeface="+mn-ea"/>
                <a:sym typeface="+mn-lt"/>
              </a:endParaRPr>
            </a:p>
          </p:txBody>
        </p:sp>
        <p:sp>
          <p:nvSpPr>
            <p:cNvPr id="44" name="文本框 20"/>
            <p:cNvSpPr>
              <a:spLocks noChangeArrowheads="1"/>
            </p:cNvSpPr>
            <p:nvPr/>
          </p:nvSpPr>
          <p:spPr bwMode="auto">
            <a:xfrm>
              <a:off x="8077" y="3856"/>
              <a:ext cx="1334" cy="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308" tIns="34284" rIns="68308" bIns="34284">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未来发展规划</a:t>
              </a:r>
              <a:endParaRPr lang="zh-CN" altLang="en-US" sz="1600" b="1" dirty="0">
                <a:solidFill>
                  <a:srgbClr val="26211B"/>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79" name="任意多边形 15"/>
            <p:cNvSpPr>
              <a:spLocks noChangeArrowheads="1"/>
            </p:cNvSpPr>
            <p:nvPr/>
          </p:nvSpPr>
          <p:spPr bwMode="auto">
            <a:xfrm rot="2535249">
              <a:off x="5989" y="4659"/>
              <a:ext cx="2531" cy="2531"/>
            </a:xfrm>
            <a:custGeom>
              <a:avLst/>
              <a:gdLst>
                <a:gd name="T0" fmla="*/ 0 w 3340100"/>
                <a:gd name="T1" fmla="*/ 0 h 3340100"/>
                <a:gd name="T2" fmla="*/ 3340100 w 3340100"/>
                <a:gd name="T3" fmla="*/ 3340100 h 3340100"/>
              </a:gdLst>
              <a:ahLst/>
              <a:cxnLst/>
              <a:rect l="T0" t="T1" r="T2" b="T3"/>
              <a:pathLst>
                <a:path w="3340100" h="3340100">
                  <a:moveTo>
                    <a:pt x="1670050" y="498475"/>
                  </a:moveTo>
                  <a:cubicBezTo>
                    <a:pt x="1023007" y="498475"/>
                    <a:pt x="498475" y="1023007"/>
                    <a:pt x="498475" y="1670050"/>
                  </a:cubicBezTo>
                  <a:cubicBezTo>
                    <a:pt x="498475" y="2317093"/>
                    <a:pt x="1023007" y="2841625"/>
                    <a:pt x="1670050" y="2841625"/>
                  </a:cubicBezTo>
                  <a:cubicBezTo>
                    <a:pt x="2317093" y="2841625"/>
                    <a:pt x="2841625" y="2317093"/>
                    <a:pt x="2841625" y="1670050"/>
                  </a:cubicBezTo>
                  <a:cubicBezTo>
                    <a:pt x="2841625" y="1023007"/>
                    <a:pt x="2317093" y="498475"/>
                    <a:pt x="1670050" y="498475"/>
                  </a:cubicBezTo>
                  <a:close/>
                  <a:moveTo>
                    <a:pt x="1670050" y="0"/>
                  </a:moveTo>
                  <a:lnTo>
                    <a:pt x="1753194" y="4199"/>
                  </a:lnTo>
                  <a:lnTo>
                    <a:pt x="1859784" y="196816"/>
                  </a:lnTo>
                  <a:lnTo>
                    <a:pt x="1975233" y="214435"/>
                  </a:lnTo>
                  <a:lnTo>
                    <a:pt x="2059006" y="235975"/>
                  </a:lnTo>
                  <a:lnTo>
                    <a:pt x="2231291" y="98733"/>
                  </a:lnTo>
                  <a:lnTo>
                    <a:pt x="2320109" y="131241"/>
                  </a:lnTo>
                  <a:lnTo>
                    <a:pt x="2384278" y="162153"/>
                  </a:lnTo>
                  <a:lnTo>
                    <a:pt x="2408748" y="378280"/>
                  </a:lnTo>
                  <a:lnTo>
                    <a:pt x="2508255" y="438732"/>
                  </a:lnTo>
                  <a:lnTo>
                    <a:pt x="2581052" y="493168"/>
                  </a:lnTo>
                  <a:lnTo>
                    <a:pt x="2789449" y="433248"/>
                  </a:lnTo>
                  <a:lnTo>
                    <a:pt x="2850954" y="489147"/>
                  </a:lnTo>
                  <a:lnTo>
                    <a:pt x="2906853" y="550651"/>
                  </a:lnTo>
                  <a:lnTo>
                    <a:pt x="2847600" y="756729"/>
                  </a:lnTo>
                  <a:lnTo>
                    <a:pt x="2910892" y="841369"/>
                  </a:lnTo>
                  <a:lnTo>
                    <a:pt x="2965835" y="931807"/>
                  </a:lnTo>
                  <a:lnTo>
                    <a:pt x="3177947" y="955822"/>
                  </a:lnTo>
                  <a:lnTo>
                    <a:pt x="3208859" y="1019991"/>
                  </a:lnTo>
                  <a:lnTo>
                    <a:pt x="3241367" y="1108809"/>
                  </a:lnTo>
                  <a:lnTo>
                    <a:pt x="3109474" y="1274380"/>
                  </a:lnTo>
                  <a:lnTo>
                    <a:pt x="3135189" y="1374392"/>
                  </a:lnTo>
                  <a:lnTo>
                    <a:pt x="3152100" y="1485194"/>
                  </a:lnTo>
                  <a:lnTo>
                    <a:pt x="3335902" y="1586906"/>
                  </a:lnTo>
                  <a:lnTo>
                    <a:pt x="3340100" y="1670050"/>
                  </a:lnTo>
                  <a:lnTo>
                    <a:pt x="3335902" y="1753194"/>
                  </a:lnTo>
                  <a:lnTo>
                    <a:pt x="3153687" y="1854028"/>
                  </a:lnTo>
                  <a:lnTo>
                    <a:pt x="3135189" y="1975233"/>
                  </a:lnTo>
                  <a:lnTo>
                    <a:pt x="3111325" y="2068045"/>
                  </a:lnTo>
                  <a:lnTo>
                    <a:pt x="3241367" y="2231291"/>
                  </a:lnTo>
                  <a:lnTo>
                    <a:pt x="3208859" y="2320109"/>
                  </a:lnTo>
                  <a:lnTo>
                    <a:pt x="3177947" y="2384278"/>
                  </a:lnTo>
                  <a:lnTo>
                    <a:pt x="2972048" y="2407590"/>
                  </a:lnTo>
                  <a:lnTo>
                    <a:pt x="2910892" y="2508255"/>
                  </a:lnTo>
                  <a:lnTo>
                    <a:pt x="2849578" y="2590250"/>
                  </a:lnTo>
                  <a:lnTo>
                    <a:pt x="2906853" y="2789449"/>
                  </a:lnTo>
                  <a:lnTo>
                    <a:pt x="2850954" y="2850954"/>
                  </a:lnTo>
                  <a:lnTo>
                    <a:pt x="2789449" y="2906853"/>
                  </a:lnTo>
                  <a:lnTo>
                    <a:pt x="2590250" y="2849578"/>
                  </a:lnTo>
                  <a:lnTo>
                    <a:pt x="2508255" y="2910892"/>
                  </a:lnTo>
                  <a:lnTo>
                    <a:pt x="2407590" y="2972048"/>
                  </a:lnTo>
                  <a:lnTo>
                    <a:pt x="2384278" y="3177947"/>
                  </a:lnTo>
                  <a:lnTo>
                    <a:pt x="2320109" y="3208859"/>
                  </a:lnTo>
                  <a:lnTo>
                    <a:pt x="2231291" y="3241367"/>
                  </a:lnTo>
                  <a:lnTo>
                    <a:pt x="2068045" y="3111325"/>
                  </a:lnTo>
                  <a:lnTo>
                    <a:pt x="1975233" y="3135189"/>
                  </a:lnTo>
                  <a:lnTo>
                    <a:pt x="1854028" y="3153687"/>
                  </a:lnTo>
                  <a:lnTo>
                    <a:pt x="1753194" y="3335902"/>
                  </a:lnTo>
                  <a:lnTo>
                    <a:pt x="1670050" y="3340100"/>
                  </a:lnTo>
                  <a:lnTo>
                    <a:pt x="1586906" y="3335902"/>
                  </a:lnTo>
                  <a:lnTo>
                    <a:pt x="1485194" y="3152100"/>
                  </a:lnTo>
                  <a:lnTo>
                    <a:pt x="1374392" y="3135189"/>
                  </a:lnTo>
                  <a:lnTo>
                    <a:pt x="1274380" y="3109474"/>
                  </a:lnTo>
                  <a:lnTo>
                    <a:pt x="1108809" y="3241367"/>
                  </a:lnTo>
                  <a:lnTo>
                    <a:pt x="1019991" y="3208859"/>
                  </a:lnTo>
                  <a:lnTo>
                    <a:pt x="955822" y="3177947"/>
                  </a:lnTo>
                  <a:lnTo>
                    <a:pt x="931807" y="2965835"/>
                  </a:lnTo>
                  <a:lnTo>
                    <a:pt x="841369" y="2910892"/>
                  </a:lnTo>
                  <a:lnTo>
                    <a:pt x="756729" y="2847600"/>
                  </a:lnTo>
                  <a:lnTo>
                    <a:pt x="550651" y="2906853"/>
                  </a:lnTo>
                  <a:lnTo>
                    <a:pt x="489147" y="2850954"/>
                  </a:lnTo>
                  <a:lnTo>
                    <a:pt x="433248" y="2789449"/>
                  </a:lnTo>
                  <a:lnTo>
                    <a:pt x="493168" y="2581052"/>
                  </a:lnTo>
                  <a:lnTo>
                    <a:pt x="438732" y="2508255"/>
                  </a:lnTo>
                  <a:lnTo>
                    <a:pt x="378280" y="2408748"/>
                  </a:lnTo>
                  <a:lnTo>
                    <a:pt x="162153" y="2384278"/>
                  </a:lnTo>
                  <a:lnTo>
                    <a:pt x="131241" y="2320109"/>
                  </a:lnTo>
                  <a:lnTo>
                    <a:pt x="98733" y="2231291"/>
                  </a:lnTo>
                  <a:lnTo>
                    <a:pt x="235976" y="2059006"/>
                  </a:lnTo>
                  <a:lnTo>
                    <a:pt x="214435" y="1975233"/>
                  </a:lnTo>
                  <a:lnTo>
                    <a:pt x="196816" y="1859784"/>
                  </a:lnTo>
                  <a:lnTo>
                    <a:pt x="4199" y="1753194"/>
                  </a:lnTo>
                  <a:lnTo>
                    <a:pt x="0" y="1670050"/>
                  </a:lnTo>
                  <a:lnTo>
                    <a:pt x="4199" y="1586906"/>
                  </a:lnTo>
                  <a:lnTo>
                    <a:pt x="198403" y="1479437"/>
                  </a:lnTo>
                  <a:lnTo>
                    <a:pt x="214435" y="1374392"/>
                  </a:lnTo>
                  <a:lnTo>
                    <a:pt x="237827" y="1283418"/>
                  </a:lnTo>
                  <a:lnTo>
                    <a:pt x="98733" y="1108809"/>
                  </a:lnTo>
                  <a:lnTo>
                    <a:pt x="131241" y="1019991"/>
                  </a:lnTo>
                  <a:lnTo>
                    <a:pt x="162153" y="955822"/>
                  </a:lnTo>
                  <a:lnTo>
                    <a:pt x="384493" y="930649"/>
                  </a:lnTo>
                  <a:lnTo>
                    <a:pt x="438732" y="841369"/>
                  </a:lnTo>
                  <a:lnTo>
                    <a:pt x="495146" y="765928"/>
                  </a:lnTo>
                  <a:lnTo>
                    <a:pt x="433248" y="550651"/>
                  </a:lnTo>
                  <a:lnTo>
                    <a:pt x="489147" y="489147"/>
                  </a:lnTo>
                  <a:lnTo>
                    <a:pt x="550651" y="433248"/>
                  </a:lnTo>
                  <a:lnTo>
                    <a:pt x="765928" y="495146"/>
                  </a:lnTo>
                  <a:lnTo>
                    <a:pt x="841369" y="438732"/>
                  </a:lnTo>
                  <a:lnTo>
                    <a:pt x="930649" y="384493"/>
                  </a:lnTo>
                  <a:lnTo>
                    <a:pt x="955822" y="162153"/>
                  </a:lnTo>
                  <a:lnTo>
                    <a:pt x="1019991" y="131241"/>
                  </a:lnTo>
                  <a:lnTo>
                    <a:pt x="1108809" y="98733"/>
                  </a:lnTo>
                  <a:lnTo>
                    <a:pt x="1283418" y="237827"/>
                  </a:lnTo>
                  <a:lnTo>
                    <a:pt x="1374392" y="214435"/>
                  </a:lnTo>
                  <a:lnTo>
                    <a:pt x="1479437" y="198403"/>
                  </a:lnTo>
                  <a:lnTo>
                    <a:pt x="1586906" y="4199"/>
                  </a:lnTo>
                  <a:close/>
                </a:path>
              </a:pathLst>
            </a:custGeom>
            <a:solidFill>
              <a:srgbClr val="26211B"/>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noAutofit/>
            </a:bodyPr>
            <a:lstStyle/>
            <a:p>
              <a:pPr algn="ctr">
                <a:lnSpc>
                  <a:spcPct val="120000"/>
                </a:lnSpc>
              </a:pPr>
              <a:endParaRPr lang="zh-CN" altLang="zh-CN" sz="1200">
                <a:solidFill>
                  <a:srgbClr val="26211B"/>
                </a:solidFill>
                <a:latin typeface="思源黑体 CN Light" panose="020B0300000000000000" charset="-122"/>
                <a:ea typeface="思源黑体 CN Light" panose="020B0300000000000000" charset="-122"/>
                <a:cs typeface="+mn-ea"/>
                <a:sym typeface="+mn-lt"/>
              </a:endParaRPr>
            </a:p>
          </p:txBody>
        </p:sp>
        <p:sp>
          <p:nvSpPr>
            <p:cNvPr id="80" name="文本框 21"/>
            <p:cNvSpPr>
              <a:spLocks noChangeArrowheads="1"/>
            </p:cNvSpPr>
            <p:nvPr/>
          </p:nvSpPr>
          <p:spPr bwMode="auto">
            <a:xfrm>
              <a:off x="6219" y="5746"/>
              <a:ext cx="2073" cy="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308" tIns="34284" rIns="68308" bIns="34284">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未来发展规划</a:t>
              </a:r>
              <a:endParaRPr lang="zh-CN" altLang="en-US" sz="1600" b="1" dirty="0">
                <a:solidFill>
                  <a:srgbClr val="26211B"/>
                </a:solidFill>
                <a:latin typeface="思源黑体 CN Medium" panose="020B0600000000000000" charset="-122"/>
                <a:ea typeface="思源黑体 CN Medium" panose="020B0600000000000000" charset="-122"/>
                <a:cs typeface="思源黑体 CN Heavy" panose="020B0A00000000000000" charset="-122"/>
                <a:sym typeface="+mn-ea"/>
              </a:endParaRPr>
            </a:p>
          </p:txBody>
        </p:sp>
        <p:sp>
          <p:nvSpPr>
            <p:cNvPr id="45" name="任意多边形 12"/>
            <p:cNvSpPr>
              <a:spLocks noChangeArrowheads="1"/>
            </p:cNvSpPr>
            <p:nvPr/>
          </p:nvSpPr>
          <p:spPr bwMode="auto">
            <a:xfrm rot="2083007">
              <a:off x="6131" y="2142"/>
              <a:ext cx="1845" cy="1843"/>
            </a:xfrm>
            <a:custGeom>
              <a:avLst/>
              <a:gdLst>
                <a:gd name="T0" fmla="*/ 0 w 3340100"/>
                <a:gd name="T1" fmla="*/ 0 h 3340100"/>
                <a:gd name="T2" fmla="*/ 3340100 w 3340100"/>
                <a:gd name="T3" fmla="*/ 3340100 h 3340100"/>
              </a:gdLst>
              <a:ahLst/>
              <a:cxnLst/>
              <a:rect l="T0" t="T1" r="T2" b="T3"/>
              <a:pathLst>
                <a:path w="3340100" h="3340100">
                  <a:moveTo>
                    <a:pt x="1670050" y="498475"/>
                  </a:moveTo>
                  <a:cubicBezTo>
                    <a:pt x="1023007" y="498475"/>
                    <a:pt x="498475" y="1023007"/>
                    <a:pt x="498475" y="1670050"/>
                  </a:cubicBezTo>
                  <a:cubicBezTo>
                    <a:pt x="498475" y="2317093"/>
                    <a:pt x="1023007" y="2841625"/>
                    <a:pt x="1670050" y="2841625"/>
                  </a:cubicBezTo>
                  <a:cubicBezTo>
                    <a:pt x="2317093" y="2841625"/>
                    <a:pt x="2841625" y="2317093"/>
                    <a:pt x="2841625" y="1670050"/>
                  </a:cubicBezTo>
                  <a:cubicBezTo>
                    <a:pt x="2841625" y="1023007"/>
                    <a:pt x="2317093" y="498475"/>
                    <a:pt x="1670050" y="498475"/>
                  </a:cubicBezTo>
                  <a:close/>
                  <a:moveTo>
                    <a:pt x="1670050" y="0"/>
                  </a:moveTo>
                  <a:lnTo>
                    <a:pt x="1753194" y="4199"/>
                  </a:lnTo>
                  <a:lnTo>
                    <a:pt x="1859784" y="196816"/>
                  </a:lnTo>
                  <a:lnTo>
                    <a:pt x="1975233" y="214435"/>
                  </a:lnTo>
                  <a:lnTo>
                    <a:pt x="2059006" y="235975"/>
                  </a:lnTo>
                  <a:lnTo>
                    <a:pt x="2231291" y="98733"/>
                  </a:lnTo>
                  <a:lnTo>
                    <a:pt x="2320109" y="131241"/>
                  </a:lnTo>
                  <a:lnTo>
                    <a:pt x="2384278" y="162153"/>
                  </a:lnTo>
                  <a:lnTo>
                    <a:pt x="2408748" y="378280"/>
                  </a:lnTo>
                  <a:lnTo>
                    <a:pt x="2508255" y="438732"/>
                  </a:lnTo>
                  <a:lnTo>
                    <a:pt x="2581052" y="493168"/>
                  </a:lnTo>
                  <a:lnTo>
                    <a:pt x="2789449" y="433248"/>
                  </a:lnTo>
                  <a:lnTo>
                    <a:pt x="2850954" y="489147"/>
                  </a:lnTo>
                  <a:lnTo>
                    <a:pt x="2906853" y="550651"/>
                  </a:lnTo>
                  <a:lnTo>
                    <a:pt x="2847600" y="756729"/>
                  </a:lnTo>
                  <a:lnTo>
                    <a:pt x="2910892" y="841369"/>
                  </a:lnTo>
                  <a:lnTo>
                    <a:pt x="2965835" y="931807"/>
                  </a:lnTo>
                  <a:lnTo>
                    <a:pt x="3177947" y="955822"/>
                  </a:lnTo>
                  <a:lnTo>
                    <a:pt x="3208859" y="1019991"/>
                  </a:lnTo>
                  <a:lnTo>
                    <a:pt x="3241367" y="1108809"/>
                  </a:lnTo>
                  <a:lnTo>
                    <a:pt x="3109474" y="1274380"/>
                  </a:lnTo>
                  <a:lnTo>
                    <a:pt x="3135189" y="1374392"/>
                  </a:lnTo>
                  <a:lnTo>
                    <a:pt x="3152100" y="1485194"/>
                  </a:lnTo>
                  <a:lnTo>
                    <a:pt x="3335902" y="1586906"/>
                  </a:lnTo>
                  <a:lnTo>
                    <a:pt x="3340100" y="1670050"/>
                  </a:lnTo>
                  <a:lnTo>
                    <a:pt x="3335902" y="1753194"/>
                  </a:lnTo>
                  <a:lnTo>
                    <a:pt x="3153687" y="1854028"/>
                  </a:lnTo>
                  <a:lnTo>
                    <a:pt x="3135189" y="1975233"/>
                  </a:lnTo>
                  <a:lnTo>
                    <a:pt x="3111325" y="2068045"/>
                  </a:lnTo>
                  <a:lnTo>
                    <a:pt x="3241367" y="2231291"/>
                  </a:lnTo>
                  <a:lnTo>
                    <a:pt x="3208859" y="2320109"/>
                  </a:lnTo>
                  <a:lnTo>
                    <a:pt x="3177947" y="2384278"/>
                  </a:lnTo>
                  <a:lnTo>
                    <a:pt x="2972048" y="2407590"/>
                  </a:lnTo>
                  <a:lnTo>
                    <a:pt x="2910892" y="2508255"/>
                  </a:lnTo>
                  <a:lnTo>
                    <a:pt x="2849578" y="2590250"/>
                  </a:lnTo>
                  <a:lnTo>
                    <a:pt x="2906853" y="2789449"/>
                  </a:lnTo>
                  <a:lnTo>
                    <a:pt x="2850954" y="2850954"/>
                  </a:lnTo>
                  <a:lnTo>
                    <a:pt x="2789449" y="2906853"/>
                  </a:lnTo>
                  <a:lnTo>
                    <a:pt x="2590250" y="2849578"/>
                  </a:lnTo>
                  <a:lnTo>
                    <a:pt x="2508255" y="2910892"/>
                  </a:lnTo>
                  <a:lnTo>
                    <a:pt x="2407590" y="2972048"/>
                  </a:lnTo>
                  <a:lnTo>
                    <a:pt x="2384278" y="3177947"/>
                  </a:lnTo>
                  <a:lnTo>
                    <a:pt x="2320109" y="3208859"/>
                  </a:lnTo>
                  <a:lnTo>
                    <a:pt x="2231291" y="3241367"/>
                  </a:lnTo>
                  <a:lnTo>
                    <a:pt x="2068045" y="3111325"/>
                  </a:lnTo>
                  <a:lnTo>
                    <a:pt x="1975233" y="3135189"/>
                  </a:lnTo>
                  <a:lnTo>
                    <a:pt x="1854028" y="3153687"/>
                  </a:lnTo>
                  <a:lnTo>
                    <a:pt x="1753194" y="3335902"/>
                  </a:lnTo>
                  <a:lnTo>
                    <a:pt x="1670050" y="3340100"/>
                  </a:lnTo>
                  <a:lnTo>
                    <a:pt x="1586906" y="3335902"/>
                  </a:lnTo>
                  <a:lnTo>
                    <a:pt x="1485194" y="3152100"/>
                  </a:lnTo>
                  <a:lnTo>
                    <a:pt x="1374392" y="3135189"/>
                  </a:lnTo>
                  <a:lnTo>
                    <a:pt x="1274380" y="3109474"/>
                  </a:lnTo>
                  <a:lnTo>
                    <a:pt x="1108809" y="3241367"/>
                  </a:lnTo>
                  <a:lnTo>
                    <a:pt x="1019991" y="3208859"/>
                  </a:lnTo>
                  <a:lnTo>
                    <a:pt x="955822" y="3177947"/>
                  </a:lnTo>
                  <a:lnTo>
                    <a:pt x="931807" y="2965835"/>
                  </a:lnTo>
                  <a:lnTo>
                    <a:pt x="841369" y="2910892"/>
                  </a:lnTo>
                  <a:lnTo>
                    <a:pt x="756729" y="2847600"/>
                  </a:lnTo>
                  <a:lnTo>
                    <a:pt x="550651" y="2906853"/>
                  </a:lnTo>
                  <a:lnTo>
                    <a:pt x="489147" y="2850954"/>
                  </a:lnTo>
                  <a:lnTo>
                    <a:pt x="433248" y="2789449"/>
                  </a:lnTo>
                  <a:lnTo>
                    <a:pt x="493168" y="2581052"/>
                  </a:lnTo>
                  <a:lnTo>
                    <a:pt x="438732" y="2508255"/>
                  </a:lnTo>
                  <a:lnTo>
                    <a:pt x="378280" y="2408748"/>
                  </a:lnTo>
                  <a:lnTo>
                    <a:pt x="162153" y="2384278"/>
                  </a:lnTo>
                  <a:lnTo>
                    <a:pt x="131241" y="2320109"/>
                  </a:lnTo>
                  <a:lnTo>
                    <a:pt x="98733" y="2231291"/>
                  </a:lnTo>
                  <a:lnTo>
                    <a:pt x="235976" y="2059006"/>
                  </a:lnTo>
                  <a:lnTo>
                    <a:pt x="214435" y="1975233"/>
                  </a:lnTo>
                  <a:lnTo>
                    <a:pt x="196816" y="1859784"/>
                  </a:lnTo>
                  <a:lnTo>
                    <a:pt x="4199" y="1753194"/>
                  </a:lnTo>
                  <a:lnTo>
                    <a:pt x="0" y="1670050"/>
                  </a:lnTo>
                  <a:lnTo>
                    <a:pt x="4199" y="1586906"/>
                  </a:lnTo>
                  <a:lnTo>
                    <a:pt x="198403" y="1479437"/>
                  </a:lnTo>
                  <a:lnTo>
                    <a:pt x="214435" y="1374392"/>
                  </a:lnTo>
                  <a:lnTo>
                    <a:pt x="237827" y="1283418"/>
                  </a:lnTo>
                  <a:lnTo>
                    <a:pt x="98733" y="1108809"/>
                  </a:lnTo>
                  <a:lnTo>
                    <a:pt x="131241" y="1019991"/>
                  </a:lnTo>
                  <a:lnTo>
                    <a:pt x="162153" y="955822"/>
                  </a:lnTo>
                  <a:lnTo>
                    <a:pt x="384493" y="930649"/>
                  </a:lnTo>
                  <a:lnTo>
                    <a:pt x="438732" y="841369"/>
                  </a:lnTo>
                  <a:lnTo>
                    <a:pt x="495146" y="765928"/>
                  </a:lnTo>
                  <a:lnTo>
                    <a:pt x="433248" y="550651"/>
                  </a:lnTo>
                  <a:lnTo>
                    <a:pt x="489147" y="489147"/>
                  </a:lnTo>
                  <a:lnTo>
                    <a:pt x="550651" y="433248"/>
                  </a:lnTo>
                  <a:lnTo>
                    <a:pt x="765928" y="495146"/>
                  </a:lnTo>
                  <a:lnTo>
                    <a:pt x="841369" y="438732"/>
                  </a:lnTo>
                  <a:lnTo>
                    <a:pt x="930649" y="384493"/>
                  </a:lnTo>
                  <a:lnTo>
                    <a:pt x="955822" y="162153"/>
                  </a:lnTo>
                  <a:lnTo>
                    <a:pt x="1019991" y="131241"/>
                  </a:lnTo>
                  <a:lnTo>
                    <a:pt x="1108809" y="98733"/>
                  </a:lnTo>
                  <a:lnTo>
                    <a:pt x="1283418" y="237827"/>
                  </a:lnTo>
                  <a:lnTo>
                    <a:pt x="1374392" y="214435"/>
                  </a:lnTo>
                  <a:lnTo>
                    <a:pt x="1479437" y="198403"/>
                  </a:lnTo>
                  <a:lnTo>
                    <a:pt x="1586906" y="4199"/>
                  </a:lnTo>
                  <a:close/>
                </a:path>
              </a:pathLst>
            </a:custGeom>
            <a:solidFill>
              <a:srgbClr val="FEB51B"/>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noAutofit/>
            </a:bodyPr>
            <a:lstStyle/>
            <a:p>
              <a:pPr algn="ctr">
                <a:lnSpc>
                  <a:spcPct val="120000"/>
                </a:lnSpc>
              </a:pPr>
              <a:endParaRPr lang="zh-CN" altLang="zh-CN" sz="1200">
                <a:solidFill>
                  <a:srgbClr val="26211B"/>
                </a:solidFill>
                <a:latin typeface="思源黑体 CN Light" panose="020B0300000000000000" charset="-122"/>
                <a:ea typeface="思源黑体 CN Light" panose="020B0300000000000000" charset="-122"/>
                <a:cs typeface="+mn-ea"/>
                <a:sym typeface="+mn-lt"/>
              </a:endParaRPr>
            </a:p>
          </p:txBody>
        </p:sp>
      </p:grpSp>
      <p:grpSp>
        <p:nvGrpSpPr>
          <p:cNvPr id="46" name="组合 45"/>
          <p:cNvGrpSpPr/>
          <p:nvPr/>
        </p:nvGrpSpPr>
        <p:grpSpPr>
          <a:xfrm>
            <a:off x="1292084" y="3425381"/>
            <a:ext cx="2928284" cy="1107507"/>
            <a:chOff x="6798184" y="1678126"/>
            <a:chExt cx="3368150" cy="1107924"/>
          </a:xfrm>
        </p:grpSpPr>
        <p:sp>
          <p:nvSpPr>
            <p:cNvPr id="47" name="矩形 46"/>
            <p:cNvSpPr/>
            <p:nvPr/>
          </p:nvSpPr>
          <p:spPr>
            <a:xfrm>
              <a:off x="6798184" y="2030750"/>
              <a:ext cx="3368150" cy="755300"/>
            </a:xfrm>
            <a:prstGeom prst="rect">
              <a:avLst/>
            </a:prstGeom>
          </p:spPr>
          <p:txBody>
            <a:bodyPr wrap="square">
              <a:spAutoFit/>
              <a:scene3d>
                <a:camera prst="orthographicFront"/>
                <a:lightRig rig="threePt" dir="t"/>
              </a:scene3d>
              <a:sp3d contourW="12700"/>
            </a:bodyPr>
            <a:lstStyle/>
            <a:p>
              <a:pPr defTabSz="866775" fontAlgn="base">
                <a:lnSpc>
                  <a:spcPct val="120000"/>
                </a:lnSpc>
                <a:spcBef>
                  <a:spcPct val="0"/>
                </a:spcBef>
                <a:spcAft>
                  <a:spcPct val="0"/>
                </a:spcAft>
              </a:pPr>
              <a:r>
                <a:rPr lang="zh-CN" altLang="en-US" sz="1200" dirty="0">
                  <a:solidFill>
                    <a:srgbClr val="26211B"/>
                  </a:solidFill>
                  <a:latin typeface="思源黑体 Light" panose="020B0300000000000000" charset="-122"/>
                  <a:ea typeface="思源黑体 Light" panose="020B0300000000000000" charset="-122"/>
                  <a:sym typeface="+mn-lt"/>
                </a:rPr>
                <a:t>单击添加详细文字说明，或复制文本黏贴自此右键只保留文字单击添加详细文字说明</a:t>
              </a:r>
              <a:endParaRPr lang="zh-CN" altLang="en-US" sz="1200" dirty="0">
                <a:solidFill>
                  <a:srgbClr val="26211B"/>
                </a:solidFill>
                <a:latin typeface="思源黑体 CN Light" panose="020B0300000000000000" charset="-122"/>
                <a:ea typeface="思源黑体 CN Light" panose="020B0300000000000000" charset="-122"/>
                <a:cs typeface="+mn-ea"/>
                <a:sym typeface="+mn-lt"/>
              </a:endParaRPr>
            </a:p>
          </p:txBody>
        </p:sp>
        <p:sp>
          <p:nvSpPr>
            <p:cNvPr id="48" name="矩形 47"/>
            <p:cNvSpPr/>
            <p:nvPr/>
          </p:nvSpPr>
          <p:spPr>
            <a:xfrm>
              <a:off x="6798184" y="1678126"/>
              <a:ext cx="2241974" cy="337312"/>
            </a:xfrm>
            <a:prstGeom prst="rect">
              <a:avLst/>
            </a:prstGeom>
          </p:spPr>
          <p:txBody>
            <a:bodyPr wrap="square">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未来发展规划</a:t>
              </a:r>
              <a:endParaRPr lang="zh-CN" altLang="en-US" sz="1600" b="1" dirty="0">
                <a:solidFill>
                  <a:srgbClr val="26211B"/>
                </a:solidFill>
                <a:latin typeface="思源黑体 CN Medium" panose="020B0600000000000000" charset="-122"/>
                <a:ea typeface="思源黑体 CN Medium" panose="020B0600000000000000" charset="-122"/>
                <a:cs typeface="思源黑体 CN Heavy" panose="020B0A00000000000000" charset="-122"/>
                <a:sym typeface="+mn-ea"/>
              </a:endParaRPr>
            </a:p>
          </p:txBody>
        </p:sp>
      </p:grpSp>
      <p:grpSp>
        <p:nvGrpSpPr>
          <p:cNvPr id="49" name="组合 48"/>
          <p:cNvGrpSpPr/>
          <p:nvPr/>
        </p:nvGrpSpPr>
        <p:grpSpPr>
          <a:xfrm>
            <a:off x="7905609" y="2021289"/>
            <a:ext cx="2928284" cy="1107547"/>
            <a:chOff x="6798184" y="1678126"/>
            <a:chExt cx="3368150" cy="1107836"/>
          </a:xfrm>
        </p:grpSpPr>
        <p:sp>
          <p:nvSpPr>
            <p:cNvPr id="50" name="矩形 49"/>
            <p:cNvSpPr/>
            <p:nvPr/>
          </p:nvSpPr>
          <p:spPr>
            <a:xfrm>
              <a:off x="6798184" y="2030750"/>
              <a:ext cx="3368150" cy="755212"/>
            </a:xfrm>
            <a:prstGeom prst="rect">
              <a:avLst/>
            </a:prstGeom>
          </p:spPr>
          <p:txBody>
            <a:bodyPr wrap="square">
              <a:spAutoFit/>
              <a:scene3d>
                <a:camera prst="orthographicFront"/>
                <a:lightRig rig="threePt" dir="t"/>
              </a:scene3d>
              <a:sp3d contourW="12700"/>
            </a:bodyPr>
            <a:lstStyle/>
            <a:p>
              <a:pPr defTabSz="866775" fontAlgn="base">
                <a:lnSpc>
                  <a:spcPct val="120000"/>
                </a:lnSpc>
                <a:spcBef>
                  <a:spcPct val="0"/>
                </a:spcBef>
                <a:spcAft>
                  <a:spcPct val="0"/>
                </a:spcAft>
              </a:pPr>
              <a:r>
                <a:rPr lang="zh-CN" altLang="en-US" sz="1200" dirty="0">
                  <a:solidFill>
                    <a:srgbClr val="26211B"/>
                  </a:solidFill>
                  <a:latin typeface="思源黑体 Light" panose="020B0300000000000000" charset="-122"/>
                  <a:ea typeface="思源黑体 Light" panose="020B0300000000000000" charset="-122"/>
                  <a:sym typeface="+mn-lt"/>
                </a:rPr>
                <a:t>单击添加详细文字说明，或复制文本黏贴自此右键只保留文字单击添加详细文字说明</a:t>
              </a:r>
              <a:endParaRPr lang="zh-CN" altLang="en-US" sz="1200" dirty="0">
                <a:solidFill>
                  <a:srgbClr val="26211B"/>
                </a:solidFill>
                <a:latin typeface="思源黑体 CN Light" panose="020B0300000000000000" charset="-122"/>
                <a:ea typeface="思源黑体 CN Light" panose="020B0300000000000000" charset="-122"/>
                <a:cs typeface="+mn-ea"/>
                <a:sym typeface="+mn-lt"/>
              </a:endParaRPr>
            </a:p>
          </p:txBody>
        </p:sp>
        <p:sp>
          <p:nvSpPr>
            <p:cNvPr id="51" name="矩形 50"/>
            <p:cNvSpPr/>
            <p:nvPr/>
          </p:nvSpPr>
          <p:spPr>
            <a:xfrm>
              <a:off x="6798184" y="1678126"/>
              <a:ext cx="2241974" cy="337273"/>
            </a:xfrm>
            <a:prstGeom prst="rect">
              <a:avLst/>
            </a:prstGeom>
          </p:spPr>
          <p:txBody>
            <a:bodyPr wrap="square">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未来发展规划</a:t>
              </a:r>
              <a:endParaRPr lang="zh-CN" altLang="en-US" sz="1600" b="1" dirty="0">
                <a:solidFill>
                  <a:srgbClr val="26211B"/>
                </a:solidFill>
                <a:latin typeface="思源黑体 CN Medium" panose="020B0600000000000000" charset="-122"/>
                <a:ea typeface="思源黑体 CN Medium" panose="020B0600000000000000" charset="-122"/>
                <a:cs typeface="思源黑体 CN Heavy" panose="020B0A00000000000000" charset="-122"/>
                <a:sym typeface="+mn-ea"/>
              </a:endParaRPr>
            </a:p>
          </p:txBody>
        </p:sp>
      </p:grpSp>
      <p:grpSp>
        <p:nvGrpSpPr>
          <p:cNvPr id="52" name="组合 51"/>
          <p:cNvGrpSpPr/>
          <p:nvPr/>
        </p:nvGrpSpPr>
        <p:grpSpPr>
          <a:xfrm>
            <a:off x="7905609" y="4829366"/>
            <a:ext cx="2928284" cy="1107507"/>
            <a:chOff x="6798184" y="1678126"/>
            <a:chExt cx="3368150" cy="1107924"/>
          </a:xfrm>
        </p:grpSpPr>
        <p:sp>
          <p:nvSpPr>
            <p:cNvPr id="53" name="矩形 52"/>
            <p:cNvSpPr/>
            <p:nvPr/>
          </p:nvSpPr>
          <p:spPr>
            <a:xfrm>
              <a:off x="6798184" y="2030750"/>
              <a:ext cx="3368150" cy="755300"/>
            </a:xfrm>
            <a:prstGeom prst="rect">
              <a:avLst/>
            </a:prstGeom>
          </p:spPr>
          <p:txBody>
            <a:bodyPr wrap="square">
              <a:spAutoFit/>
              <a:scene3d>
                <a:camera prst="orthographicFront"/>
                <a:lightRig rig="threePt" dir="t"/>
              </a:scene3d>
              <a:sp3d contourW="12700"/>
            </a:bodyPr>
            <a:lstStyle/>
            <a:p>
              <a:pPr defTabSz="866775" fontAlgn="base">
                <a:lnSpc>
                  <a:spcPct val="120000"/>
                </a:lnSpc>
                <a:spcBef>
                  <a:spcPct val="0"/>
                </a:spcBef>
                <a:spcAft>
                  <a:spcPct val="0"/>
                </a:spcAft>
              </a:pPr>
              <a:r>
                <a:rPr lang="zh-CN" altLang="en-US" sz="1200" dirty="0">
                  <a:solidFill>
                    <a:srgbClr val="26211B"/>
                  </a:solidFill>
                  <a:latin typeface="思源黑体 Light" panose="020B0300000000000000" charset="-122"/>
                  <a:ea typeface="思源黑体 Light" panose="020B0300000000000000" charset="-122"/>
                  <a:sym typeface="+mn-lt"/>
                </a:rPr>
                <a:t>单击添加详细文字说明，或复制文本黏贴自此右键只保留文字单击添加详细文字说明</a:t>
              </a:r>
              <a:endParaRPr lang="zh-CN" altLang="en-US" sz="1200" dirty="0">
                <a:solidFill>
                  <a:srgbClr val="26211B"/>
                </a:solidFill>
                <a:latin typeface="思源黑体 CN Light" panose="020B0300000000000000" charset="-122"/>
                <a:ea typeface="思源黑体 CN Light" panose="020B0300000000000000" charset="-122"/>
                <a:cs typeface="+mn-ea"/>
                <a:sym typeface="+mn-lt"/>
              </a:endParaRPr>
            </a:p>
          </p:txBody>
        </p:sp>
        <p:sp>
          <p:nvSpPr>
            <p:cNvPr id="54" name="矩形 53"/>
            <p:cNvSpPr/>
            <p:nvPr/>
          </p:nvSpPr>
          <p:spPr>
            <a:xfrm>
              <a:off x="6798184" y="1678126"/>
              <a:ext cx="2241974" cy="337312"/>
            </a:xfrm>
            <a:prstGeom prst="rect">
              <a:avLst/>
            </a:prstGeom>
          </p:spPr>
          <p:txBody>
            <a:bodyPr wrap="square">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dirty="0">
                  <a:latin typeface="思源黑体 CN Medium" panose="020B0600000000000000" charset="-122"/>
                  <a:ea typeface="思源黑体 CN Medium" panose="020B0600000000000000" charset="-122"/>
                  <a:cs typeface="思源黑体 CN Heavy" panose="020B0A00000000000000" charset="-122"/>
                  <a:sym typeface="+mn-ea"/>
                </a:rPr>
                <a:t>未来发展规划</a:t>
              </a:r>
              <a:endParaRPr lang="zh-CN" altLang="en-US" sz="1600" b="1" dirty="0">
                <a:solidFill>
                  <a:srgbClr val="26211B"/>
                </a:solidFill>
                <a:latin typeface="思源黑体 CN Medium" panose="020B0600000000000000" charset="-122"/>
                <a:ea typeface="思源黑体 CN Medium" panose="020B0600000000000000" charset="-122"/>
                <a:cs typeface="思源黑体 CN Heavy" panose="020B0A00000000000000" charset="-122"/>
                <a:sym typeface="+mn-ea"/>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plus(in)">
                                      <p:cBhvr>
                                        <p:cTn id="7" dur="20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46"/>
                                        </p:tgtEl>
                                        <p:attrNameLst>
                                          <p:attrName>style.visibility</p:attrName>
                                        </p:attrNameLst>
                                      </p:cBhvr>
                                      <p:to>
                                        <p:strVal val="visible"/>
                                      </p:to>
                                    </p:set>
                                    <p:anim calcmode="lin" valueType="num">
                                      <p:cBhvr>
                                        <p:cTn id="12" dur="500" fill="hold"/>
                                        <p:tgtEl>
                                          <p:spTgt spid="46"/>
                                        </p:tgtEl>
                                        <p:attrNameLst>
                                          <p:attrName>ppt_w</p:attrName>
                                        </p:attrNameLst>
                                      </p:cBhvr>
                                      <p:tavLst>
                                        <p:tav tm="0">
                                          <p:val>
                                            <p:fltVal val="0"/>
                                          </p:val>
                                        </p:tav>
                                        <p:tav tm="100000">
                                          <p:val>
                                            <p:strVal val="#ppt_w"/>
                                          </p:val>
                                        </p:tav>
                                      </p:tavLst>
                                    </p:anim>
                                    <p:anim calcmode="lin" valueType="num">
                                      <p:cBhvr>
                                        <p:cTn id="13" dur="500" fill="hold"/>
                                        <p:tgtEl>
                                          <p:spTgt spid="46"/>
                                        </p:tgtEl>
                                        <p:attrNameLst>
                                          <p:attrName>ppt_h</p:attrName>
                                        </p:attrNameLst>
                                      </p:cBhvr>
                                      <p:tavLst>
                                        <p:tav tm="0">
                                          <p:val>
                                            <p:fltVal val="0"/>
                                          </p:val>
                                        </p:tav>
                                        <p:tav tm="100000">
                                          <p:val>
                                            <p:strVal val="#ppt_h"/>
                                          </p:val>
                                        </p:tav>
                                      </p:tavLst>
                                    </p:anim>
                                    <p:animEffect transition="in" filter="fade">
                                      <p:cBhvr>
                                        <p:cTn id="14" dur="500"/>
                                        <p:tgtEl>
                                          <p:spTgt spid="46"/>
                                        </p:tgtEl>
                                      </p:cBhvr>
                                    </p:animEffect>
                                  </p:childTnLst>
                                </p:cTn>
                              </p:par>
                              <p:par>
                                <p:cTn id="15" presetID="53" presetClass="entr" presetSubtype="16" fill="hold" nodeType="withEffect">
                                  <p:stCondLst>
                                    <p:cond delay="0"/>
                                  </p:stCondLst>
                                  <p:childTnLst>
                                    <p:set>
                                      <p:cBhvr>
                                        <p:cTn id="16" dur="1" fill="hold">
                                          <p:stCondLst>
                                            <p:cond delay="0"/>
                                          </p:stCondLst>
                                        </p:cTn>
                                        <p:tgtEl>
                                          <p:spTgt spid="49"/>
                                        </p:tgtEl>
                                        <p:attrNameLst>
                                          <p:attrName>style.visibility</p:attrName>
                                        </p:attrNameLst>
                                      </p:cBhvr>
                                      <p:to>
                                        <p:strVal val="visible"/>
                                      </p:to>
                                    </p:set>
                                    <p:anim calcmode="lin" valueType="num">
                                      <p:cBhvr>
                                        <p:cTn id="17" dur="500" fill="hold"/>
                                        <p:tgtEl>
                                          <p:spTgt spid="49"/>
                                        </p:tgtEl>
                                        <p:attrNameLst>
                                          <p:attrName>ppt_w</p:attrName>
                                        </p:attrNameLst>
                                      </p:cBhvr>
                                      <p:tavLst>
                                        <p:tav tm="0">
                                          <p:val>
                                            <p:fltVal val="0"/>
                                          </p:val>
                                        </p:tav>
                                        <p:tav tm="100000">
                                          <p:val>
                                            <p:strVal val="#ppt_w"/>
                                          </p:val>
                                        </p:tav>
                                      </p:tavLst>
                                    </p:anim>
                                    <p:anim calcmode="lin" valueType="num">
                                      <p:cBhvr>
                                        <p:cTn id="18" dur="500" fill="hold"/>
                                        <p:tgtEl>
                                          <p:spTgt spid="49"/>
                                        </p:tgtEl>
                                        <p:attrNameLst>
                                          <p:attrName>ppt_h</p:attrName>
                                        </p:attrNameLst>
                                      </p:cBhvr>
                                      <p:tavLst>
                                        <p:tav tm="0">
                                          <p:val>
                                            <p:fltVal val="0"/>
                                          </p:val>
                                        </p:tav>
                                        <p:tav tm="100000">
                                          <p:val>
                                            <p:strVal val="#ppt_h"/>
                                          </p:val>
                                        </p:tav>
                                      </p:tavLst>
                                    </p:anim>
                                    <p:animEffect transition="in" filter="fade">
                                      <p:cBhvr>
                                        <p:cTn id="19" dur="500"/>
                                        <p:tgtEl>
                                          <p:spTgt spid="49"/>
                                        </p:tgtEl>
                                      </p:cBhvr>
                                    </p:animEffect>
                                  </p:childTnLst>
                                </p:cTn>
                              </p:par>
                              <p:par>
                                <p:cTn id="20" presetID="53" presetClass="entr" presetSubtype="16" fill="hold" nodeType="withEffect">
                                  <p:stCondLst>
                                    <p:cond delay="0"/>
                                  </p:stCondLst>
                                  <p:childTnLst>
                                    <p:set>
                                      <p:cBhvr>
                                        <p:cTn id="21" dur="1" fill="hold">
                                          <p:stCondLst>
                                            <p:cond delay="0"/>
                                          </p:stCondLst>
                                        </p:cTn>
                                        <p:tgtEl>
                                          <p:spTgt spid="52"/>
                                        </p:tgtEl>
                                        <p:attrNameLst>
                                          <p:attrName>style.visibility</p:attrName>
                                        </p:attrNameLst>
                                      </p:cBhvr>
                                      <p:to>
                                        <p:strVal val="visible"/>
                                      </p:to>
                                    </p:set>
                                    <p:anim calcmode="lin" valueType="num">
                                      <p:cBhvr>
                                        <p:cTn id="22" dur="500" fill="hold"/>
                                        <p:tgtEl>
                                          <p:spTgt spid="52"/>
                                        </p:tgtEl>
                                        <p:attrNameLst>
                                          <p:attrName>ppt_w</p:attrName>
                                        </p:attrNameLst>
                                      </p:cBhvr>
                                      <p:tavLst>
                                        <p:tav tm="0">
                                          <p:val>
                                            <p:fltVal val="0"/>
                                          </p:val>
                                        </p:tav>
                                        <p:tav tm="100000">
                                          <p:val>
                                            <p:strVal val="#ppt_w"/>
                                          </p:val>
                                        </p:tav>
                                      </p:tavLst>
                                    </p:anim>
                                    <p:anim calcmode="lin" valueType="num">
                                      <p:cBhvr>
                                        <p:cTn id="23" dur="500" fill="hold"/>
                                        <p:tgtEl>
                                          <p:spTgt spid="52"/>
                                        </p:tgtEl>
                                        <p:attrNameLst>
                                          <p:attrName>ppt_h</p:attrName>
                                        </p:attrNameLst>
                                      </p:cBhvr>
                                      <p:tavLst>
                                        <p:tav tm="0">
                                          <p:val>
                                            <p:fltVal val="0"/>
                                          </p:val>
                                        </p:tav>
                                        <p:tav tm="100000">
                                          <p:val>
                                            <p:strVal val="#ppt_h"/>
                                          </p:val>
                                        </p:tav>
                                      </p:tavLst>
                                    </p:anim>
                                    <p:animEffect transition="in" filter="fade">
                                      <p:cBhvr>
                                        <p:cTn id="24" dur="500"/>
                                        <p:tgtEl>
                                          <p:spTgt spid="52"/>
                                        </p:tgtEl>
                                      </p:cBhvr>
                                    </p:animEffect>
                                  </p:childTnLst>
                                </p:cTn>
                              </p:par>
                              <p:par>
                                <p:cTn id="25" presetID="53" presetClass="entr" presetSubtype="16" fill="hold" nodeType="withEffect">
                                  <p:stCondLst>
                                    <p:cond delay="0"/>
                                  </p:stCondLst>
                                  <p:childTnLst>
                                    <p:set>
                                      <p:cBhvr>
                                        <p:cTn id="26" dur="1" fill="hold">
                                          <p:stCondLst>
                                            <p:cond delay="0"/>
                                          </p:stCondLst>
                                        </p:cTn>
                                        <p:tgtEl>
                                          <p:spTgt spid="41"/>
                                        </p:tgtEl>
                                        <p:attrNameLst>
                                          <p:attrName>style.visibility</p:attrName>
                                        </p:attrNameLst>
                                      </p:cBhvr>
                                      <p:to>
                                        <p:strVal val="visible"/>
                                      </p:to>
                                    </p:set>
                                    <p:anim calcmode="lin" valueType="num">
                                      <p:cBhvr>
                                        <p:cTn id="27" dur="500" fill="hold"/>
                                        <p:tgtEl>
                                          <p:spTgt spid="41"/>
                                        </p:tgtEl>
                                        <p:attrNameLst>
                                          <p:attrName>ppt_w</p:attrName>
                                        </p:attrNameLst>
                                      </p:cBhvr>
                                      <p:tavLst>
                                        <p:tav tm="0">
                                          <p:val>
                                            <p:fltVal val="0"/>
                                          </p:val>
                                        </p:tav>
                                        <p:tav tm="100000">
                                          <p:val>
                                            <p:strVal val="#ppt_w"/>
                                          </p:val>
                                        </p:tav>
                                      </p:tavLst>
                                    </p:anim>
                                    <p:anim calcmode="lin" valueType="num">
                                      <p:cBhvr>
                                        <p:cTn id="28" dur="500" fill="hold"/>
                                        <p:tgtEl>
                                          <p:spTgt spid="41"/>
                                        </p:tgtEl>
                                        <p:attrNameLst>
                                          <p:attrName>ppt_h</p:attrName>
                                        </p:attrNameLst>
                                      </p:cBhvr>
                                      <p:tavLst>
                                        <p:tav tm="0">
                                          <p:val>
                                            <p:fltVal val="0"/>
                                          </p:val>
                                        </p:tav>
                                        <p:tav tm="100000">
                                          <p:val>
                                            <p:strVal val="#ppt_h"/>
                                          </p:val>
                                        </p:tav>
                                      </p:tavLst>
                                    </p:anim>
                                    <p:animEffect transition="in" filter="fade">
                                      <p:cBhvr>
                                        <p:cTn id="29"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图片 2">
            <a:extLst>
              <a:ext uri="{FF2B5EF4-FFF2-40B4-BE49-F238E27FC236}">
                <a16:creationId xmlns:a16="http://schemas.microsoft.com/office/drawing/2014/main" id="{9B2D125E-5C79-1CBE-443E-9BB1ABA2BDE4}"/>
              </a:ext>
            </a:extLst>
          </p:cNvPr>
          <p:cNvPicPr>
            <a:picLocks noChangeAspect="1"/>
          </p:cNvPicPr>
          <p:nvPr/>
        </p:nvPicPr>
        <p:blipFill>
          <a:blip r:embed="rId2"/>
          <a:stretch>
            <a:fillRect/>
          </a:stretch>
        </p:blipFill>
        <p:spPr>
          <a:xfrm>
            <a:off x="-23813" y="0"/>
            <a:ext cx="12277259" cy="6858000"/>
          </a:xfrm>
          <a:prstGeom prst="rect">
            <a:avLst/>
          </a:prstGeom>
        </p:spPr>
      </p:pic>
      <p:grpSp>
        <p:nvGrpSpPr>
          <p:cNvPr id="6" name="组合 5">
            <a:extLst>
              <a:ext uri="{FF2B5EF4-FFF2-40B4-BE49-F238E27FC236}">
                <a16:creationId xmlns:a16="http://schemas.microsoft.com/office/drawing/2014/main" id="{8A77B51F-CD29-E624-ED75-A04D5DE79E98}"/>
              </a:ext>
            </a:extLst>
          </p:cNvPr>
          <p:cNvGrpSpPr/>
          <p:nvPr/>
        </p:nvGrpSpPr>
        <p:grpSpPr>
          <a:xfrm>
            <a:off x="136796" y="130153"/>
            <a:ext cx="1468671" cy="711479"/>
            <a:chOff x="-3380888" y="4559088"/>
            <a:chExt cx="2628479" cy="1741900"/>
          </a:xfrm>
        </p:grpSpPr>
        <p:sp>
          <p:nvSpPr>
            <p:cNvPr id="4" name="TextBox 1">
              <a:extLst>
                <a:ext uri="{FF2B5EF4-FFF2-40B4-BE49-F238E27FC236}">
                  <a16:creationId xmlns:a16="http://schemas.microsoft.com/office/drawing/2014/main" id="{7780A0CC-F2CA-AF47-5ECD-0E870A02D612}"/>
                </a:ext>
              </a:extLst>
            </p:cNvPr>
            <p:cNvSpPr txBox="1"/>
            <p:nvPr/>
          </p:nvSpPr>
          <p:spPr>
            <a:xfrm>
              <a:off x="-3380888" y="4559088"/>
              <a:ext cx="2628479" cy="1130285"/>
            </a:xfrm>
            <a:prstGeom prst="rect">
              <a:avLst/>
            </a:prstGeom>
            <a:noFill/>
          </p:spPr>
          <p:txBody>
            <a:bodyPr wrap="none">
              <a:spAutoFit/>
            </a:bodyPr>
            <a:lstStyle/>
            <a:p>
              <a:pPr algn="ctr">
                <a:defRPr sz="8000" b="1">
                  <a:solidFill>
                    <a:srgbClr val="323232"/>
                  </a:solidFill>
                  <a:latin typeface="Arial"/>
                </a:defRPr>
              </a:pPr>
              <a:r>
                <a:rPr sz="2400" dirty="0"/>
                <a:t>THANKS</a:t>
              </a:r>
            </a:p>
          </p:txBody>
        </p:sp>
        <p:sp>
          <p:nvSpPr>
            <p:cNvPr id="5" name="TextBox 2">
              <a:extLst>
                <a:ext uri="{FF2B5EF4-FFF2-40B4-BE49-F238E27FC236}">
                  <a16:creationId xmlns:a16="http://schemas.microsoft.com/office/drawing/2014/main" id="{D72165FC-EF53-946B-2A05-45AB55386D7E}"/>
                </a:ext>
              </a:extLst>
            </p:cNvPr>
            <p:cNvSpPr txBox="1"/>
            <p:nvPr/>
          </p:nvSpPr>
          <p:spPr>
            <a:xfrm>
              <a:off x="-3286215" y="5472113"/>
              <a:ext cx="2533806" cy="828875"/>
            </a:xfrm>
            <a:prstGeom prst="rect">
              <a:avLst/>
            </a:prstGeom>
            <a:noFill/>
          </p:spPr>
          <p:txBody>
            <a:bodyPr wrap="none">
              <a:spAutoFit/>
            </a:bodyPr>
            <a:lstStyle/>
            <a:p>
              <a:pPr algn="ctr">
                <a:defRPr sz="3200">
                  <a:solidFill>
                    <a:srgbClr val="646464"/>
                  </a:solidFill>
                  <a:latin typeface="Microsoft YaHei"/>
                </a:defRPr>
              </a:pPr>
              <a:r>
                <a:rPr sz="1600" dirty="0" err="1"/>
                <a:t>感谢您的观看</a:t>
              </a:r>
              <a:endParaRPr sz="1600" dirty="0"/>
            </a:p>
          </p:txBody>
        </p:sp>
      </p:grpSp>
      <p:sp>
        <p:nvSpPr>
          <p:cNvPr id="7" name="TextBox 3">
            <a:extLst>
              <a:ext uri="{FF2B5EF4-FFF2-40B4-BE49-F238E27FC236}">
                <a16:creationId xmlns:a16="http://schemas.microsoft.com/office/drawing/2014/main" id="{251ACDF2-D250-D947-6D2E-E9B3034ED6BF}"/>
              </a:ext>
            </a:extLst>
          </p:cNvPr>
          <p:cNvSpPr txBox="1"/>
          <p:nvPr/>
        </p:nvSpPr>
        <p:spPr>
          <a:xfrm>
            <a:off x="4195924" y="2503268"/>
            <a:ext cx="3837782" cy="400110"/>
          </a:xfrm>
          <a:prstGeom prst="rect">
            <a:avLst/>
          </a:prstGeom>
          <a:noFill/>
        </p:spPr>
        <p:txBody>
          <a:bodyPr wrap="none">
            <a:spAutoFit/>
          </a:bodyPr>
          <a:lstStyle/>
          <a:p>
            <a:pPr algn="ctr">
              <a:defRPr sz="2000">
                <a:solidFill>
                  <a:srgbClr val="0070C0"/>
                </a:solidFill>
                <a:latin typeface="Arial"/>
              </a:defRPr>
            </a:pPr>
            <a:r>
              <a:rPr sz="1600" dirty="0" err="1">
                <a:solidFill>
                  <a:srgbClr val="FF0000"/>
                </a:solidFill>
              </a:rPr>
              <a:t>更多精品模板</a:t>
            </a:r>
            <a:r>
              <a:rPr sz="1600" dirty="0">
                <a:solidFill>
                  <a:srgbClr val="FF0000"/>
                </a:solidFill>
              </a:rPr>
              <a:t>: https://</a:t>
            </a:r>
            <a:r>
              <a:rPr sz="1600" dirty="0" err="1">
                <a:solidFill>
                  <a:srgbClr val="FF0000"/>
                </a:solidFill>
              </a:rPr>
              <a:t>www.ppthub.shop</a:t>
            </a:r>
            <a:r>
              <a:rPr dirty="0"/>
              <a:t>/</a:t>
            </a:r>
          </a:p>
        </p:txBody>
      </p:sp>
      <p:pic>
        <p:nvPicPr>
          <p:cNvPr id="9" name="图片 8">
            <a:extLst>
              <a:ext uri="{FF2B5EF4-FFF2-40B4-BE49-F238E27FC236}">
                <a16:creationId xmlns:a16="http://schemas.microsoft.com/office/drawing/2014/main" id="{4607EF9D-7BEF-C5DE-8BE0-0613F0C0E57F}"/>
              </a:ext>
            </a:extLst>
          </p:cNvPr>
          <p:cNvPicPr>
            <a:picLocks noChangeAspect="1"/>
          </p:cNvPicPr>
          <p:nvPr/>
        </p:nvPicPr>
        <p:blipFill>
          <a:blip r:embed="rId3"/>
          <a:srcRect l="2389" t="7618" r="72244" b="11372"/>
          <a:stretch/>
        </p:blipFill>
        <p:spPr>
          <a:xfrm>
            <a:off x="3714750" y="2983074"/>
            <a:ext cx="1971675" cy="1943100"/>
          </a:xfrm>
          <a:prstGeom prst="rect">
            <a:avLst/>
          </a:prstGeom>
        </p:spPr>
      </p:pic>
      <p:pic>
        <p:nvPicPr>
          <p:cNvPr id="11" name="图片 10">
            <a:extLst>
              <a:ext uri="{FF2B5EF4-FFF2-40B4-BE49-F238E27FC236}">
                <a16:creationId xmlns:a16="http://schemas.microsoft.com/office/drawing/2014/main" id="{F6CE07EC-E767-4260-1A6E-0F5BE1DF332A}"/>
              </a:ext>
            </a:extLst>
          </p:cNvPr>
          <p:cNvPicPr>
            <a:picLocks noChangeAspect="1"/>
          </p:cNvPicPr>
          <p:nvPr/>
        </p:nvPicPr>
        <p:blipFill>
          <a:blip r:embed="rId4"/>
          <a:stretch>
            <a:fillRect/>
          </a:stretch>
        </p:blipFill>
        <p:spPr>
          <a:xfrm>
            <a:off x="6643453" y="3136900"/>
            <a:ext cx="1833317" cy="1789274"/>
          </a:xfrm>
          <a:prstGeom prst="rect">
            <a:avLst/>
          </a:prstGeom>
        </p:spPr>
      </p:pic>
    </p:spTree>
  </p:cSld>
  <p:clrMapOvr>
    <a:masterClrMapping/>
  </p:clrMapOvr>
</p:sld>
</file>

<file path=ppt/theme/theme1.xml><?xml version="1.0" encoding="utf-8"?>
<a:theme xmlns:a="http://schemas.openxmlformats.org/drawingml/2006/main" name="PPTHub，https://www.ppthub.shop">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13txzxsu">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3175</Words>
  <Application>Microsoft Office PowerPoint</Application>
  <PresentationFormat>宽屏</PresentationFormat>
  <Paragraphs>288</Paragraphs>
  <Slides>23</Slides>
  <Notes>0</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23</vt:i4>
      </vt:variant>
    </vt:vector>
  </HeadingPairs>
  <TitlesOfParts>
    <vt:vector size="36" baseType="lpstr">
      <vt:lpstr>Lora Regular</vt:lpstr>
      <vt:lpstr>汉仪中圆简</vt:lpstr>
      <vt:lpstr>思源黑体 CN Light</vt:lpstr>
      <vt:lpstr>思源黑体 CN Medium</vt:lpstr>
      <vt:lpstr>思源黑体 Light</vt:lpstr>
      <vt:lpstr>思源黑体 Medium</vt:lpstr>
      <vt:lpstr>微软雅黑</vt:lpstr>
      <vt:lpstr>字魂151号-联盟综艺体</vt:lpstr>
      <vt:lpstr>Arial</vt:lpstr>
      <vt:lpstr>Calibri</vt:lpstr>
      <vt:lpstr>Wingdings</vt:lpstr>
      <vt:lpstr>PPTHub，https://www.ppthub.shop</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PPTHub</Manager>
  <Company>PPTHub，https://www.ppthub.shop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年终总结</dc:title>
  <dc:creator>PPTHub</dc:creator>
  <cp:keywords>https://www.ppthub.shop</cp:keywords>
  <dc:description>https://www.ppthub.shop</dc:description>
  <cp:lastModifiedBy>Administrator</cp:lastModifiedBy>
  <cp:revision>13</cp:revision>
  <dcterms:created xsi:type="dcterms:W3CDTF">2021-12-24T09:27:00Z</dcterms:created>
  <dcterms:modified xsi:type="dcterms:W3CDTF">2022-12-14T07:29:18Z</dcterms:modified>
  <dc:subject/>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5E317139171A489488E82DBBDFFB18B8</vt:lpwstr>
  </property>
  <property fmtid="{D5CDD505-2E9C-101B-9397-08002B2CF9AE}" pid="3" name="KSOProductBuildVer">
    <vt:lpwstr>2052-11.1.0.11294</vt:lpwstr>
  </property>
</Properties>
</file>