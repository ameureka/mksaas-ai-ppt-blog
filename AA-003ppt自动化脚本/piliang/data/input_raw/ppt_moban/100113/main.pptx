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64" r:id="rId6"/>
    <p:sldId id="266" r:id="rId7"/>
    <p:sldId id="265" r:id="rId8"/>
    <p:sldId id="259" r:id="rId9"/>
    <p:sldId id="261" r:id="rId10"/>
    <p:sldId id="279" r:id="rId11"/>
    <p:sldId id="267" r:id="rId12"/>
    <p:sldId id="280" r:id="rId13"/>
    <p:sldId id="268" r:id="rId14"/>
    <p:sldId id="269" r:id="rId15"/>
    <p:sldId id="270" r:id="rId16"/>
    <p:sldId id="271" r:id="rId17"/>
    <p:sldId id="262" r:id="rId18"/>
    <p:sldId id="272" r:id="rId19"/>
    <p:sldId id="273" r:id="rId20"/>
    <p:sldId id="274" r:id="rId21"/>
    <p:sldId id="275" r:id="rId22"/>
    <p:sldId id="263" r:id="rId23"/>
    <p:sldId id="276" r:id="rId24"/>
    <p:sldId id="277" r:id="rId25"/>
    <p:sldId id="278" r:id="rId26"/>
    <p:sldId id="260" r:id="rId27"/>
    <p:sldId id="282" r:id="rId28"/>
    <p:sldId id="281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8A72"/>
    <a:srgbClr val="DA9AA5"/>
    <a:srgbClr val="CDC0D2"/>
    <a:srgbClr val="F8ECDC"/>
    <a:srgbClr val="EDCED3"/>
    <a:srgbClr val="97A3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2256" y="10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7E8A7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E8A7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D90-43D8-A34E-61DE29274FC0}"/>
              </c:ext>
            </c:extLst>
          </c:dPt>
          <c:dPt>
            <c:idx val="1"/>
            <c:invertIfNegative val="0"/>
            <c:bubble3D val="0"/>
            <c:spPr>
              <a:solidFill>
                <a:srgbClr val="7E8A7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D90-43D8-A34E-61DE29274FC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20XX</c:v>
                </c:pt>
                <c:pt idx="1">
                  <c:v>20XX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D90-43D8-A34E-61DE29274F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CDC0D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20XX</c:v>
                </c:pt>
                <c:pt idx="1">
                  <c:v>20XX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</c:v>
                </c:pt>
                <c:pt idx="1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D90-43D8-A34E-61DE29274FC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DA9AA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20XX</c:v>
                </c:pt>
                <c:pt idx="1">
                  <c:v>20XX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D90-43D8-A34E-61DE29274FC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6812240"/>
        <c:axId val="386812632"/>
      </c:barChart>
      <c:catAx>
        <c:axId val="386812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386812632"/>
        <c:crosses val="autoZero"/>
        <c:auto val="1"/>
        <c:lblAlgn val="ctr"/>
        <c:lblOffset val="100"/>
        <c:noMultiLvlLbl val="0"/>
      </c:catAx>
      <c:valAx>
        <c:axId val="386812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386812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4A580B-721F-C04F-F80E-C1812FBB2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DA593B-E931-F52A-738D-9927E6BFA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FD5021-9D1C-087D-A72A-DD12A3604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921F-0EFC-45F2-A1A5-F9AB98C5C46E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0F801A-7B9F-AD07-F439-29F29DB9D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CFE0F1-4D40-52FE-677B-8966268AE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BC1-7DE8-4E04-989C-E890DC8F8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52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DF0864-F3C6-3A4C-8BC0-DD4DFA31B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16102F-D4F2-6D20-9A18-49725B9BF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4B8B75-DAE0-FFB6-CD8A-45DBE16D9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921F-0EFC-45F2-A1A5-F9AB98C5C46E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423FF7-8932-F14D-7614-12392D788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01D970-D920-65F3-5E1D-A3EB48CCE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BC1-7DE8-4E04-989C-E890DC8F8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23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0A10E-4D3E-8EB5-9E18-90427E580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B8B472-A8A6-0EC9-0DC0-92D80D5BE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E20295-D3AC-A8A0-D99D-238FF105E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921F-0EFC-45F2-A1A5-F9AB98C5C46E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C4B33C-3D2E-A579-874D-62A72A769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5F65A8-9E82-F073-BB26-9D90FFEE6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BC1-7DE8-4E04-989C-E890DC8F8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732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D2271-8F3E-EA0E-6ED1-F9E39FDE2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976E44-1538-9965-1215-AA0679A10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AF4470-3A2D-1965-990B-756C0120E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90AF7F-AD30-F0EA-5BB2-CE27687FF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921F-0EFC-45F2-A1A5-F9AB98C5C46E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F3221E-145B-EB47-25B8-326BA2598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4E5B3B-2165-00FC-02C7-EEF64B1E7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BC1-7DE8-4E04-989C-E890DC8F8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98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36830-ADD9-45E1-AFD7-A6F7B4A7B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70CCF2-BEF0-9C6C-06B7-1A1DC6F7A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ED32AD-7BD7-6164-6770-F10815833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EEC945-63EE-3850-C3B7-3823A574A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CAEA7B0-4E4C-1F15-A114-DB9AD80040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67736F1-8D67-D1F3-F341-0F82503CC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921F-0EFC-45F2-A1A5-F9AB98C5C46E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B3F775-DA39-8B72-8A19-19128A33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283C889-AA9E-4A25-D5BC-404D122CF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BC1-7DE8-4E04-989C-E890DC8F8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8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36830-ADD9-45E1-AFD7-A6F7B4A7B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70CCF2-BEF0-9C6C-06B7-1A1DC6F7A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ED32AD-7BD7-6164-6770-F10815833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EEC945-63EE-3850-C3B7-3823A574A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CAEA7B0-4E4C-1F15-A114-DB9AD80040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67736F1-8D67-D1F3-F341-0F82503CC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921F-0EFC-45F2-A1A5-F9AB98C5C46E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B3F775-DA39-8B72-8A19-19128A33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283C889-AA9E-4A25-D5BC-404D122CF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BC1-7DE8-4E04-989C-E890DC8F801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BDA8E6DA-65CC-E055-040F-37B08E62025E}"/>
              </a:ext>
            </a:extLst>
          </p:cNvPr>
          <p:cNvSpPr txBox="1"/>
          <p:nvPr userDrawn="1"/>
        </p:nvSpPr>
        <p:spPr>
          <a:xfrm>
            <a:off x="1443248" y="6721475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4328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200E71-AB11-2826-550D-BF1C7EE3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B6A6C1-DF97-C69D-5449-5AB8861A2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921F-0EFC-45F2-A1A5-F9AB98C5C46E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7625683-BD0C-28C7-0EC0-B8CB629C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3BABDC-02A7-8787-9D62-67DE6A930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BC1-7DE8-4E04-989C-E890DC8F8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40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57E1F4-85B0-0F7A-98A0-10EB961C9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921F-0EFC-45F2-A1A5-F9AB98C5C46E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9726B6-35D9-38FC-D4D0-16D9C4FB3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A8F0EB-9D7A-C0C9-AFFF-2C3429585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BC1-7DE8-4E04-989C-E890DC8F8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592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75206-8765-4695-131B-8C56AFB04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5D9B49-69AE-5A35-D494-2B0EBCA0A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68049E-DF07-A121-A4FF-1B700CD50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5BF767-D182-6456-8A74-8FBD38664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921F-0EFC-45F2-A1A5-F9AB98C5C46E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CB3816-5967-4895-0122-6CD528785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E912D9-56B9-2BF6-6BD2-8FBB2BE68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BC1-7DE8-4E04-989C-E890DC8F8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616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97D03-D372-F7BF-D32E-3B9A58845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E19F13-D9BD-3EBE-E3A0-223A7D089A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D0DED0-A89C-F08A-C783-815771F2C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F3337C-7E0E-D446-4475-7609A1E48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921F-0EFC-45F2-A1A5-F9AB98C5C46E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46440F-9056-034D-12FE-1EE1EE938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E347C4-3874-D807-0188-BB8BBB455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BC1-7DE8-4E04-989C-E890DC8F8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08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516DCE-9588-AF31-1C9C-640F6BF83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21AA96-ADAF-85BB-5397-9C0148928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6322EF-44E7-F5DE-DA58-DB52D62C6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921F-0EFC-45F2-A1A5-F9AB98C5C46E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BC0E91-D30F-CF46-A35E-6A73362AF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349C70-2B71-2006-EE9C-0B4A670A9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BC1-7DE8-4E04-989C-E890DC8F8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74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2600AE-EDC5-5A5D-00F5-A2421AD9D4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3C2BCD-E2AE-F312-E9E7-14ED3D991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DD519E-1028-6386-CD69-99D3802F0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921F-0EFC-45F2-A1A5-F9AB98C5C46E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974121-28FA-447E-77C9-5F214C7A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C4ADAA-7CD2-6544-0C48-1CE4D3FA9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09BC1-7DE8-4E04-989C-E890DC8F8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32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675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190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2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970B484-E701-A5F4-FC7F-5C4CD7923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07B512-1063-B032-E6A6-7D0335A85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01C287-FA0D-F622-80C3-718CE9DB2E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56B2921F-0EFC-45F2-A1A5-F9AB98C5C46E}" type="datetimeFigureOut">
              <a:rPr lang="zh-CN" altLang="en-US" smtClean="0"/>
              <a:pPr/>
              <a:t>2022/12/16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D25B10-0096-0189-DBA5-032D951656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E73B19-515B-095A-6E38-546CC4751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AD909BC1-7DE8-4E04-989C-E890DC8F801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619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5915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ibaotu.com/ppt/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22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标&#10;&#10;中度可信度描述已自动生成">
            <a:extLst>
              <a:ext uri="{FF2B5EF4-FFF2-40B4-BE49-F238E27FC236}">
                <a16:creationId xmlns:a16="http://schemas.microsoft.com/office/drawing/2014/main" id="{F6090BCA-411A-C634-1EF1-B8E7954DE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_3">
            <a:extLst>
              <a:ext uri="{FF2B5EF4-FFF2-40B4-BE49-F238E27FC236}">
                <a16:creationId xmlns:a16="http://schemas.microsoft.com/office/drawing/2014/main" id="{9B220FA4-B19F-4939-25F1-68CC39A23B05}"/>
              </a:ext>
            </a:extLst>
          </p:cNvPr>
          <p:cNvSpPr/>
          <p:nvPr/>
        </p:nvSpPr>
        <p:spPr>
          <a:xfrm>
            <a:off x="2053870" y="1806412"/>
            <a:ext cx="8084264" cy="144655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8800" dirty="0">
                <a:solidFill>
                  <a:srgbClr val="7E8A72"/>
                </a:solidFill>
                <a:effectLst>
                  <a:glow>
                    <a:prstClr val="white"/>
                  </a:glow>
                </a:effectLst>
                <a:cs typeface="+mn-ea"/>
                <a:sym typeface="+mn-lt"/>
              </a:rPr>
              <a:t>莫兰迪</a:t>
            </a:r>
            <a:r>
              <a:rPr lang="zh-CN" altLang="en-US" sz="88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glow>
                    <a:prstClr val="white"/>
                  </a:glow>
                </a:effectLst>
                <a:cs typeface="+mn-ea"/>
                <a:sym typeface="+mn-lt"/>
              </a:rPr>
              <a:t>商务汇报</a:t>
            </a:r>
          </a:p>
        </p:txBody>
      </p:sp>
      <p:sp>
        <p:nvSpPr>
          <p:cNvPr id="3" name="TextBox 36">
            <a:extLst>
              <a:ext uri="{FF2B5EF4-FFF2-40B4-BE49-F238E27FC236}">
                <a16:creationId xmlns:a16="http://schemas.microsoft.com/office/drawing/2014/main" id="{5E755691-9FF9-678C-4062-AEE1DACBE999}"/>
              </a:ext>
            </a:extLst>
          </p:cNvPr>
          <p:cNvSpPr txBox="1"/>
          <p:nvPr/>
        </p:nvSpPr>
        <p:spPr>
          <a:xfrm>
            <a:off x="2386013" y="3409668"/>
            <a:ext cx="7419974" cy="680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800"/>
              </a:spcAft>
              <a:defRPr/>
            </a:pPr>
            <a:r>
              <a: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Please click here to add appropriate text to explain, you can directly copy and paste the text content.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493A29F-1DB0-7282-EBEC-F42B2C6EA069}"/>
              </a:ext>
            </a:extLst>
          </p:cNvPr>
          <p:cNvGrpSpPr/>
          <p:nvPr/>
        </p:nvGrpSpPr>
        <p:grpSpPr>
          <a:xfrm>
            <a:off x="4285516" y="4876315"/>
            <a:ext cx="3620968" cy="468000"/>
            <a:chOff x="4303832" y="4578533"/>
            <a:chExt cx="3620968" cy="4320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47873117-5234-B430-9F8B-5C54DB267C17}"/>
                </a:ext>
              </a:extLst>
            </p:cNvPr>
            <p:cNvSpPr/>
            <p:nvPr/>
          </p:nvSpPr>
          <p:spPr>
            <a:xfrm>
              <a:off x="4303832" y="4578533"/>
              <a:ext cx="1728000" cy="432000"/>
            </a:xfrm>
            <a:prstGeom prst="roundRect">
              <a:avLst>
                <a:gd name="adj" fmla="val 50000"/>
              </a:avLst>
            </a:prstGeom>
            <a:solidFill>
              <a:srgbClr val="7E8A7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kern="0" dirty="0">
                  <a:solidFill>
                    <a:srgbClr val="FFFFFF"/>
                  </a:solidFill>
                  <a:cs typeface="+mn-ea"/>
                  <a:sym typeface="+mn-lt"/>
                </a:rPr>
                <a:t>第一</a:t>
              </a:r>
              <a:r>
                <a:rPr lang="en-US" altLang="zh-CN" kern="0" dirty="0">
                  <a:solidFill>
                    <a:srgbClr val="FFFFFF"/>
                  </a:solidFill>
                  <a:cs typeface="+mn-ea"/>
                  <a:sym typeface="+mn-lt"/>
                </a:rPr>
                <a:t>PPT</a:t>
              </a:r>
              <a:endParaRPr lang="zh-CN" altLang="en-US" kern="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9B30F6D1-CEF3-AB1B-A047-73FE9F837CA7}"/>
                </a:ext>
              </a:extLst>
            </p:cNvPr>
            <p:cNvSpPr/>
            <p:nvPr/>
          </p:nvSpPr>
          <p:spPr>
            <a:xfrm>
              <a:off x="6196800" y="4578533"/>
              <a:ext cx="1728000" cy="432000"/>
            </a:xfrm>
            <a:prstGeom prst="roundRect">
              <a:avLst>
                <a:gd name="adj" fmla="val 50000"/>
              </a:avLst>
            </a:prstGeom>
            <a:solidFill>
              <a:srgbClr val="DA9A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kern="0" dirty="0">
                  <a:solidFill>
                    <a:srgbClr val="FFFFFF"/>
                  </a:solidFill>
                  <a:cs typeface="+mn-ea"/>
                  <a:sym typeface="+mn-lt"/>
                </a:rPr>
                <a:t>日期：</a:t>
              </a:r>
              <a:r>
                <a:rPr lang="en-US" altLang="zh-CN" kern="0" dirty="0">
                  <a:solidFill>
                    <a:srgbClr val="FFFFFF"/>
                  </a:solidFill>
                  <a:cs typeface="+mn-ea"/>
                  <a:sym typeface="+mn-lt"/>
                </a:rPr>
                <a:t>20XX</a:t>
              </a:r>
              <a:endParaRPr lang="zh-CN" altLang="en-US" kern="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430385BE-F4B2-E4DD-C56D-6E9408F428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2182"/>
            <a:ext cx="1146628" cy="105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4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0">
        <p14:vortex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53" descr="图片包含 背景图案&#10;&#10;描述已自动生成">
            <a:extLst>
              <a:ext uri="{FF2B5EF4-FFF2-40B4-BE49-F238E27FC236}">
                <a16:creationId xmlns:a16="http://schemas.microsoft.com/office/drawing/2014/main" id="{AB9C63DE-BE0E-077D-F7D7-D3D0ED818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9D90720A-D0AA-D5DC-9439-5DFCF9360FD6}"/>
              </a:ext>
            </a:extLst>
          </p:cNvPr>
          <p:cNvGrpSpPr/>
          <p:nvPr/>
        </p:nvGrpSpPr>
        <p:grpSpPr>
          <a:xfrm>
            <a:off x="7194767" y="584257"/>
            <a:ext cx="3963260" cy="1107996"/>
            <a:chOff x="2236477" y="2367171"/>
            <a:chExt cx="3963260" cy="1107996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F0337EE-82A4-49BF-499E-66B657DBE0B6}"/>
                </a:ext>
              </a:extLst>
            </p:cNvPr>
            <p:cNvSpPr/>
            <p:nvPr/>
          </p:nvSpPr>
          <p:spPr>
            <a:xfrm>
              <a:off x="2236477" y="2367171"/>
              <a:ext cx="2355132" cy="11079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6600" b="1" dirty="0">
                  <a:ln w="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目 录 </a:t>
              </a:r>
              <a:endParaRPr lang="en-US" altLang="zh-CN" sz="6600" b="1" dirty="0">
                <a:ln w="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F314032-BA8A-8150-018C-8D2CB843A0CD}"/>
                </a:ext>
              </a:extLst>
            </p:cNvPr>
            <p:cNvSpPr txBox="1"/>
            <p:nvPr/>
          </p:nvSpPr>
          <p:spPr>
            <a:xfrm rot="16200000">
              <a:off x="4950269" y="2214434"/>
              <a:ext cx="677108" cy="182182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>
                <a:defRPr/>
              </a:pPr>
              <a:r>
                <a:rPr lang="en-US" altLang="zh-CN" sz="3200" b="1" dirty="0">
                  <a:ln w="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content</a:t>
              </a:r>
              <a:endParaRPr lang="zh-CN" altLang="en-US" sz="2800" kern="0" noProof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D0469D4-22DB-8D27-B11D-435937D75B71}"/>
              </a:ext>
            </a:extLst>
          </p:cNvPr>
          <p:cNvGrpSpPr/>
          <p:nvPr/>
        </p:nvGrpSpPr>
        <p:grpSpPr>
          <a:xfrm>
            <a:off x="2850493" y="2501764"/>
            <a:ext cx="3674132" cy="738664"/>
            <a:chOff x="6096000" y="1736844"/>
            <a:chExt cx="3674132" cy="738664"/>
          </a:xfrm>
        </p:grpSpPr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FC75B666-B29D-B009-1A10-45C01976D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1163" y="1736844"/>
              <a:ext cx="2498969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kern="0" dirty="0">
                  <a:ln w="0"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latin typeface="+mn-lt"/>
                  <a:ea typeface="+mn-ea"/>
                  <a:cs typeface="+mn-ea"/>
                  <a:sym typeface="+mn-lt"/>
                </a:rPr>
                <a:t>工作内容回顾</a:t>
              </a:r>
              <a:endParaRPr lang="en-US" altLang="zh-CN" sz="2800" b="1" kern="0" dirty="0">
                <a:ln w="0"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 w="0"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</a:t>
              </a: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Please </a:t>
              </a:r>
              <a:r>
                <a:rPr kumimoji="0" lang="en-US" altLang="zh-CN" sz="1350" b="0" i="0" u="none" strike="noStrike" kern="0" cap="none" spc="0" normalizeH="0" baseline="0" noProof="1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add your title here.</a:t>
              </a:r>
              <a:endParaRPr kumimoji="0" lang="zh-CN" altLang="en-US" sz="1350" b="0" i="0" u="none" strike="noStrike" kern="0" cap="none" spc="0" normalizeH="0" baseline="0" noProof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5CE70B1-D36A-6FDB-E394-616E8A6B8741}"/>
                </a:ext>
              </a:extLst>
            </p:cNvPr>
            <p:cNvGrpSpPr/>
            <p:nvPr/>
          </p:nvGrpSpPr>
          <p:grpSpPr>
            <a:xfrm>
              <a:off x="6096000" y="1829177"/>
              <a:ext cx="1010653" cy="646331"/>
              <a:chOff x="6096000" y="1874640"/>
              <a:chExt cx="1010653" cy="646331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70FEB103-938B-5618-B1FD-3F0068782610}"/>
                  </a:ext>
                </a:extLst>
              </p:cNvPr>
              <p:cNvSpPr/>
              <p:nvPr/>
            </p:nvSpPr>
            <p:spPr>
              <a:xfrm>
                <a:off x="6096000" y="1893005"/>
                <a:ext cx="1010653" cy="609601"/>
              </a:xfrm>
              <a:prstGeom prst="roundRect">
                <a:avLst>
                  <a:gd name="adj" fmla="val 50000"/>
                </a:avLst>
              </a:prstGeom>
              <a:solidFill>
                <a:srgbClr val="7E8A7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717DBF0-1232-7A7C-4285-465D0DC5E03F}"/>
                  </a:ext>
                </a:extLst>
              </p:cNvPr>
              <p:cNvSpPr txBox="1"/>
              <p:nvPr/>
            </p:nvSpPr>
            <p:spPr>
              <a:xfrm>
                <a:off x="6184231" y="1874640"/>
                <a:ext cx="83419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dirty="0">
                    <a:solidFill>
                      <a:schemeClr val="bg1"/>
                    </a:solidFill>
                    <a:cs typeface="+mn-ea"/>
                    <a:sym typeface="+mn-lt"/>
                  </a:rPr>
                  <a:t>01</a:t>
                </a:r>
                <a:endParaRPr lang="zh-CN" altLang="en-US" sz="3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AFFCDAE-E25F-4C51-74B9-18519585FE01}"/>
              </a:ext>
            </a:extLst>
          </p:cNvPr>
          <p:cNvGrpSpPr/>
          <p:nvPr/>
        </p:nvGrpSpPr>
        <p:grpSpPr>
          <a:xfrm>
            <a:off x="2850493" y="4038994"/>
            <a:ext cx="3674132" cy="738664"/>
            <a:chOff x="6096000" y="1736844"/>
            <a:chExt cx="3674132" cy="738664"/>
          </a:xfrm>
        </p:grpSpPr>
        <p:sp>
          <p:nvSpPr>
            <p:cNvPr id="39" name="Rectangle 11">
              <a:extLst>
                <a:ext uri="{FF2B5EF4-FFF2-40B4-BE49-F238E27FC236}">
                  <a16:creationId xmlns:a16="http://schemas.microsoft.com/office/drawing/2014/main" id="{1948A43C-4F89-AB5B-47B9-4F7B4357C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1163" y="1736844"/>
              <a:ext cx="2498969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 w="0"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工作完成情况</a:t>
              </a:r>
              <a:endParaRPr kumimoji="0" lang="en-US" altLang="zh-CN" sz="2800" b="1" i="0" u="none" strike="noStrike" kern="0" cap="none" spc="0" normalizeH="0" baseline="0" noProof="0" dirty="0">
                <a:ln w="0"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 w="0"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</a:t>
              </a: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Please </a:t>
              </a:r>
              <a:r>
                <a:rPr kumimoji="0" lang="en-US" altLang="zh-CN" sz="1350" b="0" i="0" u="none" strike="noStrike" kern="0" cap="none" spc="0" normalizeH="0" baseline="0" noProof="1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add your title here.</a:t>
              </a:r>
              <a:endParaRPr kumimoji="0" lang="zh-CN" altLang="en-US" sz="1350" b="0" i="0" u="none" strike="noStrike" kern="0" cap="none" spc="0" normalizeH="0" baseline="0" noProof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D1669A03-0995-C581-B8D1-F3BA3967DD7E}"/>
                </a:ext>
              </a:extLst>
            </p:cNvPr>
            <p:cNvGrpSpPr/>
            <p:nvPr/>
          </p:nvGrpSpPr>
          <p:grpSpPr>
            <a:xfrm>
              <a:off x="6096000" y="1829177"/>
              <a:ext cx="1010653" cy="646331"/>
              <a:chOff x="6096000" y="1874640"/>
              <a:chExt cx="1010653" cy="646331"/>
            </a:xfrm>
          </p:grpSpPr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747321DF-3D5F-E9D2-F80A-4CE121A7E078}"/>
                  </a:ext>
                </a:extLst>
              </p:cNvPr>
              <p:cNvSpPr/>
              <p:nvPr/>
            </p:nvSpPr>
            <p:spPr>
              <a:xfrm>
                <a:off x="6096000" y="1893005"/>
                <a:ext cx="1010653" cy="609601"/>
              </a:xfrm>
              <a:prstGeom prst="roundRect">
                <a:avLst>
                  <a:gd name="adj" fmla="val 50000"/>
                </a:avLst>
              </a:prstGeom>
              <a:solidFill>
                <a:srgbClr val="DA9A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7FA251D1-1AC0-576B-DB54-861F86EB0BA7}"/>
                  </a:ext>
                </a:extLst>
              </p:cNvPr>
              <p:cNvSpPr txBox="1"/>
              <p:nvPr/>
            </p:nvSpPr>
            <p:spPr>
              <a:xfrm>
                <a:off x="6184231" y="1874640"/>
                <a:ext cx="83419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dirty="0">
                    <a:solidFill>
                      <a:schemeClr val="bg1"/>
                    </a:solidFill>
                    <a:cs typeface="+mn-ea"/>
                    <a:sym typeface="+mn-lt"/>
                  </a:rPr>
                  <a:t>02</a:t>
                </a:r>
                <a:endParaRPr lang="zh-CN" altLang="en-US" sz="3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DC51E72-817D-4C4B-A99A-48C7E5994123}"/>
              </a:ext>
            </a:extLst>
          </p:cNvPr>
          <p:cNvGrpSpPr/>
          <p:nvPr/>
        </p:nvGrpSpPr>
        <p:grpSpPr>
          <a:xfrm>
            <a:off x="7504441" y="2505864"/>
            <a:ext cx="3674132" cy="738664"/>
            <a:chOff x="6096000" y="1736844"/>
            <a:chExt cx="3674132" cy="738664"/>
          </a:xfrm>
        </p:grpSpPr>
        <p:sp>
          <p:nvSpPr>
            <p:cNvPr id="44" name="Rectangle 11">
              <a:extLst>
                <a:ext uri="{FF2B5EF4-FFF2-40B4-BE49-F238E27FC236}">
                  <a16:creationId xmlns:a16="http://schemas.microsoft.com/office/drawing/2014/main" id="{3E45DADF-D7BF-EB8A-00FF-3E982A32E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1163" y="1736844"/>
              <a:ext cx="2498969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 w="0"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存在主要问题</a:t>
              </a:r>
              <a:endParaRPr kumimoji="0" lang="en-US" altLang="zh-CN" sz="2800" b="1" i="0" u="none" strike="noStrike" kern="0" cap="none" spc="0" normalizeH="0" baseline="0" noProof="0" dirty="0">
                <a:ln w="0"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 w="0"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</a:t>
              </a: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Please </a:t>
              </a:r>
              <a:r>
                <a:rPr kumimoji="0" lang="en-US" altLang="zh-CN" sz="1350" b="0" i="0" u="none" strike="noStrike" kern="0" cap="none" spc="0" normalizeH="0" baseline="0" noProof="1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add your title here.</a:t>
              </a:r>
              <a:endParaRPr kumimoji="0" lang="zh-CN" altLang="en-US" sz="1350" b="0" i="0" u="none" strike="noStrike" kern="0" cap="none" spc="0" normalizeH="0" baseline="0" noProof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1636A03B-BDC6-6092-8962-A92F589A7609}"/>
                </a:ext>
              </a:extLst>
            </p:cNvPr>
            <p:cNvGrpSpPr/>
            <p:nvPr/>
          </p:nvGrpSpPr>
          <p:grpSpPr>
            <a:xfrm>
              <a:off x="6096000" y="1829177"/>
              <a:ext cx="1010653" cy="646331"/>
              <a:chOff x="6096000" y="1874640"/>
              <a:chExt cx="1010653" cy="646331"/>
            </a:xfrm>
          </p:grpSpPr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7DD56FCB-7D7C-813A-4435-5863B0BE95C2}"/>
                  </a:ext>
                </a:extLst>
              </p:cNvPr>
              <p:cNvSpPr/>
              <p:nvPr/>
            </p:nvSpPr>
            <p:spPr>
              <a:xfrm>
                <a:off x="6096000" y="1893005"/>
                <a:ext cx="1010653" cy="609601"/>
              </a:xfrm>
              <a:prstGeom prst="roundRect">
                <a:avLst>
                  <a:gd name="adj" fmla="val 50000"/>
                </a:avLst>
              </a:prstGeom>
              <a:solidFill>
                <a:srgbClr val="7E8A7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D83C989-304C-0624-DE97-BD79CA1BDD0B}"/>
                  </a:ext>
                </a:extLst>
              </p:cNvPr>
              <p:cNvSpPr txBox="1"/>
              <p:nvPr/>
            </p:nvSpPr>
            <p:spPr>
              <a:xfrm>
                <a:off x="6184231" y="1874640"/>
                <a:ext cx="83419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dirty="0">
                    <a:solidFill>
                      <a:schemeClr val="bg1"/>
                    </a:solidFill>
                    <a:cs typeface="+mn-ea"/>
                    <a:sym typeface="+mn-lt"/>
                  </a:rPr>
                  <a:t>03</a:t>
                </a:r>
                <a:endParaRPr lang="zh-CN" altLang="en-US" sz="3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17911F8-D8CF-B2A8-C686-1712542DA125}"/>
              </a:ext>
            </a:extLst>
          </p:cNvPr>
          <p:cNvGrpSpPr/>
          <p:nvPr/>
        </p:nvGrpSpPr>
        <p:grpSpPr>
          <a:xfrm>
            <a:off x="7504441" y="4043093"/>
            <a:ext cx="3674132" cy="738664"/>
            <a:chOff x="6096000" y="1736844"/>
            <a:chExt cx="3674132" cy="738664"/>
          </a:xfrm>
        </p:grpSpPr>
        <p:sp>
          <p:nvSpPr>
            <p:cNvPr id="49" name="Rectangle 11">
              <a:extLst>
                <a:ext uri="{FF2B5EF4-FFF2-40B4-BE49-F238E27FC236}">
                  <a16:creationId xmlns:a16="http://schemas.microsoft.com/office/drawing/2014/main" id="{F894059C-6E94-2D18-CC46-973F4083A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1163" y="1736844"/>
              <a:ext cx="2498969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 w="0"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未来工作规划</a:t>
              </a:r>
              <a:endParaRPr kumimoji="0" lang="en-US" altLang="zh-CN" sz="2800" b="1" i="0" u="none" strike="noStrike" kern="0" cap="none" spc="0" normalizeH="0" baseline="0" noProof="0" dirty="0">
                <a:ln w="0"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 w="0"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</a:t>
              </a: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Please </a:t>
              </a:r>
              <a:r>
                <a:rPr kumimoji="0" lang="en-US" altLang="zh-CN" sz="1350" b="0" i="0" u="none" strike="noStrike" kern="0" cap="none" spc="0" normalizeH="0" baseline="0" noProof="1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add your title here.</a:t>
              </a:r>
              <a:endParaRPr kumimoji="0" lang="zh-CN" altLang="en-US" sz="1350" b="0" i="0" u="none" strike="noStrike" kern="0" cap="none" spc="0" normalizeH="0" baseline="0" noProof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98479EB7-43E4-0994-1164-5BCC62A55059}"/>
                </a:ext>
              </a:extLst>
            </p:cNvPr>
            <p:cNvGrpSpPr/>
            <p:nvPr/>
          </p:nvGrpSpPr>
          <p:grpSpPr>
            <a:xfrm>
              <a:off x="6096000" y="1829177"/>
              <a:ext cx="1010653" cy="646331"/>
              <a:chOff x="6096000" y="1874640"/>
              <a:chExt cx="1010653" cy="6463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82C8C9D3-E327-C209-9105-C9B49F34541A}"/>
                  </a:ext>
                </a:extLst>
              </p:cNvPr>
              <p:cNvSpPr/>
              <p:nvPr/>
            </p:nvSpPr>
            <p:spPr>
              <a:xfrm>
                <a:off x="6096000" y="1893005"/>
                <a:ext cx="1010653" cy="609601"/>
              </a:xfrm>
              <a:prstGeom prst="roundRect">
                <a:avLst>
                  <a:gd name="adj" fmla="val 50000"/>
                </a:avLst>
              </a:prstGeom>
              <a:solidFill>
                <a:srgbClr val="DA9A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78968DEA-ABFA-C3B7-4BC6-3E4EA12E774C}"/>
                  </a:ext>
                </a:extLst>
              </p:cNvPr>
              <p:cNvSpPr txBox="1"/>
              <p:nvPr/>
            </p:nvSpPr>
            <p:spPr>
              <a:xfrm>
                <a:off x="6184231" y="1874640"/>
                <a:ext cx="83419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600" dirty="0">
                    <a:solidFill>
                      <a:schemeClr val="bg1"/>
                    </a:solidFill>
                    <a:cs typeface="+mn-ea"/>
                    <a:sym typeface="+mn-lt"/>
                  </a:rPr>
                  <a:t>04</a:t>
                </a:r>
                <a:endParaRPr lang="zh-CN" altLang="en-US" sz="3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19244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prism isInverted="1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图片包含 背景图案&#10;&#10;描述已自动生成">
            <a:extLst>
              <a:ext uri="{FF2B5EF4-FFF2-40B4-BE49-F238E27FC236}">
                <a16:creationId xmlns:a16="http://schemas.microsoft.com/office/drawing/2014/main" id="{810C9F31-F43B-840E-82F5-BCE6A7E5F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3A760B5-4AC0-4656-78BF-C48CA76EF0CA}"/>
              </a:ext>
            </a:extLst>
          </p:cNvPr>
          <p:cNvSpPr/>
          <p:nvPr/>
        </p:nvSpPr>
        <p:spPr>
          <a:xfrm>
            <a:off x="4558535" y="1945759"/>
            <a:ext cx="3051544" cy="905602"/>
          </a:xfrm>
          <a:prstGeom prst="roundRect">
            <a:avLst>
              <a:gd name="adj" fmla="val 50000"/>
            </a:avLst>
          </a:prstGeom>
          <a:solidFill>
            <a:srgbClr val="DA9A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  <a:cs typeface="+mn-ea"/>
                <a:sym typeface="+mn-lt"/>
              </a:rPr>
              <a:t>Part 01</a:t>
            </a:r>
            <a:endParaRPr lang="zh-CN" altLang="en-US" sz="4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76B34B-A498-B488-DFE9-1331C05CBECE}"/>
              </a:ext>
            </a:extLst>
          </p:cNvPr>
          <p:cNvSpPr/>
          <p:nvPr/>
        </p:nvSpPr>
        <p:spPr>
          <a:xfrm>
            <a:off x="4145315" y="3123733"/>
            <a:ext cx="387798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480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工作内容回顾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39398A6-E9F7-CCDE-E030-D1335EA4A2FF}"/>
              </a:ext>
            </a:extLst>
          </p:cNvPr>
          <p:cNvSpPr/>
          <p:nvPr/>
        </p:nvSpPr>
        <p:spPr>
          <a:xfrm>
            <a:off x="3097362" y="4179969"/>
            <a:ext cx="5973890" cy="658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Please click here to add appropriate text to explain, you can directly copy and paste the text content.</a:t>
            </a:r>
          </a:p>
        </p:txBody>
      </p:sp>
    </p:spTree>
    <p:extLst>
      <p:ext uri="{BB962C8B-B14F-4D97-AF65-F5344CB8AC3E}">
        <p14:creationId xmlns:p14="http://schemas.microsoft.com/office/powerpoint/2010/main" val="333011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0">
        <p14:prism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9F24ACDB-E4C3-F8CF-EFD6-8AACA7589203}"/>
              </a:ext>
            </a:extLst>
          </p:cNvPr>
          <p:cNvSpPr/>
          <p:nvPr/>
        </p:nvSpPr>
        <p:spPr>
          <a:xfrm rot="13309666" flipH="1">
            <a:off x="-543961" y="-452225"/>
            <a:ext cx="1261549" cy="1560327"/>
          </a:xfrm>
          <a:custGeom>
            <a:avLst/>
            <a:gdLst>
              <a:gd name="connsiteX0" fmla="*/ 2291801 w 2659024"/>
              <a:gd name="connsiteY0" fmla="*/ 2285896 h 3739830"/>
              <a:gd name="connsiteX1" fmla="*/ 2038521 w 2659024"/>
              <a:gd name="connsiteY1" fmla="*/ 1784080 h 3739830"/>
              <a:gd name="connsiteX2" fmla="*/ 2231828 w 2659024"/>
              <a:gd name="connsiteY2" fmla="*/ 1284775 h 3739830"/>
              <a:gd name="connsiteX3" fmla="*/ 2388036 w 2659024"/>
              <a:gd name="connsiteY3" fmla="*/ 764270 h 3739830"/>
              <a:gd name="connsiteX4" fmla="*/ 2233502 w 2659024"/>
              <a:gd name="connsiteY4" fmla="*/ 269148 h 3739830"/>
              <a:gd name="connsiteX5" fmla="*/ 2050236 w 2659024"/>
              <a:gd name="connsiteY5" fmla="*/ 82536 h 3739830"/>
              <a:gd name="connsiteX6" fmla="*/ 1947585 w 2659024"/>
              <a:gd name="connsiteY6" fmla="*/ 80863 h 3739830"/>
              <a:gd name="connsiteX7" fmla="*/ 1938659 w 2659024"/>
              <a:gd name="connsiteY7" fmla="*/ 83094 h 3739830"/>
              <a:gd name="connsiteX8" fmla="*/ 1899328 w 2659024"/>
              <a:gd name="connsiteY8" fmla="*/ 63290 h 3739830"/>
              <a:gd name="connsiteX9" fmla="*/ 827352 w 2659024"/>
              <a:gd name="connsiteY9" fmla="*/ 150319 h 3739830"/>
              <a:gd name="connsiteX10" fmla="*/ 386622 w 2659024"/>
              <a:gd name="connsiteY10" fmla="*/ 500112 h 3739830"/>
              <a:gd name="connsiteX11" fmla="*/ 270582 w 2659024"/>
              <a:gd name="connsiteY11" fmla="*/ 1054648 h 3739830"/>
              <a:gd name="connsiteX12" fmla="*/ 337529 w 2659024"/>
              <a:gd name="connsiteY12" fmla="*/ 1627594 h 3739830"/>
              <a:gd name="connsiteX13" fmla="*/ 59981 w 2659024"/>
              <a:gd name="connsiteY13" fmla="*/ 2164557 h 3739830"/>
              <a:gd name="connsiteX14" fmla="*/ 66117 w 2659024"/>
              <a:gd name="connsiteY14" fmla="*/ 2707656 h 3739830"/>
              <a:gd name="connsiteX15" fmla="*/ 477558 w 2659024"/>
              <a:gd name="connsiteY15" fmla="*/ 2965677 h 3739830"/>
              <a:gd name="connsiteX16" fmla="*/ 1027911 w 2659024"/>
              <a:gd name="connsiteY16" fmla="*/ 2985203 h 3739830"/>
              <a:gd name="connsiteX17" fmla="*/ 1425126 w 2659024"/>
              <a:gd name="connsiteY17" fmla="*/ 3214772 h 3739830"/>
              <a:gd name="connsiteX18" fmla="*/ 2143961 w 2659024"/>
              <a:gd name="connsiteY18" fmla="*/ 3732766 h 3739830"/>
              <a:gd name="connsiteX19" fmla="*/ 2615374 w 2659024"/>
              <a:gd name="connsiteY19" fmla="*/ 2799428 h 3739830"/>
              <a:gd name="connsiteX20" fmla="*/ 2291801 w 2659024"/>
              <a:gd name="connsiteY20" fmla="*/ 2285896 h 37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659024" h="3739830">
                <a:moveTo>
                  <a:pt x="2291801" y="2285896"/>
                </a:moveTo>
                <a:cubicBezTo>
                  <a:pt x="2174087" y="2139173"/>
                  <a:pt x="2045494" y="1980176"/>
                  <a:pt x="2038521" y="1784080"/>
                </a:cubicBezTo>
                <a:cubicBezTo>
                  <a:pt x="2042147" y="1599421"/>
                  <a:pt x="2147308" y="1442377"/>
                  <a:pt x="2231828" y="1284775"/>
                </a:cubicBezTo>
                <a:cubicBezTo>
                  <a:pt x="2318858" y="1121873"/>
                  <a:pt x="2388873" y="951998"/>
                  <a:pt x="2388036" y="764270"/>
                </a:cubicBezTo>
                <a:cubicBezTo>
                  <a:pt x="2387199" y="590489"/>
                  <a:pt x="2333084" y="411967"/>
                  <a:pt x="2233502" y="269148"/>
                </a:cubicBezTo>
                <a:cubicBezTo>
                  <a:pt x="2188313" y="204434"/>
                  <a:pt x="2125551" y="114057"/>
                  <a:pt x="2050236" y="82536"/>
                </a:cubicBezTo>
                <a:cubicBezTo>
                  <a:pt x="2013695" y="67195"/>
                  <a:pt x="1984127" y="75284"/>
                  <a:pt x="1947585" y="80863"/>
                </a:cubicBezTo>
                <a:cubicBezTo>
                  <a:pt x="1944796" y="81421"/>
                  <a:pt x="1941728" y="81979"/>
                  <a:pt x="1938659" y="83094"/>
                </a:cubicBezTo>
                <a:cubicBezTo>
                  <a:pt x="1935312" y="77237"/>
                  <a:pt x="1914670" y="68032"/>
                  <a:pt x="1899328" y="63290"/>
                </a:cubicBezTo>
                <a:cubicBezTo>
                  <a:pt x="1547860" y="-47729"/>
                  <a:pt x="1157620" y="-8956"/>
                  <a:pt x="827352" y="150319"/>
                </a:cubicBezTo>
                <a:cubicBezTo>
                  <a:pt x="659149" y="231491"/>
                  <a:pt x="499873" y="350042"/>
                  <a:pt x="386622" y="500112"/>
                </a:cubicBezTo>
                <a:cubicBezTo>
                  <a:pt x="261656" y="665524"/>
                  <a:pt x="233204" y="853531"/>
                  <a:pt x="270582" y="1054648"/>
                </a:cubicBezTo>
                <a:cubicBezTo>
                  <a:pt x="306287" y="1245723"/>
                  <a:pt x="398338" y="1431777"/>
                  <a:pt x="337529" y="1627594"/>
                </a:cubicBezTo>
                <a:cubicBezTo>
                  <a:pt x="277277" y="1820343"/>
                  <a:pt x="134737" y="1977108"/>
                  <a:pt x="59981" y="2164557"/>
                </a:cubicBezTo>
                <a:cubicBezTo>
                  <a:pt x="-8639" y="2336943"/>
                  <a:pt x="-32907" y="2541407"/>
                  <a:pt x="66117" y="2707656"/>
                </a:cubicBezTo>
                <a:cubicBezTo>
                  <a:pt x="153426" y="2854379"/>
                  <a:pt x="313818" y="2936109"/>
                  <a:pt x="477558" y="2965677"/>
                </a:cubicBezTo>
                <a:cubicBezTo>
                  <a:pt x="660823" y="2998871"/>
                  <a:pt x="843530" y="2972929"/>
                  <a:pt x="1027911" y="2985203"/>
                </a:cubicBezTo>
                <a:cubicBezTo>
                  <a:pt x="1204203" y="2996918"/>
                  <a:pt x="1326101" y="3071396"/>
                  <a:pt x="1425126" y="3214772"/>
                </a:cubicBezTo>
                <a:cubicBezTo>
                  <a:pt x="1603928" y="3473908"/>
                  <a:pt x="1772967" y="3791344"/>
                  <a:pt x="2143961" y="3732766"/>
                </a:cubicBezTo>
                <a:cubicBezTo>
                  <a:pt x="2582180" y="3663868"/>
                  <a:pt x="2745919" y="3181299"/>
                  <a:pt x="2615374" y="2799428"/>
                </a:cubicBezTo>
                <a:cubicBezTo>
                  <a:pt x="2548428" y="2603332"/>
                  <a:pt x="2419835" y="2445451"/>
                  <a:pt x="2291801" y="2285896"/>
                </a:cubicBezTo>
                <a:close/>
              </a:path>
            </a:pathLst>
          </a:custGeom>
          <a:solidFill>
            <a:srgbClr val="7E8A72"/>
          </a:solidFill>
          <a:ln w="244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7CA7EB-8ACF-75BE-3668-5D331A747F12}"/>
              </a:ext>
            </a:extLst>
          </p:cNvPr>
          <p:cNvGrpSpPr/>
          <p:nvPr/>
        </p:nvGrpSpPr>
        <p:grpSpPr>
          <a:xfrm>
            <a:off x="9539785" y="5610004"/>
            <a:ext cx="2884102" cy="2495992"/>
            <a:chOff x="8899022" y="5317131"/>
            <a:chExt cx="3438309" cy="297562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52D97EF-FFB4-7E97-621A-3EF96724ECEB}"/>
                </a:ext>
              </a:extLst>
            </p:cNvPr>
            <p:cNvSpPr/>
            <p:nvPr/>
          </p:nvSpPr>
          <p:spPr>
            <a:xfrm rot="10800000">
              <a:off x="10618177" y="5317131"/>
              <a:ext cx="1573823" cy="1540869"/>
            </a:xfrm>
            <a:custGeom>
              <a:avLst/>
              <a:gdLst>
                <a:gd name="connsiteX0" fmla="*/ 0 w 7004667"/>
                <a:gd name="connsiteY0" fmla="*/ 0 h 6858002"/>
                <a:gd name="connsiteX1" fmla="*/ 7004667 w 7004667"/>
                <a:gd name="connsiteY1" fmla="*/ 0 h 6858002"/>
                <a:gd name="connsiteX2" fmla="*/ 6927890 w 7004667"/>
                <a:gd name="connsiteY2" fmla="*/ 13049 h 6858002"/>
                <a:gd name="connsiteX3" fmla="*/ 4016144 w 7004667"/>
                <a:gd name="connsiteY3" fmla="*/ 3524955 h 6858002"/>
                <a:gd name="connsiteX4" fmla="*/ 980784 w 7004667"/>
                <a:gd name="connsiteY4" fmla="*/ 6858002 h 6858002"/>
                <a:gd name="connsiteX5" fmla="*/ 0 w 7004667"/>
                <a:gd name="connsiteY5" fmla="*/ 6858002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4667" h="6858002">
                  <a:moveTo>
                    <a:pt x="0" y="0"/>
                  </a:moveTo>
                  <a:lnTo>
                    <a:pt x="7004667" y="0"/>
                  </a:lnTo>
                  <a:lnTo>
                    <a:pt x="6927890" y="13049"/>
                  </a:lnTo>
                  <a:cubicBezTo>
                    <a:pt x="5094667" y="437170"/>
                    <a:pt x="6918515" y="3313232"/>
                    <a:pt x="4016144" y="3524955"/>
                  </a:cubicBezTo>
                  <a:cubicBezTo>
                    <a:pt x="933197" y="3670782"/>
                    <a:pt x="3682935" y="6027461"/>
                    <a:pt x="980784" y="6858002"/>
                  </a:cubicBezTo>
                  <a:lnTo>
                    <a:pt x="0" y="6858002"/>
                  </a:lnTo>
                  <a:close/>
                </a:path>
              </a:pathLst>
            </a:custGeom>
            <a:solidFill>
              <a:srgbClr val="CDC0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2AB46ADB-D1E6-D7E0-C3E1-1AEA17EF9883}"/>
                </a:ext>
              </a:extLst>
            </p:cNvPr>
            <p:cNvSpPr/>
            <p:nvPr/>
          </p:nvSpPr>
          <p:spPr>
            <a:xfrm rot="19222550" flipH="1">
              <a:off x="8899022" y="5832618"/>
              <a:ext cx="3438309" cy="2460133"/>
            </a:xfrm>
            <a:custGeom>
              <a:avLst/>
              <a:gdLst>
                <a:gd name="connsiteX0" fmla="*/ 6749971 w 6815402"/>
                <a:gd name="connsiteY0" fmla="*/ 786590 h 4876466"/>
                <a:gd name="connsiteX1" fmla="*/ 6748018 w 6815402"/>
                <a:gd name="connsiteY1" fmla="*/ 782405 h 4876466"/>
                <a:gd name="connsiteX2" fmla="*/ 6746902 w 6815402"/>
                <a:gd name="connsiteY2" fmla="*/ 779058 h 4876466"/>
                <a:gd name="connsiteX3" fmla="*/ 5340753 w 6815402"/>
                <a:gd name="connsiteY3" fmla="*/ 22847 h 4876466"/>
                <a:gd name="connsiteX4" fmla="*/ 3376439 w 6815402"/>
                <a:gd name="connsiteY4" fmla="*/ 789100 h 4876466"/>
                <a:gd name="connsiteX5" fmla="*/ 2839474 w 6815402"/>
                <a:gd name="connsiteY5" fmla="*/ 604441 h 4876466"/>
                <a:gd name="connsiteX6" fmla="*/ 2428592 w 6815402"/>
                <a:gd name="connsiteY6" fmla="*/ 310994 h 4876466"/>
                <a:gd name="connsiteX7" fmla="*/ 1587301 w 6815402"/>
                <a:gd name="connsiteY7" fmla="*/ 209459 h 4876466"/>
                <a:gd name="connsiteX8" fmla="*/ 968327 w 6815402"/>
                <a:gd name="connsiteY8" fmla="*/ 927455 h 4876466"/>
                <a:gd name="connsiteX9" fmla="*/ 850613 w 6815402"/>
                <a:gd name="connsiteY9" fmla="*/ 1348657 h 4876466"/>
                <a:gd name="connsiteX10" fmla="*/ 865118 w 6815402"/>
                <a:gd name="connsiteY10" fmla="*/ 1927182 h 4876466"/>
                <a:gd name="connsiteX11" fmla="*/ 441126 w 6815402"/>
                <a:gd name="connsiteY11" fmla="*/ 2960103 h 4876466"/>
                <a:gd name="connsiteX12" fmla="*/ 9601 w 6815402"/>
                <a:gd name="connsiteY12" fmla="*/ 3785212 h 4876466"/>
                <a:gd name="connsiteX13" fmla="*/ 267902 w 6815402"/>
                <a:gd name="connsiteY13" fmla="*/ 4615063 h 4876466"/>
                <a:gd name="connsiteX14" fmla="*/ 993432 w 6815402"/>
                <a:gd name="connsiteY14" fmla="*/ 4866111 h 4876466"/>
                <a:gd name="connsiteX15" fmla="*/ 1735140 w 6815402"/>
                <a:gd name="connsiteY15" fmla="*/ 4339469 h 4876466"/>
                <a:gd name="connsiteX16" fmla="*/ 2458718 w 6815402"/>
                <a:gd name="connsiteY16" fmla="*/ 3563732 h 4876466"/>
                <a:gd name="connsiteX17" fmla="*/ 3529299 w 6815402"/>
                <a:gd name="connsiteY17" fmla="*/ 3364847 h 4876466"/>
                <a:gd name="connsiteX18" fmla="*/ 4506156 w 6815402"/>
                <a:gd name="connsiteY18" fmla="*/ 3185487 h 4876466"/>
                <a:gd name="connsiteX19" fmla="*/ 4941307 w 6815402"/>
                <a:gd name="connsiteY19" fmla="*/ 2434855 h 4876466"/>
                <a:gd name="connsiteX20" fmla="*/ 5349679 w 6815402"/>
                <a:gd name="connsiteY20" fmla="*/ 1522158 h 4876466"/>
                <a:gd name="connsiteX21" fmla="*/ 5795987 w 6815402"/>
                <a:gd name="connsiteY21" fmla="*/ 1314068 h 4876466"/>
                <a:gd name="connsiteX22" fmla="*/ 6122071 w 6815402"/>
                <a:gd name="connsiteY22" fmla="*/ 1349773 h 4876466"/>
                <a:gd name="connsiteX23" fmla="*/ 6307847 w 6815402"/>
                <a:gd name="connsiteY23" fmla="*/ 1476412 h 4876466"/>
                <a:gd name="connsiteX24" fmla="*/ 6805202 w 6815402"/>
                <a:gd name="connsiteY24" fmla="*/ 1200539 h 4876466"/>
                <a:gd name="connsiteX25" fmla="*/ 6749971 w 6815402"/>
                <a:gd name="connsiteY25" fmla="*/ 786590 h 487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815402" h="4876466">
                  <a:moveTo>
                    <a:pt x="6749971" y="786590"/>
                  </a:moveTo>
                  <a:cubicBezTo>
                    <a:pt x="6749413" y="785195"/>
                    <a:pt x="6748576" y="783800"/>
                    <a:pt x="6748018" y="782405"/>
                  </a:cubicBezTo>
                  <a:cubicBezTo>
                    <a:pt x="6747739" y="781290"/>
                    <a:pt x="6747460" y="780174"/>
                    <a:pt x="6746902" y="779058"/>
                  </a:cubicBezTo>
                  <a:cubicBezTo>
                    <a:pt x="6515101" y="236796"/>
                    <a:pt x="5922348" y="-92076"/>
                    <a:pt x="5340753" y="22847"/>
                  </a:cubicBezTo>
                  <a:cubicBezTo>
                    <a:pt x="4643675" y="160645"/>
                    <a:pt x="4114521" y="803047"/>
                    <a:pt x="3376439" y="789100"/>
                  </a:cubicBezTo>
                  <a:cubicBezTo>
                    <a:pt x="3178111" y="785474"/>
                    <a:pt x="3001261" y="716854"/>
                    <a:pt x="2839474" y="604441"/>
                  </a:cubicBezTo>
                  <a:cubicBezTo>
                    <a:pt x="2701119" y="508206"/>
                    <a:pt x="2575316" y="395234"/>
                    <a:pt x="2428592" y="310994"/>
                  </a:cubicBezTo>
                  <a:cubicBezTo>
                    <a:pt x="2178380" y="167339"/>
                    <a:pt x="1861501" y="80030"/>
                    <a:pt x="1587301" y="209459"/>
                  </a:cubicBezTo>
                  <a:cubicBezTo>
                    <a:pt x="1311984" y="339446"/>
                    <a:pt x="1093572" y="659671"/>
                    <a:pt x="968327" y="927455"/>
                  </a:cubicBezTo>
                  <a:cubicBezTo>
                    <a:pt x="906123" y="1060510"/>
                    <a:pt x="863166" y="1201934"/>
                    <a:pt x="850613" y="1348657"/>
                  </a:cubicBezTo>
                  <a:cubicBezTo>
                    <a:pt x="834156" y="1541405"/>
                    <a:pt x="872092" y="1734154"/>
                    <a:pt x="865118" y="1927182"/>
                  </a:cubicBezTo>
                  <a:cubicBezTo>
                    <a:pt x="850892" y="2320210"/>
                    <a:pt x="686037" y="2659961"/>
                    <a:pt x="441126" y="2960103"/>
                  </a:cubicBezTo>
                  <a:cubicBezTo>
                    <a:pt x="237776" y="3209476"/>
                    <a:pt x="52558" y="3456619"/>
                    <a:pt x="9601" y="3785212"/>
                  </a:cubicBezTo>
                  <a:cubicBezTo>
                    <a:pt x="-29730" y="4085632"/>
                    <a:pt x="50885" y="4397210"/>
                    <a:pt x="267902" y="4615063"/>
                  </a:cubicBezTo>
                  <a:cubicBezTo>
                    <a:pt x="455631" y="4803628"/>
                    <a:pt x="727321" y="4911578"/>
                    <a:pt x="993432" y="4866111"/>
                  </a:cubicBezTo>
                  <a:cubicBezTo>
                    <a:pt x="1305011" y="4813111"/>
                    <a:pt x="1546854" y="4578243"/>
                    <a:pt x="1735140" y="4339469"/>
                  </a:cubicBezTo>
                  <a:cubicBezTo>
                    <a:pt x="1956342" y="4058853"/>
                    <a:pt x="2145744" y="3753133"/>
                    <a:pt x="2458718" y="3563732"/>
                  </a:cubicBezTo>
                  <a:cubicBezTo>
                    <a:pt x="2792333" y="3361778"/>
                    <a:pt x="3149380" y="3339463"/>
                    <a:pt x="3529299" y="3364847"/>
                  </a:cubicBezTo>
                  <a:cubicBezTo>
                    <a:pt x="3871562" y="3387720"/>
                    <a:pt x="4215219" y="3393578"/>
                    <a:pt x="4506156" y="3185487"/>
                  </a:cubicBezTo>
                  <a:cubicBezTo>
                    <a:pt x="4761389" y="3003059"/>
                    <a:pt x="4883566" y="2736112"/>
                    <a:pt x="4941307" y="2434855"/>
                  </a:cubicBezTo>
                  <a:cubicBezTo>
                    <a:pt x="5007695" y="2088689"/>
                    <a:pt x="5061531" y="1758980"/>
                    <a:pt x="5349679" y="1522158"/>
                  </a:cubicBezTo>
                  <a:cubicBezTo>
                    <a:pt x="5477156" y="1417277"/>
                    <a:pt x="5633085" y="1342241"/>
                    <a:pt x="5795987" y="1314068"/>
                  </a:cubicBezTo>
                  <a:cubicBezTo>
                    <a:pt x="5903380" y="1295379"/>
                    <a:pt x="6022488" y="1302910"/>
                    <a:pt x="6122071" y="1349773"/>
                  </a:cubicBezTo>
                  <a:cubicBezTo>
                    <a:pt x="6191528" y="1382409"/>
                    <a:pt x="6240900" y="1441823"/>
                    <a:pt x="6307847" y="1476412"/>
                  </a:cubicBezTo>
                  <a:cubicBezTo>
                    <a:pt x="6526538" y="1589104"/>
                    <a:pt x="6762244" y="1420624"/>
                    <a:pt x="6805202" y="1200539"/>
                  </a:cubicBezTo>
                  <a:cubicBezTo>
                    <a:pt x="6832817" y="1060789"/>
                    <a:pt x="6801017" y="916855"/>
                    <a:pt x="6749971" y="786590"/>
                  </a:cubicBezTo>
                  <a:close/>
                </a:path>
              </a:pathLst>
            </a:custGeom>
            <a:solidFill>
              <a:srgbClr val="DA9AA5"/>
            </a:solidFill>
            <a:ln w="244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8" name="文本框 20">
            <a:extLst>
              <a:ext uri="{FF2B5EF4-FFF2-40B4-BE49-F238E27FC236}">
                <a16:creationId xmlns:a16="http://schemas.microsoft.com/office/drawing/2014/main" id="{8F5CBAC2-D21F-C779-31FA-D9E0BD246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647" y="388099"/>
            <a:ext cx="27673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工作内容回顾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C2C7A2B-676B-F6A1-77BE-639B06711F4E}"/>
              </a:ext>
            </a:extLst>
          </p:cNvPr>
          <p:cNvGrpSpPr/>
          <p:nvPr/>
        </p:nvGrpSpPr>
        <p:grpSpPr>
          <a:xfrm>
            <a:off x="763469" y="1373418"/>
            <a:ext cx="3473687" cy="2171700"/>
            <a:chOff x="1002885" y="1647826"/>
            <a:chExt cx="3473687" cy="2171700"/>
          </a:xfrm>
          <a:effectLst>
            <a:outerShdw blurRad="762000" algn="ctr" rotWithShape="0">
              <a:sysClr val="window" lastClr="FFFFFF">
                <a:lumMod val="50000"/>
                <a:alpha val="10000"/>
              </a:sysClr>
            </a:outerShdw>
          </a:effectLst>
        </p:grpSpPr>
        <p:sp>
          <p:nvSpPr>
            <p:cNvPr id="22" name="六边形 25">
              <a:extLst>
                <a:ext uri="{FF2B5EF4-FFF2-40B4-BE49-F238E27FC236}">
                  <a16:creationId xmlns:a16="http://schemas.microsoft.com/office/drawing/2014/main" id="{EDE03CE7-4C77-8393-8A63-814B1BD0F6FD}"/>
                </a:ext>
              </a:extLst>
            </p:cNvPr>
            <p:cNvSpPr/>
            <p:nvPr/>
          </p:nvSpPr>
          <p:spPr>
            <a:xfrm>
              <a:off x="1002885" y="1647826"/>
              <a:ext cx="3473687" cy="2171700"/>
            </a:xfrm>
            <a:prstGeom prst="roundRect">
              <a:avLst>
                <a:gd name="adj" fmla="val 0"/>
              </a:avLst>
            </a:prstGeom>
            <a:solidFill>
              <a:srgbClr val="DA9AA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ysClr val="window" lastClr="FFFFFF">
                  <a:lumMod val="50000"/>
                  <a:alpha val="1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7F70AE1F-9915-A78B-99E1-621D702779E6}"/>
                </a:ext>
              </a:extLst>
            </p:cNvPr>
            <p:cNvSpPr txBox="1"/>
            <p:nvPr/>
          </p:nvSpPr>
          <p:spPr>
            <a:xfrm>
              <a:off x="1076434" y="1924352"/>
              <a:ext cx="3326589" cy="16186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请您单击此处添加合适文字加以说明，可根据需要适当地调整文字的大小或者颜色等属性。</a:t>
              </a:r>
            </a:p>
          </p:txBody>
        </p:sp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2388D63C-C25C-B33C-8099-D7E1BED946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59156" y="1374386"/>
            <a:ext cx="3473688" cy="2169766"/>
          </a:xfrm>
          <a:prstGeom prst="rect">
            <a:avLst/>
          </a:prstGeom>
          <a:effectLst>
            <a:outerShdw blurRad="762000" algn="ctr" rotWithShape="0">
              <a:sysClr val="window" lastClr="FFFFFF">
                <a:lumMod val="50000"/>
                <a:alpha val="10000"/>
              </a:sysClr>
            </a:outerShdw>
          </a:effectLst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2705C6CE-EB1B-8A1D-722F-A5A5DD62CCF3}"/>
              </a:ext>
            </a:extLst>
          </p:cNvPr>
          <p:cNvGrpSpPr/>
          <p:nvPr/>
        </p:nvGrpSpPr>
        <p:grpSpPr>
          <a:xfrm>
            <a:off x="7954844" y="1373418"/>
            <a:ext cx="3473687" cy="2171700"/>
            <a:chOff x="1002885" y="1647826"/>
            <a:chExt cx="3473687" cy="2171700"/>
          </a:xfrm>
          <a:effectLst>
            <a:outerShdw blurRad="762000" algn="ctr" rotWithShape="0">
              <a:sysClr val="window" lastClr="FFFFFF">
                <a:lumMod val="50000"/>
                <a:alpha val="10000"/>
              </a:sysClr>
            </a:outerShdw>
          </a:effectLst>
        </p:grpSpPr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BBFDD161-77C9-04A8-9498-09DBCD290B55}"/>
                </a:ext>
              </a:extLst>
            </p:cNvPr>
            <p:cNvSpPr/>
            <p:nvPr/>
          </p:nvSpPr>
          <p:spPr>
            <a:xfrm>
              <a:off x="1002885" y="1647826"/>
              <a:ext cx="3473687" cy="2171700"/>
            </a:xfrm>
            <a:prstGeom prst="roundRect">
              <a:avLst>
                <a:gd name="adj" fmla="val 0"/>
              </a:avLst>
            </a:prstGeom>
            <a:solidFill>
              <a:srgbClr val="7E8A7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ysClr val="window" lastClr="FFFFFF">
                  <a:lumMod val="50000"/>
                  <a:alpha val="1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4E69FFF-7978-51C1-60BD-F2F7918E06C1}"/>
                </a:ext>
              </a:extLst>
            </p:cNvPr>
            <p:cNvSpPr txBox="1"/>
            <p:nvPr/>
          </p:nvSpPr>
          <p:spPr>
            <a:xfrm>
              <a:off x="1076434" y="1924352"/>
              <a:ext cx="3326589" cy="16186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请您单击此处添加合适文字加以说明，可根据需要适当地调整文字的大小或者颜色等属性。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CFFD3C2-1222-001E-FB88-EBA7090DC8C8}"/>
              </a:ext>
            </a:extLst>
          </p:cNvPr>
          <p:cNvGrpSpPr/>
          <p:nvPr/>
        </p:nvGrpSpPr>
        <p:grpSpPr>
          <a:xfrm>
            <a:off x="763270" y="3662680"/>
            <a:ext cx="5242560" cy="2146300"/>
            <a:chOff x="1202" y="5768"/>
            <a:chExt cx="8256" cy="3380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7206C6F7-A3A3-1ADF-A31C-A5F8EA7572D8}"/>
                </a:ext>
              </a:extLst>
            </p:cNvPr>
            <p:cNvSpPr/>
            <p:nvPr/>
          </p:nvSpPr>
          <p:spPr>
            <a:xfrm>
              <a:off x="1202" y="5768"/>
              <a:ext cx="8257" cy="338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ysClr val="window" lastClr="FFFFFF">
                  <a:lumMod val="50000"/>
                  <a:alpha val="10000"/>
                </a:sysClr>
              </a:outerShdw>
            </a:effectLst>
          </p:spPr>
          <p:txBody>
            <a:bodyPr anchor="ctr"/>
            <a:lstStyle/>
            <a:p>
              <a:pPr marL="0" marR="0" lvl="0" indent="0" algn="ctr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79F2729-962E-FB03-AED3-6CD8AFB606C0}"/>
                </a:ext>
              </a:extLst>
            </p:cNvPr>
            <p:cNvSpPr txBox="1"/>
            <p:nvPr/>
          </p:nvSpPr>
          <p:spPr>
            <a:xfrm>
              <a:off x="3264" y="6183"/>
              <a:ext cx="5707" cy="25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just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请您单击此处添加合适文字加以说明，可根据需要适当地调整文字的大小或者颜色等属性，祝你使用愉快。</a:t>
              </a:r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293AA2B7-EDFB-58E3-8AF5-5165D3D17421}"/>
                </a:ext>
              </a:extLst>
            </p:cNvPr>
            <p:cNvGrpSpPr/>
            <p:nvPr/>
          </p:nvGrpSpPr>
          <p:grpSpPr>
            <a:xfrm>
              <a:off x="1689" y="6837"/>
              <a:ext cx="1324" cy="1324"/>
              <a:chOff x="1689" y="6829"/>
              <a:chExt cx="1324" cy="1324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1582FBBA-DEBB-DC89-48E8-DE078B70C7CC}"/>
                  </a:ext>
                </a:extLst>
              </p:cNvPr>
              <p:cNvSpPr/>
              <p:nvPr/>
            </p:nvSpPr>
            <p:spPr>
              <a:xfrm>
                <a:off x="1689" y="6829"/>
                <a:ext cx="1324" cy="1324"/>
              </a:xfrm>
              <a:prstGeom prst="ellipse">
                <a:avLst/>
              </a:prstGeom>
              <a:solidFill>
                <a:srgbClr val="7E8A7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pic>
            <p:nvPicPr>
              <p:cNvPr id="33" name="图形 32">
                <a:extLst>
                  <a:ext uri="{FF2B5EF4-FFF2-40B4-BE49-F238E27FC236}">
                    <a16:creationId xmlns:a16="http://schemas.microsoft.com/office/drawing/2014/main" id="{D3A6B85C-F613-9A05-304E-0772921773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899" y="7039"/>
                <a:ext cx="905" cy="905"/>
              </a:xfrm>
              <a:prstGeom prst="rect">
                <a:avLst/>
              </a:prstGeom>
            </p:spPr>
          </p:pic>
        </p:grp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98EE462-768D-51FD-18E8-4052EC458042}"/>
              </a:ext>
            </a:extLst>
          </p:cNvPr>
          <p:cNvGrpSpPr/>
          <p:nvPr/>
        </p:nvGrpSpPr>
        <p:grpSpPr>
          <a:xfrm>
            <a:off x="6185535" y="3662680"/>
            <a:ext cx="5242560" cy="2146300"/>
            <a:chOff x="9741" y="5768"/>
            <a:chExt cx="8256" cy="3380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BEEF16A2-C670-36FE-1712-6E9E5A564DD2}"/>
                </a:ext>
              </a:extLst>
            </p:cNvPr>
            <p:cNvSpPr/>
            <p:nvPr/>
          </p:nvSpPr>
          <p:spPr>
            <a:xfrm>
              <a:off x="9741" y="5768"/>
              <a:ext cx="8257" cy="338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ysClr val="window" lastClr="FFFFFF">
                  <a:lumMod val="50000"/>
                  <a:alpha val="10000"/>
                </a:sysClr>
              </a:outerShdw>
            </a:effectLst>
          </p:spPr>
          <p:txBody>
            <a:bodyPr anchor="ctr"/>
            <a:lstStyle/>
            <a:p>
              <a:pPr marL="0" marR="0" lvl="0" indent="0" algn="ctr" defTabSz="1219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7E3FD245-297E-F1F1-F03A-AB021839B466}"/>
                </a:ext>
              </a:extLst>
            </p:cNvPr>
            <p:cNvSpPr txBox="1"/>
            <p:nvPr/>
          </p:nvSpPr>
          <p:spPr>
            <a:xfrm>
              <a:off x="11802" y="6183"/>
              <a:ext cx="5708" cy="25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请您单击此处添加合适文字加以说明，可根据需要适当地调整文字的大小或者颜色等属性，祝你使用愉快。</a:t>
              </a:r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5CDD97FA-A883-70A2-B50E-980D696C4F65}"/>
                </a:ext>
              </a:extLst>
            </p:cNvPr>
            <p:cNvGrpSpPr/>
            <p:nvPr/>
          </p:nvGrpSpPr>
          <p:grpSpPr>
            <a:xfrm>
              <a:off x="10269" y="6837"/>
              <a:ext cx="1324" cy="1324"/>
              <a:chOff x="10269" y="6837"/>
              <a:chExt cx="1324" cy="1324"/>
            </a:xfrm>
          </p:grpSpPr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80724CCC-76BE-9BDE-30AD-2EC091C56BB7}"/>
                  </a:ext>
                </a:extLst>
              </p:cNvPr>
              <p:cNvSpPr/>
              <p:nvPr/>
            </p:nvSpPr>
            <p:spPr>
              <a:xfrm>
                <a:off x="10269" y="6837"/>
                <a:ext cx="1324" cy="1324"/>
              </a:xfrm>
              <a:prstGeom prst="ellipse">
                <a:avLst/>
              </a:prstGeom>
              <a:solidFill>
                <a:srgbClr val="DA9AA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pic>
            <p:nvPicPr>
              <p:cNvPr id="39" name="图片 5" descr="文件设置_file-settings">
                <a:extLst>
                  <a:ext uri="{FF2B5EF4-FFF2-40B4-BE49-F238E27FC236}">
                    <a16:creationId xmlns:a16="http://schemas.microsoft.com/office/drawing/2014/main" id="{13476A8B-3160-2363-6C90-EC7ACEFA0A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486" y="7054"/>
                <a:ext cx="890" cy="89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52259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:blinds dir="vert"/>
      </p:transition>
    </mc:Choice>
    <mc:Fallback xmlns="">
      <p:transition spd="slow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9F24ACDB-E4C3-F8CF-EFD6-8AACA7589203}"/>
              </a:ext>
            </a:extLst>
          </p:cNvPr>
          <p:cNvSpPr/>
          <p:nvPr/>
        </p:nvSpPr>
        <p:spPr>
          <a:xfrm rot="13309666" flipH="1">
            <a:off x="-543961" y="-452225"/>
            <a:ext cx="1261549" cy="1560327"/>
          </a:xfrm>
          <a:custGeom>
            <a:avLst/>
            <a:gdLst>
              <a:gd name="connsiteX0" fmla="*/ 2291801 w 2659024"/>
              <a:gd name="connsiteY0" fmla="*/ 2285896 h 3739830"/>
              <a:gd name="connsiteX1" fmla="*/ 2038521 w 2659024"/>
              <a:gd name="connsiteY1" fmla="*/ 1784080 h 3739830"/>
              <a:gd name="connsiteX2" fmla="*/ 2231828 w 2659024"/>
              <a:gd name="connsiteY2" fmla="*/ 1284775 h 3739830"/>
              <a:gd name="connsiteX3" fmla="*/ 2388036 w 2659024"/>
              <a:gd name="connsiteY3" fmla="*/ 764270 h 3739830"/>
              <a:gd name="connsiteX4" fmla="*/ 2233502 w 2659024"/>
              <a:gd name="connsiteY4" fmla="*/ 269148 h 3739830"/>
              <a:gd name="connsiteX5" fmla="*/ 2050236 w 2659024"/>
              <a:gd name="connsiteY5" fmla="*/ 82536 h 3739830"/>
              <a:gd name="connsiteX6" fmla="*/ 1947585 w 2659024"/>
              <a:gd name="connsiteY6" fmla="*/ 80863 h 3739830"/>
              <a:gd name="connsiteX7" fmla="*/ 1938659 w 2659024"/>
              <a:gd name="connsiteY7" fmla="*/ 83094 h 3739830"/>
              <a:gd name="connsiteX8" fmla="*/ 1899328 w 2659024"/>
              <a:gd name="connsiteY8" fmla="*/ 63290 h 3739830"/>
              <a:gd name="connsiteX9" fmla="*/ 827352 w 2659024"/>
              <a:gd name="connsiteY9" fmla="*/ 150319 h 3739830"/>
              <a:gd name="connsiteX10" fmla="*/ 386622 w 2659024"/>
              <a:gd name="connsiteY10" fmla="*/ 500112 h 3739830"/>
              <a:gd name="connsiteX11" fmla="*/ 270582 w 2659024"/>
              <a:gd name="connsiteY11" fmla="*/ 1054648 h 3739830"/>
              <a:gd name="connsiteX12" fmla="*/ 337529 w 2659024"/>
              <a:gd name="connsiteY12" fmla="*/ 1627594 h 3739830"/>
              <a:gd name="connsiteX13" fmla="*/ 59981 w 2659024"/>
              <a:gd name="connsiteY13" fmla="*/ 2164557 h 3739830"/>
              <a:gd name="connsiteX14" fmla="*/ 66117 w 2659024"/>
              <a:gd name="connsiteY14" fmla="*/ 2707656 h 3739830"/>
              <a:gd name="connsiteX15" fmla="*/ 477558 w 2659024"/>
              <a:gd name="connsiteY15" fmla="*/ 2965677 h 3739830"/>
              <a:gd name="connsiteX16" fmla="*/ 1027911 w 2659024"/>
              <a:gd name="connsiteY16" fmla="*/ 2985203 h 3739830"/>
              <a:gd name="connsiteX17" fmla="*/ 1425126 w 2659024"/>
              <a:gd name="connsiteY17" fmla="*/ 3214772 h 3739830"/>
              <a:gd name="connsiteX18" fmla="*/ 2143961 w 2659024"/>
              <a:gd name="connsiteY18" fmla="*/ 3732766 h 3739830"/>
              <a:gd name="connsiteX19" fmla="*/ 2615374 w 2659024"/>
              <a:gd name="connsiteY19" fmla="*/ 2799428 h 3739830"/>
              <a:gd name="connsiteX20" fmla="*/ 2291801 w 2659024"/>
              <a:gd name="connsiteY20" fmla="*/ 2285896 h 37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659024" h="3739830">
                <a:moveTo>
                  <a:pt x="2291801" y="2285896"/>
                </a:moveTo>
                <a:cubicBezTo>
                  <a:pt x="2174087" y="2139173"/>
                  <a:pt x="2045494" y="1980176"/>
                  <a:pt x="2038521" y="1784080"/>
                </a:cubicBezTo>
                <a:cubicBezTo>
                  <a:pt x="2042147" y="1599421"/>
                  <a:pt x="2147308" y="1442377"/>
                  <a:pt x="2231828" y="1284775"/>
                </a:cubicBezTo>
                <a:cubicBezTo>
                  <a:pt x="2318858" y="1121873"/>
                  <a:pt x="2388873" y="951998"/>
                  <a:pt x="2388036" y="764270"/>
                </a:cubicBezTo>
                <a:cubicBezTo>
                  <a:pt x="2387199" y="590489"/>
                  <a:pt x="2333084" y="411967"/>
                  <a:pt x="2233502" y="269148"/>
                </a:cubicBezTo>
                <a:cubicBezTo>
                  <a:pt x="2188313" y="204434"/>
                  <a:pt x="2125551" y="114057"/>
                  <a:pt x="2050236" y="82536"/>
                </a:cubicBezTo>
                <a:cubicBezTo>
                  <a:pt x="2013695" y="67195"/>
                  <a:pt x="1984127" y="75284"/>
                  <a:pt x="1947585" y="80863"/>
                </a:cubicBezTo>
                <a:cubicBezTo>
                  <a:pt x="1944796" y="81421"/>
                  <a:pt x="1941728" y="81979"/>
                  <a:pt x="1938659" y="83094"/>
                </a:cubicBezTo>
                <a:cubicBezTo>
                  <a:pt x="1935312" y="77237"/>
                  <a:pt x="1914670" y="68032"/>
                  <a:pt x="1899328" y="63290"/>
                </a:cubicBezTo>
                <a:cubicBezTo>
                  <a:pt x="1547860" y="-47729"/>
                  <a:pt x="1157620" y="-8956"/>
                  <a:pt x="827352" y="150319"/>
                </a:cubicBezTo>
                <a:cubicBezTo>
                  <a:pt x="659149" y="231491"/>
                  <a:pt x="499873" y="350042"/>
                  <a:pt x="386622" y="500112"/>
                </a:cubicBezTo>
                <a:cubicBezTo>
                  <a:pt x="261656" y="665524"/>
                  <a:pt x="233204" y="853531"/>
                  <a:pt x="270582" y="1054648"/>
                </a:cubicBezTo>
                <a:cubicBezTo>
                  <a:pt x="306287" y="1245723"/>
                  <a:pt x="398338" y="1431777"/>
                  <a:pt x="337529" y="1627594"/>
                </a:cubicBezTo>
                <a:cubicBezTo>
                  <a:pt x="277277" y="1820343"/>
                  <a:pt x="134737" y="1977108"/>
                  <a:pt x="59981" y="2164557"/>
                </a:cubicBezTo>
                <a:cubicBezTo>
                  <a:pt x="-8639" y="2336943"/>
                  <a:pt x="-32907" y="2541407"/>
                  <a:pt x="66117" y="2707656"/>
                </a:cubicBezTo>
                <a:cubicBezTo>
                  <a:pt x="153426" y="2854379"/>
                  <a:pt x="313818" y="2936109"/>
                  <a:pt x="477558" y="2965677"/>
                </a:cubicBezTo>
                <a:cubicBezTo>
                  <a:pt x="660823" y="2998871"/>
                  <a:pt x="843530" y="2972929"/>
                  <a:pt x="1027911" y="2985203"/>
                </a:cubicBezTo>
                <a:cubicBezTo>
                  <a:pt x="1204203" y="2996918"/>
                  <a:pt x="1326101" y="3071396"/>
                  <a:pt x="1425126" y="3214772"/>
                </a:cubicBezTo>
                <a:cubicBezTo>
                  <a:pt x="1603928" y="3473908"/>
                  <a:pt x="1772967" y="3791344"/>
                  <a:pt x="2143961" y="3732766"/>
                </a:cubicBezTo>
                <a:cubicBezTo>
                  <a:pt x="2582180" y="3663868"/>
                  <a:pt x="2745919" y="3181299"/>
                  <a:pt x="2615374" y="2799428"/>
                </a:cubicBezTo>
                <a:cubicBezTo>
                  <a:pt x="2548428" y="2603332"/>
                  <a:pt x="2419835" y="2445451"/>
                  <a:pt x="2291801" y="2285896"/>
                </a:cubicBezTo>
                <a:close/>
              </a:path>
            </a:pathLst>
          </a:custGeom>
          <a:solidFill>
            <a:srgbClr val="7E8A72"/>
          </a:solidFill>
          <a:ln w="244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7CA7EB-8ACF-75BE-3668-5D331A747F12}"/>
              </a:ext>
            </a:extLst>
          </p:cNvPr>
          <p:cNvGrpSpPr/>
          <p:nvPr/>
        </p:nvGrpSpPr>
        <p:grpSpPr>
          <a:xfrm>
            <a:off x="9539785" y="5610004"/>
            <a:ext cx="2884102" cy="2495992"/>
            <a:chOff x="8899022" y="5317131"/>
            <a:chExt cx="3438309" cy="297562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52D97EF-FFB4-7E97-621A-3EF96724ECEB}"/>
                </a:ext>
              </a:extLst>
            </p:cNvPr>
            <p:cNvSpPr/>
            <p:nvPr/>
          </p:nvSpPr>
          <p:spPr>
            <a:xfrm rot="10800000">
              <a:off x="10618177" y="5317131"/>
              <a:ext cx="1573823" cy="1540869"/>
            </a:xfrm>
            <a:custGeom>
              <a:avLst/>
              <a:gdLst>
                <a:gd name="connsiteX0" fmla="*/ 0 w 7004667"/>
                <a:gd name="connsiteY0" fmla="*/ 0 h 6858002"/>
                <a:gd name="connsiteX1" fmla="*/ 7004667 w 7004667"/>
                <a:gd name="connsiteY1" fmla="*/ 0 h 6858002"/>
                <a:gd name="connsiteX2" fmla="*/ 6927890 w 7004667"/>
                <a:gd name="connsiteY2" fmla="*/ 13049 h 6858002"/>
                <a:gd name="connsiteX3" fmla="*/ 4016144 w 7004667"/>
                <a:gd name="connsiteY3" fmla="*/ 3524955 h 6858002"/>
                <a:gd name="connsiteX4" fmla="*/ 980784 w 7004667"/>
                <a:gd name="connsiteY4" fmla="*/ 6858002 h 6858002"/>
                <a:gd name="connsiteX5" fmla="*/ 0 w 7004667"/>
                <a:gd name="connsiteY5" fmla="*/ 6858002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4667" h="6858002">
                  <a:moveTo>
                    <a:pt x="0" y="0"/>
                  </a:moveTo>
                  <a:lnTo>
                    <a:pt x="7004667" y="0"/>
                  </a:lnTo>
                  <a:lnTo>
                    <a:pt x="6927890" y="13049"/>
                  </a:lnTo>
                  <a:cubicBezTo>
                    <a:pt x="5094667" y="437170"/>
                    <a:pt x="6918515" y="3313232"/>
                    <a:pt x="4016144" y="3524955"/>
                  </a:cubicBezTo>
                  <a:cubicBezTo>
                    <a:pt x="933197" y="3670782"/>
                    <a:pt x="3682935" y="6027461"/>
                    <a:pt x="980784" y="6858002"/>
                  </a:cubicBezTo>
                  <a:lnTo>
                    <a:pt x="0" y="6858002"/>
                  </a:lnTo>
                  <a:close/>
                </a:path>
              </a:pathLst>
            </a:custGeom>
            <a:solidFill>
              <a:srgbClr val="CDC0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2AB46ADB-D1E6-D7E0-C3E1-1AEA17EF9883}"/>
                </a:ext>
              </a:extLst>
            </p:cNvPr>
            <p:cNvSpPr/>
            <p:nvPr/>
          </p:nvSpPr>
          <p:spPr>
            <a:xfrm rot="19222550" flipH="1">
              <a:off x="8899022" y="5832618"/>
              <a:ext cx="3438309" cy="2460133"/>
            </a:xfrm>
            <a:custGeom>
              <a:avLst/>
              <a:gdLst>
                <a:gd name="connsiteX0" fmla="*/ 6749971 w 6815402"/>
                <a:gd name="connsiteY0" fmla="*/ 786590 h 4876466"/>
                <a:gd name="connsiteX1" fmla="*/ 6748018 w 6815402"/>
                <a:gd name="connsiteY1" fmla="*/ 782405 h 4876466"/>
                <a:gd name="connsiteX2" fmla="*/ 6746902 w 6815402"/>
                <a:gd name="connsiteY2" fmla="*/ 779058 h 4876466"/>
                <a:gd name="connsiteX3" fmla="*/ 5340753 w 6815402"/>
                <a:gd name="connsiteY3" fmla="*/ 22847 h 4876466"/>
                <a:gd name="connsiteX4" fmla="*/ 3376439 w 6815402"/>
                <a:gd name="connsiteY4" fmla="*/ 789100 h 4876466"/>
                <a:gd name="connsiteX5" fmla="*/ 2839474 w 6815402"/>
                <a:gd name="connsiteY5" fmla="*/ 604441 h 4876466"/>
                <a:gd name="connsiteX6" fmla="*/ 2428592 w 6815402"/>
                <a:gd name="connsiteY6" fmla="*/ 310994 h 4876466"/>
                <a:gd name="connsiteX7" fmla="*/ 1587301 w 6815402"/>
                <a:gd name="connsiteY7" fmla="*/ 209459 h 4876466"/>
                <a:gd name="connsiteX8" fmla="*/ 968327 w 6815402"/>
                <a:gd name="connsiteY8" fmla="*/ 927455 h 4876466"/>
                <a:gd name="connsiteX9" fmla="*/ 850613 w 6815402"/>
                <a:gd name="connsiteY9" fmla="*/ 1348657 h 4876466"/>
                <a:gd name="connsiteX10" fmla="*/ 865118 w 6815402"/>
                <a:gd name="connsiteY10" fmla="*/ 1927182 h 4876466"/>
                <a:gd name="connsiteX11" fmla="*/ 441126 w 6815402"/>
                <a:gd name="connsiteY11" fmla="*/ 2960103 h 4876466"/>
                <a:gd name="connsiteX12" fmla="*/ 9601 w 6815402"/>
                <a:gd name="connsiteY12" fmla="*/ 3785212 h 4876466"/>
                <a:gd name="connsiteX13" fmla="*/ 267902 w 6815402"/>
                <a:gd name="connsiteY13" fmla="*/ 4615063 h 4876466"/>
                <a:gd name="connsiteX14" fmla="*/ 993432 w 6815402"/>
                <a:gd name="connsiteY14" fmla="*/ 4866111 h 4876466"/>
                <a:gd name="connsiteX15" fmla="*/ 1735140 w 6815402"/>
                <a:gd name="connsiteY15" fmla="*/ 4339469 h 4876466"/>
                <a:gd name="connsiteX16" fmla="*/ 2458718 w 6815402"/>
                <a:gd name="connsiteY16" fmla="*/ 3563732 h 4876466"/>
                <a:gd name="connsiteX17" fmla="*/ 3529299 w 6815402"/>
                <a:gd name="connsiteY17" fmla="*/ 3364847 h 4876466"/>
                <a:gd name="connsiteX18" fmla="*/ 4506156 w 6815402"/>
                <a:gd name="connsiteY18" fmla="*/ 3185487 h 4876466"/>
                <a:gd name="connsiteX19" fmla="*/ 4941307 w 6815402"/>
                <a:gd name="connsiteY19" fmla="*/ 2434855 h 4876466"/>
                <a:gd name="connsiteX20" fmla="*/ 5349679 w 6815402"/>
                <a:gd name="connsiteY20" fmla="*/ 1522158 h 4876466"/>
                <a:gd name="connsiteX21" fmla="*/ 5795987 w 6815402"/>
                <a:gd name="connsiteY21" fmla="*/ 1314068 h 4876466"/>
                <a:gd name="connsiteX22" fmla="*/ 6122071 w 6815402"/>
                <a:gd name="connsiteY22" fmla="*/ 1349773 h 4876466"/>
                <a:gd name="connsiteX23" fmla="*/ 6307847 w 6815402"/>
                <a:gd name="connsiteY23" fmla="*/ 1476412 h 4876466"/>
                <a:gd name="connsiteX24" fmla="*/ 6805202 w 6815402"/>
                <a:gd name="connsiteY24" fmla="*/ 1200539 h 4876466"/>
                <a:gd name="connsiteX25" fmla="*/ 6749971 w 6815402"/>
                <a:gd name="connsiteY25" fmla="*/ 786590 h 487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815402" h="4876466">
                  <a:moveTo>
                    <a:pt x="6749971" y="786590"/>
                  </a:moveTo>
                  <a:cubicBezTo>
                    <a:pt x="6749413" y="785195"/>
                    <a:pt x="6748576" y="783800"/>
                    <a:pt x="6748018" y="782405"/>
                  </a:cubicBezTo>
                  <a:cubicBezTo>
                    <a:pt x="6747739" y="781290"/>
                    <a:pt x="6747460" y="780174"/>
                    <a:pt x="6746902" y="779058"/>
                  </a:cubicBezTo>
                  <a:cubicBezTo>
                    <a:pt x="6515101" y="236796"/>
                    <a:pt x="5922348" y="-92076"/>
                    <a:pt x="5340753" y="22847"/>
                  </a:cubicBezTo>
                  <a:cubicBezTo>
                    <a:pt x="4643675" y="160645"/>
                    <a:pt x="4114521" y="803047"/>
                    <a:pt x="3376439" y="789100"/>
                  </a:cubicBezTo>
                  <a:cubicBezTo>
                    <a:pt x="3178111" y="785474"/>
                    <a:pt x="3001261" y="716854"/>
                    <a:pt x="2839474" y="604441"/>
                  </a:cubicBezTo>
                  <a:cubicBezTo>
                    <a:pt x="2701119" y="508206"/>
                    <a:pt x="2575316" y="395234"/>
                    <a:pt x="2428592" y="310994"/>
                  </a:cubicBezTo>
                  <a:cubicBezTo>
                    <a:pt x="2178380" y="167339"/>
                    <a:pt x="1861501" y="80030"/>
                    <a:pt x="1587301" y="209459"/>
                  </a:cubicBezTo>
                  <a:cubicBezTo>
                    <a:pt x="1311984" y="339446"/>
                    <a:pt x="1093572" y="659671"/>
                    <a:pt x="968327" y="927455"/>
                  </a:cubicBezTo>
                  <a:cubicBezTo>
                    <a:pt x="906123" y="1060510"/>
                    <a:pt x="863166" y="1201934"/>
                    <a:pt x="850613" y="1348657"/>
                  </a:cubicBezTo>
                  <a:cubicBezTo>
                    <a:pt x="834156" y="1541405"/>
                    <a:pt x="872092" y="1734154"/>
                    <a:pt x="865118" y="1927182"/>
                  </a:cubicBezTo>
                  <a:cubicBezTo>
                    <a:pt x="850892" y="2320210"/>
                    <a:pt x="686037" y="2659961"/>
                    <a:pt x="441126" y="2960103"/>
                  </a:cubicBezTo>
                  <a:cubicBezTo>
                    <a:pt x="237776" y="3209476"/>
                    <a:pt x="52558" y="3456619"/>
                    <a:pt x="9601" y="3785212"/>
                  </a:cubicBezTo>
                  <a:cubicBezTo>
                    <a:pt x="-29730" y="4085632"/>
                    <a:pt x="50885" y="4397210"/>
                    <a:pt x="267902" y="4615063"/>
                  </a:cubicBezTo>
                  <a:cubicBezTo>
                    <a:pt x="455631" y="4803628"/>
                    <a:pt x="727321" y="4911578"/>
                    <a:pt x="993432" y="4866111"/>
                  </a:cubicBezTo>
                  <a:cubicBezTo>
                    <a:pt x="1305011" y="4813111"/>
                    <a:pt x="1546854" y="4578243"/>
                    <a:pt x="1735140" y="4339469"/>
                  </a:cubicBezTo>
                  <a:cubicBezTo>
                    <a:pt x="1956342" y="4058853"/>
                    <a:pt x="2145744" y="3753133"/>
                    <a:pt x="2458718" y="3563732"/>
                  </a:cubicBezTo>
                  <a:cubicBezTo>
                    <a:pt x="2792333" y="3361778"/>
                    <a:pt x="3149380" y="3339463"/>
                    <a:pt x="3529299" y="3364847"/>
                  </a:cubicBezTo>
                  <a:cubicBezTo>
                    <a:pt x="3871562" y="3387720"/>
                    <a:pt x="4215219" y="3393578"/>
                    <a:pt x="4506156" y="3185487"/>
                  </a:cubicBezTo>
                  <a:cubicBezTo>
                    <a:pt x="4761389" y="3003059"/>
                    <a:pt x="4883566" y="2736112"/>
                    <a:pt x="4941307" y="2434855"/>
                  </a:cubicBezTo>
                  <a:cubicBezTo>
                    <a:pt x="5007695" y="2088689"/>
                    <a:pt x="5061531" y="1758980"/>
                    <a:pt x="5349679" y="1522158"/>
                  </a:cubicBezTo>
                  <a:cubicBezTo>
                    <a:pt x="5477156" y="1417277"/>
                    <a:pt x="5633085" y="1342241"/>
                    <a:pt x="5795987" y="1314068"/>
                  </a:cubicBezTo>
                  <a:cubicBezTo>
                    <a:pt x="5903380" y="1295379"/>
                    <a:pt x="6022488" y="1302910"/>
                    <a:pt x="6122071" y="1349773"/>
                  </a:cubicBezTo>
                  <a:cubicBezTo>
                    <a:pt x="6191528" y="1382409"/>
                    <a:pt x="6240900" y="1441823"/>
                    <a:pt x="6307847" y="1476412"/>
                  </a:cubicBezTo>
                  <a:cubicBezTo>
                    <a:pt x="6526538" y="1589104"/>
                    <a:pt x="6762244" y="1420624"/>
                    <a:pt x="6805202" y="1200539"/>
                  </a:cubicBezTo>
                  <a:cubicBezTo>
                    <a:pt x="6832817" y="1060789"/>
                    <a:pt x="6801017" y="916855"/>
                    <a:pt x="6749971" y="786590"/>
                  </a:cubicBezTo>
                  <a:close/>
                </a:path>
              </a:pathLst>
            </a:custGeom>
            <a:solidFill>
              <a:srgbClr val="DA9AA5"/>
            </a:solidFill>
            <a:ln w="244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8" name="文本框 20">
            <a:extLst>
              <a:ext uri="{FF2B5EF4-FFF2-40B4-BE49-F238E27FC236}">
                <a16:creationId xmlns:a16="http://schemas.microsoft.com/office/drawing/2014/main" id="{8F5CBAC2-D21F-C779-31FA-D9E0BD246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647" y="388099"/>
            <a:ext cx="27673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工作内容回顾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5958746-5DF1-A802-6E15-A67E567D38A6}"/>
              </a:ext>
            </a:extLst>
          </p:cNvPr>
          <p:cNvGrpSpPr/>
          <p:nvPr/>
        </p:nvGrpSpPr>
        <p:grpSpPr>
          <a:xfrm>
            <a:off x="333375" y="1581148"/>
            <a:ext cx="5495925" cy="1800227"/>
            <a:chOff x="433388" y="1581148"/>
            <a:chExt cx="5495925" cy="1800227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DE7C8ECB-49B8-4275-2239-037AF0AC0042}"/>
                </a:ext>
              </a:extLst>
            </p:cNvPr>
            <p:cNvSpPr/>
            <p:nvPr/>
          </p:nvSpPr>
          <p:spPr>
            <a:xfrm>
              <a:off x="1769635" y="1581149"/>
              <a:ext cx="4159678" cy="180022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0" algn="ctr" rotWithShape="0">
                <a:schemeClr val="bg1">
                  <a:lumMod val="50000"/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CE128CF4-1D49-FD07-FAE4-38AB54087C74}"/>
                </a:ext>
              </a:extLst>
            </p:cNvPr>
            <p:cNvGrpSpPr/>
            <p:nvPr/>
          </p:nvGrpSpPr>
          <p:grpSpPr>
            <a:xfrm>
              <a:off x="433388" y="1581148"/>
              <a:ext cx="1685925" cy="1800225"/>
              <a:chOff x="523876" y="1628773"/>
              <a:chExt cx="1685925" cy="1800225"/>
            </a:xfrm>
          </p:grpSpPr>
          <p:sp>
            <p:nvSpPr>
              <p:cNvPr id="37" name="矩形: 圆顶角 36">
                <a:extLst>
                  <a:ext uri="{FF2B5EF4-FFF2-40B4-BE49-F238E27FC236}">
                    <a16:creationId xmlns:a16="http://schemas.microsoft.com/office/drawing/2014/main" id="{F42D21D3-B82F-EC69-51CA-16FFBD47CB2A}"/>
                  </a:ext>
                </a:extLst>
              </p:cNvPr>
              <p:cNvSpPr/>
              <p:nvPr/>
            </p:nvSpPr>
            <p:spPr>
              <a:xfrm rot="16200000">
                <a:off x="466726" y="1685923"/>
                <a:ext cx="1800225" cy="168592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DA9AA5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36D49C13-5B29-ED2B-C90D-86DCA40FC7A8}"/>
                  </a:ext>
                </a:extLst>
              </p:cNvPr>
              <p:cNvSpPr/>
              <p:nvPr/>
            </p:nvSpPr>
            <p:spPr>
              <a:xfrm>
                <a:off x="873556" y="2035602"/>
                <a:ext cx="986566" cy="98656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壹</a:t>
                </a:r>
              </a:p>
            </p:txBody>
          </p:sp>
        </p:grp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B4036F-C4C9-5E5F-2AAB-85427D859F78}"/>
                </a:ext>
              </a:extLst>
            </p:cNvPr>
            <p:cNvSpPr txBox="1"/>
            <p:nvPr/>
          </p:nvSpPr>
          <p:spPr>
            <a:xfrm>
              <a:off x="2284089" y="1671936"/>
              <a:ext cx="3454721" cy="16186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请您单击此处添加合适文字加以说明，可根据需要适当地调整文字的大小或者颜色等属性，祝你使用愉快。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A8C4169-63B1-53DA-869C-BE41B1EFC634}"/>
              </a:ext>
            </a:extLst>
          </p:cNvPr>
          <p:cNvGrpSpPr/>
          <p:nvPr/>
        </p:nvGrpSpPr>
        <p:grpSpPr>
          <a:xfrm>
            <a:off x="333375" y="3609973"/>
            <a:ext cx="5495925" cy="1800227"/>
            <a:chOff x="433388" y="1581148"/>
            <a:chExt cx="5495925" cy="1800227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45633DA9-2B26-8211-9B7C-E45E618FEF5F}"/>
                </a:ext>
              </a:extLst>
            </p:cNvPr>
            <p:cNvSpPr/>
            <p:nvPr/>
          </p:nvSpPr>
          <p:spPr>
            <a:xfrm>
              <a:off x="1769635" y="1581149"/>
              <a:ext cx="4159678" cy="180022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0" algn="ctr" rotWithShape="0">
                <a:schemeClr val="bg1">
                  <a:lumMod val="50000"/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B2519133-C9F7-79B8-466E-53B9481F8DFB}"/>
                </a:ext>
              </a:extLst>
            </p:cNvPr>
            <p:cNvGrpSpPr/>
            <p:nvPr/>
          </p:nvGrpSpPr>
          <p:grpSpPr>
            <a:xfrm>
              <a:off x="433388" y="1581148"/>
              <a:ext cx="1685925" cy="1800225"/>
              <a:chOff x="523876" y="1628773"/>
              <a:chExt cx="1685925" cy="1800225"/>
            </a:xfrm>
          </p:grpSpPr>
          <p:sp>
            <p:nvSpPr>
              <p:cNvPr id="43" name="矩形: 圆顶角 42">
                <a:extLst>
                  <a:ext uri="{FF2B5EF4-FFF2-40B4-BE49-F238E27FC236}">
                    <a16:creationId xmlns:a16="http://schemas.microsoft.com/office/drawing/2014/main" id="{93797EDA-E854-1DBE-F95F-A385E8EDEB4C}"/>
                  </a:ext>
                </a:extLst>
              </p:cNvPr>
              <p:cNvSpPr/>
              <p:nvPr/>
            </p:nvSpPr>
            <p:spPr>
              <a:xfrm rot="16200000">
                <a:off x="466726" y="1685923"/>
                <a:ext cx="1800225" cy="168592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E8A7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F39CB828-4056-B3E9-2199-DC4144C91596}"/>
                  </a:ext>
                </a:extLst>
              </p:cNvPr>
              <p:cNvSpPr/>
              <p:nvPr/>
            </p:nvSpPr>
            <p:spPr>
              <a:xfrm>
                <a:off x="873556" y="2035602"/>
                <a:ext cx="986566" cy="98656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贰</a:t>
                </a:r>
              </a:p>
            </p:txBody>
          </p:sp>
        </p:grp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EA2DF8FC-B766-327A-9AAE-BAD1CFED799F}"/>
                </a:ext>
              </a:extLst>
            </p:cNvPr>
            <p:cNvSpPr txBox="1"/>
            <p:nvPr/>
          </p:nvSpPr>
          <p:spPr>
            <a:xfrm>
              <a:off x="2284089" y="1671936"/>
              <a:ext cx="3454721" cy="16186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请您单击此处添加合适文字加以说明，可根据需要适当地调整文字的大小或者颜色等属性，祝你使用愉快。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2956257-3CBB-D5FD-8709-34F56A1475FA}"/>
              </a:ext>
            </a:extLst>
          </p:cNvPr>
          <p:cNvGrpSpPr/>
          <p:nvPr/>
        </p:nvGrpSpPr>
        <p:grpSpPr>
          <a:xfrm>
            <a:off x="6362700" y="1581148"/>
            <a:ext cx="5495925" cy="1800227"/>
            <a:chOff x="433388" y="1581148"/>
            <a:chExt cx="5495925" cy="1800227"/>
          </a:xfrm>
        </p:grpSpPr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EC06C332-F86D-2B77-5349-756478277B18}"/>
                </a:ext>
              </a:extLst>
            </p:cNvPr>
            <p:cNvSpPr/>
            <p:nvPr/>
          </p:nvSpPr>
          <p:spPr>
            <a:xfrm>
              <a:off x="1769635" y="1581149"/>
              <a:ext cx="4159678" cy="180022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0" algn="ctr" rotWithShape="0">
                <a:schemeClr val="bg1">
                  <a:lumMod val="50000"/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B6227B34-297D-14BD-4918-432DE4F21D2C}"/>
                </a:ext>
              </a:extLst>
            </p:cNvPr>
            <p:cNvGrpSpPr/>
            <p:nvPr/>
          </p:nvGrpSpPr>
          <p:grpSpPr>
            <a:xfrm>
              <a:off x="433388" y="1581148"/>
              <a:ext cx="1685925" cy="1800225"/>
              <a:chOff x="523876" y="1628773"/>
              <a:chExt cx="1685925" cy="1800225"/>
            </a:xfrm>
          </p:grpSpPr>
          <p:sp>
            <p:nvSpPr>
              <p:cNvPr id="49" name="矩形: 圆顶角 48">
                <a:extLst>
                  <a:ext uri="{FF2B5EF4-FFF2-40B4-BE49-F238E27FC236}">
                    <a16:creationId xmlns:a16="http://schemas.microsoft.com/office/drawing/2014/main" id="{5F9D1CE8-4CC6-75C9-7C53-F5DD4D0EA0D5}"/>
                  </a:ext>
                </a:extLst>
              </p:cNvPr>
              <p:cNvSpPr/>
              <p:nvPr/>
            </p:nvSpPr>
            <p:spPr>
              <a:xfrm rot="16200000">
                <a:off x="466726" y="1685923"/>
                <a:ext cx="1800225" cy="168592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E8A7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39866804-6E70-5743-7BAA-941A4BF96127}"/>
                  </a:ext>
                </a:extLst>
              </p:cNvPr>
              <p:cNvSpPr/>
              <p:nvPr/>
            </p:nvSpPr>
            <p:spPr>
              <a:xfrm>
                <a:off x="873556" y="2035602"/>
                <a:ext cx="986566" cy="98656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叁</a:t>
                </a:r>
              </a:p>
            </p:txBody>
          </p:sp>
        </p:grp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95E5121C-BE24-4703-871A-EF38D0F6CF7F}"/>
                </a:ext>
              </a:extLst>
            </p:cNvPr>
            <p:cNvSpPr txBox="1"/>
            <p:nvPr/>
          </p:nvSpPr>
          <p:spPr>
            <a:xfrm>
              <a:off x="2284089" y="1671936"/>
              <a:ext cx="3454721" cy="16186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请您单击此处添加合适文字加以说明，可根据需要适当地调整文字的大小或者颜色等属性，祝你使用愉快。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7CA63942-1F33-75B6-74FD-9AD3E3EF0D36}"/>
              </a:ext>
            </a:extLst>
          </p:cNvPr>
          <p:cNvGrpSpPr/>
          <p:nvPr/>
        </p:nvGrpSpPr>
        <p:grpSpPr>
          <a:xfrm>
            <a:off x="6362700" y="3609973"/>
            <a:ext cx="5495925" cy="1800227"/>
            <a:chOff x="433388" y="1581148"/>
            <a:chExt cx="5495925" cy="1800227"/>
          </a:xfrm>
        </p:grpSpPr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F201E29-D3B7-D19D-8E75-0441111D461E}"/>
                </a:ext>
              </a:extLst>
            </p:cNvPr>
            <p:cNvSpPr/>
            <p:nvPr/>
          </p:nvSpPr>
          <p:spPr>
            <a:xfrm>
              <a:off x="1769635" y="1581149"/>
              <a:ext cx="4159678" cy="180022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0" algn="ctr" rotWithShape="0">
                <a:schemeClr val="bg1">
                  <a:lumMod val="50000"/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3B4241C5-4D46-4EEB-4DA0-50F9920AE333}"/>
                </a:ext>
              </a:extLst>
            </p:cNvPr>
            <p:cNvGrpSpPr/>
            <p:nvPr/>
          </p:nvGrpSpPr>
          <p:grpSpPr>
            <a:xfrm>
              <a:off x="433388" y="1581148"/>
              <a:ext cx="1685925" cy="1800225"/>
              <a:chOff x="523876" y="1628773"/>
              <a:chExt cx="1685925" cy="1800225"/>
            </a:xfrm>
          </p:grpSpPr>
          <p:sp>
            <p:nvSpPr>
              <p:cNvPr id="55" name="矩形: 圆顶角 54">
                <a:extLst>
                  <a:ext uri="{FF2B5EF4-FFF2-40B4-BE49-F238E27FC236}">
                    <a16:creationId xmlns:a16="http://schemas.microsoft.com/office/drawing/2014/main" id="{72D76363-F5FE-32A4-5406-10A79E88FDCB}"/>
                  </a:ext>
                </a:extLst>
              </p:cNvPr>
              <p:cNvSpPr/>
              <p:nvPr/>
            </p:nvSpPr>
            <p:spPr>
              <a:xfrm rot="16200000">
                <a:off x="466726" y="1685923"/>
                <a:ext cx="1800225" cy="168592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DA9AA5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9E75A7DE-5BEF-5560-C984-9AF23B13C45A}"/>
                  </a:ext>
                </a:extLst>
              </p:cNvPr>
              <p:cNvSpPr/>
              <p:nvPr/>
            </p:nvSpPr>
            <p:spPr>
              <a:xfrm>
                <a:off x="873556" y="2035602"/>
                <a:ext cx="986566" cy="98656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肆</a:t>
                </a:r>
              </a:p>
            </p:txBody>
          </p:sp>
        </p:grp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2AED9E18-D755-667A-2B78-C49F6F348BA1}"/>
                </a:ext>
              </a:extLst>
            </p:cNvPr>
            <p:cNvSpPr txBox="1"/>
            <p:nvPr/>
          </p:nvSpPr>
          <p:spPr>
            <a:xfrm>
              <a:off x="2284089" y="1671936"/>
              <a:ext cx="3454721" cy="16186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请您单击此处添加合适文字加以说明，可根据需要适当地调整文字的大小或者颜色等属性，祝你使用愉快。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838995"/>
      </p:ext>
    </p:extLst>
  </p:cSld>
  <p:clrMapOvr>
    <a:masterClrMapping/>
  </p:clrMapOvr>
  <p:transition spd="slow" advTm="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750"/>
                            </p:stCondLst>
                            <p:childTnLst>
                              <p:par>
                                <p:cTn id="20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9F24ACDB-E4C3-F8CF-EFD6-8AACA7589203}"/>
              </a:ext>
            </a:extLst>
          </p:cNvPr>
          <p:cNvSpPr/>
          <p:nvPr/>
        </p:nvSpPr>
        <p:spPr>
          <a:xfrm rot="13309666" flipH="1">
            <a:off x="-543961" y="-452225"/>
            <a:ext cx="1261549" cy="1560327"/>
          </a:xfrm>
          <a:custGeom>
            <a:avLst/>
            <a:gdLst>
              <a:gd name="connsiteX0" fmla="*/ 2291801 w 2659024"/>
              <a:gd name="connsiteY0" fmla="*/ 2285896 h 3739830"/>
              <a:gd name="connsiteX1" fmla="*/ 2038521 w 2659024"/>
              <a:gd name="connsiteY1" fmla="*/ 1784080 h 3739830"/>
              <a:gd name="connsiteX2" fmla="*/ 2231828 w 2659024"/>
              <a:gd name="connsiteY2" fmla="*/ 1284775 h 3739830"/>
              <a:gd name="connsiteX3" fmla="*/ 2388036 w 2659024"/>
              <a:gd name="connsiteY3" fmla="*/ 764270 h 3739830"/>
              <a:gd name="connsiteX4" fmla="*/ 2233502 w 2659024"/>
              <a:gd name="connsiteY4" fmla="*/ 269148 h 3739830"/>
              <a:gd name="connsiteX5" fmla="*/ 2050236 w 2659024"/>
              <a:gd name="connsiteY5" fmla="*/ 82536 h 3739830"/>
              <a:gd name="connsiteX6" fmla="*/ 1947585 w 2659024"/>
              <a:gd name="connsiteY6" fmla="*/ 80863 h 3739830"/>
              <a:gd name="connsiteX7" fmla="*/ 1938659 w 2659024"/>
              <a:gd name="connsiteY7" fmla="*/ 83094 h 3739830"/>
              <a:gd name="connsiteX8" fmla="*/ 1899328 w 2659024"/>
              <a:gd name="connsiteY8" fmla="*/ 63290 h 3739830"/>
              <a:gd name="connsiteX9" fmla="*/ 827352 w 2659024"/>
              <a:gd name="connsiteY9" fmla="*/ 150319 h 3739830"/>
              <a:gd name="connsiteX10" fmla="*/ 386622 w 2659024"/>
              <a:gd name="connsiteY10" fmla="*/ 500112 h 3739830"/>
              <a:gd name="connsiteX11" fmla="*/ 270582 w 2659024"/>
              <a:gd name="connsiteY11" fmla="*/ 1054648 h 3739830"/>
              <a:gd name="connsiteX12" fmla="*/ 337529 w 2659024"/>
              <a:gd name="connsiteY12" fmla="*/ 1627594 h 3739830"/>
              <a:gd name="connsiteX13" fmla="*/ 59981 w 2659024"/>
              <a:gd name="connsiteY13" fmla="*/ 2164557 h 3739830"/>
              <a:gd name="connsiteX14" fmla="*/ 66117 w 2659024"/>
              <a:gd name="connsiteY14" fmla="*/ 2707656 h 3739830"/>
              <a:gd name="connsiteX15" fmla="*/ 477558 w 2659024"/>
              <a:gd name="connsiteY15" fmla="*/ 2965677 h 3739830"/>
              <a:gd name="connsiteX16" fmla="*/ 1027911 w 2659024"/>
              <a:gd name="connsiteY16" fmla="*/ 2985203 h 3739830"/>
              <a:gd name="connsiteX17" fmla="*/ 1425126 w 2659024"/>
              <a:gd name="connsiteY17" fmla="*/ 3214772 h 3739830"/>
              <a:gd name="connsiteX18" fmla="*/ 2143961 w 2659024"/>
              <a:gd name="connsiteY18" fmla="*/ 3732766 h 3739830"/>
              <a:gd name="connsiteX19" fmla="*/ 2615374 w 2659024"/>
              <a:gd name="connsiteY19" fmla="*/ 2799428 h 3739830"/>
              <a:gd name="connsiteX20" fmla="*/ 2291801 w 2659024"/>
              <a:gd name="connsiteY20" fmla="*/ 2285896 h 37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659024" h="3739830">
                <a:moveTo>
                  <a:pt x="2291801" y="2285896"/>
                </a:moveTo>
                <a:cubicBezTo>
                  <a:pt x="2174087" y="2139173"/>
                  <a:pt x="2045494" y="1980176"/>
                  <a:pt x="2038521" y="1784080"/>
                </a:cubicBezTo>
                <a:cubicBezTo>
                  <a:pt x="2042147" y="1599421"/>
                  <a:pt x="2147308" y="1442377"/>
                  <a:pt x="2231828" y="1284775"/>
                </a:cubicBezTo>
                <a:cubicBezTo>
                  <a:pt x="2318858" y="1121873"/>
                  <a:pt x="2388873" y="951998"/>
                  <a:pt x="2388036" y="764270"/>
                </a:cubicBezTo>
                <a:cubicBezTo>
                  <a:pt x="2387199" y="590489"/>
                  <a:pt x="2333084" y="411967"/>
                  <a:pt x="2233502" y="269148"/>
                </a:cubicBezTo>
                <a:cubicBezTo>
                  <a:pt x="2188313" y="204434"/>
                  <a:pt x="2125551" y="114057"/>
                  <a:pt x="2050236" y="82536"/>
                </a:cubicBezTo>
                <a:cubicBezTo>
                  <a:pt x="2013695" y="67195"/>
                  <a:pt x="1984127" y="75284"/>
                  <a:pt x="1947585" y="80863"/>
                </a:cubicBezTo>
                <a:cubicBezTo>
                  <a:pt x="1944796" y="81421"/>
                  <a:pt x="1941728" y="81979"/>
                  <a:pt x="1938659" y="83094"/>
                </a:cubicBezTo>
                <a:cubicBezTo>
                  <a:pt x="1935312" y="77237"/>
                  <a:pt x="1914670" y="68032"/>
                  <a:pt x="1899328" y="63290"/>
                </a:cubicBezTo>
                <a:cubicBezTo>
                  <a:pt x="1547860" y="-47729"/>
                  <a:pt x="1157620" y="-8956"/>
                  <a:pt x="827352" y="150319"/>
                </a:cubicBezTo>
                <a:cubicBezTo>
                  <a:pt x="659149" y="231491"/>
                  <a:pt x="499873" y="350042"/>
                  <a:pt x="386622" y="500112"/>
                </a:cubicBezTo>
                <a:cubicBezTo>
                  <a:pt x="261656" y="665524"/>
                  <a:pt x="233204" y="853531"/>
                  <a:pt x="270582" y="1054648"/>
                </a:cubicBezTo>
                <a:cubicBezTo>
                  <a:pt x="306287" y="1245723"/>
                  <a:pt x="398338" y="1431777"/>
                  <a:pt x="337529" y="1627594"/>
                </a:cubicBezTo>
                <a:cubicBezTo>
                  <a:pt x="277277" y="1820343"/>
                  <a:pt x="134737" y="1977108"/>
                  <a:pt x="59981" y="2164557"/>
                </a:cubicBezTo>
                <a:cubicBezTo>
                  <a:pt x="-8639" y="2336943"/>
                  <a:pt x="-32907" y="2541407"/>
                  <a:pt x="66117" y="2707656"/>
                </a:cubicBezTo>
                <a:cubicBezTo>
                  <a:pt x="153426" y="2854379"/>
                  <a:pt x="313818" y="2936109"/>
                  <a:pt x="477558" y="2965677"/>
                </a:cubicBezTo>
                <a:cubicBezTo>
                  <a:pt x="660823" y="2998871"/>
                  <a:pt x="843530" y="2972929"/>
                  <a:pt x="1027911" y="2985203"/>
                </a:cubicBezTo>
                <a:cubicBezTo>
                  <a:pt x="1204203" y="2996918"/>
                  <a:pt x="1326101" y="3071396"/>
                  <a:pt x="1425126" y="3214772"/>
                </a:cubicBezTo>
                <a:cubicBezTo>
                  <a:pt x="1603928" y="3473908"/>
                  <a:pt x="1772967" y="3791344"/>
                  <a:pt x="2143961" y="3732766"/>
                </a:cubicBezTo>
                <a:cubicBezTo>
                  <a:pt x="2582180" y="3663868"/>
                  <a:pt x="2745919" y="3181299"/>
                  <a:pt x="2615374" y="2799428"/>
                </a:cubicBezTo>
                <a:cubicBezTo>
                  <a:pt x="2548428" y="2603332"/>
                  <a:pt x="2419835" y="2445451"/>
                  <a:pt x="2291801" y="2285896"/>
                </a:cubicBezTo>
                <a:close/>
              </a:path>
            </a:pathLst>
          </a:custGeom>
          <a:solidFill>
            <a:srgbClr val="7E8A72"/>
          </a:solidFill>
          <a:ln w="244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7CA7EB-8ACF-75BE-3668-5D331A747F12}"/>
              </a:ext>
            </a:extLst>
          </p:cNvPr>
          <p:cNvGrpSpPr/>
          <p:nvPr/>
        </p:nvGrpSpPr>
        <p:grpSpPr>
          <a:xfrm>
            <a:off x="9539785" y="5610004"/>
            <a:ext cx="2884102" cy="2495992"/>
            <a:chOff x="8899022" y="5317131"/>
            <a:chExt cx="3438309" cy="297562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52D97EF-FFB4-7E97-621A-3EF96724ECEB}"/>
                </a:ext>
              </a:extLst>
            </p:cNvPr>
            <p:cNvSpPr/>
            <p:nvPr/>
          </p:nvSpPr>
          <p:spPr>
            <a:xfrm rot="10800000">
              <a:off x="10618177" y="5317131"/>
              <a:ext cx="1573823" cy="1540869"/>
            </a:xfrm>
            <a:custGeom>
              <a:avLst/>
              <a:gdLst>
                <a:gd name="connsiteX0" fmla="*/ 0 w 7004667"/>
                <a:gd name="connsiteY0" fmla="*/ 0 h 6858002"/>
                <a:gd name="connsiteX1" fmla="*/ 7004667 w 7004667"/>
                <a:gd name="connsiteY1" fmla="*/ 0 h 6858002"/>
                <a:gd name="connsiteX2" fmla="*/ 6927890 w 7004667"/>
                <a:gd name="connsiteY2" fmla="*/ 13049 h 6858002"/>
                <a:gd name="connsiteX3" fmla="*/ 4016144 w 7004667"/>
                <a:gd name="connsiteY3" fmla="*/ 3524955 h 6858002"/>
                <a:gd name="connsiteX4" fmla="*/ 980784 w 7004667"/>
                <a:gd name="connsiteY4" fmla="*/ 6858002 h 6858002"/>
                <a:gd name="connsiteX5" fmla="*/ 0 w 7004667"/>
                <a:gd name="connsiteY5" fmla="*/ 6858002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4667" h="6858002">
                  <a:moveTo>
                    <a:pt x="0" y="0"/>
                  </a:moveTo>
                  <a:lnTo>
                    <a:pt x="7004667" y="0"/>
                  </a:lnTo>
                  <a:lnTo>
                    <a:pt x="6927890" y="13049"/>
                  </a:lnTo>
                  <a:cubicBezTo>
                    <a:pt x="5094667" y="437170"/>
                    <a:pt x="6918515" y="3313232"/>
                    <a:pt x="4016144" y="3524955"/>
                  </a:cubicBezTo>
                  <a:cubicBezTo>
                    <a:pt x="933197" y="3670782"/>
                    <a:pt x="3682935" y="6027461"/>
                    <a:pt x="980784" y="6858002"/>
                  </a:cubicBezTo>
                  <a:lnTo>
                    <a:pt x="0" y="6858002"/>
                  </a:lnTo>
                  <a:close/>
                </a:path>
              </a:pathLst>
            </a:custGeom>
            <a:solidFill>
              <a:srgbClr val="CDC0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2AB46ADB-D1E6-D7E0-C3E1-1AEA17EF9883}"/>
                </a:ext>
              </a:extLst>
            </p:cNvPr>
            <p:cNvSpPr/>
            <p:nvPr/>
          </p:nvSpPr>
          <p:spPr>
            <a:xfrm rot="19222550" flipH="1">
              <a:off x="8899022" y="5832618"/>
              <a:ext cx="3438309" cy="2460133"/>
            </a:xfrm>
            <a:custGeom>
              <a:avLst/>
              <a:gdLst>
                <a:gd name="connsiteX0" fmla="*/ 6749971 w 6815402"/>
                <a:gd name="connsiteY0" fmla="*/ 786590 h 4876466"/>
                <a:gd name="connsiteX1" fmla="*/ 6748018 w 6815402"/>
                <a:gd name="connsiteY1" fmla="*/ 782405 h 4876466"/>
                <a:gd name="connsiteX2" fmla="*/ 6746902 w 6815402"/>
                <a:gd name="connsiteY2" fmla="*/ 779058 h 4876466"/>
                <a:gd name="connsiteX3" fmla="*/ 5340753 w 6815402"/>
                <a:gd name="connsiteY3" fmla="*/ 22847 h 4876466"/>
                <a:gd name="connsiteX4" fmla="*/ 3376439 w 6815402"/>
                <a:gd name="connsiteY4" fmla="*/ 789100 h 4876466"/>
                <a:gd name="connsiteX5" fmla="*/ 2839474 w 6815402"/>
                <a:gd name="connsiteY5" fmla="*/ 604441 h 4876466"/>
                <a:gd name="connsiteX6" fmla="*/ 2428592 w 6815402"/>
                <a:gd name="connsiteY6" fmla="*/ 310994 h 4876466"/>
                <a:gd name="connsiteX7" fmla="*/ 1587301 w 6815402"/>
                <a:gd name="connsiteY7" fmla="*/ 209459 h 4876466"/>
                <a:gd name="connsiteX8" fmla="*/ 968327 w 6815402"/>
                <a:gd name="connsiteY8" fmla="*/ 927455 h 4876466"/>
                <a:gd name="connsiteX9" fmla="*/ 850613 w 6815402"/>
                <a:gd name="connsiteY9" fmla="*/ 1348657 h 4876466"/>
                <a:gd name="connsiteX10" fmla="*/ 865118 w 6815402"/>
                <a:gd name="connsiteY10" fmla="*/ 1927182 h 4876466"/>
                <a:gd name="connsiteX11" fmla="*/ 441126 w 6815402"/>
                <a:gd name="connsiteY11" fmla="*/ 2960103 h 4876466"/>
                <a:gd name="connsiteX12" fmla="*/ 9601 w 6815402"/>
                <a:gd name="connsiteY12" fmla="*/ 3785212 h 4876466"/>
                <a:gd name="connsiteX13" fmla="*/ 267902 w 6815402"/>
                <a:gd name="connsiteY13" fmla="*/ 4615063 h 4876466"/>
                <a:gd name="connsiteX14" fmla="*/ 993432 w 6815402"/>
                <a:gd name="connsiteY14" fmla="*/ 4866111 h 4876466"/>
                <a:gd name="connsiteX15" fmla="*/ 1735140 w 6815402"/>
                <a:gd name="connsiteY15" fmla="*/ 4339469 h 4876466"/>
                <a:gd name="connsiteX16" fmla="*/ 2458718 w 6815402"/>
                <a:gd name="connsiteY16" fmla="*/ 3563732 h 4876466"/>
                <a:gd name="connsiteX17" fmla="*/ 3529299 w 6815402"/>
                <a:gd name="connsiteY17" fmla="*/ 3364847 h 4876466"/>
                <a:gd name="connsiteX18" fmla="*/ 4506156 w 6815402"/>
                <a:gd name="connsiteY18" fmla="*/ 3185487 h 4876466"/>
                <a:gd name="connsiteX19" fmla="*/ 4941307 w 6815402"/>
                <a:gd name="connsiteY19" fmla="*/ 2434855 h 4876466"/>
                <a:gd name="connsiteX20" fmla="*/ 5349679 w 6815402"/>
                <a:gd name="connsiteY20" fmla="*/ 1522158 h 4876466"/>
                <a:gd name="connsiteX21" fmla="*/ 5795987 w 6815402"/>
                <a:gd name="connsiteY21" fmla="*/ 1314068 h 4876466"/>
                <a:gd name="connsiteX22" fmla="*/ 6122071 w 6815402"/>
                <a:gd name="connsiteY22" fmla="*/ 1349773 h 4876466"/>
                <a:gd name="connsiteX23" fmla="*/ 6307847 w 6815402"/>
                <a:gd name="connsiteY23" fmla="*/ 1476412 h 4876466"/>
                <a:gd name="connsiteX24" fmla="*/ 6805202 w 6815402"/>
                <a:gd name="connsiteY24" fmla="*/ 1200539 h 4876466"/>
                <a:gd name="connsiteX25" fmla="*/ 6749971 w 6815402"/>
                <a:gd name="connsiteY25" fmla="*/ 786590 h 487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815402" h="4876466">
                  <a:moveTo>
                    <a:pt x="6749971" y="786590"/>
                  </a:moveTo>
                  <a:cubicBezTo>
                    <a:pt x="6749413" y="785195"/>
                    <a:pt x="6748576" y="783800"/>
                    <a:pt x="6748018" y="782405"/>
                  </a:cubicBezTo>
                  <a:cubicBezTo>
                    <a:pt x="6747739" y="781290"/>
                    <a:pt x="6747460" y="780174"/>
                    <a:pt x="6746902" y="779058"/>
                  </a:cubicBezTo>
                  <a:cubicBezTo>
                    <a:pt x="6515101" y="236796"/>
                    <a:pt x="5922348" y="-92076"/>
                    <a:pt x="5340753" y="22847"/>
                  </a:cubicBezTo>
                  <a:cubicBezTo>
                    <a:pt x="4643675" y="160645"/>
                    <a:pt x="4114521" y="803047"/>
                    <a:pt x="3376439" y="789100"/>
                  </a:cubicBezTo>
                  <a:cubicBezTo>
                    <a:pt x="3178111" y="785474"/>
                    <a:pt x="3001261" y="716854"/>
                    <a:pt x="2839474" y="604441"/>
                  </a:cubicBezTo>
                  <a:cubicBezTo>
                    <a:pt x="2701119" y="508206"/>
                    <a:pt x="2575316" y="395234"/>
                    <a:pt x="2428592" y="310994"/>
                  </a:cubicBezTo>
                  <a:cubicBezTo>
                    <a:pt x="2178380" y="167339"/>
                    <a:pt x="1861501" y="80030"/>
                    <a:pt x="1587301" y="209459"/>
                  </a:cubicBezTo>
                  <a:cubicBezTo>
                    <a:pt x="1311984" y="339446"/>
                    <a:pt x="1093572" y="659671"/>
                    <a:pt x="968327" y="927455"/>
                  </a:cubicBezTo>
                  <a:cubicBezTo>
                    <a:pt x="906123" y="1060510"/>
                    <a:pt x="863166" y="1201934"/>
                    <a:pt x="850613" y="1348657"/>
                  </a:cubicBezTo>
                  <a:cubicBezTo>
                    <a:pt x="834156" y="1541405"/>
                    <a:pt x="872092" y="1734154"/>
                    <a:pt x="865118" y="1927182"/>
                  </a:cubicBezTo>
                  <a:cubicBezTo>
                    <a:pt x="850892" y="2320210"/>
                    <a:pt x="686037" y="2659961"/>
                    <a:pt x="441126" y="2960103"/>
                  </a:cubicBezTo>
                  <a:cubicBezTo>
                    <a:pt x="237776" y="3209476"/>
                    <a:pt x="52558" y="3456619"/>
                    <a:pt x="9601" y="3785212"/>
                  </a:cubicBezTo>
                  <a:cubicBezTo>
                    <a:pt x="-29730" y="4085632"/>
                    <a:pt x="50885" y="4397210"/>
                    <a:pt x="267902" y="4615063"/>
                  </a:cubicBezTo>
                  <a:cubicBezTo>
                    <a:pt x="455631" y="4803628"/>
                    <a:pt x="727321" y="4911578"/>
                    <a:pt x="993432" y="4866111"/>
                  </a:cubicBezTo>
                  <a:cubicBezTo>
                    <a:pt x="1305011" y="4813111"/>
                    <a:pt x="1546854" y="4578243"/>
                    <a:pt x="1735140" y="4339469"/>
                  </a:cubicBezTo>
                  <a:cubicBezTo>
                    <a:pt x="1956342" y="4058853"/>
                    <a:pt x="2145744" y="3753133"/>
                    <a:pt x="2458718" y="3563732"/>
                  </a:cubicBezTo>
                  <a:cubicBezTo>
                    <a:pt x="2792333" y="3361778"/>
                    <a:pt x="3149380" y="3339463"/>
                    <a:pt x="3529299" y="3364847"/>
                  </a:cubicBezTo>
                  <a:cubicBezTo>
                    <a:pt x="3871562" y="3387720"/>
                    <a:pt x="4215219" y="3393578"/>
                    <a:pt x="4506156" y="3185487"/>
                  </a:cubicBezTo>
                  <a:cubicBezTo>
                    <a:pt x="4761389" y="3003059"/>
                    <a:pt x="4883566" y="2736112"/>
                    <a:pt x="4941307" y="2434855"/>
                  </a:cubicBezTo>
                  <a:cubicBezTo>
                    <a:pt x="5007695" y="2088689"/>
                    <a:pt x="5061531" y="1758980"/>
                    <a:pt x="5349679" y="1522158"/>
                  </a:cubicBezTo>
                  <a:cubicBezTo>
                    <a:pt x="5477156" y="1417277"/>
                    <a:pt x="5633085" y="1342241"/>
                    <a:pt x="5795987" y="1314068"/>
                  </a:cubicBezTo>
                  <a:cubicBezTo>
                    <a:pt x="5903380" y="1295379"/>
                    <a:pt x="6022488" y="1302910"/>
                    <a:pt x="6122071" y="1349773"/>
                  </a:cubicBezTo>
                  <a:cubicBezTo>
                    <a:pt x="6191528" y="1382409"/>
                    <a:pt x="6240900" y="1441823"/>
                    <a:pt x="6307847" y="1476412"/>
                  </a:cubicBezTo>
                  <a:cubicBezTo>
                    <a:pt x="6526538" y="1589104"/>
                    <a:pt x="6762244" y="1420624"/>
                    <a:pt x="6805202" y="1200539"/>
                  </a:cubicBezTo>
                  <a:cubicBezTo>
                    <a:pt x="6832817" y="1060789"/>
                    <a:pt x="6801017" y="916855"/>
                    <a:pt x="6749971" y="786590"/>
                  </a:cubicBezTo>
                  <a:close/>
                </a:path>
              </a:pathLst>
            </a:custGeom>
            <a:solidFill>
              <a:srgbClr val="DA9AA5"/>
            </a:solidFill>
            <a:ln w="244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8" name="文本框 20">
            <a:extLst>
              <a:ext uri="{FF2B5EF4-FFF2-40B4-BE49-F238E27FC236}">
                <a16:creationId xmlns:a16="http://schemas.microsoft.com/office/drawing/2014/main" id="{8F5CBAC2-D21F-C779-31FA-D9E0BD246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647" y="388099"/>
            <a:ext cx="27673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工作内容回顾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2D8071C-AD31-0637-61C1-4655CB2E0784}"/>
              </a:ext>
            </a:extLst>
          </p:cNvPr>
          <p:cNvGrpSpPr/>
          <p:nvPr/>
        </p:nvGrpSpPr>
        <p:grpSpPr>
          <a:xfrm>
            <a:off x="885057" y="1509953"/>
            <a:ext cx="2790825" cy="4261840"/>
            <a:chOff x="885057" y="1509953"/>
            <a:chExt cx="2790825" cy="4261840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0C2426C-98E8-FEE7-A269-C1A798DF74B1}"/>
                </a:ext>
              </a:extLst>
            </p:cNvPr>
            <p:cNvGrpSpPr/>
            <p:nvPr/>
          </p:nvGrpSpPr>
          <p:grpSpPr>
            <a:xfrm>
              <a:off x="885057" y="1509953"/>
              <a:ext cx="2790825" cy="4261840"/>
              <a:chOff x="885057" y="1509953"/>
              <a:chExt cx="2790825" cy="4261840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DE253624-098B-D878-34EB-A6BA49008AB3}"/>
                  </a:ext>
                </a:extLst>
              </p:cNvPr>
              <p:cNvGrpSpPr/>
              <p:nvPr/>
            </p:nvGrpSpPr>
            <p:grpSpPr>
              <a:xfrm>
                <a:off x="885057" y="1509953"/>
                <a:ext cx="2790825" cy="4261840"/>
                <a:chOff x="885057" y="1509953"/>
                <a:chExt cx="2790825" cy="4261840"/>
              </a:xfrm>
              <a:effectLst>
                <a:outerShdw blurRad="762000" algn="ctr" rotWithShape="0">
                  <a:schemeClr val="bg1">
                    <a:lumMod val="50000"/>
                    <a:alpha val="10000"/>
                  </a:schemeClr>
                </a:outerShdw>
              </a:effectLst>
            </p:grpSpPr>
            <p:sp>
              <p:nvSpPr>
                <p:cNvPr id="12" name="Freeform: Shape 8">
                  <a:extLst>
                    <a:ext uri="{FF2B5EF4-FFF2-40B4-BE49-F238E27FC236}">
                      <a16:creationId xmlns:a16="http://schemas.microsoft.com/office/drawing/2014/main" id="{126D934D-70A6-A878-4797-9F72AFBD5934}"/>
                    </a:ext>
                  </a:extLst>
                </p:cNvPr>
                <p:cNvSpPr/>
                <p:nvPr/>
              </p:nvSpPr>
              <p:spPr bwMode="auto">
                <a:xfrm>
                  <a:off x="885057" y="1509953"/>
                  <a:ext cx="2790825" cy="4261838"/>
                </a:xfrm>
                <a:custGeom>
                  <a:avLst/>
                  <a:gdLst>
                    <a:gd name="T0" fmla="*/ 535 w 595"/>
                    <a:gd name="T1" fmla="*/ 60 h 919"/>
                    <a:gd name="T2" fmla="*/ 359 w 595"/>
                    <a:gd name="T3" fmla="*/ 60 h 919"/>
                    <a:gd name="T4" fmla="*/ 297 w 595"/>
                    <a:gd name="T5" fmla="*/ 0 h 919"/>
                    <a:gd name="T6" fmla="*/ 236 w 595"/>
                    <a:gd name="T7" fmla="*/ 60 h 919"/>
                    <a:gd name="T8" fmla="*/ 59 w 595"/>
                    <a:gd name="T9" fmla="*/ 60 h 919"/>
                    <a:gd name="T10" fmla="*/ 0 w 595"/>
                    <a:gd name="T11" fmla="*/ 120 h 919"/>
                    <a:gd name="T12" fmla="*/ 0 w 595"/>
                    <a:gd name="T13" fmla="*/ 859 h 919"/>
                    <a:gd name="T14" fmla="*/ 59 w 595"/>
                    <a:gd name="T15" fmla="*/ 919 h 919"/>
                    <a:gd name="T16" fmla="*/ 535 w 595"/>
                    <a:gd name="T17" fmla="*/ 919 h 919"/>
                    <a:gd name="T18" fmla="*/ 595 w 595"/>
                    <a:gd name="T19" fmla="*/ 859 h 919"/>
                    <a:gd name="T20" fmla="*/ 595 w 595"/>
                    <a:gd name="T21" fmla="*/ 120 h 919"/>
                    <a:gd name="T22" fmla="*/ 535 w 595"/>
                    <a:gd name="T23" fmla="*/ 60 h 919"/>
                    <a:gd name="T24" fmla="*/ 589 w 595"/>
                    <a:gd name="T25" fmla="*/ 859 h 919"/>
                    <a:gd name="T26" fmla="*/ 535 w 595"/>
                    <a:gd name="T27" fmla="*/ 913 h 919"/>
                    <a:gd name="T28" fmla="*/ 59 w 595"/>
                    <a:gd name="T29" fmla="*/ 913 h 919"/>
                    <a:gd name="T30" fmla="*/ 6 w 595"/>
                    <a:gd name="T31" fmla="*/ 859 h 919"/>
                    <a:gd name="T32" fmla="*/ 6 w 595"/>
                    <a:gd name="T33" fmla="*/ 467 h 919"/>
                    <a:gd name="T34" fmla="*/ 589 w 595"/>
                    <a:gd name="T35" fmla="*/ 467 h 919"/>
                    <a:gd name="T36" fmla="*/ 589 w 595"/>
                    <a:gd name="T37" fmla="*/ 859 h 9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595" h="919">
                      <a:moveTo>
                        <a:pt x="535" y="60"/>
                      </a:moveTo>
                      <a:cubicBezTo>
                        <a:pt x="359" y="60"/>
                        <a:pt x="359" y="60"/>
                        <a:pt x="359" y="60"/>
                      </a:cubicBezTo>
                      <a:cubicBezTo>
                        <a:pt x="330" y="51"/>
                        <a:pt x="307" y="29"/>
                        <a:pt x="297" y="0"/>
                      </a:cubicBezTo>
                      <a:cubicBezTo>
                        <a:pt x="288" y="29"/>
                        <a:pt x="265" y="51"/>
                        <a:pt x="236" y="60"/>
                      </a:cubicBezTo>
                      <a:cubicBezTo>
                        <a:pt x="59" y="60"/>
                        <a:pt x="59" y="60"/>
                        <a:pt x="59" y="60"/>
                      </a:cubicBezTo>
                      <a:cubicBezTo>
                        <a:pt x="27" y="60"/>
                        <a:pt x="0" y="87"/>
                        <a:pt x="0" y="120"/>
                      </a:cubicBezTo>
                      <a:cubicBezTo>
                        <a:pt x="0" y="859"/>
                        <a:pt x="0" y="859"/>
                        <a:pt x="0" y="859"/>
                      </a:cubicBezTo>
                      <a:cubicBezTo>
                        <a:pt x="0" y="892"/>
                        <a:pt x="27" y="919"/>
                        <a:pt x="59" y="919"/>
                      </a:cubicBezTo>
                      <a:cubicBezTo>
                        <a:pt x="535" y="919"/>
                        <a:pt x="535" y="919"/>
                        <a:pt x="535" y="919"/>
                      </a:cubicBezTo>
                      <a:cubicBezTo>
                        <a:pt x="568" y="919"/>
                        <a:pt x="595" y="892"/>
                        <a:pt x="595" y="859"/>
                      </a:cubicBezTo>
                      <a:cubicBezTo>
                        <a:pt x="595" y="120"/>
                        <a:pt x="595" y="120"/>
                        <a:pt x="595" y="120"/>
                      </a:cubicBezTo>
                      <a:cubicBezTo>
                        <a:pt x="595" y="87"/>
                        <a:pt x="568" y="60"/>
                        <a:pt x="535" y="60"/>
                      </a:cubicBezTo>
                      <a:close/>
                      <a:moveTo>
                        <a:pt x="589" y="859"/>
                      </a:moveTo>
                      <a:cubicBezTo>
                        <a:pt x="589" y="889"/>
                        <a:pt x="565" y="913"/>
                        <a:pt x="535" y="913"/>
                      </a:cubicBezTo>
                      <a:cubicBezTo>
                        <a:pt x="59" y="913"/>
                        <a:pt x="59" y="913"/>
                        <a:pt x="59" y="913"/>
                      </a:cubicBezTo>
                      <a:cubicBezTo>
                        <a:pt x="30" y="913"/>
                        <a:pt x="6" y="889"/>
                        <a:pt x="6" y="859"/>
                      </a:cubicBezTo>
                      <a:cubicBezTo>
                        <a:pt x="6" y="467"/>
                        <a:pt x="6" y="467"/>
                        <a:pt x="6" y="467"/>
                      </a:cubicBezTo>
                      <a:cubicBezTo>
                        <a:pt x="589" y="467"/>
                        <a:pt x="589" y="467"/>
                        <a:pt x="589" y="467"/>
                      </a:cubicBezTo>
                      <a:lnTo>
                        <a:pt x="589" y="859"/>
                      </a:lnTo>
                      <a:close/>
                    </a:path>
                  </a:pathLst>
                </a:custGeom>
                <a:solidFill>
                  <a:srgbClr val="7E8A72"/>
                </a:solidFill>
                <a:ln>
                  <a:noFill/>
                </a:ln>
                <a:effectLst/>
              </p:spPr>
              <p:txBody>
                <a:bodyPr vert="horz" wrap="square" lIns="144000" tIns="1908000" rIns="144000" bIns="60960" anchor="t" anchorCtr="1" compatLnSpc="1">
                  <a:norm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任意多边形: 形状 12">
                  <a:extLst>
                    <a:ext uri="{FF2B5EF4-FFF2-40B4-BE49-F238E27FC236}">
                      <a16:creationId xmlns:a16="http://schemas.microsoft.com/office/drawing/2014/main" id="{820EEE5B-D28F-D21D-20DC-2BCD09649C9A}"/>
                    </a:ext>
                  </a:extLst>
                </p:cNvPr>
                <p:cNvSpPr/>
                <p:nvPr/>
              </p:nvSpPr>
              <p:spPr>
                <a:xfrm>
                  <a:off x="885057" y="2809876"/>
                  <a:ext cx="2790825" cy="2961917"/>
                </a:xfrm>
                <a:custGeom>
                  <a:avLst/>
                  <a:gdLst>
                    <a:gd name="connsiteX0" fmla="*/ 0 w 2790825"/>
                    <a:gd name="connsiteY0" fmla="*/ 0 h 2961917"/>
                    <a:gd name="connsiteX1" fmla="*/ 2790825 w 2790825"/>
                    <a:gd name="connsiteY1" fmla="*/ 0 h 2961917"/>
                    <a:gd name="connsiteX2" fmla="*/ 2790825 w 2790825"/>
                    <a:gd name="connsiteY2" fmla="*/ 2754112 h 2961917"/>
                    <a:gd name="connsiteX3" fmla="*/ 2583020 w 2790825"/>
                    <a:gd name="connsiteY3" fmla="*/ 2961917 h 2961917"/>
                    <a:gd name="connsiteX4" fmla="*/ 207805 w 2790825"/>
                    <a:gd name="connsiteY4" fmla="*/ 2961917 h 2961917"/>
                    <a:gd name="connsiteX5" fmla="*/ 0 w 2790825"/>
                    <a:gd name="connsiteY5" fmla="*/ 2754112 h 2961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790825" h="2961917">
                      <a:moveTo>
                        <a:pt x="0" y="0"/>
                      </a:moveTo>
                      <a:lnTo>
                        <a:pt x="2790825" y="0"/>
                      </a:lnTo>
                      <a:lnTo>
                        <a:pt x="2790825" y="2754112"/>
                      </a:lnTo>
                      <a:cubicBezTo>
                        <a:pt x="2790825" y="2868880"/>
                        <a:pt x="2697788" y="2961917"/>
                        <a:pt x="2583020" y="2961917"/>
                      </a:cubicBezTo>
                      <a:lnTo>
                        <a:pt x="207805" y="2961917"/>
                      </a:lnTo>
                      <a:cubicBezTo>
                        <a:pt x="93037" y="2961917"/>
                        <a:pt x="0" y="2868880"/>
                        <a:pt x="0" y="275411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328C1E9-8843-DE34-FCE4-B84837DA7976}"/>
                  </a:ext>
                </a:extLst>
              </p:cNvPr>
              <p:cNvSpPr txBox="1"/>
              <p:nvPr/>
            </p:nvSpPr>
            <p:spPr>
              <a:xfrm>
                <a:off x="1618482" y="2113214"/>
                <a:ext cx="132397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添加标题</a:t>
                </a:r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E949D15-A3CF-CF73-988E-6BDEF412BDB9}"/>
                </a:ext>
              </a:extLst>
            </p:cNvPr>
            <p:cNvSpPr txBox="1"/>
            <p:nvPr/>
          </p:nvSpPr>
          <p:spPr>
            <a:xfrm>
              <a:off x="1018498" y="3311399"/>
              <a:ext cx="2523943" cy="18956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请您单击此处输入文本内容加以解释说明，可根据自己的需要适当地调整文字的颜色或者大小等属性，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cs typeface="+mn-ea"/>
                  <a:sym typeface="+mn-lt"/>
                </a:rPr>
                <a:t>祝你使用愉快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。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77D740E-7C42-757E-E4FF-4460AF4427CB}"/>
              </a:ext>
            </a:extLst>
          </p:cNvPr>
          <p:cNvGrpSpPr/>
          <p:nvPr/>
        </p:nvGrpSpPr>
        <p:grpSpPr>
          <a:xfrm>
            <a:off x="4700587" y="1509953"/>
            <a:ext cx="2790825" cy="4261840"/>
            <a:chOff x="885057" y="1509953"/>
            <a:chExt cx="2790825" cy="4261840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74659B31-A516-CE3B-4755-05B3C46E37FF}"/>
                </a:ext>
              </a:extLst>
            </p:cNvPr>
            <p:cNvGrpSpPr/>
            <p:nvPr/>
          </p:nvGrpSpPr>
          <p:grpSpPr>
            <a:xfrm>
              <a:off x="885057" y="1509953"/>
              <a:ext cx="2790825" cy="4261840"/>
              <a:chOff x="885057" y="1509953"/>
              <a:chExt cx="2790825" cy="4261840"/>
            </a:xfrm>
          </p:grpSpPr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B469FF38-2440-8FDF-C028-CE291B3B62B8}"/>
                  </a:ext>
                </a:extLst>
              </p:cNvPr>
              <p:cNvGrpSpPr/>
              <p:nvPr/>
            </p:nvGrpSpPr>
            <p:grpSpPr>
              <a:xfrm>
                <a:off x="885057" y="1509953"/>
                <a:ext cx="2790825" cy="4261840"/>
                <a:chOff x="885057" y="1509953"/>
                <a:chExt cx="2790825" cy="4261840"/>
              </a:xfrm>
              <a:effectLst>
                <a:outerShdw blurRad="762000" algn="ctr" rotWithShape="0">
                  <a:schemeClr val="bg1">
                    <a:lumMod val="50000"/>
                    <a:alpha val="10000"/>
                  </a:schemeClr>
                </a:outerShdw>
              </a:effectLst>
            </p:grpSpPr>
            <p:sp>
              <p:nvSpPr>
                <p:cNvPr id="19" name="Freeform: Shape 8">
                  <a:extLst>
                    <a:ext uri="{FF2B5EF4-FFF2-40B4-BE49-F238E27FC236}">
                      <a16:creationId xmlns:a16="http://schemas.microsoft.com/office/drawing/2014/main" id="{8F57C61E-9BD7-08ED-0890-EE6C3DBECE21}"/>
                    </a:ext>
                  </a:extLst>
                </p:cNvPr>
                <p:cNvSpPr/>
                <p:nvPr/>
              </p:nvSpPr>
              <p:spPr bwMode="auto">
                <a:xfrm>
                  <a:off x="885057" y="1509953"/>
                  <a:ext cx="2790825" cy="4261838"/>
                </a:xfrm>
                <a:custGeom>
                  <a:avLst/>
                  <a:gdLst>
                    <a:gd name="T0" fmla="*/ 535 w 595"/>
                    <a:gd name="T1" fmla="*/ 60 h 919"/>
                    <a:gd name="T2" fmla="*/ 359 w 595"/>
                    <a:gd name="T3" fmla="*/ 60 h 919"/>
                    <a:gd name="T4" fmla="*/ 297 w 595"/>
                    <a:gd name="T5" fmla="*/ 0 h 919"/>
                    <a:gd name="T6" fmla="*/ 236 w 595"/>
                    <a:gd name="T7" fmla="*/ 60 h 919"/>
                    <a:gd name="T8" fmla="*/ 59 w 595"/>
                    <a:gd name="T9" fmla="*/ 60 h 919"/>
                    <a:gd name="T10" fmla="*/ 0 w 595"/>
                    <a:gd name="T11" fmla="*/ 120 h 919"/>
                    <a:gd name="T12" fmla="*/ 0 w 595"/>
                    <a:gd name="T13" fmla="*/ 859 h 919"/>
                    <a:gd name="T14" fmla="*/ 59 w 595"/>
                    <a:gd name="T15" fmla="*/ 919 h 919"/>
                    <a:gd name="T16" fmla="*/ 535 w 595"/>
                    <a:gd name="T17" fmla="*/ 919 h 919"/>
                    <a:gd name="T18" fmla="*/ 595 w 595"/>
                    <a:gd name="T19" fmla="*/ 859 h 919"/>
                    <a:gd name="T20" fmla="*/ 595 w 595"/>
                    <a:gd name="T21" fmla="*/ 120 h 919"/>
                    <a:gd name="T22" fmla="*/ 535 w 595"/>
                    <a:gd name="T23" fmla="*/ 60 h 919"/>
                    <a:gd name="T24" fmla="*/ 589 w 595"/>
                    <a:gd name="T25" fmla="*/ 859 h 919"/>
                    <a:gd name="T26" fmla="*/ 535 w 595"/>
                    <a:gd name="T27" fmla="*/ 913 h 919"/>
                    <a:gd name="T28" fmla="*/ 59 w 595"/>
                    <a:gd name="T29" fmla="*/ 913 h 919"/>
                    <a:gd name="T30" fmla="*/ 6 w 595"/>
                    <a:gd name="T31" fmla="*/ 859 h 919"/>
                    <a:gd name="T32" fmla="*/ 6 w 595"/>
                    <a:gd name="T33" fmla="*/ 467 h 919"/>
                    <a:gd name="T34" fmla="*/ 589 w 595"/>
                    <a:gd name="T35" fmla="*/ 467 h 919"/>
                    <a:gd name="T36" fmla="*/ 589 w 595"/>
                    <a:gd name="T37" fmla="*/ 859 h 9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595" h="919">
                      <a:moveTo>
                        <a:pt x="535" y="60"/>
                      </a:moveTo>
                      <a:cubicBezTo>
                        <a:pt x="359" y="60"/>
                        <a:pt x="359" y="60"/>
                        <a:pt x="359" y="60"/>
                      </a:cubicBezTo>
                      <a:cubicBezTo>
                        <a:pt x="330" y="51"/>
                        <a:pt x="307" y="29"/>
                        <a:pt x="297" y="0"/>
                      </a:cubicBezTo>
                      <a:cubicBezTo>
                        <a:pt x="288" y="29"/>
                        <a:pt x="265" y="51"/>
                        <a:pt x="236" y="60"/>
                      </a:cubicBezTo>
                      <a:cubicBezTo>
                        <a:pt x="59" y="60"/>
                        <a:pt x="59" y="60"/>
                        <a:pt x="59" y="60"/>
                      </a:cubicBezTo>
                      <a:cubicBezTo>
                        <a:pt x="27" y="60"/>
                        <a:pt x="0" y="87"/>
                        <a:pt x="0" y="120"/>
                      </a:cubicBezTo>
                      <a:cubicBezTo>
                        <a:pt x="0" y="859"/>
                        <a:pt x="0" y="859"/>
                        <a:pt x="0" y="859"/>
                      </a:cubicBezTo>
                      <a:cubicBezTo>
                        <a:pt x="0" y="892"/>
                        <a:pt x="27" y="919"/>
                        <a:pt x="59" y="919"/>
                      </a:cubicBezTo>
                      <a:cubicBezTo>
                        <a:pt x="535" y="919"/>
                        <a:pt x="535" y="919"/>
                        <a:pt x="535" y="919"/>
                      </a:cubicBezTo>
                      <a:cubicBezTo>
                        <a:pt x="568" y="919"/>
                        <a:pt x="595" y="892"/>
                        <a:pt x="595" y="859"/>
                      </a:cubicBezTo>
                      <a:cubicBezTo>
                        <a:pt x="595" y="120"/>
                        <a:pt x="595" y="120"/>
                        <a:pt x="595" y="120"/>
                      </a:cubicBezTo>
                      <a:cubicBezTo>
                        <a:pt x="595" y="87"/>
                        <a:pt x="568" y="60"/>
                        <a:pt x="535" y="60"/>
                      </a:cubicBezTo>
                      <a:close/>
                      <a:moveTo>
                        <a:pt x="589" y="859"/>
                      </a:moveTo>
                      <a:cubicBezTo>
                        <a:pt x="589" y="889"/>
                        <a:pt x="565" y="913"/>
                        <a:pt x="535" y="913"/>
                      </a:cubicBezTo>
                      <a:cubicBezTo>
                        <a:pt x="59" y="913"/>
                        <a:pt x="59" y="913"/>
                        <a:pt x="59" y="913"/>
                      </a:cubicBezTo>
                      <a:cubicBezTo>
                        <a:pt x="30" y="913"/>
                        <a:pt x="6" y="889"/>
                        <a:pt x="6" y="859"/>
                      </a:cubicBezTo>
                      <a:cubicBezTo>
                        <a:pt x="6" y="467"/>
                        <a:pt x="6" y="467"/>
                        <a:pt x="6" y="467"/>
                      </a:cubicBezTo>
                      <a:cubicBezTo>
                        <a:pt x="589" y="467"/>
                        <a:pt x="589" y="467"/>
                        <a:pt x="589" y="467"/>
                      </a:cubicBezTo>
                      <a:lnTo>
                        <a:pt x="589" y="859"/>
                      </a:lnTo>
                      <a:close/>
                    </a:path>
                  </a:pathLst>
                </a:custGeom>
                <a:solidFill>
                  <a:srgbClr val="DA9AA5"/>
                </a:solidFill>
                <a:ln>
                  <a:noFill/>
                </a:ln>
                <a:effectLst/>
              </p:spPr>
              <p:txBody>
                <a:bodyPr vert="horz" wrap="square" lIns="144000" tIns="1908000" rIns="144000" bIns="60960" anchor="t" anchorCtr="1" compatLnSpc="1">
                  <a:norm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任意多边形: 形状 19">
                  <a:extLst>
                    <a:ext uri="{FF2B5EF4-FFF2-40B4-BE49-F238E27FC236}">
                      <a16:creationId xmlns:a16="http://schemas.microsoft.com/office/drawing/2014/main" id="{F2C4703E-6125-0A8B-3D55-4EFD777A212B}"/>
                    </a:ext>
                  </a:extLst>
                </p:cNvPr>
                <p:cNvSpPr/>
                <p:nvPr/>
              </p:nvSpPr>
              <p:spPr>
                <a:xfrm>
                  <a:off x="885057" y="2809876"/>
                  <a:ext cx="2790825" cy="2961917"/>
                </a:xfrm>
                <a:custGeom>
                  <a:avLst/>
                  <a:gdLst>
                    <a:gd name="connsiteX0" fmla="*/ 0 w 2790825"/>
                    <a:gd name="connsiteY0" fmla="*/ 0 h 2961917"/>
                    <a:gd name="connsiteX1" fmla="*/ 2790825 w 2790825"/>
                    <a:gd name="connsiteY1" fmla="*/ 0 h 2961917"/>
                    <a:gd name="connsiteX2" fmla="*/ 2790825 w 2790825"/>
                    <a:gd name="connsiteY2" fmla="*/ 2754112 h 2961917"/>
                    <a:gd name="connsiteX3" fmla="*/ 2583020 w 2790825"/>
                    <a:gd name="connsiteY3" fmla="*/ 2961917 h 2961917"/>
                    <a:gd name="connsiteX4" fmla="*/ 207805 w 2790825"/>
                    <a:gd name="connsiteY4" fmla="*/ 2961917 h 2961917"/>
                    <a:gd name="connsiteX5" fmla="*/ 0 w 2790825"/>
                    <a:gd name="connsiteY5" fmla="*/ 2754112 h 2961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790825" h="2961917">
                      <a:moveTo>
                        <a:pt x="0" y="0"/>
                      </a:moveTo>
                      <a:lnTo>
                        <a:pt x="2790825" y="0"/>
                      </a:lnTo>
                      <a:lnTo>
                        <a:pt x="2790825" y="2754112"/>
                      </a:lnTo>
                      <a:cubicBezTo>
                        <a:pt x="2790825" y="2868880"/>
                        <a:pt x="2697788" y="2961917"/>
                        <a:pt x="2583020" y="2961917"/>
                      </a:cubicBezTo>
                      <a:lnTo>
                        <a:pt x="207805" y="2961917"/>
                      </a:lnTo>
                      <a:cubicBezTo>
                        <a:pt x="93037" y="2961917"/>
                        <a:pt x="0" y="2868880"/>
                        <a:pt x="0" y="275411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C124938-EB2D-B9BB-CEBF-04358868B146}"/>
                  </a:ext>
                </a:extLst>
              </p:cNvPr>
              <p:cNvSpPr txBox="1"/>
              <p:nvPr/>
            </p:nvSpPr>
            <p:spPr>
              <a:xfrm>
                <a:off x="1618482" y="2113214"/>
                <a:ext cx="132397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添加标题</a:t>
                </a:r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598D4A0-8F9D-DA75-D41D-40FD0B358445}"/>
                </a:ext>
              </a:extLst>
            </p:cNvPr>
            <p:cNvSpPr txBox="1"/>
            <p:nvPr/>
          </p:nvSpPr>
          <p:spPr>
            <a:xfrm>
              <a:off x="1018498" y="3311399"/>
              <a:ext cx="2523943" cy="18956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请您单击此处输入文本内容加以解释说明，可根据自己的需要适当地调整文字的颜色或者大小等属性，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cs typeface="+mn-ea"/>
                  <a:sym typeface="+mn-lt"/>
                </a:rPr>
                <a:t>祝你使用愉快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。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C31BC61-D702-2B75-3201-578D2D6F14B2}"/>
              </a:ext>
            </a:extLst>
          </p:cNvPr>
          <p:cNvGrpSpPr/>
          <p:nvPr/>
        </p:nvGrpSpPr>
        <p:grpSpPr>
          <a:xfrm>
            <a:off x="8516117" y="1509953"/>
            <a:ext cx="2790825" cy="4261840"/>
            <a:chOff x="885057" y="1509953"/>
            <a:chExt cx="2790825" cy="4261840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DBF395E7-F9D2-4C4D-8EC1-FB3381A8CEA9}"/>
                </a:ext>
              </a:extLst>
            </p:cNvPr>
            <p:cNvGrpSpPr/>
            <p:nvPr/>
          </p:nvGrpSpPr>
          <p:grpSpPr>
            <a:xfrm>
              <a:off x="885057" y="1509953"/>
              <a:ext cx="2790825" cy="4261840"/>
              <a:chOff x="885057" y="1509953"/>
              <a:chExt cx="2790825" cy="4261840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612A225A-9597-4858-E359-F416FC9576BA}"/>
                  </a:ext>
                </a:extLst>
              </p:cNvPr>
              <p:cNvGrpSpPr/>
              <p:nvPr/>
            </p:nvGrpSpPr>
            <p:grpSpPr>
              <a:xfrm>
                <a:off x="885057" y="1509953"/>
                <a:ext cx="2790825" cy="4261840"/>
                <a:chOff x="885057" y="1509953"/>
                <a:chExt cx="2790825" cy="4261840"/>
              </a:xfrm>
              <a:effectLst>
                <a:outerShdw blurRad="762000" algn="ctr" rotWithShape="0">
                  <a:schemeClr val="bg1">
                    <a:lumMod val="50000"/>
                    <a:alpha val="10000"/>
                  </a:schemeClr>
                </a:outerShdw>
              </a:effectLst>
            </p:grpSpPr>
            <p:sp>
              <p:nvSpPr>
                <p:cNvPr id="26" name="Freeform: Shape 8">
                  <a:extLst>
                    <a:ext uri="{FF2B5EF4-FFF2-40B4-BE49-F238E27FC236}">
                      <a16:creationId xmlns:a16="http://schemas.microsoft.com/office/drawing/2014/main" id="{BDF98159-E68B-CF0A-45D4-562D824E13BF}"/>
                    </a:ext>
                  </a:extLst>
                </p:cNvPr>
                <p:cNvSpPr/>
                <p:nvPr/>
              </p:nvSpPr>
              <p:spPr bwMode="auto">
                <a:xfrm>
                  <a:off x="885057" y="1509953"/>
                  <a:ext cx="2790825" cy="4261838"/>
                </a:xfrm>
                <a:custGeom>
                  <a:avLst/>
                  <a:gdLst>
                    <a:gd name="T0" fmla="*/ 535 w 595"/>
                    <a:gd name="T1" fmla="*/ 60 h 919"/>
                    <a:gd name="T2" fmla="*/ 359 w 595"/>
                    <a:gd name="T3" fmla="*/ 60 h 919"/>
                    <a:gd name="T4" fmla="*/ 297 w 595"/>
                    <a:gd name="T5" fmla="*/ 0 h 919"/>
                    <a:gd name="T6" fmla="*/ 236 w 595"/>
                    <a:gd name="T7" fmla="*/ 60 h 919"/>
                    <a:gd name="T8" fmla="*/ 59 w 595"/>
                    <a:gd name="T9" fmla="*/ 60 h 919"/>
                    <a:gd name="T10" fmla="*/ 0 w 595"/>
                    <a:gd name="T11" fmla="*/ 120 h 919"/>
                    <a:gd name="T12" fmla="*/ 0 w 595"/>
                    <a:gd name="T13" fmla="*/ 859 h 919"/>
                    <a:gd name="T14" fmla="*/ 59 w 595"/>
                    <a:gd name="T15" fmla="*/ 919 h 919"/>
                    <a:gd name="T16" fmla="*/ 535 w 595"/>
                    <a:gd name="T17" fmla="*/ 919 h 919"/>
                    <a:gd name="T18" fmla="*/ 595 w 595"/>
                    <a:gd name="T19" fmla="*/ 859 h 919"/>
                    <a:gd name="T20" fmla="*/ 595 w 595"/>
                    <a:gd name="T21" fmla="*/ 120 h 919"/>
                    <a:gd name="T22" fmla="*/ 535 w 595"/>
                    <a:gd name="T23" fmla="*/ 60 h 919"/>
                    <a:gd name="T24" fmla="*/ 589 w 595"/>
                    <a:gd name="T25" fmla="*/ 859 h 919"/>
                    <a:gd name="T26" fmla="*/ 535 w 595"/>
                    <a:gd name="T27" fmla="*/ 913 h 919"/>
                    <a:gd name="T28" fmla="*/ 59 w 595"/>
                    <a:gd name="T29" fmla="*/ 913 h 919"/>
                    <a:gd name="T30" fmla="*/ 6 w 595"/>
                    <a:gd name="T31" fmla="*/ 859 h 919"/>
                    <a:gd name="T32" fmla="*/ 6 w 595"/>
                    <a:gd name="T33" fmla="*/ 467 h 919"/>
                    <a:gd name="T34" fmla="*/ 589 w 595"/>
                    <a:gd name="T35" fmla="*/ 467 h 919"/>
                    <a:gd name="T36" fmla="*/ 589 w 595"/>
                    <a:gd name="T37" fmla="*/ 859 h 9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595" h="919">
                      <a:moveTo>
                        <a:pt x="535" y="60"/>
                      </a:moveTo>
                      <a:cubicBezTo>
                        <a:pt x="359" y="60"/>
                        <a:pt x="359" y="60"/>
                        <a:pt x="359" y="60"/>
                      </a:cubicBezTo>
                      <a:cubicBezTo>
                        <a:pt x="330" y="51"/>
                        <a:pt x="307" y="29"/>
                        <a:pt x="297" y="0"/>
                      </a:cubicBezTo>
                      <a:cubicBezTo>
                        <a:pt x="288" y="29"/>
                        <a:pt x="265" y="51"/>
                        <a:pt x="236" y="60"/>
                      </a:cubicBezTo>
                      <a:cubicBezTo>
                        <a:pt x="59" y="60"/>
                        <a:pt x="59" y="60"/>
                        <a:pt x="59" y="60"/>
                      </a:cubicBezTo>
                      <a:cubicBezTo>
                        <a:pt x="27" y="60"/>
                        <a:pt x="0" y="87"/>
                        <a:pt x="0" y="120"/>
                      </a:cubicBezTo>
                      <a:cubicBezTo>
                        <a:pt x="0" y="859"/>
                        <a:pt x="0" y="859"/>
                        <a:pt x="0" y="859"/>
                      </a:cubicBezTo>
                      <a:cubicBezTo>
                        <a:pt x="0" y="892"/>
                        <a:pt x="27" y="919"/>
                        <a:pt x="59" y="919"/>
                      </a:cubicBezTo>
                      <a:cubicBezTo>
                        <a:pt x="535" y="919"/>
                        <a:pt x="535" y="919"/>
                        <a:pt x="535" y="919"/>
                      </a:cubicBezTo>
                      <a:cubicBezTo>
                        <a:pt x="568" y="919"/>
                        <a:pt x="595" y="892"/>
                        <a:pt x="595" y="859"/>
                      </a:cubicBezTo>
                      <a:cubicBezTo>
                        <a:pt x="595" y="120"/>
                        <a:pt x="595" y="120"/>
                        <a:pt x="595" y="120"/>
                      </a:cubicBezTo>
                      <a:cubicBezTo>
                        <a:pt x="595" y="87"/>
                        <a:pt x="568" y="60"/>
                        <a:pt x="535" y="60"/>
                      </a:cubicBezTo>
                      <a:close/>
                      <a:moveTo>
                        <a:pt x="589" y="859"/>
                      </a:moveTo>
                      <a:cubicBezTo>
                        <a:pt x="589" y="889"/>
                        <a:pt x="565" y="913"/>
                        <a:pt x="535" y="913"/>
                      </a:cubicBezTo>
                      <a:cubicBezTo>
                        <a:pt x="59" y="913"/>
                        <a:pt x="59" y="913"/>
                        <a:pt x="59" y="913"/>
                      </a:cubicBezTo>
                      <a:cubicBezTo>
                        <a:pt x="30" y="913"/>
                        <a:pt x="6" y="889"/>
                        <a:pt x="6" y="859"/>
                      </a:cubicBezTo>
                      <a:cubicBezTo>
                        <a:pt x="6" y="467"/>
                        <a:pt x="6" y="467"/>
                        <a:pt x="6" y="467"/>
                      </a:cubicBezTo>
                      <a:cubicBezTo>
                        <a:pt x="589" y="467"/>
                        <a:pt x="589" y="467"/>
                        <a:pt x="589" y="467"/>
                      </a:cubicBezTo>
                      <a:lnTo>
                        <a:pt x="589" y="859"/>
                      </a:lnTo>
                      <a:close/>
                    </a:path>
                  </a:pathLst>
                </a:custGeom>
                <a:solidFill>
                  <a:srgbClr val="7E8A72"/>
                </a:solidFill>
                <a:ln>
                  <a:noFill/>
                </a:ln>
                <a:effectLst/>
              </p:spPr>
              <p:txBody>
                <a:bodyPr vert="horz" wrap="square" lIns="144000" tIns="1908000" rIns="144000" bIns="60960" anchor="t" anchorCtr="1" compatLnSpc="1">
                  <a:norm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任意多边形: 形状 26">
                  <a:extLst>
                    <a:ext uri="{FF2B5EF4-FFF2-40B4-BE49-F238E27FC236}">
                      <a16:creationId xmlns:a16="http://schemas.microsoft.com/office/drawing/2014/main" id="{7C73314D-F24D-28E8-6EE4-CEC2B87121A3}"/>
                    </a:ext>
                  </a:extLst>
                </p:cNvPr>
                <p:cNvSpPr/>
                <p:nvPr/>
              </p:nvSpPr>
              <p:spPr>
                <a:xfrm>
                  <a:off x="885057" y="2809876"/>
                  <a:ext cx="2790825" cy="2961917"/>
                </a:xfrm>
                <a:custGeom>
                  <a:avLst/>
                  <a:gdLst>
                    <a:gd name="connsiteX0" fmla="*/ 0 w 2790825"/>
                    <a:gd name="connsiteY0" fmla="*/ 0 h 2961917"/>
                    <a:gd name="connsiteX1" fmla="*/ 2790825 w 2790825"/>
                    <a:gd name="connsiteY1" fmla="*/ 0 h 2961917"/>
                    <a:gd name="connsiteX2" fmla="*/ 2790825 w 2790825"/>
                    <a:gd name="connsiteY2" fmla="*/ 2754112 h 2961917"/>
                    <a:gd name="connsiteX3" fmla="*/ 2583020 w 2790825"/>
                    <a:gd name="connsiteY3" fmla="*/ 2961917 h 2961917"/>
                    <a:gd name="connsiteX4" fmla="*/ 207805 w 2790825"/>
                    <a:gd name="connsiteY4" fmla="*/ 2961917 h 2961917"/>
                    <a:gd name="connsiteX5" fmla="*/ 0 w 2790825"/>
                    <a:gd name="connsiteY5" fmla="*/ 2754112 h 2961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790825" h="2961917">
                      <a:moveTo>
                        <a:pt x="0" y="0"/>
                      </a:moveTo>
                      <a:lnTo>
                        <a:pt x="2790825" y="0"/>
                      </a:lnTo>
                      <a:lnTo>
                        <a:pt x="2790825" y="2754112"/>
                      </a:lnTo>
                      <a:cubicBezTo>
                        <a:pt x="2790825" y="2868880"/>
                        <a:pt x="2697788" y="2961917"/>
                        <a:pt x="2583020" y="2961917"/>
                      </a:cubicBezTo>
                      <a:lnTo>
                        <a:pt x="207805" y="2961917"/>
                      </a:lnTo>
                      <a:cubicBezTo>
                        <a:pt x="93037" y="2961917"/>
                        <a:pt x="0" y="2868880"/>
                        <a:pt x="0" y="275411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F3B92D4-2E17-10AA-D08B-4283815DC251}"/>
                  </a:ext>
                </a:extLst>
              </p:cNvPr>
              <p:cNvSpPr txBox="1"/>
              <p:nvPr/>
            </p:nvSpPr>
            <p:spPr>
              <a:xfrm>
                <a:off x="1618482" y="2113214"/>
                <a:ext cx="132397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添加标题</a:t>
                </a:r>
              </a:p>
            </p:txBody>
          </p: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1E7DC34-0269-7B22-443F-8EB29BF1F2E0}"/>
                </a:ext>
              </a:extLst>
            </p:cNvPr>
            <p:cNvSpPr txBox="1"/>
            <p:nvPr/>
          </p:nvSpPr>
          <p:spPr>
            <a:xfrm>
              <a:off x="1018498" y="3311399"/>
              <a:ext cx="2523943" cy="18956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请您单击此处输入文本内容加以解释说明，可根据自己的需要适当地调整文字的颜色或者大小等属性，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cs typeface="+mn-ea"/>
                  <a:sym typeface="+mn-lt"/>
                </a:rPr>
                <a:t>祝你使用愉快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994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Tm="0">
        <p14:pan dir="u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9F24ACDB-E4C3-F8CF-EFD6-8AACA7589203}"/>
              </a:ext>
            </a:extLst>
          </p:cNvPr>
          <p:cNvSpPr/>
          <p:nvPr/>
        </p:nvSpPr>
        <p:spPr>
          <a:xfrm rot="13309666" flipH="1">
            <a:off x="-543961" y="-452225"/>
            <a:ext cx="1261549" cy="1560327"/>
          </a:xfrm>
          <a:custGeom>
            <a:avLst/>
            <a:gdLst>
              <a:gd name="connsiteX0" fmla="*/ 2291801 w 2659024"/>
              <a:gd name="connsiteY0" fmla="*/ 2285896 h 3739830"/>
              <a:gd name="connsiteX1" fmla="*/ 2038521 w 2659024"/>
              <a:gd name="connsiteY1" fmla="*/ 1784080 h 3739830"/>
              <a:gd name="connsiteX2" fmla="*/ 2231828 w 2659024"/>
              <a:gd name="connsiteY2" fmla="*/ 1284775 h 3739830"/>
              <a:gd name="connsiteX3" fmla="*/ 2388036 w 2659024"/>
              <a:gd name="connsiteY3" fmla="*/ 764270 h 3739830"/>
              <a:gd name="connsiteX4" fmla="*/ 2233502 w 2659024"/>
              <a:gd name="connsiteY4" fmla="*/ 269148 h 3739830"/>
              <a:gd name="connsiteX5" fmla="*/ 2050236 w 2659024"/>
              <a:gd name="connsiteY5" fmla="*/ 82536 h 3739830"/>
              <a:gd name="connsiteX6" fmla="*/ 1947585 w 2659024"/>
              <a:gd name="connsiteY6" fmla="*/ 80863 h 3739830"/>
              <a:gd name="connsiteX7" fmla="*/ 1938659 w 2659024"/>
              <a:gd name="connsiteY7" fmla="*/ 83094 h 3739830"/>
              <a:gd name="connsiteX8" fmla="*/ 1899328 w 2659024"/>
              <a:gd name="connsiteY8" fmla="*/ 63290 h 3739830"/>
              <a:gd name="connsiteX9" fmla="*/ 827352 w 2659024"/>
              <a:gd name="connsiteY9" fmla="*/ 150319 h 3739830"/>
              <a:gd name="connsiteX10" fmla="*/ 386622 w 2659024"/>
              <a:gd name="connsiteY10" fmla="*/ 500112 h 3739830"/>
              <a:gd name="connsiteX11" fmla="*/ 270582 w 2659024"/>
              <a:gd name="connsiteY11" fmla="*/ 1054648 h 3739830"/>
              <a:gd name="connsiteX12" fmla="*/ 337529 w 2659024"/>
              <a:gd name="connsiteY12" fmla="*/ 1627594 h 3739830"/>
              <a:gd name="connsiteX13" fmla="*/ 59981 w 2659024"/>
              <a:gd name="connsiteY13" fmla="*/ 2164557 h 3739830"/>
              <a:gd name="connsiteX14" fmla="*/ 66117 w 2659024"/>
              <a:gd name="connsiteY14" fmla="*/ 2707656 h 3739830"/>
              <a:gd name="connsiteX15" fmla="*/ 477558 w 2659024"/>
              <a:gd name="connsiteY15" fmla="*/ 2965677 h 3739830"/>
              <a:gd name="connsiteX16" fmla="*/ 1027911 w 2659024"/>
              <a:gd name="connsiteY16" fmla="*/ 2985203 h 3739830"/>
              <a:gd name="connsiteX17" fmla="*/ 1425126 w 2659024"/>
              <a:gd name="connsiteY17" fmla="*/ 3214772 h 3739830"/>
              <a:gd name="connsiteX18" fmla="*/ 2143961 w 2659024"/>
              <a:gd name="connsiteY18" fmla="*/ 3732766 h 3739830"/>
              <a:gd name="connsiteX19" fmla="*/ 2615374 w 2659024"/>
              <a:gd name="connsiteY19" fmla="*/ 2799428 h 3739830"/>
              <a:gd name="connsiteX20" fmla="*/ 2291801 w 2659024"/>
              <a:gd name="connsiteY20" fmla="*/ 2285896 h 37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659024" h="3739830">
                <a:moveTo>
                  <a:pt x="2291801" y="2285896"/>
                </a:moveTo>
                <a:cubicBezTo>
                  <a:pt x="2174087" y="2139173"/>
                  <a:pt x="2045494" y="1980176"/>
                  <a:pt x="2038521" y="1784080"/>
                </a:cubicBezTo>
                <a:cubicBezTo>
                  <a:pt x="2042147" y="1599421"/>
                  <a:pt x="2147308" y="1442377"/>
                  <a:pt x="2231828" y="1284775"/>
                </a:cubicBezTo>
                <a:cubicBezTo>
                  <a:pt x="2318858" y="1121873"/>
                  <a:pt x="2388873" y="951998"/>
                  <a:pt x="2388036" y="764270"/>
                </a:cubicBezTo>
                <a:cubicBezTo>
                  <a:pt x="2387199" y="590489"/>
                  <a:pt x="2333084" y="411967"/>
                  <a:pt x="2233502" y="269148"/>
                </a:cubicBezTo>
                <a:cubicBezTo>
                  <a:pt x="2188313" y="204434"/>
                  <a:pt x="2125551" y="114057"/>
                  <a:pt x="2050236" y="82536"/>
                </a:cubicBezTo>
                <a:cubicBezTo>
                  <a:pt x="2013695" y="67195"/>
                  <a:pt x="1984127" y="75284"/>
                  <a:pt x="1947585" y="80863"/>
                </a:cubicBezTo>
                <a:cubicBezTo>
                  <a:pt x="1944796" y="81421"/>
                  <a:pt x="1941728" y="81979"/>
                  <a:pt x="1938659" y="83094"/>
                </a:cubicBezTo>
                <a:cubicBezTo>
                  <a:pt x="1935312" y="77237"/>
                  <a:pt x="1914670" y="68032"/>
                  <a:pt x="1899328" y="63290"/>
                </a:cubicBezTo>
                <a:cubicBezTo>
                  <a:pt x="1547860" y="-47729"/>
                  <a:pt x="1157620" y="-8956"/>
                  <a:pt x="827352" y="150319"/>
                </a:cubicBezTo>
                <a:cubicBezTo>
                  <a:pt x="659149" y="231491"/>
                  <a:pt x="499873" y="350042"/>
                  <a:pt x="386622" y="500112"/>
                </a:cubicBezTo>
                <a:cubicBezTo>
                  <a:pt x="261656" y="665524"/>
                  <a:pt x="233204" y="853531"/>
                  <a:pt x="270582" y="1054648"/>
                </a:cubicBezTo>
                <a:cubicBezTo>
                  <a:pt x="306287" y="1245723"/>
                  <a:pt x="398338" y="1431777"/>
                  <a:pt x="337529" y="1627594"/>
                </a:cubicBezTo>
                <a:cubicBezTo>
                  <a:pt x="277277" y="1820343"/>
                  <a:pt x="134737" y="1977108"/>
                  <a:pt x="59981" y="2164557"/>
                </a:cubicBezTo>
                <a:cubicBezTo>
                  <a:pt x="-8639" y="2336943"/>
                  <a:pt x="-32907" y="2541407"/>
                  <a:pt x="66117" y="2707656"/>
                </a:cubicBezTo>
                <a:cubicBezTo>
                  <a:pt x="153426" y="2854379"/>
                  <a:pt x="313818" y="2936109"/>
                  <a:pt x="477558" y="2965677"/>
                </a:cubicBezTo>
                <a:cubicBezTo>
                  <a:pt x="660823" y="2998871"/>
                  <a:pt x="843530" y="2972929"/>
                  <a:pt x="1027911" y="2985203"/>
                </a:cubicBezTo>
                <a:cubicBezTo>
                  <a:pt x="1204203" y="2996918"/>
                  <a:pt x="1326101" y="3071396"/>
                  <a:pt x="1425126" y="3214772"/>
                </a:cubicBezTo>
                <a:cubicBezTo>
                  <a:pt x="1603928" y="3473908"/>
                  <a:pt x="1772967" y="3791344"/>
                  <a:pt x="2143961" y="3732766"/>
                </a:cubicBezTo>
                <a:cubicBezTo>
                  <a:pt x="2582180" y="3663868"/>
                  <a:pt x="2745919" y="3181299"/>
                  <a:pt x="2615374" y="2799428"/>
                </a:cubicBezTo>
                <a:cubicBezTo>
                  <a:pt x="2548428" y="2603332"/>
                  <a:pt x="2419835" y="2445451"/>
                  <a:pt x="2291801" y="2285896"/>
                </a:cubicBezTo>
                <a:close/>
              </a:path>
            </a:pathLst>
          </a:custGeom>
          <a:solidFill>
            <a:srgbClr val="7E8A72"/>
          </a:solidFill>
          <a:ln w="244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7CA7EB-8ACF-75BE-3668-5D331A747F12}"/>
              </a:ext>
            </a:extLst>
          </p:cNvPr>
          <p:cNvGrpSpPr/>
          <p:nvPr/>
        </p:nvGrpSpPr>
        <p:grpSpPr>
          <a:xfrm>
            <a:off x="9539785" y="5610004"/>
            <a:ext cx="2884102" cy="2495992"/>
            <a:chOff x="8899022" y="5317131"/>
            <a:chExt cx="3438309" cy="297562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52D97EF-FFB4-7E97-621A-3EF96724ECEB}"/>
                </a:ext>
              </a:extLst>
            </p:cNvPr>
            <p:cNvSpPr/>
            <p:nvPr/>
          </p:nvSpPr>
          <p:spPr>
            <a:xfrm rot="10800000">
              <a:off x="10618177" y="5317131"/>
              <a:ext cx="1573823" cy="1540869"/>
            </a:xfrm>
            <a:custGeom>
              <a:avLst/>
              <a:gdLst>
                <a:gd name="connsiteX0" fmla="*/ 0 w 7004667"/>
                <a:gd name="connsiteY0" fmla="*/ 0 h 6858002"/>
                <a:gd name="connsiteX1" fmla="*/ 7004667 w 7004667"/>
                <a:gd name="connsiteY1" fmla="*/ 0 h 6858002"/>
                <a:gd name="connsiteX2" fmla="*/ 6927890 w 7004667"/>
                <a:gd name="connsiteY2" fmla="*/ 13049 h 6858002"/>
                <a:gd name="connsiteX3" fmla="*/ 4016144 w 7004667"/>
                <a:gd name="connsiteY3" fmla="*/ 3524955 h 6858002"/>
                <a:gd name="connsiteX4" fmla="*/ 980784 w 7004667"/>
                <a:gd name="connsiteY4" fmla="*/ 6858002 h 6858002"/>
                <a:gd name="connsiteX5" fmla="*/ 0 w 7004667"/>
                <a:gd name="connsiteY5" fmla="*/ 6858002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4667" h="6858002">
                  <a:moveTo>
                    <a:pt x="0" y="0"/>
                  </a:moveTo>
                  <a:lnTo>
                    <a:pt x="7004667" y="0"/>
                  </a:lnTo>
                  <a:lnTo>
                    <a:pt x="6927890" y="13049"/>
                  </a:lnTo>
                  <a:cubicBezTo>
                    <a:pt x="5094667" y="437170"/>
                    <a:pt x="6918515" y="3313232"/>
                    <a:pt x="4016144" y="3524955"/>
                  </a:cubicBezTo>
                  <a:cubicBezTo>
                    <a:pt x="933197" y="3670782"/>
                    <a:pt x="3682935" y="6027461"/>
                    <a:pt x="980784" y="6858002"/>
                  </a:cubicBezTo>
                  <a:lnTo>
                    <a:pt x="0" y="6858002"/>
                  </a:lnTo>
                  <a:close/>
                </a:path>
              </a:pathLst>
            </a:custGeom>
            <a:solidFill>
              <a:srgbClr val="CDC0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2AB46ADB-D1E6-D7E0-C3E1-1AEA17EF9883}"/>
                </a:ext>
              </a:extLst>
            </p:cNvPr>
            <p:cNvSpPr/>
            <p:nvPr/>
          </p:nvSpPr>
          <p:spPr>
            <a:xfrm rot="19222550" flipH="1">
              <a:off x="8899022" y="5832618"/>
              <a:ext cx="3438309" cy="2460133"/>
            </a:xfrm>
            <a:custGeom>
              <a:avLst/>
              <a:gdLst>
                <a:gd name="connsiteX0" fmla="*/ 6749971 w 6815402"/>
                <a:gd name="connsiteY0" fmla="*/ 786590 h 4876466"/>
                <a:gd name="connsiteX1" fmla="*/ 6748018 w 6815402"/>
                <a:gd name="connsiteY1" fmla="*/ 782405 h 4876466"/>
                <a:gd name="connsiteX2" fmla="*/ 6746902 w 6815402"/>
                <a:gd name="connsiteY2" fmla="*/ 779058 h 4876466"/>
                <a:gd name="connsiteX3" fmla="*/ 5340753 w 6815402"/>
                <a:gd name="connsiteY3" fmla="*/ 22847 h 4876466"/>
                <a:gd name="connsiteX4" fmla="*/ 3376439 w 6815402"/>
                <a:gd name="connsiteY4" fmla="*/ 789100 h 4876466"/>
                <a:gd name="connsiteX5" fmla="*/ 2839474 w 6815402"/>
                <a:gd name="connsiteY5" fmla="*/ 604441 h 4876466"/>
                <a:gd name="connsiteX6" fmla="*/ 2428592 w 6815402"/>
                <a:gd name="connsiteY6" fmla="*/ 310994 h 4876466"/>
                <a:gd name="connsiteX7" fmla="*/ 1587301 w 6815402"/>
                <a:gd name="connsiteY7" fmla="*/ 209459 h 4876466"/>
                <a:gd name="connsiteX8" fmla="*/ 968327 w 6815402"/>
                <a:gd name="connsiteY8" fmla="*/ 927455 h 4876466"/>
                <a:gd name="connsiteX9" fmla="*/ 850613 w 6815402"/>
                <a:gd name="connsiteY9" fmla="*/ 1348657 h 4876466"/>
                <a:gd name="connsiteX10" fmla="*/ 865118 w 6815402"/>
                <a:gd name="connsiteY10" fmla="*/ 1927182 h 4876466"/>
                <a:gd name="connsiteX11" fmla="*/ 441126 w 6815402"/>
                <a:gd name="connsiteY11" fmla="*/ 2960103 h 4876466"/>
                <a:gd name="connsiteX12" fmla="*/ 9601 w 6815402"/>
                <a:gd name="connsiteY12" fmla="*/ 3785212 h 4876466"/>
                <a:gd name="connsiteX13" fmla="*/ 267902 w 6815402"/>
                <a:gd name="connsiteY13" fmla="*/ 4615063 h 4876466"/>
                <a:gd name="connsiteX14" fmla="*/ 993432 w 6815402"/>
                <a:gd name="connsiteY14" fmla="*/ 4866111 h 4876466"/>
                <a:gd name="connsiteX15" fmla="*/ 1735140 w 6815402"/>
                <a:gd name="connsiteY15" fmla="*/ 4339469 h 4876466"/>
                <a:gd name="connsiteX16" fmla="*/ 2458718 w 6815402"/>
                <a:gd name="connsiteY16" fmla="*/ 3563732 h 4876466"/>
                <a:gd name="connsiteX17" fmla="*/ 3529299 w 6815402"/>
                <a:gd name="connsiteY17" fmla="*/ 3364847 h 4876466"/>
                <a:gd name="connsiteX18" fmla="*/ 4506156 w 6815402"/>
                <a:gd name="connsiteY18" fmla="*/ 3185487 h 4876466"/>
                <a:gd name="connsiteX19" fmla="*/ 4941307 w 6815402"/>
                <a:gd name="connsiteY19" fmla="*/ 2434855 h 4876466"/>
                <a:gd name="connsiteX20" fmla="*/ 5349679 w 6815402"/>
                <a:gd name="connsiteY20" fmla="*/ 1522158 h 4876466"/>
                <a:gd name="connsiteX21" fmla="*/ 5795987 w 6815402"/>
                <a:gd name="connsiteY21" fmla="*/ 1314068 h 4876466"/>
                <a:gd name="connsiteX22" fmla="*/ 6122071 w 6815402"/>
                <a:gd name="connsiteY22" fmla="*/ 1349773 h 4876466"/>
                <a:gd name="connsiteX23" fmla="*/ 6307847 w 6815402"/>
                <a:gd name="connsiteY23" fmla="*/ 1476412 h 4876466"/>
                <a:gd name="connsiteX24" fmla="*/ 6805202 w 6815402"/>
                <a:gd name="connsiteY24" fmla="*/ 1200539 h 4876466"/>
                <a:gd name="connsiteX25" fmla="*/ 6749971 w 6815402"/>
                <a:gd name="connsiteY25" fmla="*/ 786590 h 487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815402" h="4876466">
                  <a:moveTo>
                    <a:pt x="6749971" y="786590"/>
                  </a:moveTo>
                  <a:cubicBezTo>
                    <a:pt x="6749413" y="785195"/>
                    <a:pt x="6748576" y="783800"/>
                    <a:pt x="6748018" y="782405"/>
                  </a:cubicBezTo>
                  <a:cubicBezTo>
                    <a:pt x="6747739" y="781290"/>
                    <a:pt x="6747460" y="780174"/>
                    <a:pt x="6746902" y="779058"/>
                  </a:cubicBezTo>
                  <a:cubicBezTo>
                    <a:pt x="6515101" y="236796"/>
                    <a:pt x="5922348" y="-92076"/>
                    <a:pt x="5340753" y="22847"/>
                  </a:cubicBezTo>
                  <a:cubicBezTo>
                    <a:pt x="4643675" y="160645"/>
                    <a:pt x="4114521" y="803047"/>
                    <a:pt x="3376439" y="789100"/>
                  </a:cubicBezTo>
                  <a:cubicBezTo>
                    <a:pt x="3178111" y="785474"/>
                    <a:pt x="3001261" y="716854"/>
                    <a:pt x="2839474" y="604441"/>
                  </a:cubicBezTo>
                  <a:cubicBezTo>
                    <a:pt x="2701119" y="508206"/>
                    <a:pt x="2575316" y="395234"/>
                    <a:pt x="2428592" y="310994"/>
                  </a:cubicBezTo>
                  <a:cubicBezTo>
                    <a:pt x="2178380" y="167339"/>
                    <a:pt x="1861501" y="80030"/>
                    <a:pt x="1587301" y="209459"/>
                  </a:cubicBezTo>
                  <a:cubicBezTo>
                    <a:pt x="1311984" y="339446"/>
                    <a:pt x="1093572" y="659671"/>
                    <a:pt x="968327" y="927455"/>
                  </a:cubicBezTo>
                  <a:cubicBezTo>
                    <a:pt x="906123" y="1060510"/>
                    <a:pt x="863166" y="1201934"/>
                    <a:pt x="850613" y="1348657"/>
                  </a:cubicBezTo>
                  <a:cubicBezTo>
                    <a:pt x="834156" y="1541405"/>
                    <a:pt x="872092" y="1734154"/>
                    <a:pt x="865118" y="1927182"/>
                  </a:cubicBezTo>
                  <a:cubicBezTo>
                    <a:pt x="850892" y="2320210"/>
                    <a:pt x="686037" y="2659961"/>
                    <a:pt x="441126" y="2960103"/>
                  </a:cubicBezTo>
                  <a:cubicBezTo>
                    <a:pt x="237776" y="3209476"/>
                    <a:pt x="52558" y="3456619"/>
                    <a:pt x="9601" y="3785212"/>
                  </a:cubicBezTo>
                  <a:cubicBezTo>
                    <a:pt x="-29730" y="4085632"/>
                    <a:pt x="50885" y="4397210"/>
                    <a:pt x="267902" y="4615063"/>
                  </a:cubicBezTo>
                  <a:cubicBezTo>
                    <a:pt x="455631" y="4803628"/>
                    <a:pt x="727321" y="4911578"/>
                    <a:pt x="993432" y="4866111"/>
                  </a:cubicBezTo>
                  <a:cubicBezTo>
                    <a:pt x="1305011" y="4813111"/>
                    <a:pt x="1546854" y="4578243"/>
                    <a:pt x="1735140" y="4339469"/>
                  </a:cubicBezTo>
                  <a:cubicBezTo>
                    <a:pt x="1956342" y="4058853"/>
                    <a:pt x="2145744" y="3753133"/>
                    <a:pt x="2458718" y="3563732"/>
                  </a:cubicBezTo>
                  <a:cubicBezTo>
                    <a:pt x="2792333" y="3361778"/>
                    <a:pt x="3149380" y="3339463"/>
                    <a:pt x="3529299" y="3364847"/>
                  </a:cubicBezTo>
                  <a:cubicBezTo>
                    <a:pt x="3871562" y="3387720"/>
                    <a:pt x="4215219" y="3393578"/>
                    <a:pt x="4506156" y="3185487"/>
                  </a:cubicBezTo>
                  <a:cubicBezTo>
                    <a:pt x="4761389" y="3003059"/>
                    <a:pt x="4883566" y="2736112"/>
                    <a:pt x="4941307" y="2434855"/>
                  </a:cubicBezTo>
                  <a:cubicBezTo>
                    <a:pt x="5007695" y="2088689"/>
                    <a:pt x="5061531" y="1758980"/>
                    <a:pt x="5349679" y="1522158"/>
                  </a:cubicBezTo>
                  <a:cubicBezTo>
                    <a:pt x="5477156" y="1417277"/>
                    <a:pt x="5633085" y="1342241"/>
                    <a:pt x="5795987" y="1314068"/>
                  </a:cubicBezTo>
                  <a:cubicBezTo>
                    <a:pt x="5903380" y="1295379"/>
                    <a:pt x="6022488" y="1302910"/>
                    <a:pt x="6122071" y="1349773"/>
                  </a:cubicBezTo>
                  <a:cubicBezTo>
                    <a:pt x="6191528" y="1382409"/>
                    <a:pt x="6240900" y="1441823"/>
                    <a:pt x="6307847" y="1476412"/>
                  </a:cubicBezTo>
                  <a:cubicBezTo>
                    <a:pt x="6526538" y="1589104"/>
                    <a:pt x="6762244" y="1420624"/>
                    <a:pt x="6805202" y="1200539"/>
                  </a:cubicBezTo>
                  <a:cubicBezTo>
                    <a:pt x="6832817" y="1060789"/>
                    <a:pt x="6801017" y="916855"/>
                    <a:pt x="6749971" y="786590"/>
                  </a:cubicBezTo>
                  <a:close/>
                </a:path>
              </a:pathLst>
            </a:custGeom>
            <a:solidFill>
              <a:srgbClr val="DA9AA5"/>
            </a:solidFill>
            <a:ln w="244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8" name="文本框 20">
            <a:extLst>
              <a:ext uri="{FF2B5EF4-FFF2-40B4-BE49-F238E27FC236}">
                <a16:creationId xmlns:a16="http://schemas.microsoft.com/office/drawing/2014/main" id="{8F5CBAC2-D21F-C779-31FA-D9E0BD246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647" y="388099"/>
            <a:ext cx="27673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工作内容回顾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D7A7AAC-5622-4DB0-491F-BA4AFF1B0CC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89987" y="1383274"/>
            <a:ext cx="3581955" cy="2014185"/>
          </a:xfrm>
          <a:prstGeom prst="rect">
            <a:avLst/>
          </a:prstGeom>
          <a:effectLst>
            <a:outerShdw blurRad="762000" sx="90000" sy="90000" algn="ctr" rotWithShape="0">
              <a:schemeClr val="bg1">
                <a:lumMod val="50000"/>
                <a:alpha val="10000"/>
              </a:schemeClr>
            </a:outerShdw>
          </a:effec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997E5E1-45B6-EB83-EDE5-6EA52A0448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17021" y="3578869"/>
            <a:ext cx="3554921" cy="1998655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  <a:headEnd/>
            <a:tailEnd/>
          </a:ln>
          <a:effectLst>
            <a:outerShdw blurRad="762000" sx="90000" sy="90000" algn="ctr" rotWithShape="0">
              <a:schemeClr val="bg1">
                <a:lumMod val="50000"/>
                <a:alpha val="10000"/>
              </a:schemeClr>
            </a:outerShdw>
          </a:effectLst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3BC3B7E6-D340-139C-DD57-6521ACBC866F}"/>
              </a:ext>
            </a:extLst>
          </p:cNvPr>
          <p:cNvGrpSpPr/>
          <p:nvPr/>
        </p:nvGrpSpPr>
        <p:grpSpPr>
          <a:xfrm>
            <a:off x="573791" y="3572458"/>
            <a:ext cx="7308474" cy="2005262"/>
            <a:chOff x="573791" y="3696283"/>
            <a:chExt cx="7308474" cy="2005262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B4794A96-17E6-7B57-837E-E6DB6E21D727}"/>
                </a:ext>
              </a:extLst>
            </p:cNvPr>
            <p:cNvSpPr/>
            <p:nvPr/>
          </p:nvSpPr>
          <p:spPr>
            <a:xfrm>
              <a:off x="573791" y="3697224"/>
              <a:ext cx="2257107" cy="2003381"/>
            </a:xfrm>
            <a:prstGeom prst="roundRect">
              <a:avLst/>
            </a:prstGeom>
            <a:solidFill>
              <a:srgbClr val="7E8A7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4342B540-8857-2409-BF3D-3F716730CE68}"/>
                </a:ext>
              </a:extLst>
            </p:cNvPr>
            <p:cNvSpPr/>
            <p:nvPr/>
          </p:nvSpPr>
          <p:spPr>
            <a:xfrm>
              <a:off x="2524202" y="3696283"/>
              <a:ext cx="5358063" cy="200526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chemeClr val="bg1">
                  <a:lumMod val="50000"/>
                  <a:alpha val="10000"/>
                </a:schemeClr>
              </a:outerShdw>
            </a:effectLst>
          </p:spPr>
          <p:txBody>
            <a:bodyPr rtlCol="0" anchor="ctr"/>
            <a:lstStyle/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zh-CN" kern="0" dirty="0">
                <a:solidFill>
                  <a:srgbClr val="404040"/>
                </a:solidFill>
                <a:cs typeface="+mn-ea"/>
                <a:sym typeface="+mn-lt"/>
              </a:endParaRPr>
            </a:p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kern="0" dirty="0">
                <a:solidFill>
                  <a:srgbClr val="404040"/>
                </a:solidFill>
                <a:cs typeface="+mn-ea"/>
                <a:sym typeface="+mn-lt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6216B1B-5AFF-8B5C-A857-6B116151DB78}"/>
                </a:ext>
              </a:extLst>
            </p:cNvPr>
            <p:cNvSpPr/>
            <p:nvPr/>
          </p:nvSpPr>
          <p:spPr>
            <a:xfrm>
              <a:off x="2766343" y="4074256"/>
              <a:ext cx="5053681" cy="12493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请您单击此处添加合适文字加以说明，可根据需要适当地调整文字的大小或者颜色等属性。</a:t>
              </a: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CB5247D-9345-3378-5F75-708B35DEC402}"/>
                </a:ext>
              </a:extLst>
            </p:cNvPr>
            <p:cNvGrpSpPr/>
            <p:nvPr/>
          </p:nvGrpSpPr>
          <p:grpSpPr>
            <a:xfrm>
              <a:off x="1027366" y="4189622"/>
              <a:ext cx="1018583" cy="1018583"/>
              <a:chOff x="1027366" y="4189622"/>
              <a:chExt cx="1018583" cy="1018583"/>
            </a:xfrm>
          </p:grpSpPr>
          <p:sp>
            <p:nvSpPr>
              <p:cNvPr id="26" name="椭圆 43">
                <a:extLst>
                  <a:ext uri="{FF2B5EF4-FFF2-40B4-BE49-F238E27FC236}">
                    <a16:creationId xmlns:a16="http://schemas.microsoft.com/office/drawing/2014/main" id="{6BCEBFEB-A352-82C1-6592-09DBD822FF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7366" y="4189622"/>
                <a:ext cx="1018583" cy="1018583"/>
              </a:xfrm>
              <a:prstGeom prst="ellipse">
                <a:avLst/>
              </a:prstGeom>
              <a:solidFill>
                <a:srgbClr val="DA9AA5"/>
              </a:solidFill>
              <a:ln>
                <a:noFill/>
              </a:ln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思源宋体 CN Heavy" panose="02020900000000000000" pitchFamily="18" charset="-122"/>
                  <a:buNone/>
                  <a:defRPr/>
                </a:pPr>
                <a:endParaRPr kumimoji="0" lang="zh-CN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pic>
            <p:nvPicPr>
              <p:cNvPr id="27" name="图形 28">
                <a:extLst>
                  <a:ext uri="{FF2B5EF4-FFF2-40B4-BE49-F238E27FC236}">
                    <a16:creationId xmlns:a16="http://schemas.microsoft.com/office/drawing/2014/main" id="{132A2440-A02F-5D7F-4C56-DC47AB4640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32492" y="4394748"/>
                <a:ext cx="608330" cy="608330"/>
              </a:xfrm>
              <a:prstGeom prst="rect">
                <a:avLst/>
              </a:prstGeom>
            </p:spPr>
          </p:pic>
        </p:grp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D7839FEF-DCC1-FCF7-ED3E-1FAC50F47327}"/>
              </a:ext>
            </a:extLst>
          </p:cNvPr>
          <p:cNvGrpSpPr/>
          <p:nvPr/>
        </p:nvGrpSpPr>
        <p:grpSpPr>
          <a:xfrm>
            <a:off x="573791" y="1382113"/>
            <a:ext cx="7308474" cy="2005262"/>
            <a:chOff x="573791" y="1505938"/>
            <a:chExt cx="7308474" cy="2005262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AF8B9E04-F673-4221-E72D-E7718B15D19F}"/>
                </a:ext>
              </a:extLst>
            </p:cNvPr>
            <p:cNvSpPr/>
            <p:nvPr/>
          </p:nvSpPr>
          <p:spPr>
            <a:xfrm>
              <a:off x="573791" y="1507819"/>
              <a:ext cx="2257107" cy="2003381"/>
            </a:xfrm>
            <a:prstGeom prst="roundRect">
              <a:avLst/>
            </a:prstGeom>
            <a:solidFill>
              <a:srgbClr val="DA9A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F0108B2B-E4D2-F524-8C13-34396413C3A9}"/>
                </a:ext>
              </a:extLst>
            </p:cNvPr>
            <p:cNvSpPr/>
            <p:nvPr/>
          </p:nvSpPr>
          <p:spPr>
            <a:xfrm>
              <a:off x="2524202" y="1505938"/>
              <a:ext cx="5358063" cy="200526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chemeClr val="bg1">
                  <a:lumMod val="50000"/>
                  <a:alpha val="1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239AF18-224B-61E8-E8A9-91DA3EF60B27}"/>
                </a:ext>
              </a:extLst>
            </p:cNvPr>
            <p:cNvSpPr/>
            <p:nvPr/>
          </p:nvSpPr>
          <p:spPr>
            <a:xfrm>
              <a:off x="2766343" y="1883911"/>
              <a:ext cx="5053681" cy="12493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请您单击此处添加合适文字加以说明，可根据需要适当地调整文字的大小或者颜色等属性。</a:t>
              </a: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DF067D41-B786-2BBF-9D46-02024B7E805B}"/>
                </a:ext>
              </a:extLst>
            </p:cNvPr>
            <p:cNvGrpSpPr/>
            <p:nvPr/>
          </p:nvGrpSpPr>
          <p:grpSpPr>
            <a:xfrm>
              <a:off x="1027366" y="1956516"/>
              <a:ext cx="1018583" cy="1018583"/>
              <a:chOff x="1027366" y="1956516"/>
              <a:chExt cx="1018583" cy="1018583"/>
            </a:xfrm>
          </p:grpSpPr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25D5CAD2-119F-24A5-962C-4181443F6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7366" y="1956516"/>
                <a:ext cx="1018583" cy="1018583"/>
              </a:xfrm>
              <a:prstGeom prst="ellipse">
                <a:avLst/>
              </a:prstGeom>
              <a:solidFill>
                <a:srgbClr val="7E8A72"/>
              </a:solidFill>
              <a:ln>
                <a:noFill/>
              </a:ln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思源宋体 CN Heavy" panose="02020900000000000000" pitchFamily="18" charset="-122"/>
                  <a:buNone/>
                  <a:defRPr/>
                </a:pPr>
                <a:endParaRPr kumimoji="0" lang="zh-CN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pic>
            <p:nvPicPr>
              <p:cNvPr id="34" name="图形 33">
                <a:extLst>
                  <a:ext uri="{FF2B5EF4-FFF2-40B4-BE49-F238E27FC236}">
                    <a16:creationId xmlns:a16="http://schemas.microsoft.com/office/drawing/2014/main" id="{08E629C9-C73D-3CF5-33ED-6C83DB5084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05157" y="2134307"/>
                <a:ext cx="663000" cy="663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42441697"/>
      </p:ext>
    </p:extLst>
  </p:cSld>
  <p:clrMapOvr>
    <a:masterClrMapping/>
  </p:clrMapOvr>
  <p:transition spd="slow" advTm="0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2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0"/>
                            </p:stCondLst>
                            <p:childTnLst>
                              <p:par>
                                <p:cTn id="20" presetID="2" presetClass="entr" presetSubtype="2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背景图案&#10;&#10;描述已自动生成">
            <a:extLst>
              <a:ext uri="{FF2B5EF4-FFF2-40B4-BE49-F238E27FC236}">
                <a16:creationId xmlns:a16="http://schemas.microsoft.com/office/drawing/2014/main" id="{C1514B18-4550-EDEF-023D-7C26A38E5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734DE20A-0FAF-7C14-F3EA-DB36BC02D55B}"/>
              </a:ext>
            </a:extLst>
          </p:cNvPr>
          <p:cNvSpPr/>
          <p:nvPr/>
        </p:nvSpPr>
        <p:spPr>
          <a:xfrm>
            <a:off x="4558535" y="1945759"/>
            <a:ext cx="3051544" cy="905602"/>
          </a:xfrm>
          <a:prstGeom prst="roundRect">
            <a:avLst>
              <a:gd name="adj" fmla="val 50000"/>
            </a:avLst>
          </a:prstGeom>
          <a:solidFill>
            <a:srgbClr val="DA9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  <a:cs typeface="+mn-ea"/>
                <a:sym typeface="+mn-lt"/>
              </a:rPr>
              <a:t>Part 02</a:t>
            </a:r>
            <a:endParaRPr lang="zh-CN" altLang="en-US" sz="4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DCD578-2688-C2A2-D285-CAEC057CA358}"/>
              </a:ext>
            </a:extLst>
          </p:cNvPr>
          <p:cNvSpPr/>
          <p:nvPr/>
        </p:nvSpPr>
        <p:spPr>
          <a:xfrm>
            <a:off x="4145315" y="3123733"/>
            <a:ext cx="387798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480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工作完成情况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0153625-CC3C-F8F1-E4E9-75F71718D70F}"/>
              </a:ext>
            </a:extLst>
          </p:cNvPr>
          <p:cNvSpPr/>
          <p:nvPr/>
        </p:nvSpPr>
        <p:spPr>
          <a:xfrm>
            <a:off x="3097362" y="4179969"/>
            <a:ext cx="5973890" cy="658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Please click here to add appropriate text to explain, you can directly copy and paste the text content.</a:t>
            </a:r>
          </a:p>
        </p:txBody>
      </p:sp>
    </p:spTree>
    <p:extLst>
      <p:ext uri="{BB962C8B-B14F-4D97-AF65-F5344CB8AC3E}">
        <p14:creationId xmlns:p14="http://schemas.microsoft.com/office/powerpoint/2010/main" val="39410960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eelOff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9F24ACDB-E4C3-F8CF-EFD6-8AACA7589203}"/>
              </a:ext>
            </a:extLst>
          </p:cNvPr>
          <p:cNvSpPr/>
          <p:nvPr/>
        </p:nvSpPr>
        <p:spPr>
          <a:xfrm rot="13309666" flipH="1">
            <a:off x="-543961" y="-452225"/>
            <a:ext cx="1261549" cy="1560327"/>
          </a:xfrm>
          <a:custGeom>
            <a:avLst/>
            <a:gdLst>
              <a:gd name="connsiteX0" fmla="*/ 2291801 w 2659024"/>
              <a:gd name="connsiteY0" fmla="*/ 2285896 h 3739830"/>
              <a:gd name="connsiteX1" fmla="*/ 2038521 w 2659024"/>
              <a:gd name="connsiteY1" fmla="*/ 1784080 h 3739830"/>
              <a:gd name="connsiteX2" fmla="*/ 2231828 w 2659024"/>
              <a:gd name="connsiteY2" fmla="*/ 1284775 h 3739830"/>
              <a:gd name="connsiteX3" fmla="*/ 2388036 w 2659024"/>
              <a:gd name="connsiteY3" fmla="*/ 764270 h 3739830"/>
              <a:gd name="connsiteX4" fmla="*/ 2233502 w 2659024"/>
              <a:gd name="connsiteY4" fmla="*/ 269148 h 3739830"/>
              <a:gd name="connsiteX5" fmla="*/ 2050236 w 2659024"/>
              <a:gd name="connsiteY5" fmla="*/ 82536 h 3739830"/>
              <a:gd name="connsiteX6" fmla="*/ 1947585 w 2659024"/>
              <a:gd name="connsiteY6" fmla="*/ 80863 h 3739830"/>
              <a:gd name="connsiteX7" fmla="*/ 1938659 w 2659024"/>
              <a:gd name="connsiteY7" fmla="*/ 83094 h 3739830"/>
              <a:gd name="connsiteX8" fmla="*/ 1899328 w 2659024"/>
              <a:gd name="connsiteY8" fmla="*/ 63290 h 3739830"/>
              <a:gd name="connsiteX9" fmla="*/ 827352 w 2659024"/>
              <a:gd name="connsiteY9" fmla="*/ 150319 h 3739830"/>
              <a:gd name="connsiteX10" fmla="*/ 386622 w 2659024"/>
              <a:gd name="connsiteY10" fmla="*/ 500112 h 3739830"/>
              <a:gd name="connsiteX11" fmla="*/ 270582 w 2659024"/>
              <a:gd name="connsiteY11" fmla="*/ 1054648 h 3739830"/>
              <a:gd name="connsiteX12" fmla="*/ 337529 w 2659024"/>
              <a:gd name="connsiteY12" fmla="*/ 1627594 h 3739830"/>
              <a:gd name="connsiteX13" fmla="*/ 59981 w 2659024"/>
              <a:gd name="connsiteY13" fmla="*/ 2164557 h 3739830"/>
              <a:gd name="connsiteX14" fmla="*/ 66117 w 2659024"/>
              <a:gd name="connsiteY14" fmla="*/ 2707656 h 3739830"/>
              <a:gd name="connsiteX15" fmla="*/ 477558 w 2659024"/>
              <a:gd name="connsiteY15" fmla="*/ 2965677 h 3739830"/>
              <a:gd name="connsiteX16" fmla="*/ 1027911 w 2659024"/>
              <a:gd name="connsiteY16" fmla="*/ 2985203 h 3739830"/>
              <a:gd name="connsiteX17" fmla="*/ 1425126 w 2659024"/>
              <a:gd name="connsiteY17" fmla="*/ 3214772 h 3739830"/>
              <a:gd name="connsiteX18" fmla="*/ 2143961 w 2659024"/>
              <a:gd name="connsiteY18" fmla="*/ 3732766 h 3739830"/>
              <a:gd name="connsiteX19" fmla="*/ 2615374 w 2659024"/>
              <a:gd name="connsiteY19" fmla="*/ 2799428 h 3739830"/>
              <a:gd name="connsiteX20" fmla="*/ 2291801 w 2659024"/>
              <a:gd name="connsiteY20" fmla="*/ 2285896 h 37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659024" h="3739830">
                <a:moveTo>
                  <a:pt x="2291801" y="2285896"/>
                </a:moveTo>
                <a:cubicBezTo>
                  <a:pt x="2174087" y="2139173"/>
                  <a:pt x="2045494" y="1980176"/>
                  <a:pt x="2038521" y="1784080"/>
                </a:cubicBezTo>
                <a:cubicBezTo>
                  <a:pt x="2042147" y="1599421"/>
                  <a:pt x="2147308" y="1442377"/>
                  <a:pt x="2231828" y="1284775"/>
                </a:cubicBezTo>
                <a:cubicBezTo>
                  <a:pt x="2318858" y="1121873"/>
                  <a:pt x="2388873" y="951998"/>
                  <a:pt x="2388036" y="764270"/>
                </a:cubicBezTo>
                <a:cubicBezTo>
                  <a:pt x="2387199" y="590489"/>
                  <a:pt x="2333084" y="411967"/>
                  <a:pt x="2233502" y="269148"/>
                </a:cubicBezTo>
                <a:cubicBezTo>
                  <a:pt x="2188313" y="204434"/>
                  <a:pt x="2125551" y="114057"/>
                  <a:pt x="2050236" y="82536"/>
                </a:cubicBezTo>
                <a:cubicBezTo>
                  <a:pt x="2013695" y="67195"/>
                  <a:pt x="1984127" y="75284"/>
                  <a:pt x="1947585" y="80863"/>
                </a:cubicBezTo>
                <a:cubicBezTo>
                  <a:pt x="1944796" y="81421"/>
                  <a:pt x="1941728" y="81979"/>
                  <a:pt x="1938659" y="83094"/>
                </a:cubicBezTo>
                <a:cubicBezTo>
                  <a:pt x="1935312" y="77237"/>
                  <a:pt x="1914670" y="68032"/>
                  <a:pt x="1899328" y="63290"/>
                </a:cubicBezTo>
                <a:cubicBezTo>
                  <a:pt x="1547860" y="-47729"/>
                  <a:pt x="1157620" y="-8956"/>
                  <a:pt x="827352" y="150319"/>
                </a:cubicBezTo>
                <a:cubicBezTo>
                  <a:pt x="659149" y="231491"/>
                  <a:pt x="499873" y="350042"/>
                  <a:pt x="386622" y="500112"/>
                </a:cubicBezTo>
                <a:cubicBezTo>
                  <a:pt x="261656" y="665524"/>
                  <a:pt x="233204" y="853531"/>
                  <a:pt x="270582" y="1054648"/>
                </a:cubicBezTo>
                <a:cubicBezTo>
                  <a:pt x="306287" y="1245723"/>
                  <a:pt x="398338" y="1431777"/>
                  <a:pt x="337529" y="1627594"/>
                </a:cubicBezTo>
                <a:cubicBezTo>
                  <a:pt x="277277" y="1820343"/>
                  <a:pt x="134737" y="1977108"/>
                  <a:pt x="59981" y="2164557"/>
                </a:cubicBezTo>
                <a:cubicBezTo>
                  <a:pt x="-8639" y="2336943"/>
                  <a:pt x="-32907" y="2541407"/>
                  <a:pt x="66117" y="2707656"/>
                </a:cubicBezTo>
                <a:cubicBezTo>
                  <a:pt x="153426" y="2854379"/>
                  <a:pt x="313818" y="2936109"/>
                  <a:pt x="477558" y="2965677"/>
                </a:cubicBezTo>
                <a:cubicBezTo>
                  <a:pt x="660823" y="2998871"/>
                  <a:pt x="843530" y="2972929"/>
                  <a:pt x="1027911" y="2985203"/>
                </a:cubicBezTo>
                <a:cubicBezTo>
                  <a:pt x="1204203" y="2996918"/>
                  <a:pt x="1326101" y="3071396"/>
                  <a:pt x="1425126" y="3214772"/>
                </a:cubicBezTo>
                <a:cubicBezTo>
                  <a:pt x="1603928" y="3473908"/>
                  <a:pt x="1772967" y="3791344"/>
                  <a:pt x="2143961" y="3732766"/>
                </a:cubicBezTo>
                <a:cubicBezTo>
                  <a:pt x="2582180" y="3663868"/>
                  <a:pt x="2745919" y="3181299"/>
                  <a:pt x="2615374" y="2799428"/>
                </a:cubicBezTo>
                <a:cubicBezTo>
                  <a:pt x="2548428" y="2603332"/>
                  <a:pt x="2419835" y="2445451"/>
                  <a:pt x="2291801" y="2285896"/>
                </a:cubicBezTo>
                <a:close/>
              </a:path>
            </a:pathLst>
          </a:custGeom>
          <a:solidFill>
            <a:srgbClr val="7E8A72"/>
          </a:solidFill>
          <a:ln w="244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7CA7EB-8ACF-75BE-3668-5D331A747F12}"/>
              </a:ext>
            </a:extLst>
          </p:cNvPr>
          <p:cNvGrpSpPr/>
          <p:nvPr/>
        </p:nvGrpSpPr>
        <p:grpSpPr>
          <a:xfrm>
            <a:off x="9539785" y="5610004"/>
            <a:ext cx="2884102" cy="2495992"/>
            <a:chOff x="8899022" y="5317131"/>
            <a:chExt cx="3438309" cy="297562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52D97EF-FFB4-7E97-621A-3EF96724ECEB}"/>
                </a:ext>
              </a:extLst>
            </p:cNvPr>
            <p:cNvSpPr/>
            <p:nvPr/>
          </p:nvSpPr>
          <p:spPr>
            <a:xfrm rot="10800000">
              <a:off x="10618177" y="5317131"/>
              <a:ext cx="1573823" cy="1540869"/>
            </a:xfrm>
            <a:custGeom>
              <a:avLst/>
              <a:gdLst>
                <a:gd name="connsiteX0" fmla="*/ 0 w 7004667"/>
                <a:gd name="connsiteY0" fmla="*/ 0 h 6858002"/>
                <a:gd name="connsiteX1" fmla="*/ 7004667 w 7004667"/>
                <a:gd name="connsiteY1" fmla="*/ 0 h 6858002"/>
                <a:gd name="connsiteX2" fmla="*/ 6927890 w 7004667"/>
                <a:gd name="connsiteY2" fmla="*/ 13049 h 6858002"/>
                <a:gd name="connsiteX3" fmla="*/ 4016144 w 7004667"/>
                <a:gd name="connsiteY3" fmla="*/ 3524955 h 6858002"/>
                <a:gd name="connsiteX4" fmla="*/ 980784 w 7004667"/>
                <a:gd name="connsiteY4" fmla="*/ 6858002 h 6858002"/>
                <a:gd name="connsiteX5" fmla="*/ 0 w 7004667"/>
                <a:gd name="connsiteY5" fmla="*/ 6858002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4667" h="6858002">
                  <a:moveTo>
                    <a:pt x="0" y="0"/>
                  </a:moveTo>
                  <a:lnTo>
                    <a:pt x="7004667" y="0"/>
                  </a:lnTo>
                  <a:lnTo>
                    <a:pt x="6927890" y="13049"/>
                  </a:lnTo>
                  <a:cubicBezTo>
                    <a:pt x="5094667" y="437170"/>
                    <a:pt x="6918515" y="3313232"/>
                    <a:pt x="4016144" y="3524955"/>
                  </a:cubicBezTo>
                  <a:cubicBezTo>
                    <a:pt x="933197" y="3670782"/>
                    <a:pt x="3682935" y="6027461"/>
                    <a:pt x="980784" y="6858002"/>
                  </a:cubicBezTo>
                  <a:lnTo>
                    <a:pt x="0" y="6858002"/>
                  </a:lnTo>
                  <a:close/>
                </a:path>
              </a:pathLst>
            </a:custGeom>
            <a:solidFill>
              <a:srgbClr val="CDC0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2AB46ADB-D1E6-D7E0-C3E1-1AEA17EF9883}"/>
                </a:ext>
              </a:extLst>
            </p:cNvPr>
            <p:cNvSpPr/>
            <p:nvPr/>
          </p:nvSpPr>
          <p:spPr>
            <a:xfrm rot="19222550" flipH="1">
              <a:off x="8899022" y="5832618"/>
              <a:ext cx="3438309" cy="2460133"/>
            </a:xfrm>
            <a:custGeom>
              <a:avLst/>
              <a:gdLst>
                <a:gd name="connsiteX0" fmla="*/ 6749971 w 6815402"/>
                <a:gd name="connsiteY0" fmla="*/ 786590 h 4876466"/>
                <a:gd name="connsiteX1" fmla="*/ 6748018 w 6815402"/>
                <a:gd name="connsiteY1" fmla="*/ 782405 h 4876466"/>
                <a:gd name="connsiteX2" fmla="*/ 6746902 w 6815402"/>
                <a:gd name="connsiteY2" fmla="*/ 779058 h 4876466"/>
                <a:gd name="connsiteX3" fmla="*/ 5340753 w 6815402"/>
                <a:gd name="connsiteY3" fmla="*/ 22847 h 4876466"/>
                <a:gd name="connsiteX4" fmla="*/ 3376439 w 6815402"/>
                <a:gd name="connsiteY4" fmla="*/ 789100 h 4876466"/>
                <a:gd name="connsiteX5" fmla="*/ 2839474 w 6815402"/>
                <a:gd name="connsiteY5" fmla="*/ 604441 h 4876466"/>
                <a:gd name="connsiteX6" fmla="*/ 2428592 w 6815402"/>
                <a:gd name="connsiteY6" fmla="*/ 310994 h 4876466"/>
                <a:gd name="connsiteX7" fmla="*/ 1587301 w 6815402"/>
                <a:gd name="connsiteY7" fmla="*/ 209459 h 4876466"/>
                <a:gd name="connsiteX8" fmla="*/ 968327 w 6815402"/>
                <a:gd name="connsiteY8" fmla="*/ 927455 h 4876466"/>
                <a:gd name="connsiteX9" fmla="*/ 850613 w 6815402"/>
                <a:gd name="connsiteY9" fmla="*/ 1348657 h 4876466"/>
                <a:gd name="connsiteX10" fmla="*/ 865118 w 6815402"/>
                <a:gd name="connsiteY10" fmla="*/ 1927182 h 4876466"/>
                <a:gd name="connsiteX11" fmla="*/ 441126 w 6815402"/>
                <a:gd name="connsiteY11" fmla="*/ 2960103 h 4876466"/>
                <a:gd name="connsiteX12" fmla="*/ 9601 w 6815402"/>
                <a:gd name="connsiteY12" fmla="*/ 3785212 h 4876466"/>
                <a:gd name="connsiteX13" fmla="*/ 267902 w 6815402"/>
                <a:gd name="connsiteY13" fmla="*/ 4615063 h 4876466"/>
                <a:gd name="connsiteX14" fmla="*/ 993432 w 6815402"/>
                <a:gd name="connsiteY14" fmla="*/ 4866111 h 4876466"/>
                <a:gd name="connsiteX15" fmla="*/ 1735140 w 6815402"/>
                <a:gd name="connsiteY15" fmla="*/ 4339469 h 4876466"/>
                <a:gd name="connsiteX16" fmla="*/ 2458718 w 6815402"/>
                <a:gd name="connsiteY16" fmla="*/ 3563732 h 4876466"/>
                <a:gd name="connsiteX17" fmla="*/ 3529299 w 6815402"/>
                <a:gd name="connsiteY17" fmla="*/ 3364847 h 4876466"/>
                <a:gd name="connsiteX18" fmla="*/ 4506156 w 6815402"/>
                <a:gd name="connsiteY18" fmla="*/ 3185487 h 4876466"/>
                <a:gd name="connsiteX19" fmla="*/ 4941307 w 6815402"/>
                <a:gd name="connsiteY19" fmla="*/ 2434855 h 4876466"/>
                <a:gd name="connsiteX20" fmla="*/ 5349679 w 6815402"/>
                <a:gd name="connsiteY20" fmla="*/ 1522158 h 4876466"/>
                <a:gd name="connsiteX21" fmla="*/ 5795987 w 6815402"/>
                <a:gd name="connsiteY21" fmla="*/ 1314068 h 4876466"/>
                <a:gd name="connsiteX22" fmla="*/ 6122071 w 6815402"/>
                <a:gd name="connsiteY22" fmla="*/ 1349773 h 4876466"/>
                <a:gd name="connsiteX23" fmla="*/ 6307847 w 6815402"/>
                <a:gd name="connsiteY23" fmla="*/ 1476412 h 4876466"/>
                <a:gd name="connsiteX24" fmla="*/ 6805202 w 6815402"/>
                <a:gd name="connsiteY24" fmla="*/ 1200539 h 4876466"/>
                <a:gd name="connsiteX25" fmla="*/ 6749971 w 6815402"/>
                <a:gd name="connsiteY25" fmla="*/ 786590 h 487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815402" h="4876466">
                  <a:moveTo>
                    <a:pt x="6749971" y="786590"/>
                  </a:moveTo>
                  <a:cubicBezTo>
                    <a:pt x="6749413" y="785195"/>
                    <a:pt x="6748576" y="783800"/>
                    <a:pt x="6748018" y="782405"/>
                  </a:cubicBezTo>
                  <a:cubicBezTo>
                    <a:pt x="6747739" y="781290"/>
                    <a:pt x="6747460" y="780174"/>
                    <a:pt x="6746902" y="779058"/>
                  </a:cubicBezTo>
                  <a:cubicBezTo>
                    <a:pt x="6515101" y="236796"/>
                    <a:pt x="5922348" y="-92076"/>
                    <a:pt x="5340753" y="22847"/>
                  </a:cubicBezTo>
                  <a:cubicBezTo>
                    <a:pt x="4643675" y="160645"/>
                    <a:pt x="4114521" y="803047"/>
                    <a:pt x="3376439" y="789100"/>
                  </a:cubicBezTo>
                  <a:cubicBezTo>
                    <a:pt x="3178111" y="785474"/>
                    <a:pt x="3001261" y="716854"/>
                    <a:pt x="2839474" y="604441"/>
                  </a:cubicBezTo>
                  <a:cubicBezTo>
                    <a:pt x="2701119" y="508206"/>
                    <a:pt x="2575316" y="395234"/>
                    <a:pt x="2428592" y="310994"/>
                  </a:cubicBezTo>
                  <a:cubicBezTo>
                    <a:pt x="2178380" y="167339"/>
                    <a:pt x="1861501" y="80030"/>
                    <a:pt x="1587301" y="209459"/>
                  </a:cubicBezTo>
                  <a:cubicBezTo>
                    <a:pt x="1311984" y="339446"/>
                    <a:pt x="1093572" y="659671"/>
                    <a:pt x="968327" y="927455"/>
                  </a:cubicBezTo>
                  <a:cubicBezTo>
                    <a:pt x="906123" y="1060510"/>
                    <a:pt x="863166" y="1201934"/>
                    <a:pt x="850613" y="1348657"/>
                  </a:cubicBezTo>
                  <a:cubicBezTo>
                    <a:pt x="834156" y="1541405"/>
                    <a:pt x="872092" y="1734154"/>
                    <a:pt x="865118" y="1927182"/>
                  </a:cubicBezTo>
                  <a:cubicBezTo>
                    <a:pt x="850892" y="2320210"/>
                    <a:pt x="686037" y="2659961"/>
                    <a:pt x="441126" y="2960103"/>
                  </a:cubicBezTo>
                  <a:cubicBezTo>
                    <a:pt x="237776" y="3209476"/>
                    <a:pt x="52558" y="3456619"/>
                    <a:pt x="9601" y="3785212"/>
                  </a:cubicBezTo>
                  <a:cubicBezTo>
                    <a:pt x="-29730" y="4085632"/>
                    <a:pt x="50885" y="4397210"/>
                    <a:pt x="267902" y="4615063"/>
                  </a:cubicBezTo>
                  <a:cubicBezTo>
                    <a:pt x="455631" y="4803628"/>
                    <a:pt x="727321" y="4911578"/>
                    <a:pt x="993432" y="4866111"/>
                  </a:cubicBezTo>
                  <a:cubicBezTo>
                    <a:pt x="1305011" y="4813111"/>
                    <a:pt x="1546854" y="4578243"/>
                    <a:pt x="1735140" y="4339469"/>
                  </a:cubicBezTo>
                  <a:cubicBezTo>
                    <a:pt x="1956342" y="4058853"/>
                    <a:pt x="2145744" y="3753133"/>
                    <a:pt x="2458718" y="3563732"/>
                  </a:cubicBezTo>
                  <a:cubicBezTo>
                    <a:pt x="2792333" y="3361778"/>
                    <a:pt x="3149380" y="3339463"/>
                    <a:pt x="3529299" y="3364847"/>
                  </a:cubicBezTo>
                  <a:cubicBezTo>
                    <a:pt x="3871562" y="3387720"/>
                    <a:pt x="4215219" y="3393578"/>
                    <a:pt x="4506156" y="3185487"/>
                  </a:cubicBezTo>
                  <a:cubicBezTo>
                    <a:pt x="4761389" y="3003059"/>
                    <a:pt x="4883566" y="2736112"/>
                    <a:pt x="4941307" y="2434855"/>
                  </a:cubicBezTo>
                  <a:cubicBezTo>
                    <a:pt x="5007695" y="2088689"/>
                    <a:pt x="5061531" y="1758980"/>
                    <a:pt x="5349679" y="1522158"/>
                  </a:cubicBezTo>
                  <a:cubicBezTo>
                    <a:pt x="5477156" y="1417277"/>
                    <a:pt x="5633085" y="1342241"/>
                    <a:pt x="5795987" y="1314068"/>
                  </a:cubicBezTo>
                  <a:cubicBezTo>
                    <a:pt x="5903380" y="1295379"/>
                    <a:pt x="6022488" y="1302910"/>
                    <a:pt x="6122071" y="1349773"/>
                  </a:cubicBezTo>
                  <a:cubicBezTo>
                    <a:pt x="6191528" y="1382409"/>
                    <a:pt x="6240900" y="1441823"/>
                    <a:pt x="6307847" y="1476412"/>
                  </a:cubicBezTo>
                  <a:cubicBezTo>
                    <a:pt x="6526538" y="1589104"/>
                    <a:pt x="6762244" y="1420624"/>
                    <a:pt x="6805202" y="1200539"/>
                  </a:cubicBezTo>
                  <a:cubicBezTo>
                    <a:pt x="6832817" y="1060789"/>
                    <a:pt x="6801017" y="916855"/>
                    <a:pt x="6749971" y="786590"/>
                  </a:cubicBezTo>
                  <a:close/>
                </a:path>
              </a:pathLst>
            </a:custGeom>
            <a:solidFill>
              <a:srgbClr val="DA9AA5"/>
            </a:solidFill>
            <a:ln w="244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8" name="文本框 20">
            <a:extLst>
              <a:ext uri="{FF2B5EF4-FFF2-40B4-BE49-F238E27FC236}">
                <a16:creationId xmlns:a16="http://schemas.microsoft.com/office/drawing/2014/main" id="{8F5CBAC2-D21F-C779-31FA-D9E0BD246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647" y="388099"/>
            <a:ext cx="27673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工作完成情况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C714AB6-D532-D42D-CDB2-36C2A76EE972}"/>
              </a:ext>
            </a:extLst>
          </p:cNvPr>
          <p:cNvGrpSpPr/>
          <p:nvPr/>
        </p:nvGrpSpPr>
        <p:grpSpPr>
          <a:xfrm>
            <a:off x="514140" y="1571499"/>
            <a:ext cx="11163721" cy="4135645"/>
            <a:chOff x="514140" y="1571499"/>
            <a:chExt cx="11163721" cy="4135645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3EFE388-1440-E938-A1F5-F586D903C4EB}"/>
                </a:ext>
              </a:extLst>
            </p:cNvPr>
            <p:cNvGrpSpPr/>
            <p:nvPr/>
          </p:nvGrpSpPr>
          <p:grpSpPr>
            <a:xfrm>
              <a:off x="1421620" y="1571499"/>
              <a:ext cx="9321332" cy="3957192"/>
              <a:chOff x="1168400" y="1934210"/>
              <a:chExt cx="10147300" cy="4307840"/>
            </a:xfrm>
          </p:grpSpPr>
          <p:sp>
            <p:nvSpPr>
              <p:cNvPr id="24" name="任意多边形: 形状 10">
                <a:extLst>
                  <a:ext uri="{FF2B5EF4-FFF2-40B4-BE49-F238E27FC236}">
                    <a16:creationId xmlns:a16="http://schemas.microsoft.com/office/drawing/2014/main" id="{70BB6BA3-692C-9946-2291-6CF20DA7E9A5}"/>
                  </a:ext>
                </a:extLst>
              </p:cNvPr>
              <p:cNvSpPr/>
              <p:nvPr/>
            </p:nvSpPr>
            <p:spPr>
              <a:xfrm>
                <a:off x="1821180" y="2220595"/>
                <a:ext cx="1012190" cy="1103630"/>
              </a:xfrm>
              <a:custGeom>
                <a:avLst/>
                <a:gdLst>
                  <a:gd name="connsiteX0" fmla="*/ 533279 w 1066557"/>
                  <a:gd name="connsiteY0" fmla="*/ 1163215 h 1163214"/>
                  <a:gd name="connsiteX1" fmla="*/ 423290 w 1066557"/>
                  <a:gd name="connsiteY1" fmla="*/ 1133588 h 1163214"/>
                  <a:gd name="connsiteX2" fmla="*/ 109989 w 1066557"/>
                  <a:gd name="connsiteY2" fmla="*/ 952866 h 1163214"/>
                  <a:gd name="connsiteX3" fmla="*/ 0 w 1066557"/>
                  <a:gd name="connsiteY3" fmla="*/ 762515 h 1163214"/>
                  <a:gd name="connsiteX4" fmla="*/ 0 w 1066557"/>
                  <a:gd name="connsiteY4" fmla="*/ 400700 h 1163214"/>
                  <a:gd name="connsiteX5" fmla="*/ 109989 w 1066557"/>
                  <a:gd name="connsiteY5" fmla="*/ 210349 h 1163214"/>
                  <a:gd name="connsiteX6" fmla="*/ 423290 w 1066557"/>
                  <a:gd name="connsiteY6" fmla="*/ 29627 h 1163214"/>
                  <a:gd name="connsiteX7" fmla="*/ 533279 w 1066557"/>
                  <a:gd name="connsiteY7" fmla="*/ 0 h 1163214"/>
                  <a:gd name="connsiteX8" fmla="*/ 643268 w 1066557"/>
                  <a:gd name="connsiteY8" fmla="*/ 29627 h 1163214"/>
                  <a:gd name="connsiteX9" fmla="*/ 956569 w 1066557"/>
                  <a:gd name="connsiteY9" fmla="*/ 210349 h 1163214"/>
                  <a:gd name="connsiteX10" fmla="*/ 1066558 w 1066557"/>
                  <a:gd name="connsiteY10" fmla="*/ 400700 h 1163214"/>
                  <a:gd name="connsiteX11" fmla="*/ 1066558 w 1066557"/>
                  <a:gd name="connsiteY11" fmla="*/ 762515 h 1163214"/>
                  <a:gd name="connsiteX12" fmla="*/ 956569 w 1066557"/>
                  <a:gd name="connsiteY12" fmla="*/ 952866 h 1163214"/>
                  <a:gd name="connsiteX13" fmla="*/ 643268 w 1066557"/>
                  <a:gd name="connsiteY13" fmla="*/ 1133588 h 1163214"/>
                  <a:gd name="connsiteX14" fmla="*/ 533279 w 1066557"/>
                  <a:gd name="connsiteY14" fmla="*/ 1163215 h 1163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6557" h="1163214">
                    <a:moveTo>
                      <a:pt x="533279" y="1163215"/>
                    </a:moveTo>
                    <a:cubicBezTo>
                      <a:pt x="494764" y="1163215"/>
                      <a:pt x="456620" y="1152845"/>
                      <a:pt x="423290" y="1133588"/>
                    </a:cubicBezTo>
                    <a:lnTo>
                      <a:pt x="109989" y="952866"/>
                    </a:lnTo>
                    <a:cubicBezTo>
                      <a:pt x="42218" y="913610"/>
                      <a:pt x="0" y="840655"/>
                      <a:pt x="0" y="762515"/>
                    </a:cubicBezTo>
                    <a:lnTo>
                      <a:pt x="0" y="400700"/>
                    </a:lnTo>
                    <a:cubicBezTo>
                      <a:pt x="0" y="322189"/>
                      <a:pt x="42218" y="249234"/>
                      <a:pt x="109989" y="210349"/>
                    </a:cubicBezTo>
                    <a:lnTo>
                      <a:pt x="423290" y="29627"/>
                    </a:lnTo>
                    <a:cubicBezTo>
                      <a:pt x="456620" y="10369"/>
                      <a:pt x="494764" y="0"/>
                      <a:pt x="533279" y="0"/>
                    </a:cubicBezTo>
                    <a:cubicBezTo>
                      <a:pt x="571793" y="0"/>
                      <a:pt x="609938" y="10369"/>
                      <a:pt x="643268" y="29627"/>
                    </a:cubicBezTo>
                    <a:lnTo>
                      <a:pt x="956569" y="210349"/>
                    </a:lnTo>
                    <a:cubicBezTo>
                      <a:pt x="1024340" y="249604"/>
                      <a:pt x="1066558" y="322560"/>
                      <a:pt x="1066558" y="400700"/>
                    </a:cubicBezTo>
                    <a:lnTo>
                      <a:pt x="1066558" y="762515"/>
                    </a:lnTo>
                    <a:cubicBezTo>
                      <a:pt x="1066558" y="841025"/>
                      <a:pt x="1024340" y="913981"/>
                      <a:pt x="956569" y="952866"/>
                    </a:cubicBezTo>
                    <a:lnTo>
                      <a:pt x="643268" y="1133588"/>
                    </a:lnTo>
                    <a:cubicBezTo>
                      <a:pt x="609938" y="1152845"/>
                      <a:pt x="571793" y="1163215"/>
                      <a:pt x="533279" y="1163215"/>
                    </a:cubicBezTo>
                    <a:close/>
                  </a:path>
                </a:pathLst>
              </a:custGeom>
              <a:solidFill>
                <a:srgbClr val="E6E6E6"/>
              </a:solidFill>
              <a:ln w="37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5" name="任意多边形: 形状 13">
                <a:extLst>
                  <a:ext uri="{FF2B5EF4-FFF2-40B4-BE49-F238E27FC236}">
                    <a16:creationId xmlns:a16="http://schemas.microsoft.com/office/drawing/2014/main" id="{4423F0E1-F3C6-EB95-0826-E65456A7709A}"/>
                  </a:ext>
                </a:extLst>
              </p:cNvPr>
              <p:cNvSpPr/>
              <p:nvPr/>
            </p:nvSpPr>
            <p:spPr>
              <a:xfrm>
                <a:off x="1891665" y="2291080"/>
                <a:ext cx="871220" cy="962660"/>
              </a:xfrm>
              <a:custGeom>
                <a:avLst/>
                <a:gdLst>
                  <a:gd name="connsiteX0" fmla="*/ 918425 w 918424"/>
                  <a:gd name="connsiteY0" fmla="*/ 688263 h 1014711"/>
                  <a:gd name="connsiteX1" fmla="*/ 918425 w 918424"/>
                  <a:gd name="connsiteY1" fmla="*/ 326448 h 1014711"/>
                  <a:gd name="connsiteX2" fmla="*/ 845469 w 918424"/>
                  <a:gd name="connsiteY2" fmla="*/ 200165 h 1014711"/>
                  <a:gd name="connsiteX3" fmla="*/ 532168 w 918424"/>
                  <a:gd name="connsiteY3" fmla="*/ 19442 h 1014711"/>
                  <a:gd name="connsiteX4" fmla="*/ 386257 w 918424"/>
                  <a:gd name="connsiteY4" fmla="*/ 19442 h 1014711"/>
                  <a:gd name="connsiteX5" fmla="*/ 72956 w 918424"/>
                  <a:gd name="connsiteY5" fmla="*/ 200165 h 1014711"/>
                  <a:gd name="connsiteX6" fmla="*/ 0 w 918424"/>
                  <a:gd name="connsiteY6" fmla="*/ 326448 h 1014711"/>
                  <a:gd name="connsiteX7" fmla="*/ 0 w 918424"/>
                  <a:gd name="connsiteY7" fmla="*/ 688263 h 1014711"/>
                  <a:gd name="connsiteX8" fmla="*/ 72956 w 918424"/>
                  <a:gd name="connsiteY8" fmla="*/ 814546 h 1014711"/>
                  <a:gd name="connsiteX9" fmla="*/ 386257 w 918424"/>
                  <a:gd name="connsiteY9" fmla="*/ 995269 h 1014711"/>
                  <a:gd name="connsiteX10" fmla="*/ 532168 w 918424"/>
                  <a:gd name="connsiteY10" fmla="*/ 995269 h 1014711"/>
                  <a:gd name="connsiteX11" fmla="*/ 845469 w 918424"/>
                  <a:gd name="connsiteY11" fmla="*/ 814546 h 1014711"/>
                  <a:gd name="connsiteX12" fmla="*/ 918425 w 918424"/>
                  <a:gd name="connsiteY12" fmla="*/ 688263 h 1014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8424" h="1014711">
                    <a:moveTo>
                      <a:pt x="918425" y="688263"/>
                    </a:moveTo>
                    <a:lnTo>
                      <a:pt x="918425" y="326448"/>
                    </a:lnTo>
                    <a:cubicBezTo>
                      <a:pt x="918425" y="274231"/>
                      <a:pt x="890650" y="226088"/>
                      <a:pt x="845469" y="200165"/>
                    </a:cubicBezTo>
                    <a:lnTo>
                      <a:pt x="532168" y="19442"/>
                    </a:lnTo>
                    <a:cubicBezTo>
                      <a:pt x="486987" y="-6481"/>
                      <a:pt x="431437" y="-6481"/>
                      <a:pt x="386257" y="19442"/>
                    </a:cubicBezTo>
                    <a:lnTo>
                      <a:pt x="72956" y="200165"/>
                    </a:lnTo>
                    <a:cubicBezTo>
                      <a:pt x="27775" y="226088"/>
                      <a:pt x="0" y="274231"/>
                      <a:pt x="0" y="326448"/>
                    </a:cubicBezTo>
                    <a:lnTo>
                      <a:pt x="0" y="688263"/>
                    </a:lnTo>
                    <a:cubicBezTo>
                      <a:pt x="0" y="740480"/>
                      <a:pt x="27775" y="788623"/>
                      <a:pt x="72956" y="814546"/>
                    </a:cubicBezTo>
                    <a:lnTo>
                      <a:pt x="386257" y="995269"/>
                    </a:lnTo>
                    <a:cubicBezTo>
                      <a:pt x="431437" y="1021192"/>
                      <a:pt x="486987" y="1021192"/>
                      <a:pt x="532168" y="995269"/>
                    </a:cubicBezTo>
                    <a:lnTo>
                      <a:pt x="845469" y="814546"/>
                    </a:lnTo>
                    <a:cubicBezTo>
                      <a:pt x="890650" y="788623"/>
                      <a:pt x="918425" y="740480"/>
                      <a:pt x="918425" y="688263"/>
                    </a:cubicBezTo>
                    <a:close/>
                  </a:path>
                </a:pathLst>
              </a:custGeom>
              <a:solidFill>
                <a:srgbClr val="7E8A72"/>
              </a:solidFill>
              <a:ln w="12700" cap="flat">
                <a:noFill/>
                <a:prstDash val="solid"/>
                <a:miter lim="800000"/>
              </a:ln>
              <a:effectLst/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26" name="任意多边形: 形状 14">
                <a:extLst>
                  <a:ext uri="{FF2B5EF4-FFF2-40B4-BE49-F238E27FC236}">
                    <a16:creationId xmlns:a16="http://schemas.microsoft.com/office/drawing/2014/main" id="{2CDDF262-FD2A-7137-343B-B76FB1463A17}"/>
                  </a:ext>
                </a:extLst>
              </p:cNvPr>
              <p:cNvSpPr/>
              <p:nvPr/>
            </p:nvSpPr>
            <p:spPr>
              <a:xfrm>
                <a:off x="3775710" y="4824095"/>
                <a:ext cx="1012190" cy="1103630"/>
              </a:xfrm>
              <a:custGeom>
                <a:avLst/>
                <a:gdLst>
                  <a:gd name="connsiteX0" fmla="*/ 533279 w 1066557"/>
                  <a:gd name="connsiteY0" fmla="*/ 1163215 h 1163214"/>
                  <a:gd name="connsiteX1" fmla="*/ 423290 w 1066557"/>
                  <a:gd name="connsiteY1" fmla="*/ 1133588 h 1163214"/>
                  <a:gd name="connsiteX2" fmla="*/ 109989 w 1066557"/>
                  <a:gd name="connsiteY2" fmla="*/ 952865 h 1163214"/>
                  <a:gd name="connsiteX3" fmla="*/ 0 w 1066557"/>
                  <a:gd name="connsiteY3" fmla="*/ 762515 h 1163214"/>
                  <a:gd name="connsiteX4" fmla="*/ 0 w 1066557"/>
                  <a:gd name="connsiteY4" fmla="*/ 400700 h 1163214"/>
                  <a:gd name="connsiteX5" fmla="*/ 109989 w 1066557"/>
                  <a:gd name="connsiteY5" fmla="*/ 210349 h 1163214"/>
                  <a:gd name="connsiteX6" fmla="*/ 423290 w 1066557"/>
                  <a:gd name="connsiteY6" fmla="*/ 29627 h 1163214"/>
                  <a:gd name="connsiteX7" fmla="*/ 533279 w 1066557"/>
                  <a:gd name="connsiteY7" fmla="*/ 0 h 1163214"/>
                  <a:gd name="connsiteX8" fmla="*/ 643268 w 1066557"/>
                  <a:gd name="connsiteY8" fmla="*/ 29627 h 1163214"/>
                  <a:gd name="connsiteX9" fmla="*/ 956569 w 1066557"/>
                  <a:gd name="connsiteY9" fmla="*/ 210349 h 1163214"/>
                  <a:gd name="connsiteX10" fmla="*/ 1066558 w 1066557"/>
                  <a:gd name="connsiteY10" fmla="*/ 400700 h 1163214"/>
                  <a:gd name="connsiteX11" fmla="*/ 1066558 w 1066557"/>
                  <a:gd name="connsiteY11" fmla="*/ 762515 h 1163214"/>
                  <a:gd name="connsiteX12" fmla="*/ 956569 w 1066557"/>
                  <a:gd name="connsiteY12" fmla="*/ 952865 h 1163214"/>
                  <a:gd name="connsiteX13" fmla="*/ 643268 w 1066557"/>
                  <a:gd name="connsiteY13" fmla="*/ 1133588 h 1163214"/>
                  <a:gd name="connsiteX14" fmla="*/ 533279 w 1066557"/>
                  <a:gd name="connsiteY14" fmla="*/ 1163215 h 1163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6557" h="1163214">
                    <a:moveTo>
                      <a:pt x="533279" y="1163215"/>
                    </a:moveTo>
                    <a:cubicBezTo>
                      <a:pt x="494764" y="1163215"/>
                      <a:pt x="456620" y="1152845"/>
                      <a:pt x="423290" y="1133588"/>
                    </a:cubicBezTo>
                    <a:lnTo>
                      <a:pt x="109989" y="952865"/>
                    </a:lnTo>
                    <a:cubicBezTo>
                      <a:pt x="42218" y="913610"/>
                      <a:pt x="0" y="840655"/>
                      <a:pt x="0" y="762515"/>
                    </a:cubicBezTo>
                    <a:lnTo>
                      <a:pt x="0" y="400700"/>
                    </a:lnTo>
                    <a:cubicBezTo>
                      <a:pt x="0" y="322189"/>
                      <a:pt x="42218" y="249234"/>
                      <a:pt x="109989" y="210349"/>
                    </a:cubicBezTo>
                    <a:lnTo>
                      <a:pt x="423290" y="29627"/>
                    </a:lnTo>
                    <a:cubicBezTo>
                      <a:pt x="456620" y="10369"/>
                      <a:pt x="494764" y="0"/>
                      <a:pt x="533279" y="0"/>
                    </a:cubicBezTo>
                    <a:cubicBezTo>
                      <a:pt x="571794" y="0"/>
                      <a:pt x="609938" y="10369"/>
                      <a:pt x="643268" y="29627"/>
                    </a:cubicBezTo>
                    <a:lnTo>
                      <a:pt x="956569" y="210349"/>
                    </a:lnTo>
                    <a:cubicBezTo>
                      <a:pt x="1024340" y="249604"/>
                      <a:pt x="1066558" y="322560"/>
                      <a:pt x="1066558" y="400700"/>
                    </a:cubicBezTo>
                    <a:lnTo>
                      <a:pt x="1066558" y="762515"/>
                    </a:lnTo>
                    <a:cubicBezTo>
                      <a:pt x="1066558" y="841025"/>
                      <a:pt x="1024340" y="913981"/>
                      <a:pt x="956569" y="952865"/>
                    </a:cubicBezTo>
                    <a:lnTo>
                      <a:pt x="643268" y="1133588"/>
                    </a:lnTo>
                    <a:cubicBezTo>
                      <a:pt x="609938" y="1152845"/>
                      <a:pt x="571794" y="1163215"/>
                      <a:pt x="533279" y="1163215"/>
                    </a:cubicBezTo>
                    <a:close/>
                  </a:path>
                </a:pathLst>
              </a:custGeom>
              <a:solidFill>
                <a:srgbClr val="E6E6E6"/>
              </a:solidFill>
              <a:ln w="37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7" name="任意多边形: 形状 17">
                <a:extLst>
                  <a:ext uri="{FF2B5EF4-FFF2-40B4-BE49-F238E27FC236}">
                    <a16:creationId xmlns:a16="http://schemas.microsoft.com/office/drawing/2014/main" id="{DBCAEBB0-B297-9BB3-A5FB-4335E8151387}"/>
                  </a:ext>
                </a:extLst>
              </p:cNvPr>
              <p:cNvSpPr/>
              <p:nvPr/>
            </p:nvSpPr>
            <p:spPr>
              <a:xfrm>
                <a:off x="3846195" y="4893945"/>
                <a:ext cx="871220" cy="962660"/>
              </a:xfrm>
              <a:custGeom>
                <a:avLst/>
                <a:gdLst>
                  <a:gd name="connsiteX0" fmla="*/ 918425 w 918424"/>
                  <a:gd name="connsiteY0" fmla="*/ 688263 h 1014711"/>
                  <a:gd name="connsiteX1" fmla="*/ 918425 w 918424"/>
                  <a:gd name="connsiteY1" fmla="*/ 326448 h 1014711"/>
                  <a:gd name="connsiteX2" fmla="*/ 845469 w 918424"/>
                  <a:gd name="connsiteY2" fmla="*/ 200165 h 1014711"/>
                  <a:gd name="connsiteX3" fmla="*/ 532168 w 918424"/>
                  <a:gd name="connsiteY3" fmla="*/ 19442 h 1014711"/>
                  <a:gd name="connsiteX4" fmla="*/ 386257 w 918424"/>
                  <a:gd name="connsiteY4" fmla="*/ 19442 h 1014711"/>
                  <a:gd name="connsiteX5" fmla="*/ 72956 w 918424"/>
                  <a:gd name="connsiteY5" fmla="*/ 200165 h 1014711"/>
                  <a:gd name="connsiteX6" fmla="*/ 0 w 918424"/>
                  <a:gd name="connsiteY6" fmla="*/ 326448 h 1014711"/>
                  <a:gd name="connsiteX7" fmla="*/ 0 w 918424"/>
                  <a:gd name="connsiteY7" fmla="*/ 688263 h 1014711"/>
                  <a:gd name="connsiteX8" fmla="*/ 72956 w 918424"/>
                  <a:gd name="connsiteY8" fmla="*/ 814547 h 1014711"/>
                  <a:gd name="connsiteX9" fmla="*/ 386257 w 918424"/>
                  <a:gd name="connsiteY9" fmla="*/ 995269 h 1014711"/>
                  <a:gd name="connsiteX10" fmla="*/ 532168 w 918424"/>
                  <a:gd name="connsiteY10" fmla="*/ 995269 h 1014711"/>
                  <a:gd name="connsiteX11" fmla="*/ 845469 w 918424"/>
                  <a:gd name="connsiteY11" fmla="*/ 814547 h 1014711"/>
                  <a:gd name="connsiteX12" fmla="*/ 918425 w 918424"/>
                  <a:gd name="connsiteY12" fmla="*/ 688263 h 1014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8424" h="1014711">
                    <a:moveTo>
                      <a:pt x="918425" y="688263"/>
                    </a:moveTo>
                    <a:lnTo>
                      <a:pt x="918425" y="326448"/>
                    </a:lnTo>
                    <a:cubicBezTo>
                      <a:pt x="918425" y="274231"/>
                      <a:pt x="890650" y="226088"/>
                      <a:pt x="845469" y="200165"/>
                    </a:cubicBezTo>
                    <a:lnTo>
                      <a:pt x="532168" y="19442"/>
                    </a:lnTo>
                    <a:cubicBezTo>
                      <a:pt x="486987" y="-6481"/>
                      <a:pt x="431437" y="-6481"/>
                      <a:pt x="386257" y="19442"/>
                    </a:cubicBezTo>
                    <a:lnTo>
                      <a:pt x="72956" y="200165"/>
                    </a:lnTo>
                    <a:cubicBezTo>
                      <a:pt x="27775" y="226088"/>
                      <a:pt x="0" y="274231"/>
                      <a:pt x="0" y="326448"/>
                    </a:cubicBezTo>
                    <a:lnTo>
                      <a:pt x="0" y="688263"/>
                    </a:lnTo>
                    <a:cubicBezTo>
                      <a:pt x="0" y="740480"/>
                      <a:pt x="27775" y="788623"/>
                      <a:pt x="72956" y="814547"/>
                    </a:cubicBezTo>
                    <a:lnTo>
                      <a:pt x="386257" y="995269"/>
                    </a:lnTo>
                    <a:cubicBezTo>
                      <a:pt x="431437" y="1021192"/>
                      <a:pt x="486987" y="1021192"/>
                      <a:pt x="532168" y="995269"/>
                    </a:cubicBezTo>
                    <a:lnTo>
                      <a:pt x="845469" y="814547"/>
                    </a:lnTo>
                    <a:cubicBezTo>
                      <a:pt x="890650" y="788623"/>
                      <a:pt x="918425" y="740480"/>
                      <a:pt x="918425" y="688263"/>
                    </a:cubicBezTo>
                    <a:close/>
                  </a:path>
                </a:pathLst>
              </a:custGeom>
              <a:solidFill>
                <a:srgbClr val="DA9AA5"/>
              </a:solidFill>
              <a:ln w="12700" cap="flat">
                <a:noFill/>
                <a:prstDash val="solid"/>
                <a:miter lim="800000"/>
              </a:ln>
              <a:effectLst/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28" name="任意多边形: 形状 18">
                <a:extLst>
                  <a:ext uri="{FF2B5EF4-FFF2-40B4-BE49-F238E27FC236}">
                    <a16:creationId xmlns:a16="http://schemas.microsoft.com/office/drawing/2014/main" id="{7F80FBA1-50B2-BAEB-9CBD-8522FD3E15DA}"/>
                  </a:ext>
                </a:extLst>
              </p:cNvPr>
              <p:cNvSpPr/>
              <p:nvPr/>
            </p:nvSpPr>
            <p:spPr>
              <a:xfrm>
                <a:off x="5728970" y="2220595"/>
                <a:ext cx="1012190" cy="1103630"/>
              </a:xfrm>
              <a:custGeom>
                <a:avLst/>
                <a:gdLst>
                  <a:gd name="connsiteX0" fmla="*/ 533279 w 1066557"/>
                  <a:gd name="connsiteY0" fmla="*/ 1163215 h 1163214"/>
                  <a:gd name="connsiteX1" fmla="*/ 423290 w 1066557"/>
                  <a:gd name="connsiteY1" fmla="*/ 1133588 h 1163214"/>
                  <a:gd name="connsiteX2" fmla="*/ 109989 w 1066557"/>
                  <a:gd name="connsiteY2" fmla="*/ 952866 h 1163214"/>
                  <a:gd name="connsiteX3" fmla="*/ 0 w 1066557"/>
                  <a:gd name="connsiteY3" fmla="*/ 762515 h 1163214"/>
                  <a:gd name="connsiteX4" fmla="*/ 0 w 1066557"/>
                  <a:gd name="connsiteY4" fmla="*/ 400700 h 1163214"/>
                  <a:gd name="connsiteX5" fmla="*/ 109989 w 1066557"/>
                  <a:gd name="connsiteY5" fmla="*/ 210349 h 1163214"/>
                  <a:gd name="connsiteX6" fmla="*/ 423290 w 1066557"/>
                  <a:gd name="connsiteY6" fmla="*/ 29627 h 1163214"/>
                  <a:gd name="connsiteX7" fmla="*/ 533279 w 1066557"/>
                  <a:gd name="connsiteY7" fmla="*/ 0 h 1163214"/>
                  <a:gd name="connsiteX8" fmla="*/ 643267 w 1066557"/>
                  <a:gd name="connsiteY8" fmla="*/ 29627 h 1163214"/>
                  <a:gd name="connsiteX9" fmla="*/ 956569 w 1066557"/>
                  <a:gd name="connsiteY9" fmla="*/ 210349 h 1163214"/>
                  <a:gd name="connsiteX10" fmla="*/ 1066558 w 1066557"/>
                  <a:gd name="connsiteY10" fmla="*/ 400700 h 1163214"/>
                  <a:gd name="connsiteX11" fmla="*/ 1066558 w 1066557"/>
                  <a:gd name="connsiteY11" fmla="*/ 762515 h 1163214"/>
                  <a:gd name="connsiteX12" fmla="*/ 956569 w 1066557"/>
                  <a:gd name="connsiteY12" fmla="*/ 952866 h 1163214"/>
                  <a:gd name="connsiteX13" fmla="*/ 643267 w 1066557"/>
                  <a:gd name="connsiteY13" fmla="*/ 1133588 h 1163214"/>
                  <a:gd name="connsiteX14" fmla="*/ 533279 w 1066557"/>
                  <a:gd name="connsiteY14" fmla="*/ 1163215 h 1163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6557" h="1163214">
                    <a:moveTo>
                      <a:pt x="533279" y="1163215"/>
                    </a:moveTo>
                    <a:cubicBezTo>
                      <a:pt x="494764" y="1163215"/>
                      <a:pt x="456620" y="1152845"/>
                      <a:pt x="423290" y="1133588"/>
                    </a:cubicBezTo>
                    <a:lnTo>
                      <a:pt x="109989" y="952866"/>
                    </a:lnTo>
                    <a:cubicBezTo>
                      <a:pt x="42218" y="913610"/>
                      <a:pt x="0" y="840655"/>
                      <a:pt x="0" y="762515"/>
                    </a:cubicBezTo>
                    <a:lnTo>
                      <a:pt x="0" y="400700"/>
                    </a:lnTo>
                    <a:cubicBezTo>
                      <a:pt x="0" y="322189"/>
                      <a:pt x="42218" y="249234"/>
                      <a:pt x="109989" y="210349"/>
                    </a:cubicBezTo>
                    <a:lnTo>
                      <a:pt x="423290" y="29627"/>
                    </a:lnTo>
                    <a:cubicBezTo>
                      <a:pt x="456620" y="10369"/>
                      <a:pt x="494764" y="0"/>
                      <a:pt x="533279" y="0"/>
                    </a:cubicBezTo>
                    <a:cubicBezTo>
                      <a:pt x="571794" y="0"/>
                      <a:pt x="609938" y="10369"/>
                      <a:pt x="643267" y="29627"/>
                    </a:cubicBezTo>
                    <a:lnTo>
                      <a:pt x="956569" y="210349"/>
                    </a:lnTo>
                    <a:cubicBezTo>
                      <a:pt x="1024340" y="249604"/>
                      <a:pt x="1066558" y="322560"/>
                      <a:pt x="1066558" y="400700"/>
                    </a:cubicBezTo>
                    <a:lnTo>
                      <a:pt x="1066558" y="762515"/>
                    </a:lnTo>
                    <a:cubicBezTo>
                      <a:pt x="1066558" y="841025"/>
                      <a:pt x="1024340" y="913981"/>
                      <a:pt x="956569" y="952866"/>
                    </a:cubicBezTo>
                    <a:lnTo>
                      <a:pt x="643267" y="1133588"/>
                    </a:lnTo>
                    <a:cubicBezTo>
                      <a:pt x="609938" y="1152845"/>
                      <a:pt x="571794" y="1163215"/>
                      <a:pt x="533279" y="1163215"/>
                    </a:cubicBezTo>
                    <a:close/>
                  </a:path>
                </a:pathLst>
              </a:custGeom>
              <a:solidFill>
                <a:srgbClr val="E6E6E6"/>
              </a:solidFill>
              <a:ln w="37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9" name="任意多边形: 形状 21">
                <a:extLst>
                  <a:ext uri="{FF2B5EF4-FFF2-40B4-BE49-F238E27FC236}">
                    <a16:creationId xmlns:a16="http://schemas.microsoft.com/office/drawing/2014/main" id="{28A48AF5-8E68-D363-E5D9-DF5D4B6742D3}"/>
                  </a:ext>
                </a:extLst>
              </p:cNvPr>
              <p:cNvSpPr/>
              <p:nvPr/>
            </p:nvSpPr>
            <p:spPr>
              <a:xfrm>
                <a:off x="5799455" y="2291080"/>
                <a:ext cx="871220" cy="962660"/>
              </a:xfrm>
              <a:custGeom>
                <a:avLst/>
                <a:gdLst>
                  <a:gd name="connsiteX0" fmla="*/ 918425 w 918424"/>
                  <a:gd name="connsiteY0" fmla="*/ 688263 h 1014711"/>
                  <a:gd name="connsiteX1" fmla="*/ 918425 w 918424"/>
                  <a:gd name="connsiteY1" fmla="*/ 326448 h 1014711"/>
                  <a:gd name="connsiteX2" fmla="*/ 845469 w 918424"/>
                  <a:gd name="connsiteY2" fmla="*/ 200165 h 1014711"/>
                  <a:gd name="connsiteX3" fmla="*/ 532168 w 918424"/>
                  <a:gd name="connsiteY3" fmla="*/ 19442 h 1014711"/>
                  <a:gd name="connsiteX4" fmla="*/ 386257 w 918424"/>
                  <a:gd name="connsiteY4" fmla="*/ 19442 h 1014711"/>
                  <a:gd name="connsiteX5" fmla="*/ 72955 w 918424"/>
                  <a:gd name="connsiteY5" fmla="*/ 200165 h 1014711"/>
                  <a:gd name="connsiteX6" fmla="*/ 0 w 918424"/>
                  <a:gd name="connsiteY6" fmla="*/ 326448 h 1014711"/>
                  <a:gd name="connsiteX7" fmla="*/ 0 w 918424"/>
                  <a:gd name="connsiteY7" fmla="*/ 688263 h 1014711"/>
                  <a:gd name="connsiteX8" fmla="*/ 72955 w 918424"/>
                  <a:gd name="connsiteY8" fmla="*/ 814546 h 1014711"/>
                  <a:gd name="connsiteX9" fmla="*/ 386257 w 918424"/>
                  <a:gd name="connsiteY9" fmla="*/ 995269 h 1014711"/>
                  <a:gd name="connsiteX10" fmla="*/ 532168 w 918424"/>
                  <a:gd name="connsiteY10" fmla="*/ 995269 h 1014711"/>
                  <a:gd name="connsiteX11" fmla="*/ 845469 w 918424"/>
                  <a:gd name="connsiteY11" fmla="*/ 814546 h 1014711"/>
                  <a:gd name="connsiteX12" fmla="*/ 918425 w 918424"/>
                  <a:gd name="connsiteY12" fmla="*/ 688263 h 1014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8424" h="1014711">
                    <a:moveTo>
                      <a:pt x="918425" y="688263"/>
                    </a:moveTo>
                    <a:lnTo>
                      <a:pt x="918425" y="326448"/>
                    </a:lnTo>
                    <a:cubicBezTo>
                      <a:pt x="918425" y="274231"/>
                      <a:pt x="890650" y="226088"/>
                      <a:pt x="845469" y="200165"/>
                    </a:cubicBezTo>
                    <a:lnTo>
                      <a:pt x="532168" y="19442"/>
                    </a:lnTo>
                    <a:cubicBezTo>
                      <a:pt x="486987" y="-6481"/>
                      <a:pt x="431437" y="-6481"/>
                      <a:pt x="386257" y="19442"/>
                    </a:cubicBezTo>
                    <a:lnTo>
                      <a:pt x="72955" y="200165"/>
                    </a:lnTo>
                    <a:cubicBezTo>
                      <a:pt x="27775" y="226088"/>
                      <a:pt x="0" y="274231"/>
                      <a:pt x="0" y="326448"/>
                    </a:cubicBezTo>
                    <a:lnTo>
                      <a:pt x="0" y="688263"/>
                    </a:lnTo>
                    <a:cubicBezTo>
                      <a:pt x="0" y="740480"/>
                      <a:pt x="27775" y="788623"/>
                      <a:pt x="72955" y="814546"/>
                    </a:cubicBezTo>
                    <a:lnTo>
                      <a:pt x="386257" y="995269"/>
                    </a:lnTo>
                    <a:cubicBezTo>
                      <a:pt x="431437" y="1021192"/>
                      <a:pt x="486987" y="1021192"/>
                      <a:pt x="532168" y="995269"/>
                    </a:cubicBezTo>
                    <a:lnTo>
                      <a:pt x="845469" y="814546"/>
                    </a:lnTo>
                    <a:cubicBezTo>
                      <a:pt x="890650" y="788623"/>
                      <a:pt x="918425" y="740480"/>
                      <a:pt x="918425" y="688263"/>
                    </a:cubicBezTo>
                    <a:close/>
                  </a:path>
                </a:pathLst>
              </a:custGeom>
              <a:solidFill>
                <a:srgbClr val="7E8A72"/>
              </a:solidFill>
              <a:ln w="12700" cap="flat">
                <a:noFill/>
                <a:prstDash val="solid"/>
                <a:miter lim="800000"/>
              </a:ln>
              <a:effectLst/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30" name="任意多边形: 形状 22">
                <a:extLst>
                  <a:ext uri="{FF2B5EF4-FFF2-40B4-BE49-F238E27FC236}">
                    <a16:creationId xmlns:a16="http://schemas.microsoft.com/office/drawing/2014/main" id="{19F2ECB4-2572-064F-768B-CBC45AD350EE}"/>
                  </a:ext>
                </a:extLst>
              </p:cNvPr>
              <p:cNvSpPr/>
              <p:nvPr/>
            </p:nvSpPr>
            <p:spPr>
              <a:xfrm>
                <a:off x="7679690" y="4824095"/>
                <a:ext cx="1012190" cy="1103630"/>
              </a:xfrm>
              <a:custGeom>
                <a:avLst/>
                <a:gdLst>
                  <a:gd name="connsiteX0" fmla="*/ 533279 w 1066557"/>
                  <a:gd name="connsiteY0" fmla="*/ 1163215 h 1163214"/>
                  <a:gd name="connsiteX1" fmla="*/ 423290 w 1066557"/>
                  <a:gd name="connsiteY1" fmla="*/ 1133588 h 1163214"/>
                  <a:gd name="connsiteX2" fmla="*/ 109989 w 1066557"/>
                  <a:gd name="connsiteY2" fmla="*/ 952865 h 1163214"/>
                  <a:gd name="connsiteX3" fmla="*/ 0 w 1066557"/>
                  <a:gd name="connsiteY3" fmla="*/ 762515 h 1163214"/>
                  <a:gd name="connsiteX4" fmla="*/ 0 w 1066557"/>
                  <a:gd name="connsiteY4" fmla="*/ 400700 h 1163214"/>
                  <a:gd name="connsiteX5" fmla="*/ 109989 w 1066557"/>
                  <a:gd name="connsiteY5" fmla="*/ 210349 h 1163214"/>
                  <a:gd name="connsiteX6" fmla="*/ 423290 w 1066557"/>
                  <a:gd name="connsiteY6" fmla="*/ 29627 h 1163214"/>
                  <a:gd name="connsiteX7" fmla="*/ 533279 w 1066557"/>
                  <a:gd name="connsiteY7" fmla="*/ 0 h 1163214"/>
                  <a:gd name="connsiteX8" fmla="*/ 643267 w 1066557"/>
                  <a:gd name="connsiteY8" fmla="*/ 29627 h 1163214"/>
                  <a:gd name="connsiteX9" fmla="*/ 956569 w 1066557"/>
                  <a:gd name="connsiteY9" fmla="*/ 210349 h 1163214"/>
                  <a:gd name="connsiteX10" fmla="*/ 1066558 w 1066557"/>
                  <a:gd name="connsiteY10" fmla="*/ 400700 h 1163214"/>
                  <a:gd name="connsiteX11" fmla="*/ 1066558 w 1066557"/>
                  <a:gd name="connsiteY11" fmla="*/ 762515 h 1163214"/>
                  <a:gd name="connsiteX12" fmla="*/ 956569 w 1066557"/>
                  <a:gd name="connsiteY12" fmla="*/ 952865 h 1163214"/>
                  <a:gd name="connsiteX13" fmla="*/ 643267 w 1066557"/>
                  <a:gd name="connsiteY13" fmla="*/ 1133588 h 1163214"/>
                  <a:gd name="connsiteX14" fmla="*/ 533279 w 1066557"/>
                  <a:gd name="connsiteY14" fmla="*/ 1163215 h 1163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6557" h="1163214">
                    <a:moveTo>
                      <a:pt x="533279" y="1163215"/>
                    </a:moveTo>
                    <a:cubicBezTo>
                      <a:pt x="494764" y="1163215"/>
                      <a:pt x="456620" y="1152845"/>
                      <a:pt x="423290" y="1133588"/>
                    </a:cubicBezTo>
                    <a:lnTo>
                      <a:pt x="109989" y="952865"/>
                    </a:lnTo>
                    <a:cubicBezTo>
                      <a:pt x="42218" y="913610"/>
                      <a:pt x="0" y="840655"/>
                      <a:pt x="0" y="762515"/>
                    </a:cubicBezTo>
                    <a:lnTo>
                      <a:pt x="0" y="400700"/>
                    </a:lnTo>
                    <a:cubicBezTo>
                      <a:pt x="0" y="322189"/>
                      <a:pt x="42218" y="249234"/>
                      <a:pt x="109989" y="210349"/>
                    </a:cubicBezTo>
                    <a:lnTo>
                      <a:pt x="423290" y="29627"/>
                    </a:lnTo>
                    <a:cubicBezTo>
                      <a:pt x="456620" y="10369"/>
                      <a:pt x="494764" y="0"/>
                      <a:pt x="533279" y="0"/>
                    </a:cubicBezTo>
                    <a:cubicBezTo>
                      <a:pt x="571793" y="0"/>
                      <a:pt x="609938" y="10369"/>
                      <a:pt x="643267" y="29627"/>
                    </a:cubicBezTo>
                    <a:lnTo>
                      <a:pt x="956569" y="210349"/>
                    </a:lnTo>
                    <a:cubicBezTo>
                      <a:pt x="1024339" y="249604"/>
                      <a:pt x="1066558" y="322560"/>
                      <a:pt x="1066558" y="400700"/>
                    </a:cubicBezTo>
                    <a:lnTo>
                      <a:pt x="1066558" y="762515"/>
                    </a:lnTo>
                    <a:cubicBezTo>
                      <a:pt x="1066558" y="841025"/>
                      <a:pt x="1024339" y="913981"/>
                      <a:pt x="956569" y="952865"/>
                    </a:cubicBezTo>
                    <a:lnTo>
                      <a:pt x="643267" y="1133588"/>
                    </a:lnTo>
                    <a:cubicBezTo>
                      <a:pt x="609938" y="1152845"/>
                      <a:pt x="571793" y="1163215"/>
                      <a:pt x="533279" y="1163215"/>
                    </a:cubicBezTo>
                    <a:close/>
                  </a:path>
                </a:pathLst>
              </a:custGeom>
              <a:solidFill>
                <a:srgbClr val="E6E6E6"/>
              </a:solidFill>
              <a:ln w="37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31" name="任意多边形: 形状 25">
                <a:extLst>
                  <a:ext uri="{FF2B5EF4-FFF2-40B4-BE49-F238E27FC236}">
                    <a16:creationId xmlns:a16="http://schemas.microsoft.com/office/drawing/2014/main" id="{DB88CC5D-B6A0-1EF4-49AF-E9B3BBD6DC2F}"/>
                  </a:ext>
                </a:extLst>
              </p:cNvPr>
              <p:cNvSpPr/>
              <p:nvPr/>
            </p:nvSpPr>
            <p:spPr>
              <a:xfrm>
                <a:off x="7750175" y="4893945"/>
                <a:ext cx="871220" cy="962660"/>
              </a:xfrm>
              <a:custGeom>
                <a:avLst/>
                <a:gdLst>
                  <a:gd name="connsiteX0" fmla="*/ 918425 w 918424"/>
                  <a:gd name="connsiteY0" fmla="*/ 688263 h 1014711"/>
                  <a:gd name="connsiteX1" fmla="*/ 918425 w 918424"/>
                  <a:gd name="connsiteY1" fmla="*/ 326448 h 1014711"/>
                  <a:gd name="connsiteX2" fmla="*/ 845469 w 918424"/>
                  <a:gd name="connsiteY2" fmla="*/ 200165 h 1014711"/>
                  <a:gd name="connsiteX3" fmla="*/ 532168 w 918424"/>
                  <a:gd name="connsiteY3" fmla="*/ 19442 h 1014711"/>
                  <a:gd name="connsiteX4" fmla="*/ 386257 w 918424"/>
                  <a:gd name="connsiteY4" fmla="*/ 19442 h 1014711"/>
                  <a:gd name="connsiteX5" fmla="*/ 72955 w 918424"/>
                  <a:gd name="connsiteY5" fmla="*/ 200165 h 1014711"/>
                  <a:gd name="connsiteX6" fmla="*/ 0 w 918424"/>
                  <a:gd name="connsiteY6" fmla="*/ 326448 h 1014711"/>
                  <a:gd name="connsiteX7" fmla="*/ 0 w 918424"/>
                  <a:gd name="connsiteY7" fmla="*/ 688263 h 1014711"/>
                  <a:gd name="connsiteX8" fmla="*/ 72955 w 918424"/>
                  <a:gd name="connsiteY8" fmla="*/ 814547 h 1014711"/>
                  <a:gd name="connsiteX9" fmla="*/ 386257 w 918424"/>
                  <a:gd name="connsiteY9" fmla="*/ 995269 h 1014711"/>
                  <a:gd name="connsiteX10" fmla="*/ 532168 w 918424"/>
                  <a:gd name="connsiteY10" fmla="*/ 995269 h 1014711"/>
                  <a:gd name="connsiteX11" fmla="*/ 845469 w 918424"/>
                  <a:gd name="connsiteY11" fmla="*/ 814547 h 1014711"/>
                  <a:gd name="connsiteX12" fmla="*/ 918425 w 918424"/>
                  <a:gd name="connsiteY12" fmla="*/ 688263 h 1014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8424" h="1014711">
                    <a:moveTo>
                      <a:pt x="918425" y="688263"/>
                    </a:moveTo>
                    <a:lnTo>
                      <a:pt x="918425" y="326448"/>
                    </a:lnTo>
                    <a:cubicBezTo>
                      <a:pt x="918425" y="274231"/>
                      <a:pt x="890650" y="226088"/>
                      <a:pt x="845469" y="200165"/>
                    </a:cubicBezTo>
                    <a:lnTo>
                      <a:pt x="532168" y="19442"/>
                    </a:lnTo>
                    <a:cubicBezTo>
                      <a:pt x="486987" y="-6481"/>
                      <a:pt x="431437" y="-6481"/>
                      <a:pt x="386257" y="19442"/>
                    </a:cubicBezTo>
                    <a:lnTo>
                      <a:pt x="72955" y="200165"/>
                    </a:lnTo>
                    <a:cubicBezTo>
                      <a:pt x="27775" y="226088"/>
                      <a:pt x="0" y="274231"/>
                      <a:pt x="0" y="326448"/>
                    </a:cubicBezTo>
                    <a:lnTo>
                      <a:pt x="0" y="688263"/>
                    </a:lnTo>
                    <a:cubicBezTo>
                      <a:pt x="0" y="740480"/>
                      <a:pt x="27775" y="788623"/>
                      <a:pt x="72955" y="814547"/>
                    </a:cubicBezTo>
                    <a:lnTo>
                      <a:pt x="386257" y="995269"/>
                    </a:lnTo>
                    <a:cubicBezTo>
                      <a:pt x="431437" y="1021192"/>
                      <a:pt x="486987" y="1021192"/>
                      <a:pt x="532168" y="995269"/>
                    </a:cubicBezTo>
                    <a:lnTo>
                      <a:pt x="845469" y="814547"/>
                    </a:lnTo>
                    <a:cubicBezTo>
                      <a:pt x="890650" y="788623"/>
                      <a:pt x="918425" y="740480"/>
                      <a:pt x="918425" y="688263"/>
                    </a:cubicBezTo>
                    <a:close/>
                  </a:path>
                </a:pathLst>
              </a:custGeom>
              <a:solidFill>
                <a:srgbClr val="DA9AA5"/>
              </a:solidFill>
              <a:ln w="12700" cap="flat">
                <a:noFill/>
                <a:prstDash val="solid"/>
                <a:miter lim="800000"/>
              </a:ln>
              <a:effectLst/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32" name="任意多边形: 形状 26">
                <a:extLst>
                  <a:ext uri="{FF2B5EF4-FFF2-40B4-BE49-F238E27FC236}">
                    <a16:creationId xmlns:a16="http://schemas.microsoft.com/office/drawing/2014/main" id="{2512FB39-9F14-FDC5-345A-DD001A70B2E0}"/>
                  </a:ext>
                </a:extLst>
              </p:cNvPr>
              <p:cNvSpPr/>
              <p:nvPr/>
            </p:nvSpPr>
            <p:spPr>
              <a:xfrm>
                <a:off x="9627870" y="2220595"/>
                <a:ext cx="1012190" cy="1103630"/>
              </a:xfrm>
              <a:custGeom>
                <a:avLst/>
                <a:gdLst>
                  <a:gd name="connsiteX0" fmla="*/ 533279 w 1066557"/>
                  <a:gd name="connsiteY0" fmla="*/ 1163215 h 1163214"/>
                  <a:gd name="connsiteX1" fmla="*/ 423290 w 1066557"/>
                  <a:gd name="connsiteY1" fmla="*/ 1133588 h 1163214"/>
                  <a:gd name="connsiteX2" fmla="*/ 109989 w 1066557"/>
                  <a:gd name="connsiteY2" fmla="*/ 952866 h 1163214"/>
                  <a:gd name="connsiteX3" fmla="*/ 0 w 1066557"/>
                  <a:gd name="connsiteY3" fmla="*/ 762515 h 1163214"/>
                  <a:gd name="connsiteX4" fmla="*/ 0 w 1066557"/>
                  <a:gd name="connsiteY4" fmla="*/ 400700 h 1163214"/>
                  <a:gd name="connsiteX5" fmla="*/ 109989 w 1066557"/>
                  <a:gd name="connsiteY5" fmla="*/ 210349 h 1163214"/>
                  <a:gd name="connsiteX6" fmla="*/ 423290 w 1066557"/>
                  <a:gd name="connsiteY6" fmla="*/ 29627 h 1163214"/>
                  <a:gd name="connsiteX7" fmla="*/ 533279 w 1066557"/>
                  <a:gd name="connsiteY7" fmla="*/ 0 h 1163214"/>
                  <a:gd name="connsiteX8" fmla="*/ 643267 w 1066557"/>
                  <a:gd name="connsiteY8" fmla="*/ 29627 h 1163214"/>
                  <a:gd name="connsiteX9" fmla="*/ 956569 w 1066557"/>
                  <a:gd name="connsiteY9" fmla="*/ 210349 h 1163214"/>
                  <a:gd name="connsiteX10" fmla="*/ 1066558 w 1066557"/>
                  <a:gd name="connsiteY10" fmla="*/ 400700 h 1163214"/>
                  <a:gd name="connsiteX11" fmla="*/ 1066558 w 1066557"/>
                  <a:gd name="connsiteY11" fmla="*/ 762515 h 1163214"/>
                  <a:gd name="connsiteX12" fmla="*/ 956569 w 1066557"/>
                  <a:gd name="connsiteY12" fmla="*/ 952866 h 1163214"/>
                  <a:gd name="connsiteX13" fmla="*/ 643267 w 1066557"/>
                  <a:gd name="connsiteY13" fmla="*/ 1133588 h 1163214"/>
                  <a:gd name="connsiteX14" fmla="*/ 533279 w 1066557"/>
                  <a:gd name="connsiteY14" fmla="*/ 1163215 h 1163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6557" h="1163214">
                    <a:moveTo>
                      <a:pt x="533279" y="1163215"/>
                    </a:moveTo>
                    <a:cubicBezTo>
                      <a:pt x="494765" y="1163215"/>
                      <a:pt x="456620" y="1152845"/>
                      <a:pt x="423290" y="1133588"/>
                    </a:cubicBezTo>
                    <a:lnTo>
                      <a:pt x="109989" y="952866"/>
                    </a:lnTo>
                    <a:cubicBezTo>
                      <a:pt x="42218" y="913610"/>
                      <a:pt x="0" y="840655"/>
                      <a:pt x="0" y="762515"/>
                    </a:cubicBezTo>
                    <a:lnTo>
                      <a:pt x="0" y="400700"/>
                    </a:lnTo>
                    <a:cubicBezTo>
                      <a:pt x="0" y="322189"/>
                      <a:pt x="42218" y="249234"/>
                      <a:pt x="109989" y="210349"/>
                    </a:cubicBezTo>
                    <a:lnTo>
                      <a:pt x="423290" y="29627"/>
                    </a:lnTo>
                    <a:cubicBezTo>
                      <a:pt x="456620" y="10369"/>
                      <a:pt x="494765" y="0"/>
                      <a:pt x="533279" y="0"/>
                    </a:cubicBezTo>
                    <a:cubicBezTo>
                      <a:pt x="571794" y="0"/>
                      <a:pt x="609938" y="10369"/>
                      <a:pt x="643267" y="29627"/>
                    </a:cubicBezTo>
                    <a:lnTo>
                      <a:pt x="956569" y="210349"/>
                    </a:lnTo>
                    <a:cubicBezTo>
                      <a:pt x="1024340" y="249604"/>
                      <a:pt x="1066558" y="322560"/>
                      <a:pt x="1066558" y="400700"/>
                    </a:cubicBezTo>
                    <a:lnTo>
                      <a:pt x="1066558" y="762515"/>
                    </a:lnTo>
                    <a:cubicBezTo>
                      <a:pt x="1066558" y="841025"/>
                      <a:pt x="1024340" y="913981"/>
                      <a:pt x="956569" y="952866"/>
                    </a:cubicBezTo>
                    <a:lnTo>
                      <a:pt x="643267" y="1133588"/>
                    </a:lnTo>
                    <a:cubicBezTo>
                      <a:pt x="609938" y="1152845"/>
                      <a:pt x="571794" y="1163215"/>
                      <a:pt x="533279" y="1163215"/>
                    </a:cubicBezTo>
                    <a:close/>
                  </a:path>
                </a:pathLst>
              </a:custGeom>
              <a:solidFill>
                <a:srgbClr val="E6E6E6"/>
              </a:solidFill>
              <a:ln w="37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33" name="任意多边形: 形状 29">
                <a:extLst>
                  <a:ext uri="{FF2B5EF4-FFF2-40B4-BE49-F238E27FC236}">
                    <a16:creationId xmlns:a16="http://schemas.microsoft.com/office/drawing/2014/main" id="{EC22B398-0F32-8902-97F5-7500CE40B094}"/>
                  </a:ext>
                </a:extLst>
              </p:cNvPr>
              <p:cNvSpPr/>
              <p:nvPr/>
            </p:nvSpPr>
            <p:spPr>
              <a:xfrm>
                <a:off x="9698355" y="2291080"/>
                <a:ext cx="871220" cy="962660"/>
              </a:xfrm>
              <a:custGeom>
                <a:avLst/>
                <a:gdLst>
                  <a:gd name="connsiteX0" fmla="*/ 918425 w 918424"/>
                  <a:gd name="connsiteY0" fmla="*/ 688263 h 1014711"/>
                  <a:gd name="connsiteX1" fmla="*/ 918425 w 918424"/>
                  <a:gd name="connsiteY1" fmla="*/ 326448 h 1014711"/>
                  <a:gd name="connsiteX2" fmla="*/ 845469 w 918424"/>
                  <a:gd name="connsiteY2" fmla="*/ 200165 h 1014711"/>
                  <a:gd name="connsiteX3" fmla="*/ 532168 w 918424"/>
                  <a:gd name="connsiteY3" fmla="*/ 19442 h 1014711"/>
                  <a:gd name="connsiteX4" fmla="*/ 386257 w 918424"/>
                  <a:gd name="connsiteY4" fmla="*/ 19442 h 1014711"/>
                  <a:gd name="connsiteX5" fmla="*/ 72955 w 918424"/>
                  <a:gd name="connsiteY5" fmla="*/ 200165 h 1014711"/>
                  <a:gd name="connsiteX6" fmla="*/ 0 w 918424"/>
                  <a:gd name="connsiteY6" fmla="*/ 326448 h 1014711"/>
                  <a:gd name="connsiteX7" fmla="*/ 0 w 918424"/>
                  <a:gd name="connsiteY7" fmla="*/ 688263 h 1014711"/>
                  <a:gd name="connsiteX8" fmla="*/ 72955 w 918424"/>
                  <a:gd name="connsiteY8" fmla="*/ 814546 h 1014711"/>
                  <a:gd name="connsiteX9" fmla="*/ 386257 w 918424"/>
                  <a:gd name="connsiteY9" fmla="*/ 995269 h 1014711"/>
                  <a:gd name="connsiteX10" fmla="*/ 532168 w 918424"/>
                  <a:gd name="connsiteY10" fmla="*/ 995269 h 1014711"/>
                  <a:gd name="connsiteX11" fmla="*/ 845469 w 918424"/>
                  <a:gd name="connsiteY11" fmla="*/ 814546 h 1014711"/>
                  <a:gd name="connsiteX12" fmla="*/ 918425 w 918424"/>
                  <a:gd name="connsiteY12" fmla="*/ 688263 h 1014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8424" h="1014711">
                    <a:moveTo>
                      <a:pt x="918425" y="688263"/>
                    </a:moveTo>
                    <a:lnTo>
                      <a:pt x="918425" y="326448"/>
                    </a:lnTo>
                    <a:cubicBezTo>
                      <a:pt x="918425" y="274231"/>
                      <a:pt x="890650" y="226088"/>
                      <a:pt x="845469" y="200165"/>
                    </a:cubicBezTo>
                    <a:lnTo>
                      <a:pt x="532168" y="19442"/>
                    </a:lnTo>
                    <a:cubicBezTo>
                      <a:pt x="486987" y="-6481"/>
                      <a:pt x="431437" y="-6481"/>
                      <a:pt x="386257" y="19442"/>
                    </a:cubicBezTo>
                    <a:lnTo>
                      <a:pt x="72955" y="200165"/>
                    </a:lnTo>
                    <a:cubicBezTo>
                      <a:pt x="27775" y="226088"/>
                      <a:pt x="0" y="274231"/>
                      <a:pt x="0" y="326448"/>
                    </a:cubicBezTo>
                    <a:lnTo>
                      <a:pt x="0" y="688263"/>
                    </a:lnTo>
                    <a:cubicBezTo>
                      <a:pt x="0" y="740480"/>
                      <a:pt x="27775" y="788623"/>
                      <a:pt x="72955" y="814546"/>
                    </a:cubicBezTo>
                    <a:lnTo>
                      <a:pt x="386257" y="995269"/>
                    </a:lnTo>
                    <a:cubicBezTo>
                      <a:pt x="431437" y="1021192"/>
                      <a:pt x="486987" y="1021192"/>
                      <a:pt x="532168" y="995269"/>
                    </a:cubicBezTo>
                    <a:lnTo>
                      <a:pt x="845469" y="814546"/>
                    </a:lnTo>
                    <a:cubicBezTo>
                      <a:pt x="890650" y="788623"/>
                      <a:pt x="918425" y="740480"/>
                      <a:pt x="918425" y="688263"/>
                    </a:cubicBezTo>
                    <a:close/>
                  </a:path>
                </a:pathLst>
              </a:custGeom>
              <a:solidFill>
                <a:srgbClr val="7E8A72"/>
              </a:solidFill>
              <a:ln w="12700" cap="flat">
                <a:noFill/>
                <a:prstDash val="solid"/>
                <a:miter lim="800000"/>
              </a:ln>
              <a:effectLst/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53A32ACB-8E68-FF65-C81B-FF132E11CD37}"/>
                  </a:ext>
                </a:extLst>
              </p:cNvPr>
              <p:cNvSpPr/>
              <p:nvPr/>
            </p:nvSpPr>
            <p:spPr>
              <a:xfrm>
                <a:off x="1365250" y="1934210"/>
                <a:ext cx="1950085" cy="1405255"/>
              </a:xfrm>
              <a:custGeom>
                <a:avLst/>
                <a:gdLst>
                  <a:gd name="connsiteX0" fmla="*/ 0 w 2055345"/>
                  <a:gd name="connsiteY0" fmla="*/ 1481330 h 1481330"/>
                  <a:gd name="connsiteX1" fmla="*/ 0 w 2055345"/>
                  <a:gd name="connsiteY1" fmla="*/ 1027673 h 1481330"/>
                  <a:gd name="connsiteX2" fmla="*/ 301080 w 2055345"/>
                  <a:gd name="connsiteY2" fmla="*/ 301080 h 1481330"/>
                  <a:gd name="connsiteX3" fmla="*/ 1027673 w 2055345"/>
                  <a:gd name="connsiteY3" fmla="*/ 0 h 1481330"/>
                  <a:gd name="connsiteX4" fmla="*/ 2055346 w 2055345"/>
                  <a:gd name="connsiteY4" fmla="*/ 1027673 h 1481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55345" h="1481330">
                    <a:moveTo>
                      <a:pt x="0" y="1481330"/>
                    </a:moveTo>
                    <a:lnTo>
                      <a:pt x="0" y="1027673"/>
                    </a:lnTo>
                    <a:cubicBezTo>
                      <a:pt x="0" y="743998"/>
                      <a:pt x="115173" y="486987"/>
                      <a:pt x="301080" y="301080"/>
                    </a:cubicBezTo>
                    <a:cubicBezTo>
                      <a:pt x="486987" y="115173"/>
                      <a:pt x="743998" y="0"/>
                      <a:pt x="1027673" y="0"/>
                    </a:cubicBezTo>
                    <a:cubicBezTo>
                      <a:pt x="1595393" y="0"/>
                      <a:pt x="2055346" y="459953"/>
                      <a:pt x="2055346" y="1027673"/>
                    </a:cubicBezTo>
                  </a:path>
                </a:pathLst>
              </a:custGeom>
              <a:noFill/>
              <a:ln w="18503" cap="rnd">
                <a:solidFill>
                  <a:schemeClr val="bg1">
                    <a:lumMod val="65000"/>
                  </a:scheme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91BE8756-FBD6-3B67-744D-78506F068091}"/>
                  </a:ext>
                </a:extLst>
              </p:cNvPr>
              <p:cNvSpPr/>
              <p:nvPr/>
            </p:nvSpPr>
            <p:spPr>
              <a:xfrm>
                <a:off x="3315335" y="3902075"/>
                <a:ext cx="1950085" cy="2339975"/>
              </a:xfrm>
              <a:custGeom>
                <a:avLst/>
                <a:gdLst>
                  <a:gd name="connsiteX0" fmla="*/ 0 w 2055345"/>
                  <a:gd name="connsiteY0" fmla="*/ 0 h 2466414"/>
                  <a:gd name="connsiteX1" fmla="*/ 0 w 2055345"/>
                  <a:gd name="connsiteY1" fmla="*/ 1438742 h 2466414"/>
                  <a:gd name="connsiteX2" fmla="*/ 1027673 w 2055345"/>
                  <a:gd name="connsiteY2" fmla="*/ 2466415 h 2466414"/>
                  <a:gd name="connsiteX3" fmla="*/ 1754265 w 2055345"/>
                  <a:gd name="connsiteY3" fmla="*/ 2165334 h 2466414"/>
                  <a:gd name="connsiteX4" fmla="*/ 2055346 w 2055345"/>
                  <a:gd name="connsiteY4" fmla="*/ 1438742 h 2466414"/>
                  <a:gd name="connsiteX5" fmla="*/ 2055346 w 2055345"/>
                  <a:gd name="connsiteY5" fmla="*/ 0 h 2466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55345" h="2466414">
                    <a:moveTo>
                      <a:pt x="0" y="0"/>
                    </a:moveTo>
                    <a:lnTo>
                      <a:pt x="0" y="1438742"/>
                    </a:lnTo>
                    <a:cubicBezTo>
                      <a:pt x="0" y="2006462"/>
                      <a:pt x="459953" y="2466415"/>
                      <a:pt x="1027673" y="2466415"/>
                    </a:cubicBezTo>
                    <a:cubicBezTo>
                      <a:pt x="1311347" y="2466415"/>
                      <a:pt x="1568358" y="2351242"/>
                      <a:pt x="1754265" y="2165334"/>
                    </a:cubicBezTo>
                    <a:cubicBezTo>
                      <a:pt x="1940172" y="1979428"/>
                      <a:pt x="2055346" y="1722417"/>
                      <a:pt x="2055346" y="1438742"/>
                    </a:cubicBezTo>
                    <a:lnTo>
                      <a:pt x="2055346" y="0"/>
                    </a:lnTo>
                  </a:path>
                </a:pathLst>
              </a:custGeom>
              <a:noFill/>
              <a:ln w="18503" cap="rnd">
                <a:solidFill>
                  <a:schemeClr val="bg1">
                    <a:lumMod val="65000"/>
                  </a:scheme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6C1CEC8C-4F7D-C90D-D16F-16D6123539BC}"/>
                  </a:ext>
                </a:extLst>
              </p:cNvPr>
              <p:cNvSpPr/>
              <p:nvPr/>
            </p:nvSpPr>
            <p:spPr>
              <a:xfrm>
                <a:off x="5265420" y="1934210"/>
                <a:ext cx="1950085" cy="1405255"/>
              </a:xfrm>
              <a:custGeom>
                <a:avLst/>
                <a:gdLst>
                  <a:gd name="connsiteX0" fmla="*/ 0 w 2055345"/>
                  <a:gd name="connsiteY0" fmla="*/ 1481330 h 1481330"/>
                  <a:gd name="connsiteX1" fmla="*/ 0 w 2055345"/>
                  <a:gd name="connsiteY1" fmla="*/ 1027673 h 1481330"/>
                  <a:gd name="connsiteX2" fmla="*/ 301081 w 2055345"/>
                  <a:gd name="connsiteY2" fmla="*/ 301080 h 1481330"/>
                  <a:gd name="connsiteX3" fmla="*/ 1027673 w 2055345"/>
                  <a:gd name="connsiteY3" fmla="*/ 0 h 1481330"/>
                  <a:gd name="connsiteX4" fmla="*/ 2055346 w 2055345"/>
                  <a:gd name="connsiteY4" fmla="*/ 1027673 h 1481330"/>
                  <a:gd name="connsiteX5" fmla="*/ 2055346 w 2055345"/>
                  <a:gd name="connsiteY5" fmla="*/ 1481330 h 1481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55345" h="1481330">
                    <a:moveTo>
                      <a:pt x="0" y="1481330"/>
                    </a:moveTo>
                    <a:lnTo>
                      <a:pt x="0" y="1027673"/>
                    </a:lnTo>
                    <a:cubicBezTo>
                      <a:pt x="0" y="743998"/>
                      <a:pt x="115173" y="486987"/>
                      <a:pt x="301081" y="301080"/>
                    </a:cubicBezTo>
                    <a:cubicBezTo>
                      <a:pt x="486987" y="115173"/>
                      <a:pt x="743998" y="0"/>
                      <a:pt x="1027673" y="0"/>
                    </a:cubicBezTo>
                    <a:cubicBezTo>
                      <a:pt x="1595393" y="0"/>
                      <a:pt x="2055346" y="459953"/>
                      <a:pt x="2055346" y="1027673"/>
                    </a:cubicBezTo>
                    <a:lnTo>
                      <a:pt x="2055346" y="1481330"/>
                    </a:lnTo>
                  </a:path>
                </a:pathLst>
              </a:custGeom>
              <a:noFill/>
              <a:ln w="18503" cap="rnd">
                <a:solidFill>
                  <a:schemeClr val="bg1">
                    <a:lumMod val="65000"/>
                  </a:scheme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9FC7E050-91AA-692A-6288-4F6C66DC7716}"/>
                  </a:ext>
                </a:extLst>
              </p:cNvPr>
              <p:cNvSpPr/>
              <p:nvPr/>
            </p:nvSpPr>
            <p:spPr>
              <a:xfrm>
                <a:off x="7214870" y="3902075"/>
                <a:ext cx="1950085" cy="2339975"/>
              </a:xfrm>
              <a:custGeom>
                <a:avLst/>
                <a:gdLst>
                  <a:gd name="connsiteX0" fmla="*/ 2055346 w 2055345"/>
                  <a:gd name="connsiteY0" fmla="*/ 0 h 2466414"/>
                  <a:gd name="connsiteX1" fmla="*/ 2055346 w 2055345"/>
                  <a:gd name="connsiteY1" fmla="*/ 1438742 h 2466414"/>
                  <a:gd name="connsiteX2" fmla="*/ 1754265 w 2055345"/>
                  <a:gd name="connsiteY2" fmla="*/ 2165334 h 2466414"/>
                  <a:gd name="connsiteX3" fmla="*/ 1027673 w 2055345"/>
                  <a:gd name="connsiteY3" fmla="*/ 2466415 h 2466414"/>
                  <a:gd name="connsiteX4" fmla="*/ 0 w 2055345"/>
                  <a:gd name="connsiteY4" fmla="*/ 1438742 h 2466414"/>
                  <a:gd name="connsiteX5" fmla="*/ 0 w 2055345"/>
                  <a:gd name="connsiteY5" fmla="*/ 0 h 2466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55345" h="2466414">
                    <a:moveTo>
                      <a:pt x="2055346" y="0"/>
                    </a:moveTo>
                    <a:lnTo>
                      <a:pt x="2055346" y="1438742"/>
                    </a:lnTo>
                    <a:cubicBezTo>
                      <a:pt x="2055346" y="1722417"/>
                      <a:pt x="1940172" y="1979428"/>
                      <a:pt x="1754265" y="2165334"/>
                    </a:cubicBezTo>
                    <a:cubicBezTo>
                      <a:pt x="1568358" y="2351242"/>
                      <a:pt x="1311348" y="2466415"/>
                      <a:pt x="1027673" y="2466415"/>
                    </a:cubicBezTo>
                    <a:cubicBezTo>
                      <a:pt x="459953" y="2466415"/>
                      <a:pt x="0" y="2006462"/>
                      <a:pt x="0" y="1438742"/>
                    </a:cubicBezTo>
                    <a:lnTo>
                      <a:pt x="0" y="0"/>
                    </a:lnTo>
                  </a:path>
                </a:pathLst>
              </a:custGeom>
              <a:noFill/>
              <a:ln w="18503" cap="rnd">
                <a:solidFill>
                  <a:schemeClr val="bg1">
                    <a:lumMod val="65000"/>
                  </a:scheme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B7E06DA3-C9F8-64E7-0853-B3F9FB3EB24D}"/>
                  </a:ext>
                </a:extLst>
              </p:cNvPr>
              <p:cNvSpPr/>
              <p:nvPr/>
            </p:nvSpPr>
            <p:spPr>
              <a:xfrm>
                <a:off x="9164955" y="1934210"/>
                <a:ext cx="1950085" cy="1405255"/>
              </a:xfrm>
              <a:custGeom>
                <a:avLst/>
                <a:gdLst>
                  <a:gd name="connsiteX0" fmla="*/ 0 w 2055345"/>
                  <a:gd name="connsiteY0" fmla="*/ 1481330 h 1481330"/>
                  <a:gd name="connsiteX1" fmla="*/ 0 w 2055345"/>
                  <a:gd name="connsiteY1" fmla="*/ 1027673 h 1481330"/>
                  <a:gd name="connsiteX2" fmla="*/ 301081 w 2055345"/>
                  <a:gd name="connsiteY2" fmla="*/ 301080 h 1481330"/>
                  <a:gd name="connsiteX3" fmla="*/ 1027673 w 2055345"/>
                  <a:gd name="connsiteY3" fmla="*/ 0 h 1481330"/>
                  <a:gd name="connsiteX4" fmla="*/ 2055346 w 2055345"/>
                  <a:gd name="connsiteY4" fmla="*/ 1027673 h 1481330"/>
                  <a:gd name="connsiteX5" fmla="*/ 2055346 w 2055345"/>
                  <a:gd name="connsiteY5" fmla="*/ 1481330 h 1481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55345" h="1481330">
                    <a:moveTo>
                      <a:pt x="0" y="1481330"/>
                    </a:moveTo>
                    <a:lnTo>
                      <a:pt x="0" y="1027673"/>
                    </a:lnTo>
                    <a:cubicBezTo>
                      <a:pt x="0" y="743998"/>
                      <a:pt x="115174" y="486987"/>
                      <a:pt x="301081" y="301080"/>
                    </a:cubicBezTo>
                    <a:cubicBezTo>
                      <a:pt x="486987" y="115173"/>
                      <a:pt x="743998" y="0"/>
                      <a:pt x="1027673" y="0"/>
                    </a:cubicBezTo>
                    <a:cubicBezTo>
                      <a:pt x="1595393" y="0"/>
                      <a:pt x="2055346" y="459953"/>
                      <a:pt x="2055346" y="1027673"/>
                    </a:cubicBezTo>
                    <a:lnTo>
                      <a:pt x="2055346" y="1481330"/>
                    </a:lnTo>
                  </a:path>
                </a:pathLst>
              </a:custGeom>
              <a:noFill/>
              <a:ln w="18503" cap="rnd">
                <a:solidFill>
                  <a:schemeClr val="bg1">
                    <a:lumMod val="65000"/>
                  </a:scheme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5B58CF5B-96F3-4C6F-C7F9-8942AC745E08}"/>
                  </a:ext>
                </a:extLst>
              </p:cNvPr>
              <p:cNvSpPr/>
              <p:nvPr/>
            </p:nvSpPr>
            <p:spPr>
              <a:xfrm>
                <a:off x="1168400" y="3430270"/>
                <a:ext cx="396875" cy="359410"/>
              </a:xfrm>
              <a:custGeom>
                <a:avLst/>
                <a:gdLst>
                  <a:gd name="connsiteX0" fmla="*/ 134708 w 418290"/>
                  <a:gd name="connsiteY0" fmla="*/ 378480 h 378479"/>
                  <a:gd name="connsiteX1" fmla="*/ 283582 w 418290"/>
                  <a:gd name="connsiteY1" fmla="*/ 378480 h 378479"/>
                  <a:gd name="connsiteX2" fmla="*/ 335799 w 418290"/>
                  <a:gd name="connsiteY2" fmla="*/ 348483 h 378479"/>
                  <a:gd name="connsiteX3" fmla="*/ 410236 w 418290"/>
                  <a:gd name="connsiteY3" fmla="*/ 219237 h 378479"/>
                  <a:gd name="connsiteX4" fmla="*/ 410236 w 418290"/>
                  <a:gd name="connsiteY4" fmla="*/ 159243 h 378479"/>
                  <a:gd name="connsiteX5" fmla="*/ 335799 w 418290"/>
                  <a:gd name="connsiteY5" fmla="*/ 29997 h 378479"/>
                  <a:gd name="connsiteX6" fmla="*/ 283582 w 418290"/>
                  <a:gd name="connsiteY6" fmla="*/ 0 h 378479"/>
                  <a:gd name="connsiteX7" fmla="*/ 134708 w 418290"/>
                  <a:gd name="connsiteY7" fmla="*/ 0 h 378479"/>
                  <a:gd name="connsiteX8" fmla="*/ 82492 w 418290"/>
                  <a:gd name="connsiteY8" fmla="*/ 29997 h 378479"/>
                  <a:gd name="connsiteX9" fmla="*/ 8055 w 418290"/>
                  <a:gd name="connsiteY9" fmla="*/ 159243 h 378479"/>
                  <a:gd name="connsiteX10" fmla="*/ 8055 w 418290"/>
                  <a:gd name="connsiteY10" fmla="*/ 219237 h 378479"/>
                  <a:gd name="connsiteX11" fmla="*/ 82492 w 418290"/>
                  <a:gd name="connsiteY11" fmla="*/ 348483 h 378479"/>
                  <a:gd name="connsiteX12" fmla="*/ 134708 w 418290"/>
                  <a:gd name="connsiteY12" fmla="*/ 378480 h 378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290" h="378479">
                    <a:moveTo>
                      <a:pt x="134708" y="378480"/>
                    </a:moveTo>
                    <a:lnTo>
                      <a:pt x="283582" y="378480"/>
                    </a:lnTo>
                    <a:cubicBezTo>
                      <a:pt x="305061" y="378480"/>
                      <a:pt x="325059" y="367000"/>
                      <a:pt x="335799" y="348483"/>
                    </a:cubicBezTo>
                    <a:lnTo>
                      <a:pt x="410236" y="219237"/>
                    </a:lnTo>
                    <a:cubicBezTo>
                      <a:pt x="420976" y="200720"/>
                      <a:pt x="420976" y="177760"/>
                      <a:pt x="410236" y="159243"/>
                    </a:cubicBezTo>
                    <a:lnTo>
                      <a:pt x="335799" y="29997"/>
                    </a:lnTo>
                    <a:cubicBezTo>
                      <a:pt x="325059" y="11480"/>
                      <a:pt x="305061" y="0"/>
                      <a:pt x="283582" y="0"/>
                    </a:cubicBezTo>
                    <a:lnTo>
                      <a:pt x="134708" y="0"/>
                    </a:lnTo>
                    <a:cubicBezTo>
                      <a:pt x="113229" y="0"/>
                      <a:pt x="93231" y="11480"/>
                      <a:pt x="82492" y="29997"/>
                    </a:cubicBezTo>
                    <a:lnTo>
                      <a:pt x="8055" y="159243"/>
                    </a:lnTo>
                    <a:cubicBezTo>
                      <a:pt x="-2685" y="177760"/>
                      <a:pt x="-2685" y="200720"/>
                      <a:pt x="8055" y="219237"/>
                    </a:cubicBezTo>
                    <a:lnTo>
                      <a:pt x="82492" y="348483"/>
                    </a:lnTo>
                    <a:cubicBezTo>
                      <a:pt x="93231" y="367000"/>
                      <a:pt x="113229" y="378480"/>
                      <a:pt x="134708" y="378480"/>
                    </a:cubicBezTo>
                    <a:close/>
                  </a:path>
                </a:pathLst>
              </a:custGeom>
              <a:noFill/>
              <a:ln w="18503" cap="rnd">
                <a:solidFill>
                  <a:schemeClr val="bg1">
                    <a:lumMod val="65000"/>
                  </a:scheme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+mn-ea"/>
                    <a:sym typeface="+mn-lt"/>
                  </a:rPr>
                  <a:t>A</a:t>
                </a:r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6018EC2A-1B18-6B58-6C1A-49BC2BC9FBA1}"/>
                  </a:ext>
                </a:extLst>
              </p:cNvPr>
              <p:cNvSpPr/>
              <p:nvPr/>
            </p:nvSpPr>
            <p:spPr>
              <a:xfrm>
                <a:off x="3118485" y="3430270"/>
                <a:ext cx="397510" cy="359410"/>
              </a:xfrm>
              <a:custGeom>
                <a:avLst/>
                <a:gdLst>
                  <a:gd name="connsiteX0" fmla="*/ 134709 w 418660"/>
                  <a:gd name="connsiteY0" fmla="*/ 378480 h 378479"/>
                  <a:gd name="connsiteX1" fmla="*/ 283953 w 418660"/>
                  <a:gd name="connsiteY1" fmla="*/ 378480 h 378479"/>
                  <a:gd name="connsiteX2" fmla="*/ 336169 w 418660"/>
                  <a:gd name="connsiteY2" fmla="*/ 348483 h 378479"/>
                  <a:gd name="connsiteX3" fmla="*/ 410606 w 418660"/>
                  <a:gd name="connsiteY3" fmla="*/ 219237 h 378479"/>
                  <a:gd name="connsiteX4" fmla="*/ 410606 w 418660"/>
                  <a:gd name="connsiteY4" fmla="*/ 159243 h 378479"/>
                  <a:gd name="connsiteX5" fmla="*/ 336169 w 418660"/>
                  <a:gd name="connsiteY5" fmla="*/ 29997 h 378479"/>
                  <a:gd name="connsiteX6" fmla="*/ 283953 w 418660"/>
                  <a:gd name="connsiteY6" fmla="*/ 0 h 378479"/>
                  <a:gd name="connsiteX7" fmla="*/ 134709 w 418660"/>
                  <a:gd name="connsiteY7" fmla="*/ 0 h 378479"/>
                  <a:gd name="connsiteX8" fmla="*/ 82492 w 418660"/>
                  <a:gd name="connsiteY8" fmla="*/ 29997 h 378479"/>
                  <a:gd name="connsiteX9" fmla="*/ 8055 w 418660"/>
                  <a:gd name="connsiteY9" fmla="*/ 159243 h 378479"/>
                  <a:gd name="connsiteX10" fmla="*/ 8055 w 418660"/>
                  <a:gd name="connsiteY10" fmla="*/ 219237 h 378479"/>
                  <a:gd name="connsiteX11" fmla="*/ 82492 w 418660"/>
                  <a:gd name="connsiteY11" fmla="*/ 348483 h 378479"/>
                  <a:gd name="connsiteX12" fmla="*/ 134709 w 418660"/>
                  <a:gd name="connsiteY12" fmla="*/ 378480 h 378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660" h="378479">
                    <a:moveTo>
                      <a:pt x="134709" y="378480"/>
                    </a:moveTo>
                    <a:lnTo>
                      <a:pt x="283953" y="378480"/>
                    </a:lnTo>
                    <a:cubicBezTo>
                      <a:pt x="305432" y="378480"/>
                      <a:pt x="325430" y="367000"/>
                      <a:pt x="336169" y="348483"/>
                    </a:cubicBezTo>
                    <a:lnTo>
                      <a:pt x="410606" y="219237"/>
                    </a:lnTo>
                    <a:cubicBezTo>
                      <a:pt x="421346" y="200720"/>
                      <a:pt x="421346" y="177760"/>
                      <a:pt x="410606" y="159243"/>
                    </a:cubicBezTo>
                    <a:lnTo>
                      <a:pt x="336169" y="29997"/>
                    </a:lnTo>
                    <a:cubicBezTo>
                      <a:pt x="325430" y="11480"/>
                      <a:pt x="305432" y="0"/>
                      <a:pt x="283953" y="0"/>
                    </a:cubicBezTo>
                    <a:lnTo>
                      <a:pt x="134709" y="0"/>
                    </a:lnTo>
                    <a:cubicBezTo>
                      <a:pt x="113229" y="0"/>
                      <a:pt x="93231" y="11480"/>
                      <a:pt x="82492" y="29997"/>
                    </a:cubicBezTo>
                    <a:lnTo>
                      <a:pt x="8055" y="159243"/>
                    </a:lnTo>
                    <a:cubicBezTo>
                      <a:pt x="-2685" y="177760"/>
                      <a:pt x="-2685" y="200720"/>
                      <a:pt x="8055" y="219237"/>
                    </a:cubicBezTo>
                    <a:lnTo>
                      <a:pt x="82492" y="348483"/>
                    </a:lnTo>
                    <a:cubicBezTo>
                      <a:pt x="93231" y="367000"/>
                      <a:pt x="113229" y="378480"/>
                      <a:pt x="134709" y="378480"/>
                    </a:cubicBezTo>
                    <a:close/>
                  </a:path>
                </a:pathLst>
              </a:custGeom>
              <a:noFill/>
              <a:ln w="18503" cap="rnd">
                <a:solidFill>
                  <a:schemeClr val="bg1">
                    <a:lumMod val="65000"/>
                  </a:schemeClr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+mn-ea"/>
                    <a:sym typeface="+mn-lt"/>
                  </a:rPr>
                  <a:t>B</a:t>
                </a:r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8E38E892-A444-CB4D-6675-D2A23477B201}"/>
                  </a:ext>
                </a:extLst>
              </p:cNvPr>
              <p:cNvSpPr/>
              <p:nvPr/>
            </p:nvSpPr>
            <p:spPr>
              <a:xfrm>
                <a:off x="5068570" y="3430270"/>
                <a:ext cx="397510" cy="359410"/>
              </a:xfrm>
              <a:custGeom>
                <a:avLst/>
                <a:gdLst>
                  <a:gd name="connsiteX0" fmla="*/ 134708 w 418660"/>
                  <a:gd name="connsiteY0" fmla="*/ 378480 h 378479"/>
                  <a:gd name="connsiteX1" fmla="*/ 283952 w 418660"/>
                  <a:gd name="connsiteY1" fmla="*/ 378480 h 378479"/>
                  <a:gd name="connsiteX2" fmla="*/ 336169 w 418660"/>
                  <a:gd name="connsiteY2" fmla="*/ 348483 h 378479"/>
                  <a:gd name="connsiteX3" fmla="*/ 410606 w 418660"/>
                  <a:gd name="connsiteY3" fmla="*/ 219237 h 378479"/>
                  <a:gd name="connsiteX4" fmla="*/ 410606 w 418660"/>
                  <a:gd name="connsiteY4" fmla="*/ 159243 h 378479"/>
                  <a:gd name="connsiteX5" fmla="*/ 336169 w 418660"/>
                  <a:gd name="connsiteY5" fmla="*/ 29997 h 378479"/>
                  <a:gd name="connsiteX6" fmla="*/ 283952 w 418660"/>
                  <a:gd name="connsiteY6" fmla="*/ 0 h 378479"/>
                  <a:gd name="connsiteX7" fmla="*/ 134708 w 418660"/>
                  <a:gd name="connsiteY7" fmla="*/ 0 h 378479"/>
                  <a:gd name="connsiteX8" fmla="*/ 82492 w 418660"/>
                  <a:gd name="connsiteY8" fmla="*/ 29997 h 378479"/>
                  <a:gd name="connsiteX9" fmla="*/ 8054 w 418660"/>
                  <a:gd name="connsiteY9" fmla="*/ 159243 h 378479"/>
                  <a:gd name="connsiteX10" fmla="*/ 8054 w 418660"/>
                  <a:gd name="connsiteY10" fmla="*/ 219237 h 378479"/>
                  <a:gd name="connsiteX11" fmla="*/ 82492 w 418660"/>
                  <a:gd name="connsiteY11" fmla="*/ 348483 h 378479"/>
                  <a:gd name="connsiteX12" fmla="*/ 134708 w 418660"/>
                  <a:gd name="connsiteY12" fmla="*/ 378480 h 378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660" h="378479">
                    <a:moveTo>
                      <a:pt x="134708" y="378480"/>
                    </a:moveTo>
                    <a:lnTo>
                      <a:pt x="283952" y="378480"/>
                    </a:lnTo>
                    <a:cubicBezTo>
                      <a:pt x="305432" y="378480"/>
                      <a:pt x="325430" y="367000"/>
                      <a:pt x="336169" y="348483"/>
                    </a:cubicBezTo>
                    <a:lnTo>
                      <a:pt x="410606" y="219237"/>
                    </a:lnTo>
                    <a:cubicBezTo>
                      <a:pt x="421346" y="200720"/>
                      <a:pt x="421346" y="177760"/>
                      <a:pt x="410606" y="159243"/>
                    </a:cubicBezTo>
                    <a:lnTo>
                      <a:pt x="336169" y="29997"/>
                    </a:lnTo>
                    <a:cubicBezTo>
                      <a:pt x="325430" y="11480"/>
                      <a:pt x="305432" y="0"/>
                      <a:pt x="283952" y="0"/>
                    </a:cubicBezTo>
                    <a:lnTo>
                      <a:pt x="134708" y="0"/>
                    </a:lnTo>
                    <a:cubicBezTo>
                      <a:pt x="113229" y="0"/>
                      <a:pt x="93231" y="11480"/>
                      <a:pt x="82492" y="29997"/>
                    </a:cubicBezTo>
                    <a:lnTo>
                      <a:pt x="8054" y="159243"/>
                    </a:lnTo>
                    <a:cubicBezTo>
                      <a:pt x="-2685" y="177760"/>
                      <a:pt x="-2685" y="200720"/>
                      <a:pt x="8054" y="219237"/>
                    </a:cubicBezTo>
                    <a:lnTo>
                      <a:pt x="82492" y="348483"/>
                    </a:lnTo>
                    <a:cubicBezTo>
                      <a:pt x="93231" y="367000"/>
                      <a:pt x="113229" y="378480"/>
                      <a:pt x="134708" y="378480"/>
                    </a:cubicBezTo>
                    <a:close/>
                  </a:path>
                </a:pathLst>
              </a:custGeom>
              <a:noFill/>
              <a:ln w="18503" cap="rnd">
                <a:solidFill>
                  <a:schemeClr val="bg1">
                    <a:lumMod val="65000"/>
                  </a:schemeClr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+mn-ea"/>
                    <a:sym typeface="+mn-lt"/>
                  </a:rPr>
                  <a:t>C</a:t>
                </a:r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86A7CF19-7734-06E9-1BD1-FE2D7F92EDA4}"/>
                  </a:ext>
                </a:extLst>
              </p:cNvPr>
              <p:cNvSpPr/>
              <p:nvPr/>
            </p:nvSpPr>
            <p:spPr>
              <a:xfrm>
                <a:off x="7018655" y="3430270"/>
                <a:ext cx="397510" cy="359410"/>
              </a:xfrm>
              <a:custGeom>
                <a:avLst/>
                <a:gdLst>
                  <a:gd name="connsiteX0" fmla="*/ 134708 w 418660"/>
                  <a:gd name="connsiteY0" fmla="*/ 378480 h 378479"/>
                  <a:gd name="connsiteX1" fmla="*/ 283952 w 418660"/>
                  <a:gd name="connsiteY1" fmla="*/ 378480 h 378479"/>
                  <a:gd name="connsiteX2" fmla="*/ 336169 w 418660"/>
                  <a:gd name="connsiteY2" fmla="*/ 348483 h 378479"/>
                  <a:gd name="connsiteX3" fmla="*/ 410606 w 418660"/>
                  <a:gd name="connsiteY3" fmla="*/ 219237 h 378479"/>
                  <a:gd name="connsiteX4" fmla="*/ 410606 w 418660"/>
                  <a:gd name="connsiteY4" fmla="*/ 159243 h 378479"/>
                  <a:gd name="connsiteX5" fmla="*/ 336169 w 418660"/>
                  <a:gd name="connsiteY5" fmla="*/ 29997 h 378479"/>
                  <a:gd name="connsiteX6" fmla="*/ 283952 w 418660"/>
                  <a:gd name="connsiteY6" fmla="*/ 0 h 378479"/>
                  <a:gd name="connsiteX7" fmla="*/ 134708 w 418660"/>
                  <a:gd name="connsiteY7" fmla="*/ 0 h 378479"/>
                  <a:gd name="connsiteX8" fmla="*/ 82492 w 418660"/>
                  <a:gd name="connsiteY8" fmla="*/ 29997 h 378479"/>
                  <a:gd name="connsiteX9" fmla="*/ 8054 w 418660"/>
                  <a:gd name="connsiteY9" fmla="*/ 159243 h 378479"/>
                  <a:gd name="connsiteX10" fmla="*/ 8054 w 418660"/>
                  <a:gd name="connsiteY10" fmla="*/ 219237 h 378479"/>
                  <a:gd name="connsiteX11" fmla="*/ 82492 w 418660"/>
                  <a:gd name="connsiteY11" fmla="*/ 348483 h 378479"/>
                  <a:gd name="connsiteX12" fmla="*/ 134708 w 418660"/>
                  <a:gd name="connsiteY12" fmla="*/ 378480 h 378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660" h="378479">
                    <a:moveTo>
                      <a:pt x="134708" y="378480"/>
                    </a:moveTo>
                    <a:lnTo>
                      <a:pt x="283952" y="378480"/>
                    </a:lnTo>
                    <a:cubicBezTo>
                      <a:pt x="305432" y="378480"/>
                      <a:pt x="325430" y="367000"/>
                      <a:pt x="336169" y="348483"/>
                    </a:cubicBezTo>
                    <a:lnTo>
                      <a:pt x="410606" y="219237"/>
                    </a:lnTo>
                    <a:cubicBezTo>
                      <a:pt x="421346" y="200720"/>
                      <a:pt x="421346" y="177760"/>
                      <a:pt x="410606" y="159243"/>
                    </a:cubicBezTo>
                    <a:lnTo>
                      <a:pt x="336169" y="29997"/>
                    </a:lnTo>
                    <a:cubicBezTo>
                      <a:pt x="325430" y="11480"/>
                      <a:pt x="305432" y="0"/>
                      <a:pt x="283952" y="0"/>
                    </a:cubicBezTo>
                    <a:lnTo>
                      <a:pt x="134708" y="0"/>
                    </a:lnTo>
                    <a:cubicBezTo>
                      <a:pt x="113229" y="0"/>
                      <a:pt x="93231" y="11480"/>
                      <a:pt x="82492" y="29997"/>
                    </a:cubicBezTo>
                    <a:lnTo>
                      <a:pt x="8054" y="159243"/>
                    </a:lnTo>
                    <a:cubicBezTo>
                      <a:pt x="-2685" y="177760"/>
                      <a:pt x="-2685" y="200720"/>
                      <a:pt x="8054" y="219237"/>
                    </a:cubicBezTo>
                    <a:lnTo>
                      <a:pt x="82492" y="348483"/>
                    </a:lnTo>
                    <a:cubicBezTo>
                      <a:pt x="93231" y="367000"/>
                      <a:pt x="113229" y="378480"/>
                      <a:pt x="134708" y="378480"/>
                    </a:cubicBezTo>
                    <a:close/>
                  </a:path>
                </a:pathLst>
              </a:custGeom>
              <a:noFill/>
              <a:ln w="18503" cap="rnd">
                <a:solidFill>
                  <a:schemeClr val="bg1">
                    <a:lumMod val="65000"/>
                  </a:schemeClr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+mn-ea"/>
                    <a:sym typeface="+mn-lt"/>
                  </a:rPr>
                  <a:t>D</a:t>
                </a:r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C24A68DD-DAF1-41E8-1923-3D34CFD5DA95}"/>
                  </a:ext>
                </a:extLst>
              </p:cNvPr>
              <p:cNvSpPr/>
              <p:nvPr/>
            </p:nvSpPr>
            <p:spPr>
              <a:xfrm>
                <a:off x="8968740" y="3430270"/>
                <a:ext cx="397510" cy="359410"/>
              </a:xfrm>
              <a:custGeom>
                <a:avLst/>
                <a:gdLst>
                  <a:gd name="connsiteX0" fmla="*/ 134708 w 418660"/>
                  <a:gd name="connsiteY0" fmla="*/ 378480 h 378479"/>
                  <a:gd name="connsiteX1" fmla="*/ 283952 w 418660"/>
                  <a:gd name="connsiteY1" fmla="*/ 378480 h 378479"/>
                  <a:gd name="connsiteX2" fmla="*/ 336169 w 418660"/>
                  <a:gd name="connsiteY2" fmla="*/ 348483 h 378479"/>
                  <a:gd name="connsiteX3" fmla="*/ 410606 w 418660"/>
                  <a:gd name="connsiteY3" fmla="*/ 219237 h 378479"/>
                  <a:gd name="connsiteX4" fmla="*/ 410606 w 418660"/>
                  <a:gd name="connsiteY4" fmla="*/ 159243 h 378479"/>
                  <a:gd name="connsiteX5" fmla="*/ 336169 w 418660"/>
                  <a:gd name="connsiteY5" fmla="*/ 29997 h 378479"/>
                  <a:gd name="connsiteX6" fmla="*/ 283952 w 418660"/>
                  <a:gd name="connsiteY6" fmla="*/ 0 h 378479"/>
                  <a:gd name="connsiteX7" fmla="*/ 134708 w 418660"/>
                  <a:gd name="connsiteY7" fmla="*/ 0 h 378479"/>
                  <a:gd name="connsiteX8" fmla="*/ 82492 w 418660"/>
                  <a:gd name="connsiteY8" fmla="*/ 29997 h 378479"/>
                  <a:gd name="connsiteX9" fmla="*/ 8054 w 418660"/>
                  <a:gd name="connsiteY9" fmla="*/ 159243 h 378479"/>
                  <a:gd name="connsiteX10" fmla="*/ 8054 w 418660"/>
                  <a:gd name="connsiteY10" fmla="*/ 219237 h 378479"/>
                  <a:gd name="connsiteX11" fmla="*/ 82492 w 418660"/>
                  <a:gd name="connsiteY11" fmla="*/ 348483 h 378479"/>
                  <a:gd name="connsiteX12" fmla="*/ 134708 w 418660"/>
                  <a:gd name="connsiteY12" fmla="*/ 378480 h 378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660" h="378479">
                    <a:moveTo>
                      <a:pt x="134708" y="378480"/>
                    </a:moveTo>
                    <a:lnTo>
                      <a:pt x="283952" y="378480"/>
                    </a:lnTo>
                    <a:cubicBezTo>
                      <a:pt x="305432" y="378480"/>
                      <a:pt x="325429" y="367000"/>
                      <a:pt x="336169" y="348483"/>
                    </a:cubicBezTo>
                    <a:lnTo>
                      <a:pt x="410606" y="219237"/>
                    </a:lnTo>
                    <a:cubicBezTo>
                      <a:pt x="421346" y="200720"/>
                      <a:pt x="421346" y="177760"/>
                      <a:pt x="410606" y="159243"/>
                    </a:cubicBezTo>
                    <a:lnTo>
                      <a:pt x="336169" y="29997"/>
                    </a:lnTo>
                    <a:cubicBezTo>
                      <a:pt x="325429" y="11480"/>
                      <a:pt x="305432" y="0"/>
                      <a:pt x="283952" y="0"/>
                    </a:cubicBezTo>
                    <a:lnTo>
                      <a:pt x="134708" y="0"/>
                    </a:lnTo>
                    <a:cubicBezTo>
                      <a:pt x="113229" y="0"/>
                      <a:pt x="93231" y="11480"/>
                      <a:pt x="82492" y="29997"/>
                    </a:cubicBezTo>
                    <a:lnTo>
                      <a:pt x="8054" y="159243"/>
                    </a:lnTo>
                    <a:cubicBezTo>
                      <a:pt x="-2685" y="177760"/>
                      <a:pt x="-2685" y="200720"/>
                      <a:pt x="8054" y="219237"/>
                    </a:cubicBezTo>
                    <a:lnTo>
                      <a:pt x="82492" y="348483"/>
                    </a:lnTo>
                    <a:cubicBezTo>
                      <a:pt x="93231" y="367000"/>
                      <a:pt x="113229" y="378480"/>
                      <a:pt x="134708" y="378480"/>
                    </a:cubicBezTo>
                    <a:close/>
                  </a:path>
                </a:pathLst>
              </a:custGeom>
              <a:noFill/>
              <a:ln w="18503" cap="rnd">
                <a:solidFill>
                  <a:schemeClr val="bg1">
                    <a:lumMod val="65000"/>
                  </a:schemeClr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+mn-ea"/>
                    <a:sym typeface="+mn-lt"/>
                  </a:rPr>
                  <a:t>E</a:t>
                </a:r>
              </a:p>
            </p:txBody>
          </p:sp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E557C8C7-E0E2-B587-BD45-8A62446E99AC}"/>
                  </a:ext>
                </a:extLst>
              </p:cNvPr>
              <p:cNvSpPr/>
              <p:nvPr/>
            </p:nvSpPr>
            <p:spPr>
              <a:xfrm>
                <a:off x="10918190" y="3430270"/>
                <a:ext cx="397510" cy="359410"/>
              </a:xfrm>
              <a:custGeom>
                <a:avLst/>
                <a:gdLst>
                  <a:gd name="connsiteX0" fmla="*/ 134708 w 418660"/>
                  <a:gd name="connsiteY0" fmla="*/ 378480 h 378479"/>
                  <a:gd name="connsiteX1" fmla="*/ 283952 w 418660"/>
                  <a:gd name="connsiteY1" fmla="*/ 378480 h 378479"/>
                  <a:gd name="connsiteX2" fmla="*/ 336169 w 418660"/>
                  <a:gd name="connsiteY2" fmla="*/ 348483 h 378479"/>
                  <a:gd name="connsiteX3" fmla="*/ 410606 w 418660"/>
                  <a:gd name="connsiteY3" fmla="*/ 219237 h 378479"/>
                  <a:gd name="connsiteX4" fmla="*/ 410606 w 418660"/>
                  <a:gd name="connsiteY4" fmla="*/ 159243 h 378479"/>
                  <a:gd name="connsiteX5" fmla="*/ 336169 w 418660"/>
                  <a:gd name="connsiteY5" fmla="*/ 29997 h 378479"/>
                  <a:gd name="connsiteX6" fmla="*/ 283952 w 418660"/>
                  <a:gd name="connsiteY6" fmla="*/ 0 h 378479"/>
                  <a:gd name="connsiteX7" fmla="*/ 134708 w 418660"/>
                  <a:gd name="connsiteY7" fmla="*/ 0 h 378479"/>
                  <a:gd name="connsiteX8" fmla="*/ 82492 w 418660"/>
                  <a:gd name="connsiteY8" fmla="*/ 29997 h 378479"/>
                  <a:gd name="connsiteX9" fmla="*/ 8054 w 418660"/>
                  <a:gd name="connsiteY9" fmla="*/ 159243 h 378479"/>
                  <a:gd name="connsiteX10" fmla="*/ 8054 w 418660"/>
                  <a:gd name="connsiteY10" fmla="*/ 219237 h 378479"/>
                  <a:gd name="connsiteX11" fmla="*/ 82492 w 418660"/>
                  <a:gd name="connsiteY11" fmla="*/ 348483 h 378479"/>
                  <a:gd name="connsiteX12" fmla="*/ 134708 w 418660"/>
                  <a:gd name="connsiteY12" fmla="*/ 378480 h 378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660" h="378479">
                    <a:moveTo>
                      <a:pt x="134708" y="378480"/>
                    </a:moveTo>
                    <a:lnTo>
                      <a:pt x="283952" y="378480"/>
                    </a:lnTo>
                    <a:cubicBezTo>
                      <a:pt x="305432" y="378480"/>
                      <a:pt x="325429" y="367000"/>
                      <a:pt x="336169" y="348483"/>
                    </a:cubicBezTo>
                    <a:lnTo>
                      <a:pt x="410606" y="219237"/>
                    </a:lnTo>
                    <a:cubicBezTo>
                      <a:pt x="421346" y="200720"/>
                      <a:pt x="421346" y="177760"/>
                      <a:pt x="410606" y="159243"/>
                    </a:cubicBezTo>
                    <a:lnTo>
                      <a:pt x="336169" y="29997"/>
                    </a:lnTo>
                    <a:cubicBezTo>
                      <a:pt x="325429" y="11480"/>
                      <a:pt x="305432" y="0"/>
                      <a:pt x="283952" y="0"/>
                    </a:cubicBezTo>
                    <a:lnTo>
                      <a:pt x="134708" y="0"/>
                    </a:lnTo>
                    <a:cubicBezTo>
                      <a:pt x="113229" y="0"/>
                      <a:pt x="93231" y="11480"/>
                      <a:pt x="82492" y="29997"/>
                    </a:cubicBezTo>
                    <a:lnTo>
                      <a:pt x="8054" y="159243"/>
                    </a:lnTo>
                    <a:cubicBezTo>
                      <a:pt x="-2685" y="177760"/>
                      <a:pt x="-2685" y="200720"/>
                      <a:pt x="8054" y="219237"/>
                    </a:cubicBezTo>
                    <a:lnTo>
                      <a:pt x="82492" y="348483"/>
                    </a:lnTo>
                    <a:cubicBezTo>
                      <a:pt x="93231" y="367000"/>
                      <a:pt x="113229" y="378480"/>
                      <a:pt x="134708" y="378480"/>
                    </a:cubicBezTo>
                    <a:close/>
                  </a:path>
                </a:pathLst>
              </a:custGeom>
              <a:noFill/>
              <a:ln w="18503" cap="rnd">
                <a:solidFill>
                  <a:schemeClr val="bg1">
                    <a:lumMod val="65000"/>
                  </a:schemeClr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cs typeface="+mn-ea"/>
                    <a:sym typeface="+mn-lt"/>
                  </a:rPr>
                  <a:t>F</a:t>
                </a:r>
              </a:p>
            </p:txBody>
          </p:sp>
          <p:sp>
            <p:nvSpPr>
              <p:cNvPr id="45" name="Freeform 77">
                <a:extLst>
                  <a:ext uri="{FF2B5EF4-FFF2-40B4-BE49-F238E27FC236}">
                    <a16:creationId xmlns:a16="http://schemas.microsoft.com/office/drawing/2014/main" id="{69BFBE5F-8373-E924-817F-839E9360F871}"/>
                  </a:ext>
                </a:extLst>
              </p:cNvPr>
              <p:cNvSpPr/>
              <p:nvPr/>
            </p:nvSpPr>
            <p:spPr>
              <a:xfrm>
                <a:off x="6031230" y="2571750"/>
                <a:ext cx="445135" cy="4102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11" y="9879"/>
                    </a:moveTo>
                    <a:cubicBezTo>
                      <a:pt x="14811" y="9712"/>
                      <a:pt x="14503" y="9544"/>
                      <a:pt x="14349" y="9544"/>
                    </a:cubicBezTo>
                    <a:cubicBezTo>
                      <a:pt x="12343" y="9879"/>
                      <a:pt x="12343" y="9879"/>
                      <a:pt x="12343" y="9879"/>
                    </a:cubicBezTo>
                    <a:cubicBezTo>
                      <a:pt x="12034" y="9544"/>
                      <a:pt x="11880" y="9209"/>
                      <a:pt x="11571" y="9042"/>
                    </a:cubicBezTo>
                    <a:cubicBezTo>
                      <a:pt x="12343" y="6865"/>
                      <a:pt x="12343" y="6865"/>
                      <a:pt x="12343" y="6865"/>
                    </a:cubicBezTo>
                    <a:cubicBezTo>
                      <a:pt x="12343" y="6698"/>
                      <a:pt x="12343" y="6530"/>
                      <a:pt x="12189" y="6363"/>
                    </a:cubicBezTo>
                    <a:cubicBezTo>
                      <a:pt x="10491" y="5358"/>
                      <a:pt x="10491" y="5358"/>
                      <a:pt x="10491" y="5358"/>
                    </a:cubicBezTo>
                    <a:cubicBezTo>
                      <a:pt x="10337" y="5358"/>
                      <a:pt x="10029" y="5358"/>
                      <a:pt x="10029" y="5526"/>
                    </a:cubicBezTo>
                    <a:cubicBezTo>
                      <a:pt x="8794" y="7367"/>
                      <a:pt x="8794" y="7367"/>
                      <a:pt x="8794" y="7367"/>
                    </a:cubicBezTo>
                    <a:cubicBezTo>
                      <a:pt x="8486" y="7367"/>
                      <a:pt x="8023" y="7200"/>
                      <a:pt x="7714" y="7200"/>
                    </a:cubicBezTo>
                    <a:cubicBezTo>
                      <a:pt x="6789" y="5191"/>
                      <a:pt x="6789" y="5191"/>
                      <a:pt x="6789" y="5191"/>
                    </a:cubicBezTo>
                    <a:cubicBezTo>
                      <a:pt x="6789" y="5023"/>
                      <a:pt x="6480" y="4856"/>
                      <a:pt x="6326" y="5023"/>
                    </a:cubicBezTo>
                    <a:cubicBezTo>
                      <a:pt x="4629" y="5526"/>
                      <a:pt x="4629" y="5526"/>
                      <a:pt x="4629" y="5526"/>
                    </a:cubicBezTo>
                    <a:cubicBezTo>
                      <a:pt x="4320" y="5526"/>
                      <a:pt x="4320" y="5860"/>
                      <a:pt x="4320" y="6028"/>
                    </a:cubicBezTo>
                    <a:cubicBezTo>
                      <a:pt x="4629" y="8205"/>
                      <a:pt x="4629" y="8205"/>
                      <a:pt x="4629" y="8205"/>
                    </a:cubicBezTo>
                    <a:cubicBezTo>
                      <a:pt x="4320" y="8540"/>
                      <a:pt x="4011" y="8707"/>
                      <a:pt x="3703" y="9042"/>
                    </a:cubicBezTo>
                    <a:cubicBezTo>
                      <a:pt x="1851" y="8205"/>
                      <a:pt x="1851" y="8205"/>
                      <a:pt x="1851" y="8205"/>
                    </a:cubicBezTo>
                    <a:cubicBezTo>
                      <a:pt x="1697" y="8205"/>
                      <a:pt x="1389" y="8205"/>
                      <a:pt x="1389" y="8372"/>
                    </a:cubicBezTo>
                    <a:cubicBezTo>
                      <a:pt x="463" y="10214"/>
                      <a:pt x="463" y="10214"/>
                      <a:pt x="463" y="10214"/>
                    </a:cubicBezTo>
                    <a:cubicBezTo>
                      <a:pt x="309" y="10381"/>
                      <a:pt x="463" y="10716"/>
                      <a:pt x="617" y="10716"/>
                    </a:cubicBezTo>
                    <a:cubicBezTo>
                      <a:pt x="2314" y="12056"/>
                      <a:pt x="2314" y="12056"/>
                      <a:pt x="2314" y="12056"/>
                    </a:cubicBezTo>
                    <a:cubicBezTo>
                      <a:pt x="2160" y="12391"/>
                      <a:pt x="2160" y="12893"/>
                      <a:pt x="2160" y="13228"/>
                    </a:cubicBezTo>
                    <a:cubicBezTo>
                      <a:pt x="309" y="14233"/>
                      <a:pt x="309" y="14233"/>
                      <a:pt x="309" y="14233"/>
                    </a:cubicBezTo>
                    <a:cubicBezTo>
                      <a:pt x="154" y="14233"/>
                      <a:pt x="0" y="14567"/>
                      <a:pt x="0" y="14735"/>
                    </a:cubicBezTo>
                    <a:cubicBezTo>
                      <a:pt x="617" y="16577"/>
                      <a:pt x="617" y="16577"/>
                      <a:pt x="617" y="16577"/>
                    </a:cubicBezTo>
                    <a:cubicBezTo>
                      <a:pt x="617" y="16912"/>
                      <a:pt x="926" y="16912"/>
                      <a:pt x="1080" y="16912"/>
                    </a:cubicBezTo>
                    <a:cubicBezTo>
                      <a:pt x="3086" y="16577"/>
                      <a:pt x="3086" y="16577"/>
                      <a:pt x="3086" y="16577"/>
                    </a:cubicBezTo>
                    <a:cubicBezTo>
                      <a:pt x="3240" y="16912"/>
                      <a:pt x="3549" y="17247"/>
                      <a:pt x="3857" y="17581"/>
                    </a:cubicBezTo>
                    <a:cubicBezTo>
                      <a:pt x="3086" y="19591"/>
                      <a:pt x="3086" y="19591"/>
                      <a:pt x="3086" y="19591"/>
                    </a:cubicBezTo>
                    <a:cubicBezTo>
                      <a:pt x="2931" y="19758"/>
                      <a:pt x="3086" y="20093"/>
                      <a:pt x="3240" y="20093"/>
                    </a:cubicBezTo>
                    <a:cubicBezTo>
                      <a:pt x="4783" y="21098"/>
                      <a:pt x="4783" y="21098"/>
                      <a:pt x="4783" y="21098"/>
                    </a:cubicBezTo>
                    <a:cubicBezTo>
                      <a:pt x="5091" y="21265"/>
                      <a:pt x="5246" y="21098"/>
                      <a:pt x="5400" y="20930"/>
                    </a:cubicBezTo>
                    <a:cubicBezTo>
                      <a:pt x="6634" y="19088"/>
                      <a:pt x="6634" y="19088"/>
                      <a:pt x="6634" y="19088"/>
                    </a:cubicBezTo>
                    <a:cubicBezTo>
                      <a:pt x="6943" y="19256"/>
                      <a:pt x="7251" y="19256"/>
                      <a:pt x="7714" y="19256"/>
                    </a:cubicBezTo>
                    <a:cubicBezTo>
                      <a:pt x="8486" y="21265"/>
                      <a:pt x="8486" y="21265"/>
                      <a:pt x="8486" y="21265"/>
                    </a:cubicBezTo>
                    <a:cubicBezTo>
                      <a:pt x="8640" y="21433"/>
                      <a:pt x="8794" y="21600"/>
                      <a:pt x="9103" y="21600"/>
                    </a:cubicBezTo>
                    <a:cubicBezTo>
                      <a:pt x="10800" y="20930"/>
                      <a:pt x="10800" y="20930"/>
                      <a:pt x="10800" y="20930"/>
                    </a:cubicBezTo>
                    <a:cubicBezTo>
                      <a:pt x="10954" y="20930"/>
                      <a:pt x="11109" y="20595"/>
                      <a:pt x="11109" y="20428"/>
                    </a:cubicBezTo>
                    <a:cubicBezTo>
                      <a:pt x="10800" y="18251"/>
                      <a:pt x="10800" y="18251"/>
                      <a:pt x="10800" y="18251"/>
                    </a:cubicBezTo>
                    <a:cubicBezTo>
                      <a:pt x="11109" y="18084"/>
                      <a:pt x="11417" y="17749"/>
                      <a:pt x="11571" y="17414"/>
                    </a:cubicBezTo>
                    <a:cubicBezTo>
                      <a:pt x="13577" y="18251"/>
                      <a:pt x="13577" y="18251"/>
                      <a:pt x="13577" y="18251"/>
                    </a:cubicBezTo>
                    <a:cubicBezTo>
                      <a:pt x="13731" y="18419"/>
                      <a:pt x="13886" y="18251"/>
                      <a:pt x="14040" y="18084"/>
                    </a:cubicBezTo>
                    <a:cubicBezTo>
                      <a:pt x="14966" y="16242"/>
                      <a:pt x="14966" y="16242"/>
                      <a:pt x="14966" y="16242"/>
                    </a:cubicBezTo>
                    <a:cubicBezTo>
                      <a:pt x="14966" y="16074"/>
                      <a:pt x="14966" y="15907"/>
                      <a:pt x="14811" y="15740"/>
                    </a:cubicBezTo>
                    <a:cubicBezTo>
                      <a:pt x="13114" y="14400"/>
                      <a:pt x="13114" y="14400"/>
                      <a:pt x="13114" y="14400"/>
                    </a:cubicBezTo>
                    <a:cubicBezTo>
                      <a:pt x="13114" y="14065"/>
                      <a:pt x="13269" y="13563"/>
                      <a:pt x="13269" y="13228"/>
                    </a:cubicBezTo>
                    <a:cubicBezTo>
                      <a:pt x="15120" y="12391"/>
                      <a:pt x="15120" y="12391"/>
                      <a:pt x="15120" y="12391"/>
                    </a:cubicBezTo>
                    <a:cubicBezTo>
                      <a:pt x="15274" y="12223"/>
                      <a:pt x="15429" y="12056"/>
                      <a:pt x="15274" y="11721"/>
                    </a:cubicBezTo>
                    <a:lnTo>
                      <a:pt x="14811" y="9879"/>
                    </a:lnTo>
                    <a:close/>
                    <a:moveTo>
                      <a:pt x="8640" y="16744"/>
                    </a:moveTo>
                    <a:cubicBezTo>
                      <a:pt x="6943" y="17247"/>
                      <a:pt x="5091" y="16242"/>
                      <a:pt x="4474" y="14233"/>
                    </a:cubicBezTo>
                    <a:cubicBezTo>
                      <a:pt x="4011" y="12391"/>
                      <a:pt x="4937" y="10381"/>
                      <a:pt x="6789" y="9879"/>
                    </a:cubicBezTo>
                    <a:cubicBezTo>
                      <a:pt x="8486" y="9209"/>
                      <a:pt x="10337" y="10381"/>
                      <a:pt x="10800" y="12223"/>
                    </a:cubicBezTo>
                    <a:cubicBezTo>
                      <a:pt x="11417" y="14065"/>
                      <a:pt x="10337" y="16074"/>
                      <a:pt x="8640" y="16744"/>
                    </a:cubicBezTo>
                    <a:close/>
                    <a:moveTo>
                      <a:pt x="9874" y="12558"/>
                    </a:moveTo>
                    <a:cubicBezTo>
                      <a:pt x="10337" y="13898"/>
                      <a:pt x="9566" y="15237"/>
                      <a:pt x="8331" y="15740"/>
                    </a:cubicBezTo>
                    <a:cubicBezTo>
                      <a:pt x="7097" y="16074"/>
                      <a:pt x="5863" y="15405"/>
                      <a:pt x="5400" y="14065"/>
                    </a:cubicBezTo>
                    <a:cubicBezTo>
                      <a:pt x="5091" y="12558"/>
                      <a:pt x="5709" y="11219"/>
                      <a:pt x="6943" y="10716"/>
                    </a:cubicBezTo>
                    <a:cubicBezTo>
                      <a:pt x="8177" y="10381"/>
                      <a:pt x="9566" y="11219"/>
                      <a:pt x="9874" y="12558"/>
                    </a:cubicBezTo>
                    <a:close/>
                    <a:moveTo>
                      <a:pt x="21446" y="6865"/>
                    </a:moveTo>
                    <a:cubicBezTo>
                      <a:pt x="20366" y="6028"/>
                      <a:pt x="20366" y="6028"/>
                      <a:pt x="20366" y="6028"/>
                    </a:cubicBezTo>
                    <a:cubicBezTo>
                      <a:pt x="20366" y="5693"/>
                      <a:pt x="20366" y="5526"/>
                      <a:pt x="20366" y="5191"/>
                    </a:cubicBezTo>
                    <a:cubicBezTo>
                      <a:pt x="20211" y="4856"/>
                      <a:pt x="20211" y="4688"/>
                      <a:pt x="20211" y="4353"/>
                    </a:cubicBezTo>
                    <a:cubicBezTo>
                      <a:pt x="21137" y="3349"/>
                      <a:pt x="21137" y="3349"/>
                      <a:pt x="21137" y="3349"/>
                    </a:cubicBezTo>
                    <a:cubicBezTo>
                      <a:pt x="21291" y="3181"/>
                      <a:pt x="21291" y="3014"/>
                      <a:pt x="21137" y="2847"/>
                    </a:cubicBezTo>
                    <a:cubicBezTo>
                      <a:pt x="20520" y="1842"/>
                      <a:pt x="20520" y="1842"/>
                      <a:pt x="20520" y="1842"/>
                    </a:cubicBezTo>
                    <a:cubicBezTo>
                      <a:pt x="20366" y="1674"/>
                      <a:pt x="20211" y="1674"/>
                      <a:pt x="20057" y="1674"/>
                    </a:cubicBezTo>
                    <a:cubicBezTo>
                      <a:pt x="18823" y="2344"/>
                      <a:pt x="18823" y="2344"/>
                      <a:pt x="18823" y="2344"/>
                    </a:cubicBezTo>
                    <a:cubicBezTo>
                      <a:pt x="18360" y="2009"/>
                      <a:pt x="17897" y="1842"/>
                      <a:pt x="17434" y="1674"/>
                    </a:cubicBezTo>
                    <a:cubicBezTo>
                      <a:pt x="17126" y="335"/>
                      <a:pt x="17126" y="335"/>
                      <a:pt x="17126" y="335"/>
                    </a:cubicBezTo>
                    <a:cubicBezTo>
                      <a:pt x="17126" y="167"/>
                      <a:pt x="16817" y="0"/>
                      <a:pt x="16663" y="0"/>
                    </a:cubicBezTo>
                    <a:cubicBezTo>
                      <a:pt x="15583" y="167"/>
                      <a:pt x="15583" y="167"/>
                      <a:pt x="15583" y="167"/>
                    </a:cubicBezTo>
                    <a:cubicBezTo>
                      <a:pt x="15429" y="167"/>
                      <a:pt x="15274" y="335"/>
                      <a:pt x="15274" y="502"/>
                    </a:cubicBezTo>
                    <a:cubicBezTo>
                      <a:pt x="15274" y="2009"/>
                      <a:pt x="15274" y="2009"/>
                      <a:pt x="15274" y="2009"/>
                    </a:cubicBezTo>
                    <a:cubicBezTo>
                      <a:pt x="14811" y="2177"/>
                      <a:pt x="14349" y="2512"/>
                      <a:pt x="14040" y="3014"/>
                    </a:cubicBezTo>
                    <a:cubicBezTo>
                      <a:pt x="12651" y="2512"/>
                      <a:pt x="12651" y="2512"/>
                      <a:pt x="12651" y="2512"/>
                    </a:cubicBezTo>
                    <a:cubicBezTo>
                      <a:pt x="12497" y="2512"/>
                      <a:pt x="12343" y="2679"/>
                      <a:pt x="12189" y="2847"/>
                    </a:cubicBezTo>
                    <a:cubicBezTo>
                      <a:pt x="11880" y="3851"/>
                      <a:pt x="11880" y="3851"/>
                      <a:pt x="11880" y="3851"/>
                    </a:cubicBezTo>
                    <a:cubicBezTo>
                      <a:pt x="11726" y="4019"/>
                      <a:pt x="11726" y="4186"/>
                      <a:pt x="11880" y="4353"/>
                    </a:cubicBezTo>
                    <a:cubicBezTo>
                      <a:pt x="13114" y="5191"/>
                      <a:pt x="13114" y="5191"/>
                      <a:pt x="13114" y="5191"/>
                    </a:cubicBezTo>
                    <a:cubicBezTo>
                      <a:pt x="13114" y="5358"/>
                      <a:pt x="13114" y="5693"/>
                      <a:pt x="13114" y="6028"/>
                    </a:cubicBezTo>
                    <a:cubicBezTo>
                      <a:pt x="13114" y="6195"/>
                      <a:pt x="13114" y="6530"/>
                      <a:pt x="13269" y="6698"/>
                    </a:cubicBezTo>
                    <a:cubicBezTo>
                      <a:pt x="12343" y="7870"/>
                      <a:pt x="12343" y="7870"/>
                      <a:pt x="12343" y="7870"/>
                    </a:cubicBezTo>
                    <a:cubicBezTo>
                      <a:pt x="12189" y="8037"/>
                      <a:pt x="12189" y="8205"/>
                      <a:pt x="12189" y="8372"/>
                    </a:cubicBezTo>
                    <a:cubicBezTo>
                      <a:pt x="12806" y="9377"/>
                      <a:pt x="12806" y="9377"/>
                      <a:pt x="12806" y="9377"/>
                    </a:cubicBezTo>
                    <a:cubicBezTo>
                      <a:pt x="12960" y="9544"/>
                      <a:pt x="13114" y="9544"/>
                      <a:pt x="13269" y="9377"/>
                    </a:cubicBezTo>
                    <a:cubicBezTo>
                      <a:pt x="14503" y="8707"/>
                      <a:pt x="14503" y="8707"/>
                      <a:pt x="14503" y="8707"/>
                    </a:cubicBezTo>
                    <a:cubicBezTo>
                      <a:pt x="14966" y="9042"/>
                      <a:pt x="15429" y="9377"/>
                      <a:pt x="15891" y="9377"/>
                    </a:cubicBezTo>
                    <a:cubicBezTo>
                      <a:pt x="16354" y="10884"/>
                      <a:pt x="16354" y="10884"/>
                      <a:pt x="16354" y="10884"/>
                    </a:cubicBezTo>
                    <a:cubicBezTo>
                      <a:pt x="16354" y="11051"/>
                      <a:pt x="16509" y="11219"/>
                      <a:pt x="16663" y="11219"/>
                    </a:cubicBezTo>
                    <a:cubicBezTo>
                      <a:pt x="17743" y="11051"/>
                      <a:pt x="17743" y="11051"/>
                      <a:pt x="17743" y="11051"/>
                    </a:cubicBezTo>
                    <a:cubicBezTo>
                      <a:pt x="17897" y="11051"/>
                      <a:pt x="18051" y="10884"/>
                      <a:pt x="18051" y="10716"/>
                    </a:cubicBezTo>
                    <a:cubicBezTo>
                      <a:pt x="18206" y="9209"/>
                      <a:pt x="18206" y="9209"/>
                      <a:pt x="18206" y="9209"/>
                    </a:cubicBezTo>
                    <a:cubicBezTo>
                      <a:pt x="18669" y="8874"/>
                      <a:pt x="18977" y="8540"/>
                      <a:pt x="19440" y="8205"/>
                    </a:cubicBezTo>
                    <a:cubicBezTo>
                      <a:pt x="20674" y="8540"/>
                      <a:pt x="20674" y="8540"/>
                      <a:pt x="20674" y="8540"/>
                    </a:cubicBezTo>
                    <a:cubicBezTo>
                      <a:pt x="20829" y="8707"/>
                      <a:pt x="21137" y="8540"/>
                      <a:pt x="21137" y="8372"/>
                    </a:cubicBezTo>
                    <a:cubicBezTo>
                      <a:pt x="21600" y="7367"/>
                      <a:pt x="21600" y="7367"/>
                      <a:pt x="21600" y="7367"/>
                    </a:cubicBezTo>
                    <a:cubicBezTo>
                      <a:pt x="21600" y="7200"/>
                      <a:pt x="21600" y="6865"/>
                      <a:pt x="21446" y="6865"/>
                    </a:cubicBezTo>
                    <a:close/>
                    <a:moveTo>
                      <a:pt x="16971" y="7702"/>
                    </a:moveTo>
                    <a:cubicBezTo>
                      <a:pt x="15891" y="7702"/>
                      <a:pt x="14966" y="6865"/>
                      <a:pt x="14811" y="5860"/>
                    </a:cubicBezTo>
                    <a:cubicBezTo>
                      <a:pt x="14657" y="4688"/>
                      <a:pt x="15429" y="3684"/>
                      <a:pt x="16509" y="3516"/>
                    </a:cubicBezTo>
                    <a:cubicBezTo>
                      <a:pt x="17589" y="3349"/>
                      <a:pt x="18514" y="4186"/>
                      <a:pt x="18669" y="5358"/>
                    </a:cubicBezTo>
                    <a:cubicBezTo>
                      <a:pt x="18669" y="6530"/>
                      <a:pt x="17897" y="7535"/>
                      <a:pt x="16971" y="7702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20" tIns="45720" rIns="45720" bIns="45720" numCol="1" anchor="t">
                <a:noAutofit/>
              </a:bodyPr>
              <a:lstStyle/>
              <a:p>
                <a:endParaRPr sz="900" dirty="0">
                  <a:cs typeface="+mn-ea"/>
                  <a:sym typeface="+mn-lt"/>
                </a:endParaRPr>
              </a:p>
            </p:txBody>
          </p:sp>
          <p:sp>
            <p:nvSpPr>
              <p:cNvPr id="46" name="Freeform 79">
                <a:extLst>
                  <a:ext uri="{FF2B5EF4-FFF2-40B4-BE49-F238E27FC236}">
                    <a16:creationId xmlns:a16="http://schemas.microsoft.com/office/drawing/2014/main" id="{04017046-06FF-8A7D-BC31-F8EDC57ED106}"/>
                  </a:ext>
                </a:extLst>
              </p:cNvPr>
              <p:cNvSpPr/>
              <p:nvPr/>
            </p:nvSpPr>
            <p:spPr>
              <a:xfrm>
                <a:off x="9943465" y="2612390"/>
                <a:ext cx="365125" cy="2965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68" h="21600" extrusionOk="0">
                    <a:moveTo>
                      <a:pt x="8447" y="11368"/>
                    </a:moveTo>
                    <a:cubicBezTo>
                      <a:pt x="2625" y="19705"/>
                      <a:pt x="2625" y="19705"/>
                      <a:pt x="2625" y="19705"/>
                    </a:cubicBezTo>
                    <a:cubicBezTo>
                      <a:pt x="2319" y="20084"/>
                      <a:pt x="1859" y="20274"/>
                      <a:pt x="1553" y="20274"/>
                    </a:cubicBezTo>
                    <a:cubicBezTo>
                      <a:pt x="1094" y="20274"/>
                      <a:pt x="787" y="20084"/>
                      <a:pt x="481" y="19895"/>
                    </a:cubicBezTo>
                    <a:cubicBezTo>
                      <a:pt x="-132" y="19137"/>
                      <a:pt x="-132" y="18000"/>
                      <a:pt x="328" y="17242"/>
                    </a:cubicBezTo>
                    <a:cubicBezTo>
                      <a:pt x="7374" y="7200"/>
                      <a:pt x="7374" y="7200"/>
                      <a:pt x="7374" y="7200"/>
                    </a:cubicBezTo>
                    <a:cubicBezTo>
                      <a:pt x="7681" y="6821"/>
                      <a:pt x="8140" y="6632"/>
                      <a:pt x="8600" y="6632"/>
                    </a:cubicBezTo>
                    <a:cubicBezTo>
                      <a:pt x="9059" y="6632"/>
                      <a:pt x="9366" y="6821"/>
                      <a:pt x="9672" y="7389"/>
                    </a:cubicBezTo>
                    <a:cubicBezTo>
                      <a:pt x="11817" y="10232"/>
                      <a:pt x="11817" y="10232"/>
                      <a:pt x="11817" y="10232"/>
                    </a:cubicBezTo>
                    <a:cubicBezTo>
                      <a:pt x="15494" y="4737"/>
                      <a:pt x="15494" y="4737"/>
                      <a:pt x="15494" y="4737"/>
                    </a:cubicBezTo>
                    <a:cubicBezTo>
                      <a:pt x="11970" y="947"/>
                      <a:pt x="11970" y="947"/>
                      <a:pt x="11970" y="947"/>
                    </a:cubicBezTo>
                    <a:cubicBezTo>
                      <a:pt x="20702" y="0"/>
                      <a:pt x="20702" y="0"/>
                      <a:pt x="20702" y="0"/>
                    </a:cubicBezTo>
                    <a:cubicBezTo>
                      <a:pt x="21468" y="10989"/>
                      <a:pt x="21468" y="10989"/>
                      <a:pt x="21468" y="10989"/>
                    </a:cubicBezTo>
                    <a:cubicBezTo>
                      <a:pt x="17791" y="7200"/>
                      <a:pt x="17791" y="7200"/>
                      <a:pt x="17791" y="7200"/>
                    </a:cubicBezTo>
                    <a:cubicBezTo>
                      <a:pt x="12889" y="14400"/>
                      <a:pt x="12889" y="14400"/>
                      <a:pt x="12889" y="14400"/>
                    </a:cubicBezTo>
                    <a:cubicBezTo>
                      <a:pt x="12583" y="14779"/>
                      <a:pt x="12277" y="15158"/>
                      <a:pt x="11817" y="15158"/>
                    </a:cubicBezTo>
                    <a:cubicBezTo>
                      <a:pt x="11357" y="15158"/>
                      <a:pt x="10898" y="14779"/>
                      <a:pt x="10591" y="14400"/>
                    </a:cubicBezTo>
                    <a:lnTo>
                      <a:pt x="8447" y="11368"/>
                    </a:lnTo>
                    <a:close/>
                    <a:moveTo>
                      <a:pt x="3851" y="21600"/>
                    </a:moveTo>
                    <a:cubicBezTo>
                      <a:pt x="8600" y="21600"/>
                      <a:pt x="8600" y="21600"/>
                      <a:pt x="8600" y="21600"/>
                    </a:cubicBezTo>
                    <a:cubicBezTo>
                      <a:pt x="8600" y="14589"/>
                      <a:pt x="8600" y="14589"/>
                      <a:pt x="8600" y="14589"/>
                    </a:cubicBezTo>
                    <a:cubicBezTo>
                      <a:pt x="3851" y="21221"/>
                      <a:pt x="3851" y="21221"/>
                      <a:pt x="3851" y="21221"/>
                    </a:cubicBezTo>
                    <a:lnTo>
                      <a:pt x="3851" y="21600"/>
                    </a:lnTo>
                    <a:close/>
                    <a:moveTo>
                      <a:pt x="13502" y="16863"/>
                    </a:moveTo>
                    <a:cubicBezTo>
                      <a:pt x="12583" y="17811"/>
                      <a:pt x="12123" y="17811"/>
                      <a:pt x="12123" y="17811"/>
                    </a:cubicBezTo>
                    <a:cubicBezTo>
                      <a:pt x="11511" y="17811"/>
                      <a:pt x="10438" y="17053"/>
                      <a:pt x="9825" y="16484"/>
                    </a:cubicBezTo>
                    <a:cubicBezTo>
                      <a:pt x="9825" y="21600"/>
                      <a:pt x="9825" y="21600"/>
                      <a:pt x="9825" y="21600"/>
                    </a:cubicBezTo>
                    <a:cubicBezTo>
                      <a:pt x="15340" y="21600"/>
                      <a:pt x="15340" y="21600"/>
                      <a:pt x="15340" y="21600"/>
                    </a:cubicBezTo>
                    <a:cubicBezTo>
                      <a:pt x="15494" y="14021"/>
                      <a:pt x="15494" y="14021"/>
                      <a:pt x="15494" y="14021"/>
                    </a:cubicBezTo>
                    <a:cubicBezTo>
                      <a:pt x="14728" y="15158"/>
                      <a:pt x="14115" y="16105"/>
                      <a:pt x="13502" y="16863"/>
                    </a:cubicBezTo>
                    <a:close/>
                    <a:moveTo>
                      <a:pt x="17791" y="10421"/>
                    </a:moveTo>
                    <a:cubicBezTo>
                      <a:pt x="16719" y="12316"/>
                      <a:pt x="16719" y="12316"/>
                      <a:pt x="16719" y="12316"/>
                    </a:cubicBezTo>
                    <a:cubicBezTo>
                      <a:pt x="16719" y="21600"/>
                      <a:pt x="16719" y="21600"/>
                      <a:pt x="16719" y="21600"/>
                    </a:cubicBezTo>
                    <a:cubicBezTo>
                      <a:pt x="21315" y="21600"/>
                      <a:pt x="21315" y="21600"/>
                      <a:pt x="21315" y="21600"/>
                    </a:cubicBezTo>
                    <a:cubicBezTo>
                      <a:pt x="21315" y="13832"/>
                      <a:pt x="21315" y="13832"/>
                      <a:pt x="21315" y="13832"/>
                    </a:cubicBezTo>
                    <a:cubicBezTo>
                      <a:pt x="20396" y="12884"/>
                      <a:pt x="17791" y="10421"/>
                      <a:pt x="17791" y="10421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20" tIns="45720" rIns="45720" bIns="45720" numCol="1" anchor="t">
                <a:noAutofit/>
              </a:bodyPr>
              <a:lstStyle/>
              <a:p>
                <a:endParaRPr sz="900" dirty="0">
                  <a:cs typeface="+mn-ea"/>
                  <a:sym typeface="+mn-lt"/>
                </a:endParaRPr>
              </a:p>
            </p:txBody>
          </p:sp>
          <p:sp>
            <p:nvSpPr>
              <p:cNvPr id="47" name="Freeform 91">
                <a:extLst>
                  <a:ext uri="{FF2B5EF4-FFF2-40B4-BE49-F238E27FC236}">
                    <a16:creationId xmlns:a16="http://schemas.microsoft.com/office/drawing/2014/main" id="{B051642A-6964-6E70-CA5D-0486AD103EB8}"/>
                  </a:ext>
                </a:extLst>
              </p:cNvPr>
              <p:cNvSpPr/>
              <p:nvPr/>
            </p:nvSpPr>
            <p:spPr>
              <a:xfrm>
                <a:off x="2149475" y="2583815"/>
                <a:ext cx="375285" cy="3797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3" h="21600" extrusionOk="0">
                    <a:moveTo>
                      <a:pt x="17478" y="9655"/>
                    </a:moveTo>
                    <a:cubicBezTo>
                      <a:pt x="20611" y="11945"/>
                      <a:pt x="20611" y="11945"/>
                      <a:pt x="20611" y="11945"/>
                    </a:cubicBezTo>
                    <a:cubicBezTo>
                      <a:pt x="16818" y="17182"/>
                      <a:pt x="16818" y="17182"/>
                      <a:pt x="16818" y="17182"/>
                    </a:cubicBezTo>
                    <a:cubicBezTo>
                      <a:pt x="13521" y="14891"/>
                      <a:pt x="13521" y="14891"/>
                      <a:pt x="13521" y="14891"/>
                    </a:cubicBezTo>
                    <a:lnTo>
                      <a:pt x="17478" y="9655"/>
                    </a:lnTo>
                    <a:close/>
                    <a:moveTo>
                      <a:pt x="13356" y="15218"/>
                    </a:moveTo>
                    <a:cubicBezTo>
                      <a:pt x="13521" y="18327"/>
                      <a:pt x="13521" y="18327"/>
                      <a:pt x="13521" y="18327"/>
                    </a:cubicBezTo>
                    <a:cubicBezTo>
                      <a:pt x="16653" y="17509"/>
                      <a:pt x="16653" y="17509"/>
                      <a:pt x="16653" y="17509"/>
                    </a:cubicBezTo>
                    <a:lnTo>
                      <a:pt x="13356" y="15218"/>
                    </a:lnTo>
                    <a:close/>
                    <a:moveTo>
                      <a:pt x="21270" y="9982"/>
                    </a:moveTo>
                    <a:cubicBezTo>
                      <a:pt x="19127" y="8509"/>
                      <a:pt x="19127" y="8509"/>
                      <a:pt x="19127" y="8509"/>
                    </a:cubicBezTo>
                    <a:cubicBezTo>
                      <a:pt x="18797" y="8182"/>
                      <a:pt x="18302" y="8345"/>
                      <a:pt x="18137" y="8673"/>
                    </a:cubicBezTo>
                    <a:cubicBezTo>
                      <a:pt x="18137" y="8673"/>
                      <a:pt x="17643" y="9327"/>
                      <a:pt x="17643" y="9327"/>
                    </a:cubicBezTo>
                    <a:cubicBezTo>
                      <a:pt x="20940" y="11618"/>
                      <a:pt x="20940" y="11618"/>
                      <a:pt x="20940" y="11618"/>
                    </a:cubicBezTo>
                    <a:cubicBezTo>
                      <a:pt x="20940" y="11618"/>
                      <a:pt x="21270" y="10964"/>
                      <a:pt x="21435" y="10964"/>
                    </a:cubicBezTo>
                    <a:cubicBezTo>
                      <a:pt x="21600" y="10636"/>
                      <a:pt x="21600" y="10145"/>
                      <a:pt x="21270" y="9982"/>
                    </a:cubicBezTo>
                    <a:close/>
                    <a:moveTo>
                      <a:pt x="15334" y="4909"/>
                    </a:moveTo>
                    <a:cubicBezTo>
                      <a:pt x="3957" y="4909"/>
                      <a:pt x="3957" y="4909"/>
                      <a:pt x="3957" y="4909"/>
                    </a:cubicBezTo>
                    <a:cubicBezTo>
                      <a:pt x="3627" y="4909"/>
                      <a:pt x="3298" y="5236"/>
                      <a:pt x="3298" y="5564"/>
                    </a:cubicBezTo>
                    <a:cubicBezTo>
                      <a:pt x="3298" y="6055"/>
                      <a:pt x="3627" y="6218"/>
                      <a:pt x="3957" y="6218"/>
                    </a:cubicBezTo>
                    <a:cubicBezTo>
                      <a:pt x="15334" y="6218"/>
                      <a:pt x="15334" y="6218"/>
                      <a:pt x="15334" y="6218"/>
                    </a:cubicBezTo>
                    <a:cubicBezTo>
                      <a:pt x="15664" y="6218"/>
                      <a:pt x="15994" y="6055"/>
                      <a:pt x="15994" y="5564"/>
                    </a:cubicBezTo>
                    <a:cubicBezTo>
                      <a:pt x="15994" y="5236"/>
                      <a:pt x="15664" y="4909"/>
                      <a:pt x="15334" y="4909"/>
                    </a:cubicBezTo>
                    <a:close/>
                    <a:moveTo>
                      <a:pt x="15994" y="8345"/>
                    </a:moveTo>
                    <a:cubicBezTo>
                      <a:pt x="15994" y="8018"/>
                      <a:pt x="15664" y="7691"/>
                      <a:pt x="15334" y="7691"/>
                    </a:cubicBezTo>
                    <a:cubicBezTo>
                      <a:pt x="3957" y="7691"/>
                      <a:pt x="3957" y="7691"/>
                      <a:pt x="3957" y="7691"/>
                    </a:cubicBezTo>
                    <a:cubicBezTo>
                      <a:pt x="3627" y="7691"/>
                      <a:pt x="3298" y="8018"/>
                      <a:pt x="3298" y="8345"/>
                    </a:cubicBezTo>
                    <a:cubicBezTo>
                      <a:pt x="3298" y="8673"/>
                      <a:pt x="3627" y="9000"/>
                      <a:pt x="3957" y="9000"/>
                    </a:cubicBezTo>
                    <a:cubicBezTo>
                      <a:pt x="15334" y="9000"/>
                      <a:pt x="15334" y="9000"/>
                      <a:pt x="15334" y="9000"/>
                    </a:cubicBezTo>
                    <a:cubicBezTo>
                      <a:pt x="15664" y="9000"/>
                      <a:pt x="15994" y="8673"/>
                      <a:pt x="15994" y="8345"/>
                    </a:cubicBezTo>
                    <a:close/>
                    <a:moveTo>
                      <a:pt x="12366" y="10473"/>
                    </a:moveTo>
                    <a:cubicBezTo>
                      <a:pt x="3957" y="10473"/>
                      <a:pt x="3957" y="10473"/>
                      <a:pt x="3957" y="10473"/>
                    </a:cubicBezTo>
                    <a:cubicBezTo>
                      <a:pt x="3627" y="10473"/>
                      <a:pt x="3298" y="10800"/>
                      <a:pt x="3298" y="11127"/>
                    </a:cubicBezTo>
                    <a:cubicBezTo>
                      <a:pt x="3298" y="11455"/>
                      <a:pt x="3627" y="11782"/>
                      <a:pt x="3957" y="11782"/>
                    </a:cubicBezTo>
                    <a:cubicBezTo>
                      <a:pt x="12366" y="11782"/>
                      <a:pt x="12366" y="11782"/>
                      <a:pt x="12366" y="11782"/>
                    </a:cubicBezTo>
                    <a:cubicBezTo>
                      <a:pt x="12696" y="11782"/>
                      <a:pt x="13026" y="11455"/>
                      <a:pt x="13026" y="11127"/>
                    </a:cubicBezTo>
                    <a:cubicBezTo>
                      <a:pt x="13026" y="10800"/>
                      <a:pt x="12696" y="10473"/>
                      <a:pt x="12366" y="10473"/>
                    </a:cubicBezTo>
                    <a:close/>
                    <a:moveTo>
                      <a:pt x="12366" y="13255"/>
                    </a:moveTo>
                    <a:cubicBezTo>
                      <a:pt x="3957" y="13255"/>
                      <a:pt x="3957" y="13255"/>
                      <a:pt x="3957" y="13255"/>
                    </a:cubicBezTo>
                    <a:cubicBezTo>
                      <a:pt x="3627" y="13255"/>
                      <a:pt x="3298" y="13582"/>
                      <a:pt x="3298" y="13909"/>
                    </a:cubicBezTo>
                    <a:cubicBezTo>
                      <a:pt x="3298" y="14236"/>
                      <a:pt x="3627" y="14564"/>
                      <a:pt x="3957" y="14564"/>
                    </a:cubicBezTo>
                    <a:cubicBezTo>
                      <a:pt x="12366" y="14564"/>
                      <a:pt x="12366" y="14564"/>
                      <a:pt x="12366" y="14564"/>
                    </a:cubicBezTo>
                    <a:cubicBezTo>
                      <a:pt x="12696" y="14564"/>
                      <a:pt x="13026" y="14236"/>
                      <a:pt x="13026" y="13909"/>
                    </a:cubicBezTo>
                    <a:cubicBezTo>
                      <a:pt x="13026" y="13582"/>
                      <a:pt x="12696" y="13255"/>
                      <a:pt x="12366" y="13255"/>
                    </a:cubicBezTo>
                    <a:close/>
                    <a:moveTo>
                      <a:pt x="17808" y="18164"/>
                    </a:moveTo>
                    <a:cubicBezTo>
                      <a:pt x="17808" y="19473"/>
                      <a:pt x="16983" y="20291"/>
                      <a:pt x="15664" y="20291"/>
                    </a:cubicBezTo>
                    <a:cubicBezTo>
                      <a:pt x="11377" y="20291"/>
                      <a:pt x="11377" y="20291"/>
                      <a:pt x="11377" y="20291"/>
                    </a:cubicBezTo>
                    <a:cubicBezTo>
                      <a:pt x="11377" y="19473"/>
                      <a:pt x="11377" y="19473"/>
                      <a:pt x="11377" y="19473"/>
                    </a:cubicBezTo>
                    <a:cubicBezTo>
                      <a:pt x="11377" y="17509"/>
                      <a:pt x="9728" y="16036"/>
                      <a:pt x="7915" y="16036"/>
                    </a:cubicBezTo>
                    <a:cubicBezTo>
                      <a:pt x="1319" y="16036"/>
                      <a:pt x="1319" y="16036"/>
                      <a:pt x="1319" y="16036"/>
                    </a:cubicBezTo>
                    <a:cubicBezTo>
                      <a:pt x="1319" y="3436"/>
                      <a:pt x="1319" y="3436"/>
                      <a:pt x="1319" y="3436"/>
                    </a:cubicBezTo>
                    <a:cubicBezTo>
                      <a:pt x="1319" y="2291"/>
                      <a:pt x="2308" y="1309"/>
                      <a:pt x="3463" y="1309"/>
                    </a:cubicBezTo>
                    <a:cubicBezTo>
                      <a:pt x="15664" y="1309"/>
                      <a:pt x="15664" y="1309"/>
                      <a:pt x="15664" y="1309"/>
                    </a:cubicBezTo>
                    <a:cubicBezTo>
                      <a:pt x="16983" y="1309"/>
                      <a:pt x="17808" y="2291"/>
                      <a:pt x="17808" y="3436"/>
                    </a:cubicBezTo>
                    <a:cubicBezTo>
                      <a:pt x="17808" y="8345"/>
                      <a:pt x="17808" y="8345"/>
                      <a:pt x="17808" y="8345"/>
                    </a:cubicBezTo>
                    <a:cubicBezTo>
                      <a:pt x="18137" y="8018"/>
                      <a:pt x="18302" y="8018"/>
                      <a:pt x="18632" y="8018"/>
                    </a:cubicBezTo>
                    <a:cubicBezTo>
                      <a:pt x="18797" y="8018"/>
                      <a:pt x="18962" y="8018"/>
                      <a:pt x="19127" y="8182"/>
                    </a:cubicBezTo>
                    <a:cubicBezTo>
                      <a:pt x="19127" y="3436"/>
                      <a:pt x="19127" y="3436"/>
                      <a:pt x="19127" y="3436"/>
                    </a:cubicBezTo>
                    <a:cubicBezTo>
                      <a:pt x="19127" y="1636"/>
                      <a:pt x="17643" y="0"/>
                      <a:pt x="15664" y="0"/>
                    </a:cubicBezTo>
                    <a:cubicBezTo>
                      <a:pt x="3463" y="0"/>
                      <a:pt x="3463" y="0"/>
                      <a:pt x="3463" y="0"/>
                    </a:cubicBezTo>
                    <a:cubicBezTo>
                      <a:pt x="1649" y="0"/>
                      <a:pt x="0" y="1636"/>
                      <a:pt x="0" y="3436"/>
                    </a:cubicBezTo>
                    <a:cubicBezTo>
                      <a:pt x="0" y="16691"/>
                      <a:pt x="0" y="16691"/>
                      <a:pt x="0" y="16691"/>
                    </a:cubicBezTo>
                    <a:cubicBezTo>
                      <a:pt x="0" y="16691"/>
                      <a:pt x="0" y="16691"/>
                      <a:pt x="0" y="16691"/>
                    </a:cubicBezTo>
                    <a:cubicBezTo>
                      <a:pt x="0" y="16691"/>
                      <a:pt x="0" y="16691"/>
                      <a:pt x="0" y="16855"/>
                    </a:cubicBezTo>
                    <a:cubicBezTo>
                      <a:pt x="0" y="16855"/>
                      <a:pt x="165" y="16855"/>
                      <a:pt x="165" y="16855"/>
                    </a:cubicBezTo>
                    <a:cubicBezTo>
                      <a:pt x="165" y="16855"/>
                      <a:pt x="165" y="17018"/>
                      <a:pt x="165" y="17018"/>
                    </a:cubicBezTo>
                    <a:cubicBezTo>
                      <a:pt x="165" y="17018"/>
                      <a:pt x="165" y="17018"/>
                      <a:pt x="165" y="17018"/>
                    </a:cubicBezTo>
                    <a:cubicBezTo>
                      <a:pt x="165" y="17018"/>
                      <a:pt x="165" y="17182"/>
                      <a:pt x="330" y="17182"/>
                    </a:cubicBezTo>
                    <a:cubicBezTo>
                      <a:pt x="330" y="17182"/>
                      <a:pt x="330" y="17182"/>
                      <a:pt x="495" y="17182"/>
                    </a:cubicBezTo>
                    <a:cubicBezTo>
                      <a:pt x="10388" y="21600"/>
                      <a:pt x="10388" y="21600"/>
                      <a:pt x="10388" y="21600"/>
                    </a:cubicBezTo>
                    <a:cubicBezTo>
                      <a:pt x="10553" y="21600"/>
                      <a:pt x="10553" y="21600"/>
                      <a:pt x="10718" y="21600"/>
                    </a:cubicBezTo>
                    <a:cubicBezTo>
                      <a:pt x="10718" y="21600"/>
                      <a:pt x="10718" y="21600"/>
                      <a:pt x="10718" y="21600"/>
                    </a:cubicBezTo>
                    <a:cubicBezTo>
                      <a:pt x="10718" y="21600"/>
                      <a:pt x="10718" y="21600"/>
                      <a:pt x="10718" y="21600"/>
                    </a:cubicBezTo>
                    <a:cubicBezTo>
                      <a:pt x="15664" y="21600"/>
                      <a:pt x="15664" y="21600"/>
                      <a:pt x="15664" y="21600"/>
                    </a:cubicBezTo>
                    <a:cubicBezTo>
                      <a:pt x="17643" y="21600"/>
                      <a:pt x="19127" y="20127"/>
                      <a:pt x="19127" y="18164"/>
                    </a:cubicBezTo>
                    <a:cubicBezTo>
                      <a:pt x="19127" y="14564"/>
                      <a:pt x="19127" y="14564"/>
                      <a:pt x="19127" y="14564"/>
                    </a:cubicBezTo>
                    <a:cubicBezTo>
                      <a:pt x="17808" y="16364"/>
                      <a:pt x="17808" y="16364"/>
                      <a:pt x="17808" y="16364"/>
                    </a:cubicBezTo>
                    <a:lnTo>
                      <a:pt x="17808" y="18164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20" tIns="45720" rIns="45720" bIns="45720" numCol="1" anchor="t">
                <a:noAutofit/>
              </a:bodyPr>
              <a:lstStyle/>
              <a:p>
                <a:endParaRPr sz="900" dirty="0">
                  <a:cs typeface="+mn-ea"/>
                  <a:sym typeface="+mn-lt"/>
                </a:endParaRPr>
              </a:p>
            </p:txBody>
          </p:sp>
          <p:sp>
            <p:nvSpPr>
              <p:cNvPr id="48" name="Freeform 107">
                <a:extLst>
                  <a:ext uri="{FF2B5EF4-FFF2-40B4-BE49-F238E27FC236}">
                    <a16:creationId xmlns:a16="http://schemas.microsoft.com/office/drawing/2014/main" id="{F43A04C4-91B4-91B1-7416-FE871187A97F}"/>
                  </a:ext>
                </a:extLst>
              </p:cNvPr>
              <p:cNvSpPr/>
              <p:nvPr/>
            </p:nvSpPr>
            <p:spPr>
              <a:xfrm>
                <a:off x="8026400" y="5220335"/>
                <a:ext cx="333375" cy="3333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700" y="0"/>
                    </a:moveTo>
                    <a:cubicBezTo>
                      <a:pt x="2700" y="21600"/>
                      <a:pt x="2700" y="21600"/>
                      <a:pt x="2700" y="21600"/>
                    </a:cubicBezTo>
                    <a:cubicBezTo>
                      <a:pt x="1181" y="21600"/>
                      <a:pt x="0" y="20250"/>
                      <a:pt x="0" y="18900"/>
                    </a:cubicBezTo>
                    <a:cubicBezTo>
                      <a:pt x="0" y="17719"/>
                      <a:pt x="0" y="7425"/>
                      <a:pt x="0" y="2700"/>
                    </a:cubicBezTo>
                    <a:cubicBezTo>
                      <a:pt x="0" y="1181"/>
                      <a:pt x="1181" y="0"/>
                      <a:pt x="2700" y="0"/>
                    </a:cubicBezTo>
                    <a:close/>
                    <a:moveTo>
                      <a:pt x="2700" y="21600"/>
                    </a:moveTo>
                    <a:cubicBezTo>
                      <a:pt x="2700" y="21600"/>
                      <a:pt x="2700" y="21600"/>
                      <a:pt x="2700" y="21600"/>
                    </a:cubicBezTo>
                    <a:cubicBezTo>
                      <a:pt x="2700" y="21600"/>
                      <a:pt x="2700" y="21600"/>
                      <a:pt x="2700" y="21600"/>
                    </a:cubicBezTo>
                    <a:close/>
                    <a:moveTo>
                      <a:pt x="20250" y="2025"/>
                    </a:moveTo>
                    <a:cubicBezTo>
                      <a:pt x="18900" y="2025"/>
                      <a:pt x="18900" y="2025"/>
                      <a:pt x="18900" y="2025"/>
                    </a:cubicBezTo>
                    <a:cubicBezTo>
                      <a:pt x="18900" y="6075"/>
                      <a:pt x="18900" y="6075"/>
                      <a:pt x="18900" y="6075"/>
                    </a:cubicBezTo>
                    <a:cubicBezTo>
                      <a:pt x="21600" y="6075"/>
                      <a:pt x="21600" y="6075"/>
                      <a:pt x="21600" y="6075"/>
                    </a:cubicBezTo>
                    <a:cubicBezTo>
                      <a:pt x="21600" y="3544"/>
                      <a:pt x="21600" y="3544"/>
                      <a:pt x="21600" y="3544"/>
                    </a:cubicBezTo>
                    <a:cubicBezTo>
                      <a:pt x="21600" y="3544"/>
                      <a:pt x="21600" y="2025"/>
                      <a:pt x="20250" y="2025"/>
                    </a:cubicBezTo>
                    <a:close/>
                    <a:moveTo>
                      <a:pt x="18900" y="16875"/>
                    </a:moveTo>
                    <a:cubicBezTo>
                      <a:pt x="18900" y="16875"/>
                      <a:pt x="18900" y="16875"/>
                      <a:pt x="20250" y="16875"/>
                    </a:cubicBezTo>
                    <a:cubicBezTo>
                      <a:pt x="21600" y="16875"/>
                      <a:pt x="21600" y="15694"/>
                      <a:pt x="21600" y="15694"/>
                    </a:cubicBezTo>
                    <a:cubicBezTo>
                      <a:pt x="21600" y="12825"/>
                      <a:pt x="21600" y="12825"/>
                      <a:pt x="21600" y="12825"/>
                    </a:cubicBezTo>
                    <a:cubicBezTo>
                      <a:pt x="18900" y="12825"/>
                      <a:pt x="18900" y="12825"/>
                      <a:pt x="18900" y="12825"/>
                    </a:cubicBezTo>
                    <a:lnTo>
                      <a:pt x="18900" y="16875"/>
                    </a:lnTo>
                    <a:close/>
                    <a:moveTo>
                      <a:pt x="18900" y="11475"/>
                    </a:moveTo>
                    <a:cubicBezTo>
                      <a:pt x="21600" y="11475"/>
                      <a:pt x="21600" y="11475"/>
                      <a:pt x="21600" y="11475"/>
                    </a:cubicBezTo>
                    <a:cubicBezTo>
                      <a:pt x="21600" y="7425"/>
                      <a:pt x="21600" y="7425"/>
                      <a:pt x="21600" y="7425"/>
                    </a:cubicBezTo>
                    <a:cubicBezTo>
                      <a:pt x="18900" y="7425"/>
                      <a:pt x="18900" y="7425"/>
                      <a:pt x="18900" y="7425"/>
                    </a:cubicBezTo>
                    <a:lnTo>
                      <a:pt x="18900" y="11475"/>
                    </a:lnTo>
                    <a:close/>
                    <a:moveTo>
                      <a:pt x="17550" y="2869"/>
                    </a:moveTo>
                    <a:cubicBezTo>
                      <a:pt x="17550" y="3881"/>
                      <a:pt x="17550" y="14344"/>
                      <a:pt x="17550" y="18900"/>
                    </a:cubicBezTo>
                    <a:cubicBezTo>
                      <a:pt x="17550" y="20588"/>
                      <a:pt x="16200" y="21600"/>
                      <a:pt x="14850" y="21600"/>
                    </a:cubicBezTo>
                    <a:cubicBezTo>
                      <a:pt x="13331" y="21600"/>
                      <a:pt x="4050" y="21600"/>
                      <a:pt x="4050" y="21600"/>
                    </a:cubicBezTo>
                    <a:cubicBezTo>
                      <a:pt x="4050" y="0"/>
                      <a:pt x="4050" y="0"/>
                      <a:pt x="4050" y="0"/>
                    </a:cubicBezTo>
                    <a:cubicBezTo>
                      <a:pt x="4050" y="0"/>
                      <a:pt x="13331" y="0"/>
                      <a:pt x="14681" y="0"/>
                    </a:cubicBezTo>
                    <a:cubicBezTo>
                      <a:pt x="16200" y="0"/>
                      <a:pt x="17550" y="1350"/>
                      <a:pt x="17550" y="2869"/>
                    </a:cubicBezTo>
                    <a:close/>
                    <a:moveTo>
                      <a:pt x="14681" y="12319"/>
                    </a:moveTo>
                    <a:cubicBezTo>
                      <a:pt x="14344" y="11981"/>
                      <a:pt x="13500" y="11813"/>
                      <a:pt x="12825" y="11475"/>
                    </a:cubicBezTo>
                    <a:cubicBezTo>
                      <a:pt x="11981" y="11138"/>
                      <a:pt x="11813" y="10969"/>
                      <a:pt x="11813" y="10969"/>
                    </a:cubicBezTo>
                    <a:cubicBezTo>
                      <a:pt x="11813" y="10125"/>
                      <a:pt x="11813" y="10125"/>
                      <a:pt x="11813" y="10125"/>
                    </a:cubicBezTo>
                    <a:cubicBezTo>
                      <a:pt x="11813" y="10125"/>
                      <a:pt x="11981" y="9956"/>
                      <a:pt x="12150" y="9281"/>
                    </a:cubicBezTo>
                    <a:cubicBezTo>
                      <a:pt x="12319" y="9281"/>
                      <a:pt x="12488" y="8944"/>
                      <a:pt x="12488" y="8775"/>
                    </a:cubicBezTo>
                    <a:cubicBezTo>
                      <a:pt x="12488" y="8606"/>
                      <a:pt x="12488" y="8100"/>
                      <a:pt x="12319" y="8100"/>
                    </a:cubicBezTo>
                    <a:cubicBezTo>
                      <a:pt x="12319" y="7762"/>
                      <a:pt x="12319" y="7425"/>
                      <a:pt x="12319" y="7256"/>
                    </a:cubicBezTo>
                    <a:cubicBezTo>
                      <a:pt x="12319" y="6750"/>
                      <a:pt x="11644" y="6075"/>
                      <a:pt x="10800" y="6075"/>
                    </a:cubicBezTo>
                    <a:cubicBezTo>
                      <a:pt x="9787" y="6075"/>
                      <a:pt x="9112" y="6750"/>
                      <a:pt x="9112" y="7256"/>
                    </a:cubicBezTo>
                    <a:cubicBezTo>
                      <a:pt x="9112" y="7425"/>
                      <a:pt x="9112" y="7762"/>
                      <a:pt x="9112" y="8100"/>
                    </a:cubicBezTo>
                    <a:cubicBezTo>
                      <a:pt x="8944" y="8100"/>
                      <a:pt x="8944" y="8606"/>
                      <a:pt x="8944" y="8775"/>
                    </a:cubicBezTo>
                    <a:cubicBezTo>
                      <a:pt x="8944" y="8944"/>
                      <a:pt x="9112" y="9281"/>
                      <a:pt x="9281" y="9281"/>
                    </a:cubicBezTo>
                    <a:cubicBezTo>
                      <a:pt x="9450" y="9956"/>
                      <a:pt x="9787" y="10125"/>
                      <a:pt x="9787" y="10125"/>
                    </a:cubicBezTo>
                    <a:cubicBezTo>
                      <a:pt x="9619" y="10969"/>
                      <a:pt x="9619" y="10969"/>
                      <a:pt x="9619" y="10969"/>
                    </a:cubicBezTo>
                    <a:cubicBezTo>
                      <a:pt x="9619" y="10969"/>
                      <a:pt x="9450" y="11138"/>
                      <a:pt x="8775" y="11475"/>
                    </a:cubicBezTo>
                    <a:cubicBezTo>
                      <a:pt x="7931" y="11813"/>
                      <a:pt x="7087" y="11981"/>
                      <a:pt x="6750" y="12319"/>
                    </a:cubicBezTo>
                    <a:cubicBezTo>
                      <a:pt x="6581" y="12656"/>
                      <a:pt x="6750" y="13500"/>
                      <a:pt x="6750" y="13500"/>
                    </a:cubicBezTo>
                    <a:cubicBezTo>
                      <a:pt x="10800" y="13500"/>
                      <a:pt x="10800" y="13500"/>
                      <a:pt x="10800" y="13500"/>
                    </a:cubicBezTo>
                    <a:cubicBezTo>
                      <a:pt x="14850" y="13500"/>
                      <a:pt x="14850" y="13500"/>
                      <a:pt x="14850" y="13500"/>
                    </a:cubicBezTo>
                    <a:cubicBezTo>
                      <a:pt x="14850" y="13500"/>
                      <a:pt x="14850" y="12656"/>
                      <a:pt x="14681" y="12319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20" tIns="45720" rIns="45720" bIns="45720" numCol="1" anchor="t">
                <a:noAutofit/>
              </a:bodyPr>
              <a:lstStyle/>
              <a:p>
                <a:endParaRPr sz="900" dirty="0">
                  <a:cs typeface="+mn-ea"/>
                  <a:sym typeface="+mn-lt"/>
                </a:endParaRPr>
              </a:p>
            </p:txBody>
          </p:sp>
          <p:sp>
            <p:nvSpPr>
              <p:cNvPr id="49" name="Freeform 125">
                <a:extLst>
                  <a:ext uri="{FF2B5EF4-FFF2-40B4-BE49-F238E27FC236}">
                    <a16:creationId xmlns:a16="http://schemas.microsoft.com/office/drawing/2014/main" id="{E4552498-FA27-A6DA-A23A-F81BE3F9D355}"/>
                  </a:ext>
                </a:extLst>
              </p:cNvPr>
              <p:cNvSpPr/>
              <p:nvPr/>
            </p:nvSpPr>
            <p:spPr>
              <a:xfrm>
                <a:off x="4110990" y="5220335"/>
                <a:ext cx="337820" cy="3067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309" y="2700"/>
                    </a:moveTo>
                    <a:cubicBezTo>
                      <a:pt x="19145" y="2700"/>
                      <a:pt x="19145" y="2700"/>
                      <a:pt x="19145" y="2700"/>
                    </a:cubicBezTo>
                    <a:cubicBezTo>
                      <a:pt x="19145" y="2700"/>
                      <a:pt x="19145" y="2700"/>
                      <a:pt x="19145" y="2700"/>
                    </a:cubicBezTo>
                    <a:cubicBezTo>
                      <a:pt x="19145" y="2520"/>
                      <a:pt x="18982" y="2340"/>
                      <a:pt x="18818" y="2340"/>
                    </a:cubicBezTo>
                    <a:cubicBezTo>
                      <a:pt x="16364" y="2340"/>
                      <a:pt x="16364" y="2340"/>
                      <a:pt x="16364" y="2340"/>
                    </a:cubicBezTo>
                    <a:cubicBezTo>
                      <a:pt x="16200" y="1080"/>
                      <a:pt x="15218" y="0"/>
                      <a:pt x="14073" y="0"/>
                    </a:cubicBezTo>
                    <a:cubicBezTo>
                      <a:pt x="7527" y="0"/>
                      <a:pt x="7527" y="0"/>
                      <a:pt x="7527" y="0"/>
                    </a:cubicBezTo>
                    <a:cubicBezTo>
                      <a:pt x="6382" y="0"/>
                      <a:pt x="5400" y="1080"/>
                      <a:pt x="5236" y="2340"/>
                    </a:cubicBezTo>
                    <a:cubicBezTo>
                      <a:pt x="2945" y="2340"/>
                      <a:pt x="2945" y="2340"/>
                      <a:pt x="2945" y="2340"/>
                    </a:cubicBezTo>
                    <a:cubicBezTo>
                      <a:pt x="2618" y="2340"/>
                      <a:pt x="2618" y="2520"/>
                      <a:pt x="2618" y="2700"/>
                    </a:cubicBezTo>
                    <a:cubicBezTo>
                      <a:pt x="2618" y="2700"/>
                      <a:pt x="2618" y="2700"/>
                      <a:pt x="2618" y="2700"/>
                    </a:cubicBezTo>
                    <a:cubicBezTo>
                      <a:pt x="2291" y="2700"/>
                      <a:pt x="2291" y="2700"/>
                      <a:pt x="2291" y="2700"/>
                    </a:cubicBezTo>
                    <a:cubicBezTo>
                      <a:pt x="1145" y="2700"/>
                      <a:pt x="0" y="3960"/>
                      <a:pt x="0" y="5220"/>
                    </a:cubicBezTo>
                    <a:cubicBezTo>
                      <a:pt x="0" y="18360"/>
                      <a:pt x="0" y="18360"/>
                      <a:pt x="0" y="18360"/>
                    </a:cubicBezTo>
                    <a:cubicBezTo>
                      <a:pt x="0" y="19620"/>
                      <a:pt x="818" y="20520"/>
                      <a:pt x="1636" y="20880"/>
                    </a:cubicBezTo>
                    <a:cubicBezTo>
                      <a:pt x="1636" y="20880"/>
                      <a:pt x="1636" y="20880"/>
                      <a:pt x="1636" y="20880"/>
                    </a:cubicBezTo>
                    <a:cubicBezTo>
                      <a:pt x="1636" y="21240"/>
                      <a:pt x="1964" y="21600"/>
                      <a:pt x="2291" y="21600"/>
                    </a:cubicBezTo>
                    <a:cubicBezTo>
                      <a:pt x="3927" y="21600"/>
                      <a:pt x="3927" y="21600"/>
                      <a:pt x="3927" y="21600"/>
                    </a:cubicBezTo>
                    <a:cubicBezTo>
                      <a:pt x="4255" y="21600"/>
                      <a:pt x="4582" y="21420"/>
                      <a:pt x="4582" y="20880"/>
                    </a:cubicBezTo>
                    <a:cubicBezTo>
                      <a:pt x="17182" y="20880"/>
                      <a:pt x="17182" y="20880"/>
                      <a:pt x="17182" y="20880"/>
                    </a:cubicBezTo>
                    <a:cubicBezTo>
                      <a:pt x="17182" y="21420"/>
                      <a:pt x="17345" y="21600"/>
                      <a:pt x="17673" y="21600"/>
                    </a:cubicBezTo>
                    <a:cubicBezTo>
                      <a:pt x="19309" y="21600"/>
                      <a:pt x="19309" y="21600"/>
                      <a:pt x="19309" y="21600"/>
                    </a:cubicBezTo>
                    <a:cubicBezTo>
                      <a:pt x="19636" y="21600"/>
                      <a:pt x="19964" y="21240"/>
                      <a:pt x="19964" y="20880"/>
                    </a:cubicBezTo>
                    <a:cubicBezTo>
                      <a:pt x="19964" y="20880"/>
                      <a:pt x="19964" y="20880"/>
                      <a:pt x="19964" y="20880"/>
                    </a:cubicBezTo>
                    <a:cubicBezTo>
                      <a:pt x="20945" y="20520"/>
                      <a:pt x="21600" y="19620"/>
                      <a:pt x="21600" y="18360"/>
                    </a:cubicBezTo>
                    <a:cubicBezTo>
                      <a:pt x="21600" y="5220"/>
                      <a:pt x="21600" y="5220"/>
                      <a:pt x="21600" y="5220"/>
                    </a:cubicBezTo>
                    <a:cubicBezTo>
                      <a:pt x="21600" y="3960"/>
                      <a:pt x="20618" y="2700"/>
                      <a:pt x="19309" y="2700"/>
                    </a:cubicBezTo>
                    <a:close/>
                    <a:moveTo>
                      <a:pt x="7527" y="1260"/>
                    </a:moveTo>
                    <a:cubicBezTo>
                      <a:pt x="14073" y="1260"/>
                      <a:pt x="14073" y="1260"/>
                      <a:pt x="14073" y="1260"/>
                    </a:cubicBezTo>
                    <a:cubicBezTo>
                      <a:pt x="14564" y="1260"/>
                      <a:pt x="15055" y="1800"/>
                      <a:pt x="15218" y="2340"/>
                    </a:cubicBezTo>
                    <a:cubicBezTo>
                      <a:pt x="15055" y="2340"/>
                      <a:pt x="15055" y="2340"/>
                      <a:pt x="15055" y="2340"/>
                    </a:cubicBezTo>
                    <a:cubicBezTo>
                      <a:pt x="14891" y="2340"/>
                      <a:pt x="14727" y="2520"/>
                      <a:pt x="14727" y="2700"/>
                    </a:cubicBezTo>
                    <a:cubicBezTo>
                      <a:pt x="14727" y="2700"/>
                      <a:pt x="14727" y="2700"/>
                      <a:pt x="14727" y="2700"/>
                    </a:cubicBezTo>
                    <a:cubicBezTo>
                      <a:pt x="7036" y="2700"/>
                      <a:pt x="7036" y="2700"/>
                      <a:pt x="7036" y="2700"/>
                    </a:cubicBezTo>
                    <a:cubicBezTo>
                      <a:pt x="7036" y="2700"/>
                      <a:pt x="7036" y="2700"/>
                      <a:pt x="7036" y="2700"/>
                    </a:cubicBezTo>
                    <a:cubicBezTo>
                      <a:pt x="7036" y="2520"/>
                      <a:pt x="6873" y="2340"/>
                      <a:pt x="6709" y="2340"/>
                    </a:cubicBezTo>
                    <a:cubicBezTo>
                      <a:pt x="6382" y="2340"/>
                      <a:pt x="6382" y="2340"/>
                      <a:pt x="6382" y="2340"/>
                    </a:cubicBezTo>
                    <a:cubicBezTo>
                      <a:pt x="6545" y="1800"/>
                      <a:pt x="7036" y="1260"/>
                      <a:pt x="7527" y="1260"/>
                    </a:cubicBezTo>
                    <a:close/>
                    <a:moveTo>
                      <a:pt x="18491" y="17460"/>
                    </a:moveTo>
                    <a:cubicBezTo>
                      <a:pt x="3273" y="17460"/>
                      <a:pt x="3273" y="17460"/>
                      <a:pt x="3273" y="17460"/>
                    </a:cubicBezTo>
                    <a:cubicBezTo>
                      <a:pt x="2945" y="17460"/>
                      <a:pt x="2782" y="17280"/>
                      <a:pt x="2782" y="16920"/>
                    </a:cubicBezTo>
                    <a:cubicBezTo>
                      <a:pt x="2782" y="16560"/>
                      <a:pt x="2945" y="16380"/>
                      <a:pt x="3273" y="16380"/>
                    </a:cubicBezTo>
                    <a:cubicBezTo>
                      <a:pt x="18491" y="16380"/>
                      <a:pt x="18491" y="16380"/>
                      <a:pt x="18491" y="16380"/>
                    </a:cubicBezTo>
                    <a:cubicBezTo>
                      <a:pt x="18655" y="16380"/>
                      <a:pt x="18982" y="16560"/>
                      <a:pt x="18982" y="16920"/>
                    </a:cubicBezTo>
                    <a:cubicBezTo>
                      <a:pt x="18982" y="17280"/>
                      <a:pt x="18655" y="17460"/>
                      <a:pt x="18491" y="17460"/>
                    </a:cubicBezTo>
                    <a:close/>
                    <a:moveTo>
                      <a:pt x="18491" y="14040"/>
                    </a:moveTo>
                    <a:cubicBezTo>
                      <a:pt x="3273" y="14040"/>
                      <a:pt x="3273" y="14040"/>
                      <a:pt x="3273" y="14040"/>
                    </a:cubicBezTo>
                    <a:cubicBezTo>
                      <a:pt x="2945" y="14040"/>
                      <a:pt x="2782" y="13860"/>
                      <a:pt x="2782" y="13500"/>
                    </a:cubicBezTo>
                    <a:cubicBezTo>
                      <a:pt x="2782" y="13320"/>
                      <a:pt x="2945" y="12960"/>
                      <a:pt x="3273" y="12960"/>
                    </a:cubicBezTo>
                    <a:cubicBezTo>
                      <a:pt x="18491" y="12960"/>
                      <a:pt x="18491" y="12960"/>
                      <a:pt x="18491" y="12960"/>
                    </a:cubicBezTo>
                    <a:cubicBezTo>
                      <a:pt x="18655" y="12960"/>
                      <a:pt x="18982" y="13320"/>
                      <a:pt x="18982" y="13500"/>
                    </a:cubicBezTo>
                    <a:cubicBezTo>
                      <a:pt x="18982" y="13860"/>
                      <a:pt x="18655" y="14040"/>
                      <a:pt x="18491" y="14040"/>
                    </a:cubicBezTo>
                    <a:close/>
                    <a:moveTo>
                      <a:pt x="18491" y="10800"/>
                    </a:moveTo>
                    <a:cubicBezTo>
                      <a:pt x="3273" y="10800"/>
                      <a:pt x="3273" y="10800"/>
                      <a:pt x="3273" y="10800"/>
                    </a:cubicBezTo>
                    <a:cubicBezTo>
                      <a:pt x="2945" y="10800"/>
                      <a:pt x="2782" y="10440"/>
                      <a:pt x="2782" y="10260"/>
                    </a:cubicBezTo>
                    <a:cubicBezTo>
                      <a:pt x="2782" y="9900"/>
                      <a:pt x="2945" y="9540"/>
                      <a:pt x="3273" y="9540"/>
                    </a:cubicBezTo>
                    <a:cubicBezTo>
                      <a:pt x="18491" y="9540"/>
                      <a:pt x="18491" y="9540"/>
                      <a:pt x="18491" y="9540"/>
                    </a:cubicBezTo>
                    <a:cubicBezTo>
                      <a:pt x="18655" y="9540"/>
                      <a:pt x="18982" y="9900"/>
                      <a:pt x="18982" y="10260"/>
                    </a:cubicBezTo>
                    <a:cubicBezTo>
                      <a:pt x="18982" y="10440"/>
                      <a:pt x="18655" y="10800"/>
                      <a:pt x="18491" y="10800"/>
                    </a:cubicBezTo>
                    <a:close/>
                    <a:moveTo>
                      <a:pt x="18491" y="7380"/>
                    </a:moveTo>
                    <a:cubicBezTo>
                      <a:pt x="3273" y="7380"/>
                      <a:pt x="3273" y="7380"/>
                      <a:pt x="3273" y="7380"/>
                    </a:cubicBezTo>
                    <a:cubicBezTo>
                      <a:pt x="2945" y="7380"/>
                      <a:pt x="2782" y="7020"/>
                      <a:pt x="2782" y="6840"/>
                    </a:cubicBezTo>
                    <a:cubicBezTo>
                      <a:pt x="2782" y="6480"/>
                      <a:pt x="2945" y="6300"/>
                      <a:pt x="3273" y="6300"/>
                    </a:cubicBezTo>
                    <a:cubicBezTo>
                      <a:pt x="18491" y="6300"/>
                      <a:pt x="18491" y="6300"/>
                      <a:pt x="18491" y="6300"/>
                    </a:cubicBezTo>
                    <a:cubicBezTo>
                      <a:pt x="18655" y="6300"/>
                      <a:pt x="18982" y="6480"/>
                      <a:pt x="18982" y="6840"/>
                    </a:cubicBezTo>
                    <a:cubicBezTo>
                      <a:pt x="18982" y="7020"/>
                      <a:pt x="18655" y="7380"/>
                      <a:pt x="18491" y="738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20" tIns="45720" rIns="45720" bIns="45720" numCol="1" anchor="t">
                <a:noAutofit/>
              </a:bodyPr>
              <a:lstStyle/>
              <a:p>
                <a:endParaRPr sz="9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42A44422-D1E4-D254-0BF3-80A7BDAB064E}"/>
                </a:ext>
              </a:extLst>
            </p:cNvPr>
            <p:cNvGrpSpPr/>
            <p:nvPr/>
          </p:nvGrpSpPr>
          <p:grpSpPr>
            <a:xfrm>
              <a:off x="514140" y="3726417"/>
              <a:ext cx="2046664" cy="1242063"/>
              <a:chOff x="2283946" y="3911177"/>
              <a:chExt cx="1741954" cy="1057143"/>
            </a:xfrm>
          </p:grpSpPr>
          <p:sp>
            <p:nvSpPr>
              <p:cNvPr id="22" name="矩形 3">
                <a:extLst>
                  <a:ext uri="{FF2B5EF4-FFF2-40B4-BE49-F238E27FC236}">
                    <a16:creationId xmlns:a16="http://schemas.microsoft.com/office/drawing/2014/main" id="{3571E3DE-328E-E671-70FD-4490D5CB7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8332" y="3911177"/>
                <a:ext cx="873181" cy="261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 defTabSz="457200">
                  <a:spcBef>
                    <a:spcPct val="0"/>
                  </a:spcBef>
                </a:pPr>
                <a:r>
                  <a:rPr lang="zh-CN" alt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标题文字</a:t>
                </a: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D10F260-2D52-431F-F3BC-C4E54C842A6F}"/>
                  </a:ext>
                </a:extLst>
              </p:cNvPr>
              <p:cNvSpPr txBox="1"/>
              <p:nvPr/>
            </p:nvSpPr>
            <p:spPr>
              <a:xfrm>
                <a:off x="2283946" y="4376521"/>
                <a:ext cx="1741954" cy="5917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 defTabSz="987425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请在此处添加具体内容，文字尽量言简意赅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4E734BDA-417C-C59E-FB26-7C17A890E299}"/>
                </a:ext>
              </a:extLst>
            </p:cNvPr>
            <p:cNvGrpSpPr/>
            <p:nvPr/>
          </p:nvGrpSpPr>
          <p:grpSpPr>
            <a:xfrm>
              <a:off x="9631197" y="3726417"/>
              <a:ext cx="2046664" cy="1242063"/>
              <a:chOff x="2283946" y="3911177"/>
              <a:chExt cx="1741954" cy="1057143"/>
            </a:xfrm>
          </p:grpSpPr>
          <p:sp>
            <p:nvSpPr>
              <p:cNvPr id="20" name="矩形 3">
                <a:extLst>
                  <a:ext uri="{FF2B5EF4-FFF2-40B4-BE49-F238E27FC236}">
                    <a16:creationId xmlns:a16="http://schemas.microsoft.com/office/drawing/2014/main" id="{2E3DF5E7-E881-B2EC-ACC7-4506BE3994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8332" y="3911177"/>
                <a:ext cx="873181" cy="261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 defTabSz="457200">
                  <a:spcBef>
                    <a:spcPct val="0"/>
                  </a:spcBef>
                </a:pPr>
                <a:r>
                  <a:rPr lang="zh-CN" alt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标题文字</a:t>
                </a: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6BD9425-4FC6-3706-57AB-A79EE1725DEF}"/>
                  </a:ext>
                </a:extLst>
              </p:cNvPr>
              <p:cNvSpPr txBox="1"/>
              <p:nvPr/>
            </p:nvSpPr>
            <p:spPr>
              <a:xfrm>
                <a:off x="2283946" y="4376521"/>
                <a:ext cx="1741954" cy="5917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 defTabSz="987425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请在此处添加具体内容，文字尽量言简意赅</a:t>
                </a: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11D7A05-2202-464E-DAF2-ADBF76D5ADA2}"/>
                </a:ext>
              </a:extLst>
            </p:cNvPr>
            <p:cNvGrpSpPr/>
            <p:nvPr/>
          </p:nvGrpSpPr>
          <p:grpSpPr>
            <a:xfrm>
              <a:off x="3707348" y="1592638"/>
              <a:ext cx="1211058" cy="1980726"/>
              <a:chOff x="2639546" y="3911177"/>
              <a:chExt cx="1030754" cy="1685833"/>
            </a:xfrm>
          </p:grpSpPr>
          <p:sp>
            <p:nvSpPr>
              <p:cNvPr id="18" name="矩形 3">
                <a:extLst>
                  <a:ext uri="{FF2B5EF4-FFF2-40B4-BE49-F238E27FC236}">
                    <a16:creationId xmlns:a16="http://schemas.microsoft.com/office/drawing/2014/main" id="{C8D5CD87-E46B-372E-12D1-5185A95F9A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8332" y="3911177"/>
                <a:ext cx="873181" cy="261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 defTabSz="457200">
                  <a:spcBef>
                    <a:spcPct val="0"/>
                  </a:spcBef>
                </a:pPr>
                <a:r>
                  <a:rPr lang="zh-CN" alt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标题文字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1A8BDBC-8CD5-DE30-EC69-22AA09319503}"/>
                  </a:ext>
                </a:extLst>
              </p:cNvPr>
              <p:cNvSpPr txBox="1"/>
              <p:nvPr/>
            </p:nvSpPr>
            <p:spPr>
              <a:xfrm>
                <a:off x="2639546" y="4376521"/>
                <a:ext cx="1030754" cy="122048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 defTabSz="987425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请在此处添加具体内容，文字尽量言简意赅</a:t>
                </a: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BA51EADE-5F2C-B273-275F-FC470FCA1458}"/>
                </a:ext>
              </a:extLst>
            </p:cNvPr>
            <p:cNvGrpSpPr/>
            <p:nvPr/>
          </p:nvGrpSpPr>
          <p:grpSpPr>
            <a:xfrm>
              <a:off x="7258674" y="1592638"/>
              <a:ext cx="1211058" cy="1980726"/>
              <a:chOff x="2639546" y="3911177"/>
              <a:chExt cx="1030754" cy="1685833"/>
            </a:xfrm>
          </p:grpSpPr>
          <p:sp>
            <p:nvSpPr>
              <p:cNvPr id="16" name="矩形 3">
                <a:extLst>
                  <a:ext uri="{FF2B5EF4-FFF2-40B4-BE49-F238E27FC236}">
                    <a16:creationId xmlns:a16="http://schemas.microsoft.com/office/drawing/2014/main" id="{81000125-F9EC-0C80-C710-90F57CFC2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8332" y="3911177"/>
                <a:ext cx="873181" cy="261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 defTabSz="457200">
                  <a:spcBef>
                    <a:spcPct val="0"/>
                  </a:spcBef>
                </a:pPr>
                <a:r>
                  <a:rPr lang="zh-CN" alt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标题文字</a:t>
                </a: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B0E88B6-CFE6-9545-EBB5-B757EB083915}"/>
                  </a:ext>
                </a:extLst>
              </p:cNvPr>
              <p:cNvSpPr txBox="1"/>
              <p:nvPr/>
            </p:nvSpPr>
            <p:spPr>
              <a:xfrm>
                <a:off x="2639546" y="4376521"/>
                <a:ext cx="1030754" cy="122048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 defTabSz="987425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请在此处添加具体内容，文字尽量言简意赅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7A3974F-DE2C-6C30-B7C7-7D362E3B9562}"/>
                </a:ext>
              </a:extLst>
            </p:cNvPr>
            <p:cNvGrpSpPr/>
            <p:nvPr/>
          </p:nvGrpSpPr>
          <p:grpSpPr>
            <a:xfrm>
              <a:off x="5490472" y="3726418"/>
              <a:ext cx="1211058" cy="1980726"/>
              <a:chOff x="2639546" y="3911177"/>
              <a:chExt cx="1030754" cy="1685833"/>
            </a:xfrm>
          </p:grpSpPr>
          <p:sp>
            <p:nvSpPr>
              <p:cNvPr id="14" name="矩形 3">
                <a:extLst>
                  <a:ext uri="{FF2B5EF4-FFF2-40B4-BE49-F238E27FC236}">
                    <a16:creationId xmlns:a16="http://schemas.microsoft.com/office/drawing/2014/main" id="{F9224083-779F-AF67-B8C2-9272D69EE9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8332" y="3911177"/>
                <a:ext cx="873181" cy="261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 defTabSz="457200">
                  <a:spcBef>
                    <a:spcPct val="0"/>
                  </a:spcBef>
                </a:pPr>
                <a:r>
                  <a:rPr lang="zh-CN" alt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标题文字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52D729F-3366-05C5-BB71-B5FB7EB10DEA}"/>
                  </a:ext>
                </a:extLst>
              </p:cNvPr>
              <p:cNvSpPr txBox="1"/>
              <p:nvPr/>
            </p:nvSpPr>
            <p:spPr>
              <a:xfrm>
                <a:off x="2639546" y="4376521"/>
                <a:ext cx="1030754" cy="122048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 defTabSz="987425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请在此处添加具体内容，文字尽量言简意赅</a:t>
                </a:r>
              </a:p>
            </p:txBody>
          </p:sp>
        </p:grpSp>
      </p:grpSp>
      <p:sp>
        <p:nvSpPr>
          <p:cNvPr id="51" name="TextBox 3">
            <a:extLst>
              <a:ext uri="{FF2B5EF4-FFF2-40B4-BE49-F238E27FC236}">
                <a16:creationId xmlns:a16="http://schemas.microsoft.com/office/drawing/2014/main" id="{E81EEC74-F222-1E88-C84A-79B5504EC72B}"/>
              </a:ext>
            </a:extLst>
          </p:cNvPr>
          <p:cNvSpPr txBox="1"/>
          <p:nvPr/>
        </p:nvSpPr>
        <p:spPr>
          <a:xfrm>
            <a:off x="177024" y="6615041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 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0309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 advTm="0">
        <p14:glitter pattern="hexagon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9F24ACDB-E4C3-F8CF-EFD6-8AACA7589203}"/>
              </a:ext>
            </a:extLst>
          </p:cNvPr>
          <p:cNvSpPr/>
          <p:nvPr/>
        </p:nvSpPr>
        <p:spPr>
          <a:xfrm rot="13309666" flipH="1">
            <a:off x="-543961" y="-452225"/>
            <a:ext cx="1261549" cy="1560327"/>
          </a:xfrm>
          <a:custGeom>
            <a:avLst/>
            <a:gdLst>
              <a:gd name="connsiteX0" fmla="*/ 2291801 w 2659024"/>
              <a:gd name="connsiteY0" fmla="*/ 2285896 h 3739830"/>
              <a:gd name="connsiteX1" fmla="*/ 2038521 w 2659024"/>
              <a:gd name="connsiteY1" fmla="*/ 1784080 h 3739830"/>
              <a:gd name="connsiteX2" fmla="*/ 2231828 w 2659024"/>
              <a:gd name="connsiteY2" fmla="*/ 1284775 h 3739830"/>
              <a:gd name="connsiteX3" fmla="*/ 2388036 w 2659024"/>
              <a:gd name="connsiteY3" fmla="*/ 764270 h 3739830"/>
              <a:gd name="connsiteX4" fmla="*/ 2233502 w 2659024"/>
              <a:gd name="connsiteY4" fmla="*/ 269148 h 3739830"/>
              <a:gd name="connsiteX5" fmla="*/ 2050236 w 2659024"/>
              <a:gd name="connsiteY5" fmla="*/ 82536 h 3739830"/>
              <a:gd name="connsiteX6" fmla="*/ 1947585 w 2659024"/>
              <a:gd name="connsiteY6" fmla="*/ 80863 h 3739830"/>
              <a:gd name="connsiteX7" fmla="*/ 1938659 w 2659024"/>
              <a:gd name="connsiteY7" fmla="*/ 83094 h 3739830"/>
              <a:gd name="connsiteX8" fmla="*/ 1899328 w 2659024"/>
              <a:gd name="connsiteY8" fmla="*/ 63290 h 3739830"/>
              <a:gd name="connsiteX9" fmla="*/ 827352 w 2659024"/>
              <a:gd name="connsiteY9" fmla="*/ 150319 h 3739830"/>
              <a:gd name="connsiteX10" fmla="*/ 386622 w 2659024"/>
              <a:gd name="connsiteY10" fmla="*/ 500112 h 3739830"/>
              <a:gd name="connsiteX11" fmla="*/ 270582 w 2659024"/>
              <a:gd name="connsiteY11" fmla="*/ 1054648 h 3739830"/>
              <a:gd name="connsiteX12" fmla="*/ 337529 w 2659024"/>
              <a:gd name="connsiteY12" fmla="*/ 1627594 h 3739830"/>
              <a:gd name="connsiteX13" fmla="*/ 59981 w 2659024"/>
              <a:gd name="connsiteY13" fmla="*/ 2164557 h 3739830"/>
              <a:gd name="connsiteX14" fmla="*/ 66117 w 2659024"/>
              <a:gd name="connsiteY14" fmla="*/ 2707656 h 3739830"/>
              <a:gd name="connsiteX15" fmla="*/ 477558 w 2659024"/>
              <a:gd name="connsiteY15" fmla="*/ 2965677 h 3739830"/>
              <a:gd name="connsiteX16" fmla="*/ 1027911 w 2659024"/>
              <a:gd name="connsiteY16" fmla="*/ 2985203 h 3739830"/>
              <a:gd name="connsiteX17" fmla="*/ 1425126 w 2659024"/>
              <a:gd name="connsiteY17" fmla="*/ 3214772 h 3739830"/>
              <a:gd name="connsiteX18" fmla="*/ 2143961 w 2659024"/>
              <a:gd name="connsiteY18" fmla="*/ 3732766 h 3739830"/>
              <a:gd name="connsiteX19" fmla="*/ 2615374 w 2659024"/>
              <a:gd name="connsiteY19" fmla="*/ 2799428 h 3739830"/>
              <a:gd name="connsiteX20" fmla="*/ 2291801 w 2659024"/>
              <a:gd name="connsiteY20" fmla="*/ 2285896 h 37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659024" h="3739830">
                <a:moveTo>
                  <a:pt x="2291801" y="2285896"/>
                </a:moveTo>
                <a:cubicBezTo>
                  <a:pt x="2174087" y="2139173"/>
                  <a:pt x="2045494" y="1980176"/>
                  <a:pt x="2038521" y="1784080"/>
                </a:cubicBezTo>
                <a:cubicBezTo>
                  <a:pt x="2042147" y="1599421"/>
                  <a:pt x="2147308" y="1442377"/>
                  <a:pt x="2231828" y="1284775"/>
                </a:cubicBezTo>
                <a:cubicBezTo>
                  <a:pt x="2318858" y="1121873"/>
                  <a:pt x="2388873" y="951998"/>
                  <a:pt x="2388036" y="764270"/>
                </a:cubicBezTo>
                <a:cubicBezTo>
                  <a:pt x="2387199" y="590489"/>
                  <a:pt x="2333084" y="411967"/>
                  <a:pt x="2233502" y="269148"/>
                </a:cubicBezTo>
                <a:cubicBezTo>
                  <a:pt x="2188313" y="204434"/>
                  <a:pt x="2125551" y="114057"/>
                  <a:pt x="2050236" y="82536"/>
                </a:cubicBezTo>
                <a:cubicBezTo>
                  <a:pt x="2013695" y="67195"/>
                  <a:pt x="1984127" y="75284"/>
                  <a:pt x="1947585" y="80863"/>
                </a:cubicBezTo>
                <a:cubicBezTo>
                  <a:pt x="1944796" y="81421"/>
                  <a:pt x="1941728" y="81979"/>
                  <a:pt x="1938659" y="83094"/>
                </a:cubicBezTo>
                <a:cubicBezTo>
                  <a:pt x="1935312" y="77237"/>
                  <a:pt x="1914670" y="68032"/>
                  <a:pt x="1899328" y="63290"/>
                </a:cubicBezTo>
                <a:cubicBezTo>
                  <a:pt x="1547860" y="-47729"/>
                  <a:pt x="1157620" y="-8956"/>
                  <a:pt x="827352" y="150319"/>
                </a:cubicBezTo>
                <a:cubicBezTo>
                  <a:pt x="659149" y="231491"/>
                  <a:pt x="499873" y="350042"/>
                  <a:pt x="386622" y="500112"/>
                </a:cubicBezTo>
                <a:cubicBezTo>
                  <a:pt x="261656" y="665524"/>
                  <a:pt x="233204" y="853531"/>
                  <a:pt x="270582" y="1054648"/>
                </a:cubicBezTo>
                <a:cubicBezTo>
                  <a:pt x="306287" y="1245723"/>
                  <a:pt x="398338" y="1431777"/>
                  <a:pt x="337529" y="1627594"/>
                </a:cubicBezTo>
                <a:cubicBezTo>
                  <a:pt x="277277" y="1820343"/>
                  <a:pt x="134737" y="1977108"/>
                  <a:pt x="59981" y="2164557"/>
                </a:cubicBezTo>
                <a:cubicBezTo>
                  <a:pt x="-8639" y="2336943"/>
                  <a:pt x="-32907" y="2541407"/>
                  <a:pt x="66117" y="2707656"/>
                </a:cubicBezTo>
                <a:cubicBezTo>
                  <a:pt x="153426" y="2854379"/>
                  <a:pt x="313818" y="2936109"/>
                  <a:pt x="477558" y="2965677"/>
                </a:cubicBezTo>
                <a:cubicBezTo>
                  <a:pt x="660823" y="2998871"/>
                  <a:pt x="843530" y="2972929"/>
                  <a:pt x="1027911" y="2985203"/>
                </a:cubicBezTo>
                <a:cubicBezTo>
                  <a:pt x="1204203" y="2996918"/>
                  <a:pt x="1326101" y="3071396"/>
                  <a:pt x="1425126" y="3214772"/>
                </a:cubicBezTo>
                <a:cubicBezTo>
                  <a:pt x="1603928" y="3473908"/>
                  <a:pt x="1772967" y="3791344"/>
                  <a:pt x="2143961" y="3732766"/>
                </a:cubicBezTo>
                <a:cubicBezTo>
                  <a:pt x="2582180" y="3663868"/>
                  <a:pt x="2745919" y="3181299"/>
                  <a:pt x="2615374" y="2799428"/>
                </a:cubicBezTo>
                <a:cubicBezTo>
                  <a:pt x="2548428" y="2603332"/>
                  <a:pt x="2419835" y="2445451"/>
                  <a:pt x="2291801" y="2285896"/>
                </a:cubicBezTo>
                <a:close/>
              </a:path>
            </a:pathLst>
          </a:custGeom>
          <a:solidFill>
            <a:srgbClr val="7E8A72"/>
          </a:solidFill>
          <a:ln w="244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7CA7EB-8ACF-75BE-3668-5D331A747F12}"/>
              </a:ext>
            </a:extLst>
          </p:cNvPr>
          <p:cNvGrpSpPr/>
          <p:nvPr/>
        </p:nvGrpSpPr>
        <p:grpSpPr>
          <a:xfrm>
            <a:off x="9539785" y="5610004"/>
            <a:ext cx="2884102" cy="2495992"/>
            <a:chOff x="8899022" y="5317131"/>
            <a:chExt cx="3438309" cy="297562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52D97EF-FFB4-7E97-621A-3EF96724ECEB}"/>
                </a:ext>
              </a:extLst>
            </p:cNvPr>
            <p:cNvSpPr/>
            <p:nvPr/>
          </p:nvSpPr>
          <p:spPr>
            <a:xfrm rot="10800000">
              <a:off x="10618177" y="5317131"/>
              <a:ext cx="1573823" cy="1540869"/>
            </a:xfrm>
            <a:custGeom>
              <a:avLst/>
              <a:gdLst>
                <a:gd name="connsiteX0" fmla="*/ 0 w 7004667"/>
                <a:gd name="connsiteY0" fmla="*/ 0 h 6858002"/>
                <a:gd name="connsiteX1" fmla="*/ 7004667 w 7004667"/>
                <a:gd name="connsiteY1" fmla="*/ 0 h 6858002"/>
                <a:gd name="connsiteX2" fmla="*/ 6927890 w 7004667"/>
                <a:gd name="connsiteY2" fmla="*/ 13049 h 6858002"/>
                <a:gd name="connsiteX3" fmla="*/ 4016144 w 7004667"/>
                <a:gd name="connsiteY3" fmla="*/ 3524955 h 6858002"/>
                <a:gd name="connsiteX4" fmla="*/ 980784 w 7004667"/>
                <a:gd name="connsiteY4" fmla="*/ 6858002 h 6858002"/>
                <a:gd name="connsiteX5" fmla="*/ 0 w 7004667"/>
                <a:gd name="connsiteY5" fmla="*/ 6858002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4667" h="6858002">
                  <a:moveTo>
                    <a:pt x="0" y="0"/>
                  </a:moveTo>
                  <a:lnTo>
                    <a:pt x="7004667" y="0"/>
                  </a:lnTo>
                  <a:lnTo>
                    <a:pt x="6927890" y="13049"/>
                  </a:lnTo>
                  <a:cubicBezTo>
                    <a:pt x="5094667" y="437170"/>
                    <a:pt x="6918515" y="3313232"/>
                    <a:pt x="4016144" y="3524955"/>
                  </a:cubicBezTo>
                  <a:cubicBezTo>
                    <a:pt x="933197" y="3670782"/>
                    <a:pt x="3682935" y="6027461"/>
                    <a:pt x="980784" y="6858002"/>
                  </a:cubicBezTo>
                  <a:lnTo>
                    <a:pt x="0" y="6858002"/>
                  </a:lnTo>
                  <a:close/>
                </a:path>
              </a:pathLst>
            </a:custGeom>
            <a:solidFill>
              <a:srgbClr val="CDC0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2AB46ADB-D1E6-D7E0-C3E1-1AEA17EF9883}"/>
                </a:ext>
              </a:extLst>
            </p:cNvPr>
            <p:cNvSpPr/>
            <p:nvPr/>
          </p:nvSpPr>
          <p:spPr>
            <a:xfrm rot="19222550" flipH="1">
              <a:off x="8899022" y="5832618"/>
              <a:ext cx="3438309" cy="2460133"/>
            </a:xfrm>
            <a:custGeom>
              <a:avLst/>
              <a:gdLst>
                <a:gd name="connsiteX0" fmla="*/ 6749971 w 6815402"/>
                <a:gd name="connsiteY0" fmla="*/ 786590 h 4876466"/>
                <a:gd name="connsiteX1" fmla="*/ 6748018 w 6815402"/>
                <a:gd name="connsiteY1" fmla="*/ 782405 h 4876466"/>
                <a:gd name="connsiteX2" fmla="*/ 6746902 w 6815402"/>
                <a:gd name="connsiteY2" fmla="*/ 779058 h 4876466"/>
                <a:gd name="connsiteX3" fmla="*/ 5340753 w 6815402"/>
                <a:gd name="connsiteY3" fmla="*/ 22847 h 4876466"/>
                <a:gd name="connsiteX4" fmla="*/ 3376439 w 6815402"/>
                <a:gd name="connsiteY4" fmla="*/ 789100 h 4876466"/>
                <a:gd name="connsiteX5" fmla="*/ 2839474 w 6815402"/>
                <a:gd name="connsiteY5" fmla="*/ 604441 h 4876466"/>
                <a:gd name="connsiteX6" fmla="*/ 2428592 w 6815402"/>
                <a:gd name="connsiteY6" fmla="*/ 310994 h 4876466"/>
                <a:gd name="connsiteX7" fmla="*/ 1587301 w 6815402"/>
                <a:gd name="connsiteY7" fmla="*/ 209459 h 4876466"/>
                <a:gd name="connsiteX8" fmla="*/ 968327 w 6815402"/>
                <a:gd name="connsiteY8" fmla="*/ 927455 h 4876466"/>
                <a:gd name="connsiteX9" fmla="*/ 850613 w 6815402"/>
                <a:gd name="connsiteY9" fmla="*/ 1348657 h 4876466"/>
                <a:gd name="connsiteX10" fmla="*/ 865118 w 6815402"/>
                <a:gd name="connsiteY10" fmla="*/ 1927182 h 4876466"/>
                <a:gd name="connsiteX11" fmla="*/ 441126 w 6815402"/>
                <a:gd name="connsiteY11" fmla="*/ 2960103 h 4876466"/>
                <a:gd name="connsiteX12" fmla="*/ 9601 w 6815402"/>
                <a:gd name="connsiteY12" fmla="*/ 3785212 h 4876466"/>
                <a:gd name="connsiteX13" fmla="*/ 267902 w 6815402"/>
                <a:gd name="connsiteY13" fmla="*/ 4615063 h 4876466"/>
                <a:gd name="connsiteX14" fmla="*/ 993432 w 6815402"/>
                <a:gd name="connsiteY14" fmla="*/ 4866111 h 4876466"/>
                <a:gd name="connsiteX15" fmla="*/ 1735140 w 6815402"/>
                <a:gd name="connsiteY15" fmla="*/ 4339469 h 4876466"/>
                <a:gd name="connsiteX16" fmla="*/ 2458718 w 6815402"/>
                <a:gd name="connsiteY16" fmla="*/ 3563732 h 4876466"/>
                <a:gd name="connsiteX17" fmla="*/ 3529299 w 6815402"/>
                <a:gd name="connsiteY17" fmla="*/ 3364847 h 4876466"/>
                <a:gd name="connsiteX18" fmla="*/ 4506156 w 6815402"/>
                <a:gd name="connsiteY18" fmla="*/ 3185487 h 4876466"/>
                <a:gd name="connsiteX19" fmla="*/ 4941307 w 6815402"/>
                <a:gd name="connsiteY19" fmla="*/ 2434855 h 4876466"/>
                <a:gd name="connsiteX20" fmla="*/ 5349679 w 6815402"/>
                <a:gd name="connsiteY20" fmla="*/ 1522158 h 4876466"/>
                <a:gd name="connsiteX21" fmla="*/ 5795987 w 6815402"/>
                <a:gd name="connsiteY21" fmla="*/ 1314068 h 4876466"/>
                <a:gd name="connsiteX22" fmla="*/ 6122071 w 6815402"/>
                <a:gd name="connsiteY22" fmla="*/ 1349773 h 4876466"/>
                <a:gd name="connsiteX23" fmla="*/ 6307847 w 6815402"/>
                <a:gd name="connsiteY23" fmla="*/ 1476412 h 4876466"/>
                <a:gd name="connsiteX24" fmla="*/ 6805202 w 6815402"/>
                <a:gd name="connsiteY24" fmla="*/ 1200539 h 4876466"/>
                <a:gd name="connsiteX25" fmla="*/ 6749971 w 6815402"/>
                <a:gd name="connsiteY25" fmla="*/ 786590 h 487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815402" h="4876466">
                  <a:moveTo>
                    <a:pt x="6749971" y="786590"/>
                  </a:moveTo>
                  <a:cubicBezTo>
                    <a:pt x="6749413" y="785195"/>
                    <a:pt x="6748576" y="783800"/>
                    <a:pt x="6748018" y="782405"/>
                  </a:cubicBezTo>
                  <a:cubicBezTo>
                    <a:pt x="6747739" y="781290"/>
                    <a:pt x="6747460" y="780174"/>
                    <a:pt x="6746902" y="779058"/>
                  </a:cubicBezTo>
                  <a:cubicBezTo>
                    <a:pt x="6515101" y="236796"/>
                    <a:pt x="5922348" y="-92076"/>
                    <a:pt x="5340753" y="22847"/>
                  </a:cubicBezTo>
                  <a:cubicBezTo>
                    <a:pt x="4643675" y="160645"/>
                    <a:pt x="4114521" y="803047"/>
                    <a:pt x="3376439" y="789100"/>
                  </a:cubicBezTo>
                  <a:cubicBezTo>
                    <a:pt x="3178111" y="785474"/>
                    <a:pt x="3001261" y="716854"/>
                    <a:pt x="2839474" y="604441"/>
                  </a:cubicBezTo>
                  <a:cubicBezTo>
                    <a:pt x="2701119" y="508206"/>
                    <a:pt x="2575316" y="395234"/>
                    <a:pt x="2428592" y="310994"/>
                  </a:cubicBezTo>
                  <a:cubicBezTo>
                    <a:pt x="2178380" y="167339"/>
                    <a:pt x="1861501" y="80030"/>
                    <a:pt x="1587301" y="209459"/>
                  </a:cubicBezTo>
                  <a:cubicBezTo>
                    <a:pt x="1311984" y="339446"/>
                    <a:pt x="1093572" y="659671"/>
                    <a:pt x="968327" y="927455"/>
                  </a:cubicBezTo>
                  <a:cubicBezTo>
                    <a:pt x="906123" y="1060510"/>
                    <a:pt x="863166" y="1201934"/>
                    <a:pt x="850613" y="1348657"/>
                  </a:cubicBezTo>
                  <a:cubicBezTo>
                    <a:pt x="834156" y="1541405"/>
                    <a:pt x="872092" y="1734154"/>
                    <a:pt x="865118" y="1927182"/>
                  </a:cubicBezTo>
                  <a:cubicBezTo>
                    <a:pt x="850892" y="2320210"/>
                    <a:pt x="686037" y="2659961"/>
                    <a:pt x="441126" y="2960103"/>
                  </a:cubicBezTo>
                  <a:cubicBezTo>
                    <a:pt x="237776" y="3209476"/>
                    <a:pt x="52558" y="3456619"/>
                    <a:pt x="9601" y="3785212"/>
                  </a:cubicBezTo>
                  <a:cubicBezTo>
                    <a:pt x="-29730" y="4085632"/>
                    <a:pt x="50885" y="4397210"/>
                    <a:pt x="267902" y="4615063"/>
                  </a:cubicBezTo>
                  <a:cubicBezTo>
                    <a:pt x="455631" y="4803628"/>
                    <a:pt x="727321" y="4911578"/>
                    <a:pt x="993432" y="4866111"/>
                  </a:cubicBezTo>
                  <a:cubicBezTo>
                    <a:pt x="1305011" y="4813111"/>
                    <a:pt x="1546854" y="4578243"/>
                    <a:pt x="1735140" y="4339469"/>
                  </a:cubicBezTo>
                  <a:cubicBezTo>
                    <a:pt x="1956342" y="4058853"/>
                    <a:pt x="2145744" y="3753133"/>
                    <a:pt x="2458718" y="3563732"/>
                  </a:cubicBezTo>
                  <a:cubicBezTo>
                    <a:pt x="2792333" y="3361778"/>
                    <a:pt x="3149380" y="3339463"/>
                    <a:pt x="3529299" y="3364847"/>
                  </a:cubicBezTo>
                  <a:cubicBezTo>
                    <a:pt x="3871562" y="3387720"/>
                    <a:pt x="4215219" y="3393578"/>
                    <a:pt x="4506156" y="3185487"/>
                  </a:cubicBezTo>
                  <a:cubicBezTo>
                    <a:pt x="4761389" y="3003059"/>
                    <a:pt x="4883566" y="2736112"/>
                    <a:pt x="4941307" y="2434855"/>
                  </a:cubicBezTo>
                  <a:cubicBezTo>
                    <a:pt x="5007695" y="2088689"/>
                    <a:pt x="5061531" y="1758980"/>
                    <a:pt x="5349679" y="1522158"/>
                  </a:cubicBezTo>
                  <a:cubicBezTo>
                    <a:pt x="5477156" y="1417277"/>
                    <a:pt x="5633085" y="1342241"/>
                    <a:pt x="5795987" y="1314068"/>
                  </a:cubicBezTo>
                  <a:cubicBezTo>
                    <a:pt x="5903380" y="1295379"/>
                    <a:pt x="6022488" y="1302910"/>
                    <a:pt x="6122071" y="1349773"/>
                  </a:cubicBezTo>
                  <a:cubicBezTo>
                    <a:pt x="6191528" y="1382409"/>
                    <a:pt x="6240900" y="1441823"/>
                    <a:pt x="6307847" y="1476412"/>
                  </a:cubicBezTo>
                  <a:cubicBezTo>
                    <a:pt x="6526538" y="1589104"/>
                    <a:pt x="6762244" y="1420624"/>
                    <a:pt x="6805202" y="1200539"/>
                  </a:cubicBezTo>
                  <a:cubicBezTo>
                    <a:pt x="6832817" y="1060789"/>
                    <a:pt x="6801017" y="916855"/>
                    <a:pt x="6749971" y="786590"/>
                  </a:cubicBezTo>
                  <a:close/>
                </a:path>
              </a:pathLst>
            </a:custGeom>
            <a:solidFill>
              <a:srgbClr val="DA9AA5"/>
            </a:solidFill>
            <a:ln w="244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8" name="文本框 20">
            <a:extLst>
              <a:ext uri="{FF2B5EF4-FFF2-40B4-BE49-F238E27FC236}">
                <a16:creationId xmlns:a16="http://schemas.microsoft.com/office/drawing/2014/main" id="{8F5CBAC2-D21F-C779-31FA-D9E0BD246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647" y="388099"/>
            <a:ext cx="27673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工作完成情况</a:t>
            </a:r>
          </a:p>
        </p:txBody>
      </p:sp>
      <p:pic>
        <p:nvPicPr>
          <p:cNvPr id="3" name="图片占位符 16">
            <a:extLst>
              <a:ext uri="{FF2B5EF4-FFF2-40B4-BE49-F238E27FC236}">
                <a16:creationId xmlns:a16="http://schemas.microsoft.com/office/drawing/2014/main" id="{6D9948EE-1A71-3C19-6119-1950ACCD96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2912" y="1484730"/>
            <a:ext cx="3038245" cy="1897776"/>
          </a:xfrm>
          <a:custGeom>
            <a:avLst/>
            <a:gdLst>
              <a:gd name="connsiteX0" fmla="*/ 0 w 3042671"/>
              <a:gd name="connsiteY0" fmla="*/ 0 h 2017938"/>
              <a:gd name="connsiteX1" fmla="*/ 3042671 w 3042671"/>
              <a:gd name="connsiteY1" fmla="*/ 0 h 2017938"/>
              <a:gd name="connsiteX2" fmla="*/ 3042671 w 3042671"/>
              <a:gd name="connsiteY2" fmla="*/ 2017938 h 2017938"/>
              <a:gd name="connsiteX3" fmla="*/ 0 w 3042671"/>
              <a:gd name="connsiteY3" fmla="*/ 2017938 h 201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2671" h="2017938">
                <a:moveTo>
                  <a:pt x="0" y="0"/>
                </a:moveTo>
                <a:lnTo>
                  <a:pt x="3042671" y="0"/>
                </a:lnTo>
                <a:lnTo>
                  <a:pt x="3042671" y="2017938"/>
                </a:lnTo>
                <a:lnTo>
                  <a:pt x="0" y="2017938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762000" algn="t" rotWithShape="0">
              <a:schemeClr val="bg1">
                <a:lumMod val="50000"/>
                <a:alpha val="15000"/>
              </a:schemeClr>
            </a:outerShdw>
          </a:effectLst>
        </p:spPr>
      </p:pic>
      <p:pic>
        <p:nvPicPr>
          <p:cNvPr id="4" name="图片占位符 18">
            <a:extLst>
              <a:ext uri="{FF2B5EF4-FFF2-40B4-BE49-F238E27FC236}">
                <a16:creationId xmlns:a16="http://schemas.microsoft.com/office/drawing/2014/main" id="{DBD51867-6C6B-A160-D198-4A2E00BF56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26122" y="3539732"/>
            <a:ext cx="3251070" cy="2031919"/>
          </a:xfrm>
          <a:custGeom>
            <a:avLst/>
            <a:gdLst>
              <a:gd name="connsiteX0" fmla="*/ 0 w 3042671"/>
              <a:gd name="connsiteY0" fmla="*/ 0 h 2017938"/>
              <a:gd name="connsiteX1" fmla="*/ 3042671 w 3042671"/>
              <a:gd name="connsiteY1" fmla="*/ 0 h 2017938"/>
              <a:gd name="connsiteX2" fmla="*/ 3042671 w 3042671"/>
              <a:gd name="connsiteY2" fmla="*/ 2017938 h 2017938"/>
              <a:gd name="connsiteX3" fmla="*/ 0 w 3042671"/>
              <a:gd name="connsiteY3" fmla="*/ 2017938 h 201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2671" h="2017938">
                <a:moveTo>
                  <a:pt x="0" y="0"/>
                </a:moveTo>
                <a:lnTo>
                  <a:pt x="3042671" y="0"/>
                </a:lnTo>
                <a:lnTo>
                  <a:pt x="3042671" y="2017938"/>
                </a:lnTo>
                <a:lnTo>
                  <a:pt x="0" y="2017938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762000" algn="t" rotWithShape="0">
              <a:schemeClr val="bg1">
                <a:lumMod val="50000"/>
                <a:alpha val="15000"/>
              </a:schemeClr>
            </a:outerShdw>
          </a:effectLst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8D424EF4-A399-0596-1585-82E90D81F847}"/>
              </a:ext>
            </a:extLst>
          </p:cNvPr>
          <p:cNvGrpSpPr/>
          <p:nvPr/>
        </p:nvGrpSpPr>
        <p:grpSpPr>
          <a:xfrm>
            <a:off x="4023122" y="1466745"/>
            <a:ext cx="3276036" cy="1976997"/>
            <a:chOff x="4023122" y="1796715"/>
            <a:chExt cx="3276036" cy="1976997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127B421-2A1A-D5D4-49A0-46943BC7D939}"/>
                </a:ext>
              </a:extLst>
            </p:cNvPr>
            <p:cNvSpPr/>
            <p:nvPr/>
          </p:nvSpPr>
          <p:spPr>
            <a:xfrm>
              <a:off x="4023122" y="1796715"/>
              <a:ext cx="3276036" cy="1976997"/>
            </a:xfrm>
            <a:prstGeom prst="rect">
              <a:avLst/>
            </a:prstGeom>
            <a:solidFill>
              <a:srgbClr val="DA9AA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chemeClr val="bg1">
                  <a:lumMod val="50000"/>
                  <a:alpha val="15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5C5DAE3-0936-EFE5-9D33-E18CB7FE684E}"/>
                </a:ext>
              </a:extLst>
            </p:cNvPr>
            <p:cNvSpPr/>
            <p:nvPr/>
          </p:nvSpPr>
          <p:spPr>
            <a:xfrm>
              <a:off x="4170949" y="1901371"/>
              <a:ext cx="2743200" cy="1618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ctr" defTabSz="541884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单击此处输入文字内容加以解释说明，可根据需求调整文字的大小或颜色等属性。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03801F8-09E3-C37B-8ADA-3E167CFC36A9}"/>
              </a:ext>
            </a:extLst>
          </p:cNvPr>
          <p:cNvGrpSpPr/>
          <p:nvPr/>
        </p:nvGrpSpPr>
        <p:grpSpPr>
          <a:xfrm>
            <a:off x="890700" y="3537860"/>
            <a:ext cx="3042671" cy="2017938"/>
            <a:chOff x="890700" y="3867830"/>
            <a:chExt cx="3042671" cy="2017938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BEE0D89-4BCD-FA69-1286-B08D015EBEE5}"/>
                </a:ext>
              </a:extLst>
            </p:cNvPr>
            <p:cNvSpPr/>
            <p:nvPr/>
          </p:nvSpPr>
          <p:spPr>
            <a:xfrm>
              <a:off x="890700" y="3867830"/>
              <a:ext cx="3042671" cy="2017938"/>
            </a:xfrm>
            <a:prstGeom prst="rect">
              <a:avLst/>
            </a:prstGeom>
            <a:solidFill>
              <a:srgbClr val="7E8A7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chemeClr val="bg1">
                  <a:lumMod val="50000"/>
                  <a:alpha val="15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DCA0F10-3C9A-906B-7BA1-6B9F610B84C1}"/>
                </a:ext>
              </a:extLst>
            </p:cNvPr>
            <p:cNvSpPr/>
            <p:nvPr/>
          </p:nvSpPr>
          <p:spPr>
            <a:xfrm>
              <a:off x="1050759" y="4059035"/>
              <a:ext cx="2743200" cy="1618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ctr" defTabSz="541884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单击此处输入文字内容加以解释说明，可根据需求调整文字的大小或颜色等属性。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BA1F902-A108-3F5E-EEE5-AEB892D4AADF}"/>
              </a:ext>
            </a:extLst>
          </p:cNvPr>
          <p:cNvGrpSpPr/>
          <p:nvPr/>
        </p:nvGrpSpPr>
        <p:grpSpPr>
          <a:xfrm>
            <a:off x="7375364" y="1466745"/>
            <a:ext cx="4308895" cy="4123562"/>
            <a:chOff x="7375364" y="1700463"/>
            <a:chExt cx="4308895" cy="4123562"/>
          </a:xfrm>
        </p:grpSpPr>
        <p:sp>
          <p:nvSpPr>
            <p:cNvPr id="16" name="Rectangle: Rounded Corners 16">
              <a:extLst>
                <a:ext uri="{FF2B5EF4-FFF2-40B4-BE49-F238E27FC236}">
                  <a16:creationId xmlns:a16="http://schemas.microsoft.com/office/drawing/2014/main" id="{436793DD-20F0-4066-6AC3-566C28F3B758}"/>
                </a:ext>
              </a:extLst>
            </p:cNvPr>
            <p:cNvSpPr/>
            <p:nvPr/>
          </p:nvSpPr>
          <p:spPr>
            <a:xfrm>
              <a:off x="7375364" y="1700463"/>
              <a:ext cx="4308895" cy="4123562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t" rotWithShape="0">
                <a:schemeClr val="bg1">
                  <a:lumMod val="50000"/>
                  <a:alpha val="15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3AB8D934-5970-CF39-CCDE-8493FA8CE189}"/>
                </a:ext>
              </a:extLst>
            </p:cNvPr>
            <p:cNvGrpSpPr/>
            <p:nvPr/>
          </p:nvGrpSpPr>
          <p:grpSpPr>
            <a:xfrm>
              <a:off x="7493642" y="2009732"/>
              <a:ext cx="3873055" cy="1190614"/>
              <a:chOff x="769536" y="2181109"/>
              <a:chExt cx="3873055" cy="1190614"/>
            </a:xfrm>
          </p:grpSpPr>
          <p:sp>
            <p:nvSpPr>
              <p:cNvPr id="21" name="文本框 3">
                <a:extLst>
                  <a:ext uri="{FF2B5EF4-FFF2-40B4-BE49-F238E27FC236}">
                    <a16:creationId xmlns:a16="http://schemas.microsoft.com/office/drawing/2014/main" id="{A46AA101-7B3C-6AFF-7663-054A9F7F57AB}"/>
                  </a:ext>
                </a:extLst>
              </p:cNvPr>
              <p:cNvSpPr/>
              <p:nvPr/>
            </p:nvSpPr>
            <p:spPr>
              <a:xfrm>
                <a:off x="769536" y="2584071"/>
                <a:ext cx="3873055" cy="787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defTabSz="914332">
                  <a:lnSpc>
                    <a:spcPct val="150000"/>
                  </a:lnSpc>
                  <a:defRPr/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单击此处输入文本内容，可根据自己的需要适当地调整文字的颜色或者大小等属性。</a:t>
                </a:r>
              </a:p>
            </p:txBody>
          </p:sp>
          <p:sp>
            <p:nvSpPr>
              <p:cNvPr id="22" name="文本框 3">
                <a:extLst>
                  <a:ext uri="{FF2B5EF4-FFF2-40B4-BE49-F238E27FC236}">
                    <a16:creationId xmlns:a16="http://schemas.microsoft.com/office/drawing/2014/main" id="{60E4C767-EFDD-CE69-1121-A0C44D9168F5}"/>
                  </a:ext>
                </a:extLst>
              </p:cNvPr>
              <p:cNvSpPr/>
              <p:nvPr/>
            </p:nvSpPr>
            <p:spPr>
              <a:xfrm>
                <a:off x="769537" y="2181109"/>
                <a:ext cx="1210588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>
                  <a:buSzPct val="25000"/>
                  <a:defRPr/>
                </a:pPr>
                <a:r>
                  <a:rPr lang="zh-CN" alt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添加标题</a:t>
                </a:r>
                <a:endParaRPr lang="en-US" altLang="zh-CN" sz="2000" b="1" kern="0" spc="15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9A34878-5269-CCF5-8DED-1A8BDB5D79DF}"/>
                </a:ext>
              </a:extLst>
            </p:cNvPr>
            <p:cNvGrpSpPr/>
            <p:nvPr/>
          </p:nvGrpSpPr>
          <p:grpSpPr>
            <a:xfrm>
              <a:off x="7493642" y="3922938"/>
              <a:ext cx="3873055" cy="1190614"/>
              <a:chOff x="769536" y="2181109"/>
              <a:chExt cx="3873055" cy="1190614"/>
            </a:xfrm>
          </p:grpSpPr>
          <p:sp>
            <p:nvSpPr>
              <p:cNvPr id="19" name="文本框 3">
                <a:extLst>
                  <a:ext uri="{FF2B5EF4-FFF2-40B4-BE49-F238E27FC236}">
                    <a16:creationId xmlns:a16="http://schemas.microsoft.com/office/drawing/2014/main" id="{87B4F82C-1108-BC53-70F6-B32D259298E7}"/>
                  </a:ext>
                </a:extLst>
              </p:cNvPr>
              <p:cNvSpPr/>
              <p:nvPr/>
            </p:nvSpPr>
            <p:spPr>
              <a:xfrm>
                <a:off x="769536" y="2584071"/>
                <a:ext cx="3873055" cy="787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defTabSz="914332">
                  <a:lnSpc>
                    <a:spcPct val="150000"/>
                  </a:lnSpc>
                  <a:defRPr/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单击此处输入文本内容，可根据自己的需要适当地调整文字的颜色或者大小等属性。</a:t>
                </a:r>
              </a:p>
            </p:txBody>
          </p:sp>
          <p:sp>
            <p:nvSpPr>
              <p:cNvPr id="20" name="文本框 3">
                <a:extLst>
                  <a:ext uri="{FF2B5EF4-FFF2-40B4-BE49-F238E27FC236}">
                    <a16:creationId xmlns:a16="http://schemas.microsoft.com/office/drawing/2014/main" id="{DDB8D8DF-6A1D-10C4-A761-287EB91BB584}"/>
                  </a:ext>
                </a:extLst>
              </p:cNvPr>
              <p:cNvSpPr/>
              <p:nvPr/>
            </p:nvSpPr>
            <p:spPr>
              <a:xfrm>
                <a:off x="769537" y="2181109"/>
                <a:ext cx="1210588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defTabSz="457200">
                  <a:buSzPct val="25000"/>
                  <a:defRPr/>
                </a:pPr>
                <a:r>
                  <a:rPr lang="zh-CN" alt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添加标题</a:t>
                </a:r>
                <a:endParaRPr lang="en-US" altLang="zh-CN" sz="2000" b="1" kern="0" spc="15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17465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0">
        <p:checker/>
      </p:transition>
    </mc:Choice>
    <mc:Fallback xmlns="">
      <p:transition spd="slow" advTm="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9F24ACDB-E4C3-F8CF-EFD6-8AACA7589203}"/>
              </a:ext>
            </a:extLst>
          </p:cNvPr>
          <p:cNvSpPr/>
          <p:nvPr/>
        </p:nvSpPr>
        <p:spPr>
          <a:xfrm rot="13309666" flipH="1">
            <a:off x="-543961" y="-452225"/>
            <a:ext cx="1261549" cy="1560327"/>
          </a:xfrm>
          <a:custGeom>
            <a:avLst/>
            <a:gdLst>
              <a:gd name="connsiteX0" fmla="*/ 2291801 w 2659024"/>
              <a:gd name="connsiteY0" fmla="*/ 2285896 h 3739830"/>
              <a:gd name="connsiteX1" fmla="*/ 2038521 w 2659024"/>
              <a:gd name="connsiteY1" fmla="*/ 1784080 h 3739830"/>
              <a:gd name="connsiteX2" fmla="*/ 2231828 w 2659024"/>
              <a:gd name="connsiteY2" fmla="*/ 1284775 h 3739830"/>
              <a:gd name="connsiteX3" fmla="*/ 2388036 w 2659024"/>
              <a:gd name="connsiteY3" fmla="*/ 764270 h 3739830"/>
              <a:gd name="connsiteX4" fmla="*/ 2233502 w 2659024"/>
              <a:gd name="connsiteY4" fmla="*/ 269148 h 3739830"/>
              <a:gd name="connsiteX5" fmla="*/ 2050236 w 2659024"/>
              <a:gd name="connsiteY5" fmla="*/ 82536 h 3739830"/>
              <a:gd name="connsiteX6" fmla="*/ 1947585 w 2659024"/>
              <a:gd name="connsiteY6" fmla="*/ 80863 h 3739830"/>
              <a:gd name="connsiteX7" fmla="*/ 1938659 w 2659024"/>
              <a:gd name="connsiteY7" fmla="*/ 83094 h 3739830"/>
              <a:gd name="connsiteX8" fmla="*/ 1899328 w 2659024"/>
              <a:gd name="connsiteY8" fmla="*/ 63290 h 3739830"/>
              <a:gd name="connsiteX9" fmla="*/ 827352 w 2659024"/>
              <a:gd name="connsiteY9" fmla="*/ 150319 h 3739830"/>
              <a:gd name="connsiteX10" fmla="*/ 386622 w 2659024"/>
              <a:gd name="connsiteY10" fmla="*/ 500112 h 3739830"/>
              <a:gd name="connsiteX11" fmla="*/ 270582 w 2659024"/>
              <a:gd name="connsiteY11" fmla="*/ 1054648 h 3739830"/>
              <a:gd name="connsiteX12" fmla="*/ 337529 w 2659024"/>
              <a:gd name="connsiteY12" fmla="*/ 1627594 h 3739830"/>
              <a:gd name="connsiteX13" fmla="*/ 59981 w 2659024"/>
              <a:gd name="connsiteY13" fmla="*/ 2164557 h 3739830"/>
              <a:gd name="connsiteX14" fmla="*/ 66117 w 2659024"/>
              <a:gd name="connsiteY14" fmla="*/ 2707656 h 3739830"/>
              <a:gd name="connsiteX15" fmla="*/ 477558 w 2659024"/>
              <a:gd name="connsiteY15" fmla="*/ 2965677 h 3739830"/>
              <a:gd name="connsiteX16" fmla="*/ 1027911 w 2659024"/>
              <a:gd name="connsiteY16" fmla="*/ 2985203 h 3739830"/>
              <a:gd name="connsiteX17" fmla="*/ 1425126 w 2659024"/>
              <a:gd name="connsiteY17" fmla="*/ 3214772 h 3739830"/>
              <a:gd name="connsiteX18" fmla="*/ 2143961 w 2659024"/>
              <a:gd name="connsiteY18" fmla="*/ 3732766 h 3739830"/>
              <a:gd name="connsiteX19" fmla="*/ 2615374 w 2659024"/>
              <a:gd name="connsiteY19" fmla="*/ 2799428 h 3739830"/>
              <a:gd name="connsiteX20" fmla="*/ 2291801 w 2659024"/>
              <a:gd name="connsiteY20" fmla="*/ 2285896 h 37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659024" h="3739830">
                <a:moveTo>
                  <a:pt x="2291801" y="2285896"/>
                </a:moveTo>
                <a:cubicBezTo>
                  <a:pt x="2174087" y="2139173"/>
                  <a:pt x="2045494" y="1980176"/>
                  <a:pt x="2038521" y="1784080"/>
                </a:cubicBezTo>
                <a:cubicBezTo>
                  <a:pt x="2042147" y="1599421"/>
                  <a:pt x="2147308" y="1442377"/>
                  <a:pt x="2231828" y="1284775"/>
                </a:cubicBezTo>
                <a:cubicBezTo>
                  <a:pt x="2318858" y="1121873"/>
                  <a:pt x="2388873" y="951998"/>
                  <a:pt x="2388036" y="764270"/>
                </a:cubicBezTo>
                <a:cubicBezTo>
                  <a:pt x="2387199" y="590489"/>
                  <a:pt x="2333084" y="411967"/>
                  <a:pt x="2233502" y="269148"/>
                </a:cubicBezTo>
                <a:cubicBezTo>
                  <a:pt x="2188313" y="204434"/>
                  <a:pt x="2125551" y="114057"/>
                  <a:pt x="2050236" y="82536"/>
                </a:cubicBezTo>
                <a:cubicBezTo>
                  <a:pt x="2013695" y="67195"/>
                  <a:pt x="1984127" y="75284"/>
                  <a:pt x="1947585" y="80863"/>
                </a:cubicBezTo>
                <a:cubicBezTo>
                  <a:pt x="1944796" y="81421"/>
                  <a:pt x="1941728" y="81979"/>
                  <a:pt x="1938659" y="83094"/>
                </a:cubicBezTo>
                <a:cubicBezTo>
                  <a:pt x="1935312" y="77237"/>
                  <a:pt x="1914670" y="68032"/>
                  <a:pt x="1899328" y="63290"/>
                </a:cubicBezTo>
                <a:cubicBezTo>
                  <a:pt x="1547860" y="-47729"/>
                  <a:pt x="1157620" y="-8956"/>
                  <a:pt x="827352" y="150319"/>
                </a:cubicBezTo>
                <a:cubicBezTo>
                  <a:pt x="659149" y="231491"/>
                  <a:pt x="499873" y="350042"/>
                  <a:pt x="386622" y="500112"/>
                </a:cubicBezTo>
                <a:cubicBezTo>
                  <a:pt x="261656" y="665524"/>
                  <a:pt x="233204" y="853531"/>
                  <a:pt x="270582" y="1054648"/>
                </a:cubicBezTo>
                <a:cubicBezTo>
                  <a:pt x="306287" y="1245723"/>
                  <a:pt x="398338" y="1431777"/>
                  <a:pt x="337529" y="1627594"/>
                </a:cubicBezTo>
                <a:cubicBezTo>
                  <a:pt x="277277" y="1820343"/>
                  <a:pt x="134737" y="1977108"/>
                  <a:pt x="59981" y="2164557"/>
                </a:cubicBezTo>
                <a:cubicBezTo>
                  <a:pt x="-8639" y="2336943"/>
                  <a:pt x="-32907" y="2541407"/>
                  <a:pt x="66117" y="2707656"/>
                </a:cubicBezTo>
                <a:cubicBezTo>
                  <a:pt x="153426" y="2854379"/>
                  <a:pt x="313818" y="2936109"/>
                  <a:pt x="477558" y="2965677"/>
                </a:cubicBezTo>
                <a:cubicBezTo>
                  <a:pt x="660823" y="2998871"/>
                  <a:pt x="843530" y="2972929"/>
                  <a:pt x="1027911" y="2985203"/>
                </a:cubicBezTo>
                <a:cubicBezTo>
                  <a:pt x="1204203" y="2996918"/>
                  <a:pt x="1326101" y="3071396"/>
                  <a:pt x="1425126" y="3214772"/>
                </a:cubicBezTo>
                <a:cubicBezTo>
                  <a:pt x="1603928" y="3473908"/>
                  <a:pt x="1772967" y="3791344"/>
                  <a:pt x="2143961" y="3732766"/>
                </a:cubicBezTo>
                <a:cubicBezTo>
                  <a:pt x="2582180" y="3663868"/>
                  <a:pt x="2745919" y="3181299"/>
                  <a:pt x="2615374" y="2799428"/>
                </a:cubicBezTo>
                <a:cubicBezTo>
                  <a:pt x="2548428" y="2603332"/>
                  <a:pt x="2419835" y="2445451"/>
                  <a:pt x="2291801" y="2285896"/>
                </a:cubicBezTo>
                <a:close/>
              </a:path>
            </a:pathLst>
          </a:custGeom>
          <a:solidFill>
            <a:srgbClr val="7E8A72"/>
          </a:solidFill>
          <a:ln w="244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7CA7EB-8ACF-75BE-3668-5D331A747F12}"/>
              </a:ext>
            </a:extLst>
          </p:cNvPr>
          <p:cNvGrpSpPr/>
          <p:nvPr/>
        </p:nvGrpSpPr>
        <p:grpSpPr>
          <a:xfrm>
            <a:off x="9539785" y="5610004"/>
            <a:ext cx="2884102" cy="2495992"/>
            <a:chOff x="8899022" y="5317131"/>
            <a:chExt cx="3438309" cy="297562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52D97EF-FFB4-7E97-621A-3EF96724ECEB}"/>
                </a:ext>
              </a:extLst>
            </p:cNvPr>
            <p:cNvSpPr/>
            <p:nvPr/>
          </p:nvSpPr>
          <p:spPr>
            <a:xfrm rot="10800000">
              <a:off x="10618177" y="5317131"/>
              <a:ext cx="1573823" cy="1540869"/>
            </a:xfrm>
            <a:custGeom>
              <a:avLst/>
              <a:gdLst>
                <a:gd name="connsiteX0" fmla="*/ 0 w 7004667"/>
                <a:gd name="connsiteY0" fmla="*/ 0 h 6858002"/>
                <a:gd name="connsiteX1" fmla="*/ 7004667 w 7004667"/>
                <a:gd name="connsiteY1" fmla="*/ 0 h 6858002"/>
                <a:gd name="connsiteX2" fmla="*/ 6927890 w 7004667"/>
                <a:gd name="connsiteY2" fmla="*/ 13049 h 6858002"/>
                <a:gd name="connsiteX3" fmla="*/ 4016144 w 7004667"/>
                <a:gd name="connsiteY3" fmla="*/ 3524955 h 6858002"/>
                <a:gd name="connsiteX4" fmla="*/ 980784 w 7004667"/>
                <a:gd name="connsiteY4" fmla="*/ 6858002 h 6858002"/>
                <a:gd name="connsiteX5" fmla="*/ 0 w 7004667"/>
                <a:gd name="connsiteY5" fmla="*/ 6858002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4667" h="6858002">
                  <a:moveTo>
                    <a:pt x="0" y="0"/>
                  </a:moveTo>
                  <a:lnTo>
                    <a:pt x="7004667" y="0"/>
                  </a:lnTo>
                  <a:lnTo>
                    <a:pt x="6927890" y="13049"/>
                  </a:lnTo>
                  <a:cubicBezTo>
                    <a:pt x="5094667" y="437170"/>
                    <a:pt x="6918515" y="3313232"/>
                    <a:pt x="4016144" y="3524955"/>
                  </a:cubicBezTo>
                  <a:cubicBezTo>
                    <a:pt x="933197" y="3670782"/>
                    <a:pt x="3682935" y="6027461"/>
                    <a:pt x="980784" y="6858002"/>
                  </a:cubicBezTo>
                  <a:lnTo>
                    <a:pt x="0" y="6858002"/>
                  </a:lnTo>
                  <a:close/>
                </a:path>
              </a:pathLst>
            </a:custGeom>
            <a:solidFill>
              <a:srgbClr val="CDC0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2AB46ADB-D1E6-D7E0-C3E1-1AEA17EF9883}"/>
                </a:ext>
              </a:extLst>
            </p:cNvPr>
            <p:cNvSpPr/>
            <p:nvPr/>
          </p:nvSpPr>
          <p:spPr>
            <a:xfrm rot="19222550" flipH="1">
              <a:off x="8899022" y="5832618"/>
              <a:ext cx="3438309" cy="2460133"/>
            </a:xfrm>
            <a:custGeom>
              <a:avLst/>
              <a:gdLst>
                <a:gd name="connsiteX0" fmla="*/ 6749971 w 6815402"/>
                <a:gd name="connsiteY0" fmla="*/ 786590 h 4876466"/>
                <a:gd name="connsiteX1" fmla="*/ 6748018 w 6815402"/>
                <a:gd name="connsiteY1" fmla="*/ 782405 h 4876466"/>
                <a:gd name="connsiteX2" fmla="*/ 6746902 w 6815402"/>
                <a:gd name="connsiteY2" fmla="*/ 779058 h 4876466"/>
                <a:gd name="connsiteX3" fmla="*/ 5340753 w 6815402"/>
                <a:gd name="connsiteY3" fmla="*/ 22847 h 4876466"/>
                <a:gd name="connsiteX4" fmla="*/ 3376439 w 6815402"/>
                <a:gd name="connsiteY4" fmla="*/ 789100 h 4876466"/>
                <a:gd name="connsiteX5" fmla="*/ 2839474 w 6815402"/>
                <a:gd name="connsiteY5" fmla="*/ 604441 h 4876466"/>
                <a:gd name="connsiteX6" fmla="*/ 2428592 w 6815402"/>
                <a:gd name="connsiteY6" fmla="*/ 310994 h 4876466"/>
                <a:gd name="connsiteX7" fmla="*/ 1587301 w 6815402"/>
                <a:gd name="connsiteY7" fmla="*/ 209459 h 4876466"/>
                <a:gd name="connsiteX8" fmla="*/ 968327 w 6815402"/>
                <a:gd name="connsiteY8" fmla="*/ 927455 h 4876466"/>
                <a:gd name="connsiteX9" fmla="*/ 850613 w 6815402"/>
                <a:gd name="connsiteY9" fmla="*/ 1348657 h 4876466"/>
                <a:gd name="connsiteX10" fmla="*/ 865118 w 6815402"/>
                <a:gd name="connsiteY10" fmla="*/ 1927182 h 4876466"/>
                <a:gd name="connsiteX11" fmla="*/ 441126 w 6815402"/>
                <a:gd name="connsiteY11" fmla="*/ 2960103 h 4876466"/>
                <a:gd name="connsiteX12" fmla="*/ 9601 w 6815402"/>
                <a:gd name="connsiteY12" fmla="*/ 3785212 h 4876466"/>
                <a:gd name="connsiteX13" fmla="*/ 267902 w 6815402"/>
                <a:gd name="connsiteY13" fmla="*/ 4615063 h 4876466"/>
                <a:gd name="connsiteX14" fmla="*/ 993432 w 6815402"/>
                <a:gd name="connsiteY14" fmla="*/ 4866111 h 4876466"/>
                <a:gd name="connsiteX15" fmla="*/ 1735140 w 6815402"/>
                <a:gd name="connsiteY15" fmla="*/ 4339469 h 4876466"/>
                <a:gd name="connsiteX16" fmla="*/ 2458718 w 6815402"/>
                <a:gd name="connsiteY16" fmla="*/ 3563732 h 4876466"/>
                <a:gd name="connsiteX17" fmla="*/ 3529299 w 6815402"/>
                <a:gd name="connsiteY17" fmla="*/ 3364847 h 4876466"/>
                <a:gd name="connsiteX18" fmla="*/ 4506156 w 6815402"/>
                <a:gd name="connsiteY18" fmla="*/ 3185487 h 4876466"/>
                <a:gd name="connsiteX19" fmla="*/ 4941307 w 6815402"/>
                <a:gd name="connsiteY19" fmla="*/ 2434855 h 4876466"/>
                <a:gd name="connsiteX20" fmla="*/ 5349679 w 6815402"/>
                <a:gd name="connsiteY20" fmla="*/ 1522158 h 4876466"/>
                <a:gd name="connsiteX21" fmla="*/ 5795987 w 6815402"/>
                <a:gd name="connsiteY21" fmla="*/ 1314068 h 4876466"/>
                <a:gd name="connsiteX22" fmla="*/ 6122071 w 6815402"/>
                <a:gd name="connsiteY22" fmla="*/ 1349773 h 4876466"/>
                <a:gd name="connsiteX23" fmla="*/ 6307847 w 6815402"/>
                <a:gd name="connsiteY23" fmla="*/ 1476412 h 4876466"/>
                <a:gd name="connsiteX24" fmla="*/ 6805202 w 6815402"/>
                <a:gd name="connsiteY24" fmla="*/ 1200539 h 4876466"/>
                <a:gd name="connsiteX25" fmla="*/ 6749971 w 6815402"/>
                <a:gd name="connsiteY25" fmla="*/ 786590 h 487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815402" h="4876466">
                  <a:moveTo>
                    <a:pt x="6749971" y="786590"/>
                  </a:moveTo>
                  <a:cubicBezTo>
                    <a:pt x="6749413" y="785195"/>
                    <a:pt x="6748576" y="783800"/>
                    <a:pt x="6748018" y="782405"/>
                  </a:cubicBezTo>
                  <a:cubicBezTo>
                    <a:pt x="6747739" y="781290"/>
                    <a:pt x="6747460" y="780174"/>
                    <a:pt x="6746902" y="779058"/>
                  </a:cubicBezTo>
                  <a:cubicBezTo>
                    <a:pt x="6515101" y="236796"/>
                    <a:pt x="5922348" y="-92076"/>
                    <a:pt x="5340753" y="22847"/>
                  </a:cubicBezTo>
                  <a:cubicBezTo>
                    <a:pt x="4643675" y="160645"/>
                    <a:pt x="4114521" y="803047"/>
                    <a:pt x="3376439" y="789100"/>
                  </a:cubicBezTo>
                  <a:cubicBezTo>
                    <a:pt x="3178111" y="785474"/>
                    <a:pt x="3001261" y="716854"/>
                    <a:pt x="2839474" y="604441"/>
                  </a:cubicBezTo>
                  <a:cubicBezTo>
                    <a:pt x="2701119" y="508206"/>
                    <a:pt x="2575316" y="395234"/>
                    <a:pt x="2428592" y="310994"/>
                  </a:cubicBezTo>
                  <a:cubicBezTo>
                    <a:pt x="2178380" y="167339"/>
                    <a:pt x="1861501" y="80030"/>
                    <a:pt x="1587301" y="209459"/>
                  </a:cubicBezTo>
                  <a:cubicBezTo>
                    <a:pt x="1311984" y="339446"/>
                    <a:pt x="1093572" y="659671"/>
                    <a:pt x="968327" y="927455"/>
                  </a:cubicBezTo>
                  <a:cubicBezTo>
                    <a:pt x="906123" y="1060510"/>
                    <a:pt x="863166" y="1201934"/>
                    <a:pt x="850613" y="1348657"/>
                  </a:cubicBezTo>
                  <a:cubicBezTo>
                    <a:pt x="834156" y="1541405"/>
                    <a:pt x="872092" y="1734154"/>
                    <a:pt x="865118" y="1927182"/>
                  </a:cubicBezTo>
                  <a:cubicBezTo>
                    <a:pt x="850892" y="2320210"/>
                    <a:pt x="686037" y="2659961"/>
                    <a:pt x="441126" y="2960103"/>
                  </a:cubicBezTo>
                  <a:cubicBezTo>
                    <a:pt x="237776" y="3209476"/>
                    <a:pt x="52558" y="3456619"/>
                    <a:pt x="9601" y="3785212"/>
                  </a:cubicBezTo>
                  <a:cubicBezTo>
                    <a:pt x="-29730" y="4085632"/>
                    <a:pt x="50885" y="4397210"/>
                    <a:pt x="267902" y="4615063"/>
                  </a:cubicBezTo>
                  <a:cubicBezTo>
                    <a:pt x="455631" y="4803628"/>
                    <a:pt x="727321" y="4911578"/>
                    <a:pt x="993432" y="4866111"/>
                  </a:cubicBezTo>
                  <a:cubicBezTo>
                    <a:pt x="1305011" y="4813111"/>
                    <a:pt x="1546854" y="4578243"/>
                    <a:pt x="1735140" y="4339469"/>
                  </a:cubicBezTo>
                  <a:cubicBezTo>
                    <a:pt x="1956342" y="4058853"/>
                    <a:pt x="2145744" y="3753133"/>
                    <a:pt x="2458718" y="3563732"/>
                  </a:cubicBezTo>
                  <a:cubicBezTo>
                    <a:pt x="2792333" y="3361778"/>
                    <a:pt x="3149380" y="3339463"/>
                    <a:pt x="3529299" y="3364847"/>
                  </a:cubicBezTo>
                  <a:cubicBezTo>
                    <a:pt x="3871562" y="3387720"/>
                    <a:pt x="4215219" y="3393578"/>
                    <a:pt x="4506156" y="3185487"/>
                  </a:cubicBezTo>
                  <a:cubicBezTo>
                    <a:pt x="4761389" y="3003059"/>
                    <a:pt x="4883566" y="2736112"/>
                    <a:pt x="4941307" y="2434855"/>
                  </a:cubicBezTo>
                  <a:cubicBezTo>
                    <a:pt x="5007695" y="2088689"/>
                    <a:pt x="5061531" y="1758980"/>
                    <a:pt x="5349679" y="1522158"/>
                  </a:cubicBezTo>
                  <a:cubicBezTo>
                    <a:pt x="5477156" y="1417277"/>
                    <a:pt x="5633085" y="1342241"/>
                    <a:pt x="5795987" y="1314068"/>
                  </a:cubicBezTo>
                  <a:cubicBezTo>
                    <a:pt x="5903380" y="1295379"/>
                    <a:pt x="6022488" y="1302910"/>
                    <a:pt x="6122071" y="1349773"/>
                  </a:cubicBezTo>
                  <a:cubicBezTo>
                    <a:pt x="6191528" y="1382409"/>
                    <a:pt x="6240900" y="1441823"/>
                    <a:pt x="6307847" y="1476412"/>
                  </a:cubicBezTo>
                  <a:cubicBezTo>
                    <a:pt x="6526538" y="1589104"/>
                    <a:pt x="6762244" y="1420624"/>
                    <a:pt x="6805202" y="1200539"/>
                  </a:cubicBezTo>
                  <a:cubicBezTo>
                    <a:pt x="6832817" y="1060789"/>
                    <a:pt x="6801017" y="916855"/>
                    <a:pt x="6749971" y="786590"/>
                  </a:cubicBezTo>
                  <a:close/>
                </a:path>
              </a:pathLst>
            </a:custGeom>
            <a:solidFill>
              <a:srgbClr val="DA9AA5"/>
            </a:solidFill>
            <a:ln w="244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8" name="文本框 20">
            <a:extLst>
              <a:ext uri="{FF2B5EF4-FFF2-40B4-BE49-F238E27FC236}">
                <a16:creationId xmlns:a16="http://schemas.microsoft.com/office/drawing/2014/main" id="{8F5CBAC2-D21F-C779-31FA-D9E0BD246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647" y="388099"/>
            <a:ext cx="27673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工作完成情况</a:t>
            </a: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12010533-A974-080C-D38A-846AD305B705}"/>
              </a:ext>
            </a:extLst>
          </p:cNvPr>
          <p:cNvGrpSpPr/>
          <p:nvPr/>
        </p:nvGrpSpPr>
        <p:grpSpPr>
          <a:xfrm>
            <a:off x="589273" y="1621041"/>
            <a:ext cx="5160126" cy="4112962"/>
            <a:chOff x="532123" y="1621041"/>
            <a:chExt cx="5160126" cy="4112962"/>
          </a:xfrm>
        </p:grpSpPr>
        <p:sp>
          <p:nvSpPr>
            <p:cNvPr id="77" name="Rectangle 26">
              <a:extLst>
                <a:ext uri="{FF2B5EF4-FFF2-40B4-BE49-F238E27FC236}">
                  <a16:creationId xmlns:a16="http://schemas.microsoft.com/office/drawing/2014/main" id="{F9557362-454D-0C4E-389B-4C24B778CF13}"/>
                </a:ext>
              </a:extLst>
            </p:cNvPr>
            <p:cNvSpPr/>
            <p:nvPr/>
          </p:nvSpPr>
          <p:spPr>
            <a:xfrm flipH="1">
              <a:off x="532123" y="1621041"/>
              <a:ext cx="5160126" cy="411296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dist="381000" dir="5400000" algn="t" rotWithShape="0">
                <a:schemeClr val="bg1">
                  <a:lumMod val="50000"/>
                  <a:alpha val="1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917E9064-0713-8A22-D508-45C3D57B9D6E}"/>
                </a:ext>
              </a:extLst>
            </p:cNvPr>
            <p:cNvGrpSpPr/>
            <p:nvPr/>
          </p:nvGrpSpPr>
          <p:grpSpPr>
            <a:xfrm>
              <a:off x="678203" y="1640091"/>
              <a:ext cx="4867966" cy="1987980"/>
              <a:chOff x="735469" y="3642439"/>
              <a:chExt cx="4867966" cy="1987980"/>
            </a:xfrm>
          </p:grpSpPr>
          <p:sp>
            <p:nvSpPr>
              <p:cNvPr id="63" name="Rectangle 8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    <a:extLst>
                  <a:ext uri="{FF2B5EF4-FFF2-40B4-BE49-F238E27FC236}">
                    <a16:creationId xmlns:a16="http://schemas.microsoft.com/office/drawing/2014/main" id="{DE994101-30E7-E9F9-996C-4A1FF738BD89}"/>
                  </a:ext>
                </a:extLst>
              </p:cNvPr>
              <p:cNvSpPr/>
              <p:nvPr/>
            </p:nvSpPr>
            <p:spPr>
              <a:xfrm>
                <a:off x="1636296" y="3642439"/>
                <a:ext cx="3967139" cy="19879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添加标题</a:t>
                </a:r>
                <a:endParaRPr lang="en-US" altLang="zh-CN" sz="2000" b="1" dirty="0">
                  <a:solidFill>
                    <a:prstClr val="black">
                      <a:lumMod val="65000"/>
                      <a:lumOff val="35000"/>
                    </a:prstClr>
                  </a:solidFill>
                  <a:cs typeface="+mn-ea"/>
                  <a:sym typeface="+mn-lt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kern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cs typeface="+mn-ea"/>
                    <a:sym typeface="+mn-lt"/>
                  </a:rPr>
                  <a:t>请您单击</a:t>
                </a: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此处添加合适文字加以说明，可根据需要适当地调整文字的大小或者颜色等属性，可直接复制粘贴您的文本内容，祝你使用愉快，演示顺利。</a:t>
                </a:r>
              </a:p>
            </p:txBody>
          </p:sp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A26E6823-DA77-0308-8E3C-AC3CDB9275DF}"/>
                  </a:ext>
                </a:extLst>
              </p:cNvPr>
              <p:cNvGrpSpPr/>
              <p:nvPr/>
            </p:nvGrpSpPr>
            <p:grpSpPr>
              <a:xfrm>
                <a:off x="735469" y="3872430"/>
                <a:ext cx="788531" cy="789335"/>
                <a:chOff x="735469" y="3836143"/>
                <a:chExt cx="918227" cy="919163"/>
              </a:xfrm>
            </p:grpSpPr>
            <p:sp>
              <p:nvSpPr>
                <p:cNvPr id="65" name="Shape 1619">
                  <a:extLst>
                    <a:ext uri="{FF2B5EF4-FFF2-40B4-BE49-F238E27FC236}">
                      <a16:creationId xmlns:a16="http://schemas.microsoft.com/office/drawing/2014/main" id="{49A285E4-C3DC-9EB4-4F17-78B654FAE22F}"/>
                    </a:ext>
                  </a:extLst>
                </p:cNvPr>
                <p:cNvSpPr/>
                <p:nvPr/>
              </p:nvSpPr>
              <p:spPr bwMode="auto">
                <a:xfrm>
                  <a:off x="735469" y="3836143"/>
                  <a:ext cx="918227" cy="919163"/>
                </a:xfrm>
                <a:custGeom>
                  <a:avLst/>
                  <a:gdLst>
                    <a:gd name="T0" fmla="*/ 779362 w 19679"/>
                    <a:gd name="T1" fmla="*/ 779362 h 19679"/>
                    <a:gd name="T2" fmla="*/ 779362 w 19679"/>
                    <a:gd name="T3" fmla="*/ 779362 h 19679"/>
                    <a:gd name="T4" fmla="*/ 779362 w 19679"/>
                    <a:gd name="T5" fmla="*/ 779362 h 19679"/>
                    <a:gd name="T6" fmla="*/ 779362 w 19679"/>
                    <a:gd name="T7" fmla="*/ 779362 h 19679"/>
                    <a:gd name="T8" fmla="*/ 0 60000 65536"/>
                    <a:gd name="T9" fmla="*/ 5898240 60000 65536"/>
                    <a:gd name="T10" fmla="*/ 11796480 60000 65536"/>
                    <a:gd name="T11" fmla="*/ 1769472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DA9AA5"/>
                </a:solidFill>
                <a:ln w="254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Shape 1645">
                  <a:extLst>
                    <a:ext uri="{FF2B5EF4-FFF2-40B4-BE49-F238E27FC236}">
                      <a16:creationId xmlns:a16="http://schemas.microsoft.com/office/drawing/2014/main" id="{A1423CCE-A6E8-9F7D-6DB0-3202A2E5893D}"/>
                    </a:ext>
                  </a:extLst>
                </p:cNvPr>
                <p:cNvSpPr/>
                <p:nvPr/>
              </p:nvSpPr>
              <p:spPr>
                <a:xfrm>
                  <a:off x="988192" y="4065465"/>
                  <a:ext cx="412781" cy="41278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12" h="21600" extrusionOk="0">
                      <a:moveTo>
                        <a:pt x="13692" y="8626"/>
                      </a:moveTo>
                      <a:lnTo>
                        <a:pt x="12040" y="10330"/>
                      </a:lnTo>
                      <a:cubicBezTo>
                        <a:pt x="12133" y="10461"/>
                        <a:pt x="12223" y="10598"/>
                        <a:pt x="12309" y="10739"/>
                      </a:cubicBezTo>
                      <a:cubicBezTo>
                        <a:pt x="13857" y="13353"/>
                        <a:pt x="13057" y="16782"/>
                        <a:pt x="10523" y="18381"/>
                      </a:cubicBezTo>
                      <a:cubicBezTo>
                        <a:pt x="9676" y="18917"/>
                        <a:pt x="8707" y="19199"/>
                        <a:pt x="7721" y="19199"/>
                      </a:cubicBezTo>
                      <a:cubicBezTo>
                        <a:pt x="5825" y="19199"/>
                        <a:pt x="4105" y="18206"/>
                        <a:pt x="3118" y="16540"/>
                      </a:cubicBezTo>
                      <a:cubicBezTo>
                        <a:pt x="2367" y="15274"/>
                        <a:pt x="2141" y="13783"/>
                        <a:pt x="2477" y="12337"/>
                      </a:cubicBezTo>
                      <a:cubicBezTo>
                        <a:pt x="2815" y="10895"/>
                        <a:pt x="3674" y="9673"/>
                        <a:pt x="4902" y="8899"/>
                      </a:cubicBezTo>
                      <a:cubicBezTo>
                        <a:pt x="5751" y="8364"/>
                        <a:pt x="6720" y="8081"/>
                        <a:pt x="7707" y="8081"/>
                      </a:cubicBezTo>
                      <a:cubicBezTo>
                        <a:pt x="8723" y="8081"/>
                        <a:pt x="9686" y="8368"/>
                        <a:pt x="10517" y="8891"/>
                      </a:cubicBezTo>
                      <a:lnTo>
                        <a:pt x="9430" y="10070"/>
                      </a:lnTo>
                      <a:cubicBezTo>
                        <a:pt x="8906" y="9801"/>
                        <a:pt x="8322" y="9649"/>
                        <a:pt x="7711" y="9649"/>
                      </a:cubicBezTo>
                      <a:cubicBezTo>
                        <a:pt x="7000" y="9649"/>
                        <a:pt x="6303" y="9853"/>
                        <a:pt x="5695" y="10236"/>
                      </a:cubicBezTo>
                      <a:cubicBezTo>
                        <a:pt x="3875" y="11384"/>
                        <a:pt x="3302" y="13845"/>
                        <a:pt x="4414" y="15722"/>
                      </a:cubicBezTo>
                      <a:cubicBezTo>
                        <a:pt x="5123" y="16918"/>
                        <a:pt x="6358" y="17632"/>
                        <a:pt x="7715" y="17632"/>
                      </a:cubicBezTo>
                      <a:cubicBezTo>
                        <a:pt x="8425" y="17632"/>
                        <a:pt x="9122" y="17428"/>
                        <a:pt x="9730" y="17045"/>
                      </a:cubicBezTo>
                      <a:cubicBezTo>
                        <a:pt x="10611" y="16490"/>
                        <a:pt x="11230" y="15614"/>
                        <a:pt x="11471" y="14577"/>
                      </a:cubicBezTo>
                      <a:cubicBezTo>
                        <a:pt x="11713" y="13538"/>
                        <a:pt x="11550" y="12468"/>
                        <a:pt x="11010" y="11560"/>
                      </a:cubicBezTo>
                      <a:cubicBezTo>
                        <a:pt x="10991" y="11525"/>
                        <a:pt x="10967" y="11494"/>
                        <a:pt x="10946" y="11460"/>
                      </a:cubicBezTo>
                      <a:lnTo>
                        <a:pt x="8192" y="14304"/>
                      </a:lnTo>
                      <a:cubicBezTo>
                        <a:pt x="8116" y="14383"/>
                        <a:pt x="8016" y="14422"/>
                        <a:pt x="7917" y="14422"/>
                      </a:cubicBezTo>
                      <a:cubicBezTo>
                        <a:pt x="7819" y="14422"/>
                        <a:pt x="7718" y="14383"/>
                        <a:pt x="7644" y="14304"/>
                      </a:cubicBezTo>
                      <a:cubicBezTo>
                        <a:pt x="7490" y="14146"/>
                        <a:pt x="7490" y="13895"/>
                        <a:pt x="7644" y="13739"/>
                      </a:cubicBezTo>
                      <a:lnTo>
                        <a:pt x="17851" y="3203"/>
                      </a:lnTo>
                      <a:lnTo>
                        <a:pt x="17079" y="2942"/>
                      </a:lnTo>
                      <a:lnTo>
                        <a:pt x="15933" y="0"/>
                      </a:lnTo>
                      <a:lnTo>
                        <a:pt x="11871" y="4408"/>
                      </a:lnTo>
                      <a:lnTo>
                        <a:pt x="12605" y="6622"/>
                      </a:lnTo>
                      <a:lnTo>
                        <a:pt x="12142" y="7125"/>
                      </a:lnTo>
                      <a:cubicBezTo>
                        <a:pt x="10838" y="6182"/>
                        <a:pt x="9285" y="5680"/>
                        <a:pt x="7706" y="5680"/>
                      </a:cubicBezTo>
                      <a:cubicBezTo>
                        <a:pt x="6334" y="5680"/>
                        <a:pt x="4945" y="6058"/>
                        <a:pt x="3690" y="6850"/>
                      </a:cubicBezTo>
                      <a:cubicBezTo>
                        <a:pt x="56" y="9143"/>
                        <a:pt x="-1088" y="14042"/>
                        <a:pt x="1135" y="17791"/>
                      </a:cubicBezTo>
                      <a:cubicBezTo>
                        <a:pt x="2588" y="20245"/>
                        <a:pt x="5125" y="21600"/>
                        <a:pt x="7722" y="21600"/>
                      </a:cubicBezTo>
                      <a:cubicBezTo>
                        <a:pt x="9093" y="21600"/>
                        <a:pt x="10482" y="21221"/>
                        <a:pt x="11738" y="20430"/>
                      </a:cubicBezTo>
                      <a:cubicBezTo>
                        <a:pt x="15371" y="18135"/>
                        <a:pt x="16514" y="13237"/>
                        <a:pt x="14292" y="9487"/>
                      </a:cubicBezTo>
                      <a:cubicBezTo>
                        <a:pt x="14111" y="9179"/>
                        <a:pt x="13906" y="8898"/>
                        <a:pt x="13692" y="8626"/>
                      </a:cubicBezTo>
                      <a:moveTo>
                        <a:pt x="18676" y="3481"/>
                      </a:moveTo>
                      <a:lnTo>
                        <a:pt x="14381" y="7915"/>
                      </a:lnTo>
                      <a:lnTo>
                        <a:pt x="16451" y="8512"/>
                      </a:lnTo>
                      <a:lnTo>
                        <a:pt x="20512" y="4103"/>
                      </a:lnTo>
                      <a:lnTo>
                        <a:pt x="18676" y="348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>
                  <a:miter lim="400000"/>
                </a:ln>
              </p:spPr>
              <p:txBody>
                <a:bodyPr lIns="38100" tIns="38100" rIns="38100" bIns="38100" anchor="ctr"/>
                <a:lstStyle/>
                <a:p>
                  <a:pPr algn="ctr" defTabSz="457200"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3000" kern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A2387A78-CDA8-D3EC-95BA-36D9C88A9175}"/>
                </a:ext>
              </a:extLst>
            </p:cNvPr>
            <p:cNvGrpSpPr/>
            <p:nvPr/>
          </p:nvGrpSpPr>
          <p:grpSpPr>
            <a:xfrm>
              <a:off x="669569" y="3688873"/>
              <a:ext cx="4885234" cy="1987980"/>
              <a:chOff x="734533" y="2268936"/>
              <a:chExt cx="4885234" cy="1987980"/>
            </a:xfrm>
          </p:grpSpPr>
          <p:sp>
            <p:nvSpPr>
              <p:cNvPr id="68" name="Rectangle 8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    <a:extLst>
                  <a:ext uri="{FF2B5EF4-FFF2-40B4-BE49-F238E27FC236}">
                    <a16:creationId xmlns:a16="http://schemas.microsoft.com/office/drawing/2014/main" id="{F177D19F-83A6-DBEF-6416-3AE42442F954}"/>
                  </a:ext>
                </a:extLst>
              </p:cNvPr>
              <p:cNvSpPr/>
              <p:nvPr/>
            </p:nvSpPr>
            <p:spPr>
              <a:xfrm>
                <a:off x="1636297" y="2268936"/>
                <a:ext cx="3983470" cy="19879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添加标题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请您单击此处添加合适文字加以说明，可根据需要适当地调整文字的大小或者颜色等属性，可直接复制粘贴您的文本内容，祝你使用愉快，演示顺利。</a:t>
                </a:r>
              </a:p>
            </p:txBody>
          </p:sp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3BF75A28-CE0D-CDCA-D291-963C5116A507}"/>
                  </a:ext>
                </a:extLst>
              </p:cNvPr>
              <p:cNvGrpSpPr/>
              <p:nvPr/>
            </p:nvGrpSpPr>
            <p:grpSpPr>
              <a:xfrm>
                <a:off x="734533" y="2498927"/>
                <a:ext cx="789335" cy="789335"/>
                <a:chOff x="734533" y="2459245"/>
                <a:chExt cx="919163" cy="919163"/>
              </a:xfrm>
            </p:grpSpPr>
            <p:sp>
              <p:nvSpPr>
                <p:cNvPr id="70" name="Shape 1627">
                  <a:extLst>
                    <a:ext uri="{FF2B5EF4-FFF2-40B4-BE49-F238E27FC236}">
                      <a16:creationId xmlns:a16="http://schemas.microsoft.com/office/drawing/2014/main" id="{A99DA630-656E-F5CA-0071-5AACF28FF55F}"/>
                    </a:ext>
                  </a:extLst>
                </p:cNvPr>
                <p:cNvSpPr/>
                <p:nvPr/>
              </p:nvSpPr>
              <p:spPr bwMode="auto">
                <a:xfrm>
                  <a:off x="734533" y="2459245"/>
                  <a:ext cx="919163" cy="919163"/>
                </a:xfrm>
                <a:custGeom>
                  <a:avLst/>
                  <a:gdLst>
                    <a:gd name="T0" fmla="*/ 779362 w 19679"/>
                    <a:gd name="T1" fmla="*/ 779362 h 19679"/>
                    <a:gd name="T2" fmla="*/ 779362 w 19679"/>
                    <a:gd name="T3" fmla="*/ 779362 h 19679"/>
                    <a:gd name="T4" fmla="*/ 779362 w 19679"/>
                    <a:gd name="T5" fmla="*/ 779362 h 19679"/>
                    <a:gd name="T6" fmla="*/ 779362 w 19679"/>
                    <a:gd name="T7" fmla="*/ 779362 h 19679"/>
                    <a:gd name="T8" fmla="*/ 0 60000 65536"/>
                    <a:gd name="T9" fmla="*/ 5898240 60000 65536"/>
                    <a:gd name="T10" fmla="*/ 11796480 60000 65536"/>
                    <a:gd name="T11" fmla="*/ 1769472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7E8A72"/>
                </a:solidFill>
                <a:ln w="254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grpSp>
              <p:nvGrpSpPr>
                <p:cNvPr id="71" name="Group 1649">
                  <a:extLst>
                    <a:ext uri="{FF2B5EF4-FFF2-40B4-BE49-F238E27FC236}">
                      <a16:creationId xmlns:a16="http://schemas.microsoft.com/office/drawing/2014/main" id="{BF94F042-DA57-2333-5C34-16F0F95BCAC9}"/>
                    </a:ext>
                  </a:extLst>
                </p:cNvPr>
                <p:cNvGrpSpPr/>
                <p:nvPr/>
              </p:nvGrpSpPr>
              <p:grpSpPr bwMode="auto">
                <a:xfrm>
                  <a:off x="1014400" y="2736304"/>
                  <a:ext cx="360365" cy="365980"/>
                  <a:chOff x="0" y="0"/>
                  <a:chExt cx="611749" cy="619876"/>
                </a:xfrm>
                <a:solidFill>
                  <a:srgbClr val="015F81"/>
                </a:solidFill>
              </p:grpSpPr>
              <p:sp>
                <p:nvSpPr>
                  <p:cNvPr id="72" name="Shape 1647">
                    <a:extLst>
                      <a:ext uri="{FF2B5EF4-FFF2-40B4-BE49-F238E27FC236}">
                        <a16:creationId xmlns:a16="http://schemas.microsoft.com/office/drawing/2014/main" id="{153D2CCF-0ED1-5246-411F-E908964726BC}"/>
                      </a:ext>
                    </a:extLst>
                  </p:cNvPr>
                  <p:cNvSpPr/>
                  <p:nvPr/>
                </p:nvSpPr>
                <p:spPr>
                  <a:xfrm>
                    <a:off x="42902" y="283779"/>
                    <a:ext cx="522766" cy="33609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21600"/>
                        </a:moveTo>
                        <a:lnTo>
                          <a:pt x="21600" y="21600"/>
                        </a:lnTo>
                        <a:lnTo>
                          <a:pt x="1080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lIns="38100" tIns="38100" rIns="38100" bIns="38100" anchor="ctr"/>
                  <a:lstStyle/>
                  <a:p>
                    <a:pPr algn="ctr" defTabSz="457200">
                      <a:defRPr sz="3000">
                        <a:solidFill>
                          <a:srgbClr val="FFFFFF"/>
                        </a:solidFill>
                        <a:effectLst>
                          <a:outerShdw blurRad="38100" dist="12700" dir="5400000" rotWithShape="0">
                            <a:srgbClr val="000000">
                              <a:alpha val="50000"/>
                            </a:srgbClr>
                          </a:outerShdw>
                        </a:effectLst>
                        <a:latin typeface="Gill Sans"/>
                        <a:ea typeface="Gill Sans"/>
                        <a:cs typeface="Gill Sans"/>
                        <a:sym typeface="Gill Sans"/>
                      </a:defRPr>
                    </a:pPr>
                    <a:endParaRPr sz="3000" kern="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" name="Shape 1648">
                    <a:extLst>
                      <a:ext uri="{FF2B5EF4-FFF2-40B4-BE49-F238E27FC236}">
                        <a16:creationId xmlns:a16="http://schemas.microsoft.com/office/drawing/2014/main" id="{4A02EB3D-E89B-4F1C-91B8-334EC1A9AD43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611749" cy="41536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21600"/>
                        </a:lnTo>
                        <a:lnTo>
                          <a:pt x="5023" y="21600"/>
                        </a:lnTo>
                        <a:lnTo>
                          <a:pt x="6823" y="18190"/>
                        </a:lnTo>
                        <a:lnTo>
                          <a:pt x="2314" y="18190"/>
                        </a:lnTo>
                        <a:lnTo>
                          <a:pt x="2314" y="3410"/>
                        </a:lnTo>
                        <a:lnTo>
                          <a:pt x="19286" y="3410"/>
                        </a:lnTo>
                        <a:lnTo>
                          <a:pt x="19286" y="18190"/>
                        </a:lnTo>
                        <a:lnTo>
                          <a:pt x="14777" y="18190"/>
                        </a:lnTo>
                        <a:lnTo>
                          <a:pt x="16577" y="21600"/>
                        </a:lnTo>
                        <a:lnTo>
                          <a:pt x="216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lIns="38100" tIns="38100" rIns="38100" bIns="38100" anchor="ctr"/>
                  <a:lstStyle/>
                  <a:p>
                    <a:pPr algn="ctr" defTabSz="457200">
                      <a:defRPr sz="3000">
                        <a:solidFill>
                          <a:srgbClr val="FFFFFF"/>
                        </a:solidFill>
                        <a:effectLst>
                          <a:outerShdw blurRad="38100" dist="12700" dir="5400000" rotWithShape="0">
                            <a:srgbClr val="000000">
                              <a:alpha val="50000"/>
                            </a:srgbClr>
                          </a:outerShdw>
                        </a:effectLst>
                        <a:latin typeface="Gill Sans"/>
                        <a:ea typeface="Gill Sans"/>
                        <a:cs typeface="Gill Sans"/>
                        <a:sym typeface="Gill Sans"/>
                      </a:defRPr>
                    </a:pPr>
                    <a:endParaRPr sz="3000" kern="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cs typeface="+mn-ea"/>
                      <a:sym typeface="+mn-lt"/>
                    </a:endParaRPr>
                  </a:p>
                </p:txBody>
              </p:sp>
            </p:grpSp>
          </p:grpSp>
        </p:grp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D6598F35-5A8A-D8B8-0B3B-579D188FA56A}"/>
              </a:ext>
            </a:extLst>
          </p:cNvPr>
          <p:cNvGrpSpPr/>
          <p:nvPr/>
        </p:nvGrpSpPr>
        <p:grpSpPr>
          <a:xfrm>
            <a:off x="5934853" y="2812853"/>
            <a:ext cx="2793014" cy="2921150"/>
            <a:chOff x="6230128" y="2607419"/>
            <a:chExt cx="2793014" cy="2921150"/>
          </a:xfrm>
        </p:grpSpPr>
        <p:sp>
          <p:nvSpPr>
            <p:cNvPr id="80" name="Rectangle 26">
              <a:extLst>
                <a:ext uri="{FF2B5EF4-FFF2-40B4-BE49-F238E27FC236}">
                  <a16:creationId xmlns:a16="http://schemas.microsoft.com/office/drawing/2014/main" id="{6C70B4BF-D3F1-5A48-C9EF-985D36D103B9}"/>
                </a:ext>
              </a:extLst>
            </p:cNvPr>
            <p:cNvSpPr/>
            <p:nvPr/>
          </p:nvSpPr>
          <p:spPr>
            <a:xfrm flipH="1">
              <a:off x="6230128" y="2607419"/>
              <a:ext cx="2793014" cy="292115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dist="381000" dir="5400000" algn="t" rotWithShape="0">
                <a:schemeClr val="bg1">
                  <a:lumMod val="50000"/>
                  <a:alpha val="1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81" name="Group 27">
              <a:extLst>
                <a:ext uri="{FF2B5EF4-FFF2-40B4-BE49-F238E27FC236}">
                  <a16:creationId xmlns:a16="http://schemas.microsoft.com/office/drawing/2014/main" id="{901E4E0D-5C0F-17BD-AB7E-06C42540E13B}"/>
                </a:ext>
              </a:extLst>
            </p:cNvPr>
            <p:cNvGrpSpPr/>
            <p:nvPr/>
          </p:nvGrpSpPr>
          <p:grpSpPr>
            <a:xfrm>
              <a:off x="6852614" y="2632234"/>
              <a:ext cx="1548042" cy="1548036"/>
              <a:chOff x="6623616" y="845344"/>
              <a:chExt cx="1216964" cy="1216960"/>
            </a:xfrm>
          </p:grpSpPr>
          <p:sp>
            <p:nvSpPr>
              <p:cNvPr id="83" name="Oval 30">
                <a:extLst>
                  <a:ext uri="{FF2B5EF4-FFF2-40B4-BE49-F238E27FC236}">
                    <a16:creationId xmlns:a16="http://schemas.microsoft.com/office/drawing/2014/main" id="{17F5877F-4194-04E7-7CC8-E95401B3998F}"/>
                  </a:ext>
                </a:extLst>
              </p:cNvPr>
              <p:cNvSpPr/>
              <p:nvPr/>
            </p:nvSpPr>
            <p:spPr>
              <a:xfrm>
                <a:off x="6623616" y="845344"/>
                <a:ext cx="1216964" cy="1216960"/>
              </a:xfrm>
              <a:prstGeom prst="ellipse">
                <a:avLst/>
              </a:prstGeom>
              <a:solidFill>
                <a:sysClr val="window" lastClr="FFFFFF">
                  <a:alpha val="25000"/>
                </a:sysClr>
              </a:solidFill>
              <a:ln w="12700" cap="flat" cmpd="sng" algn="ctr">
                <a:solidFill>
                  <a:sysClr val="window" lastClr="FFFFFF">
                    <a:alpha val="2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grpSp>
            <p:nvGrpSpPr>
              <p:cNvPr id="84" name="Group 31">
                <a:extLst>
                  <a:ext uri="{FF2B5EF4-FFF2-40B4-BE49-F238E27FC236}">
                    <a16:creationId xmlns:a16="http://schemas.microsoft.com/office/drawing/2014/main" id="{5D003EF9-E73D-E0F8-FB03-7A5D1BB4F197}"/>
                  </a:ext>
                </a:extLst>
              </p:cNvPr>
              <p:cNvGrpSpPr/>
              <p:nvPr/>
            </p:nvGrpSpPr>
            <p:grpSpPr>
              <a:xfrm>
                <a:off x="6711238" y="936095"/>
                <a:ext cx="1041720" cy="1023112"/>
                <a:chOff x="6711238" y="936095"/>
                <a:chExt cx="1041720" cy="1023112"/>
              </a:xfrm>
            </p:grpSpPr>
            <p:sp>
              <p:nvSpPr>
                <p:cNvPr id="85" name="Oval 32">
                  <a:extLst>
                    <a:ext uri="{FF2B5EF4-FFF2-40B4-BE49-F238E27FC236}">
                      <a16:creationId xmlns:a16="http://schemas.microsoft.com/office/drawing/2014/main" id="{C2DEA501-2BA1-3A8A-5569-FEE21721417D}"/>
                    </a:ext>
                  </a:extLst>
                </p:cNvPr>
                <p:cNvSpPr/>
                <p:nvPr/>
              </p:nvSpPr>
              <p:spPr>
                <a:xfrm>
                  <a:off x="6720541" y="936095"/>
                  <a:ext cx="1023114" cy="1023112"/>
                </a:xfrm>
                <a:prstGeom prst="ellipse">
                  <a:avLst/>
                </a:prstGeom>
                <a:solidFill>
                  <a:sysClr val="window" lastClr="FFFFFF">
                    <a:lumMod val="95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86" name="Partial Circle 33">
                  <a:extLst>
                    <a:ext uri="{FF2B5EF4-FFF2-40B4-BE49-F238E27FC236}">
                      <a16:creationId xmlns:a16="http://schemas.microsoft.com/office/drawing/2014/main" id="{BAB73D66-ED0C-3C34-A654-A170651A3BE5}"/>
                    </a:ext>
                  </a:extLst>
                </p:cNvPr>
                <p:cNvSpPr/>
                <p:nvPr/>
              </p:nvSpPr>
              <p:spPr>
                <a:xfrm>
                  <a:off x="6720543" y="936096"/>
                  <a:ext cx="1023110" cy="1023110"/>
                </a:xfrm>
                <a:prstGeom prst="pie">
                  <a:avLst>
                    <a:gd name="adj1" fmla="val 20070141"/>
                    <a:gd name="adj2" fmla="val 16192349"/>
                  </a:avLst>
                </a:prstGeom>
                <a:solidFill>
                  <a:srgbClr val="DA9AA5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87" name="Oval 34">
                  <a:extLst>
                    <a:ext uri="{FF2B5EF4-FFF2-40B4-BE49-F238E27FC236}">
                      <a16:creationId xmlns:a16="http://schemas.microsoft.com/office/drawing/2014/main" id="{FEDD55BE-633C-1638-CB05-42AFC09ED030}"/>
                    </a:ext>
                  </a:extLst>
                </p:cNvPr>
                <p:cNvSpPr/>
                <p:nvPr/>
              </p:nvSpPr>
              <p:spPr>
                <a:xfrm>
                  <a:off x="6778942" y="994495"/>
                  <a:ext cx="906312" cy="906313"/>
                </a:xfrm>
                <a:prstGeom prst="ellipse">
                  <a:avLst/>
                </a:prstGeom>
                <a:solidFill>
                  <a:srgbClr val="7E8A72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88" name="Kotak Teks 3">
                  <a:extLst>
                    <a:ext uri="{FF2B5EF4-FFF2-40B4-BE49-F238E27FC236}">
                      <a16:creationId xmlns:a16="http://schemas.microsoft.com/office/drawing/2014/main" id="{12244158-84F3-764D-E056-070282DFF654}"/>
                    </a:ext>
                  </a:extLst>
                </p:cNvPr>
                <p:cNvSpPr txBox="1"/>
                <p:nvPr/>
              </p:nvSpPr>
              <p:spPr>
                <a:xfrm>
                  <a:off x="6711238" y="1248164"/>
                  <a:ext cx="1041720" cy="4113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cs typeface="+mn-ea"/>
                      <a:sym typeface="+mn-lt"/>
                    </a:rPr>
                    <a:t>85%</a:t>
                  </a:r>
                </a:p>
              </p:txBody>
            </p:sp>
          </p:grpSp>
        </p:grpSp>
        <p:sp>
          <p:nvSpPr>
            <p:cNvPr id="82" name="Rectangle 29">
              <a:extLst>
                <a:ext uri="{FF2B5EF4-FFF2-40B4-BE49-F238E27FC236}">
                  <a16:creationId xmlns:a16="http://schemas.microsoft.com/office/drawing/2014/main" id="{1E11AF4C-B9CD-1126-02B5-DB8B57DE834D}"/>
                </a:ext>
              </a:extLst>
            </p:cNvPr>
            <p:cNvSpPr/>
            <p:nvPr/>
          </p:nvSpPr>
          <p:spPr>
            <a:xfrm>
              <a:off x="6230128" y="4243118"/>
              <a:ext cx="2793014" cy="10954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请您单击此处添加合适的文字加以说明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D82BE05D-CC11-A453-9DB1-F604D90FA810}"/>
              </a:ext>
            </a:extLst>
          </p:cNvPr>
          <p:cNvGrpSpPr/>
          <p:nvPr/>
        </p:nvGrpSpPr>
        <p:grpSpPr>
          <a:xfrm>
            <a:off x="8851161" y="2812853"/>
            <a:ext cx="2793014" cy="2921150"/>
            <a:chOff x="8412490" y="1259120"/>
            <a:chExt cx="2793014" cy="2921150"/>
          </a:xfrm>
        </p:grpSpPr>
        <p:sp>
          <p:nvSpPr>
            <p:cNvPr id="90" name="Rectangle 2">
              <a:extLst>
                <a:ext uri="{FF2B5EF4-FFF2-40B4-BE49-F238E27FC236}">
                  <a16:creationId xmlns:a16="http://schemas.microsoft.com/office/drawing/2014/main" id="{9E4778FA-0A5D-5E6C-185E-10AF3C697C22}"/>
                </a:ext>
              </a:extLst>
            </p:cNvPr>
            <p:cNvSpPr/>
            <p:nvPr/>
          </p:nvSpPr>
          <p:spPr>
            <a:xfrm flipH="1">
              <a:off x="8412490" y="1259120"/>
              <a:ext cx="2793014" cy="292115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dist="381000" dir="5400000" algn="t" rotWithShape="0">
                <a:schemeClr val="bg1">
                  <a:lumMod val="50000"/>
                  <a:alpha val="1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91" name="Group 3">
              <a:extLst>
                <a:ext uri="{FF2B5EF4-FFF2-40B4-BE49-F238E27FC236}">
                  <a16:creationId xmlns:a16="http://schemas.microsoft.com/office/drawing/2014/main" id="{CCC9BC51-6A4F-25E5-0776-D5731F96BA60}"/>
                </a:ext>
              </a:extLst>
            </p:cNvPr>
            <p:cNvGrpSpPr/>
            <p:nvPr/>
          </p:nvGrpSpPr>
          <p:grpSpPr>
            <a:xfrm>
              <a:off x="9034976" y="1283935"/>
              <a:ext cx="1548042" cy="1548036"/>
              <a:chOff x="6623616" y="845344"/>
              <a:chExt cx="1216964" cy="1216960"/>
            </a:xfrm>
          </p:grpSpPr>
          <p:sp>
            <p:nvSpPr>
              <p:cNvPr id="93" name="Oval 6">
                <a:extLst>
                  <a:ext uri="{FF2B5EF4-FFF2-40B4-BE49-F238E27FC236}">
                    <a16:creationId xmlns:a16="http://schemas.microsoft.com/office/drawing/2014/main" id="{01B3EAD8-7E54-2F04-9E07-2F82F637F7AF}"/>
                  </a:ext>
                </a:extLst>
              </p:cNvPr>
              <p:cNvSpPr/>
              <p:nvPr/>
            </p:nvSpPr>
            <p:spPr>
              <a:xfrm>
                <a:off x="6623616" y="845344"/>
                <a:ext cx="1216964" cy="1216960"/>
              </a:xfrm>
              <a:prstGeom prst="ellipse">
                <a:avLst/>
              </a:prstGeom>
              <a:solidFill>
                <a:sysClr val="window" lastClr="FFFFFF">
                  <a:alpha val="25000"/>
                </a:sysClr>
              </a:solidFill>
              <a:ln w="12700" cap="flat" cmpd="sng" algn="ctr">
                <a:solidFill>
                  <a:sysClr val="window" lastClr="FFFFFF">
                    <a:alpha val="2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grpSp>
            <p:nvGrpSpPr>
              <p:cNvPr id="94" name="Group 7">
                <a:extLst>
                  <a:ext uri="{FF2B5EF4-FFF2-40B4-BE49-F238E27FC236}">
                    <a16:creationId xmlns:a16="http://schemas.microsoft.com/office/drawing/2014/main" id="{66F7D2F9-29C3-906F-BB05-EB95E0C68702}"/>
                  </a:ext>
                </a:extLst>
              </p:cNvPr>
              <p:cNvGrpSpPr/>
              <p:nvPr/>
            </p:nvGrpSpPr>
            <p:grpSpPr>
              <a:xfrm>
                <a:off x="6711238" y="936095"/>
                <a:ext cx="1041720" cy="1023112"/>
                <a:chOff x="6711238" y="936095"/>
                <a:chExt cx="1041720" cy="1023112"/>
              </a:xfrm>
            </p:grpSpPr>
            <p:sp>
              <p:nvSpPr>
                <p:cNvPr id="95" name="Oval 8">
                  <a:extLst>
                    <a:ext uri="{FF2B5EF4-FFF2-40B4-BE49-F238E27FC236}">
                      <a16:creationId xmlns:a16="http://schemas.microsoft.com/office/drawing/2014/main" id="{3A7DDEC7-1696-7490-F337-C124F18725B0}"/>
                    </a:ext>
                  </a:extLst>
                </p:cNvPr>
                <p:cNvSpPr/>
                <p:nvPr/>
              </p:nvSpPr>
              <p:spPr>
                <a:xfrm>
                  <a:off x="6720541" y="936095"/>
                  <a:ext cx="1023114" cy="1023112"/>
                </a:xfrm>
                <a:prstGeom prst="ellipse">
                  <a:avLst/>
                </a:prstGeom>
                <a:solidFill>
                  <a:sysClr val="window" lastClr="FFFFFF">
                    <a:lumMod val="95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96" name="Partial Circle 9">
                  <a:extLst>
                    <a:ext uri="{FF2B5EF4-FFF2-40B4-BE49-F238E27FC236}">
                      <a16:creationId xmlns:a16="http://schemas.microsoft.com/office/drawing/2014/main" id="{5B732702-0971-0551-0636-5BD6AEE153D3}"/>
                    </a:ext>
                  </a:extLst>
                </p:cNvPr>
                <p:cNvSpPr/>
                <p:nvPr/>
              </p:nvSpPr>
              <p:spPr>
                <a:xfrm>
                  <a:off x="6720543" y="936096"/>
                  <a:ext cx="1023110" cy="1023110"/>
                </a:xfrm>
                <a:prstGeom prst="pie">
                  <a:avLst>
                    <a:gd name="adj1" fmla="val 5306218"/>
                    <a:gd name="adj2" fmla="val 16192349"/>
                  </a:avLst>
                </a:prstGeom>
                <a:solidFill>
                  <a:srgbClr val="7E8A72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97" name="Oval 10">
                  <a:extLst>
                    <a:ext uri="{FF2B5EF4-FFF2-40B4-BE49-F238E27FC236}">
                      <a16:creationId xmlns:a16="http://schemas.microsoft.com/office/drawing/2014/main" id="{08BBFAF7-1ABB-B2B0-0B5D-38B0178E92F4}"/>
                    </a:ext>
                  </a:extLst>
                </p:cNvPr>
                <p:cNvSpPr/>
                <p:nvPr/>
              </p:nvSpPr>
              <p:spPr>
                <a:xfrm>
                  <a:off x="6778942" y="994495"/>
                  <a:ext cx="906312" cy="906313"/>
                </a:xfrm>
                <a:prstGeom prst="ellipse">
                  <a:avLst/>
                </a:prstGeom>
                <a:solidFill>
                  <a:srgbClr val="DA9AA5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98" name="Kotak Teks 3">
                  <a:extLst>
                    <a:ext uri="{FF2B5EF4-FFF2-40B4-BE49-F238E27FC236}">
                      <a16:creationId xmlns:a16="http://schemas.microsoft.com/office/drawing/2014/main" id="{84278F1B-94C7-9983-5BB9-C9097DA4846A}"/>
                    </a:ext>
                  </a:extLst>
                </p:cNvPr>
                <p:cNvSpPr txBox="1"/>
                <p:nvPr/>
              </p:nvSpPr>
              <p:spPr>
                <a:xfrm>
                  <a:off x="6711238" y="1248164"/>
                  <a:ext cx="1041720" cy="4113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cs typeface="+mn-ea"/>
                      <a:sym typeface="+mn-lt"/>
                    </a:rPr>
                    <a:t>50%</a:t>
                  </a:r>
                </a:p>
              </p:txBody>
            </p:sp>
          </p:grpSp>
        </p:grpSp>
        <p:sp>
          <p:nvSpPr>
            <p:cNvPr id="92" name="Rectangle 5">
              <a:extLst>
                <a:ext uri="{FF2B5EF4-FFF2-40B4-BE49-F238E27FC236}">
                  <a16:creationId xmlns:a16="http://schemas.microsoft.com/office/drawing/2014/main" id="{B945F633-2F12-91EF-3DB2-00700E291082}"/>
                </a:ext>
              </a:extLst>
            </p:cNvPr>
            <p:cNvSpPr/>
            <p:nvPr/>
          </p:nvSpPr>
          <p:spPr>
            <a:xfrm>
              <a:off x="8412490" y="2894819"/>
              <a:ext cx="2793014" cy="10954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请您单击此处添加合适的文字加以说明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81DA127F-10E1-E689-1370-D9DBAEF5CF73}"/>
              </a:ext>
            </a:extLst>
          </p:cNvPr>
          <p:cNvGrpSpPr/>
          <p:nvPr/>
        </p:nvGrpSpPr>
        <p:grpSpPr>
          <a:xfrm>
            <a:off x="5911596" y="1621041"/>
            <a:ext cx="5670641" cy="857189"/>
            <a:chOff x="7392727" y="2751424"/>
            <a:chExt cx="5670641" cy="857189"/>
          </a:xfrm>
        </p:grpSpPr>
        <p:sp>
          <p:nvSpPr>
            <p:cNvPr id="100" name="TextBox 34">
              <a:extLst>
                <a:ext uri="{FF2B5EF4-FFF2-40B4-BE49-F238E27FC236}">
                  <a16:creationId xmlns:a16="http://schemas.microsoft.com/office/drawing/2014/main" id="{6E3C8217-68DE-8E60-708A-FC418BD3439B}"/>
                </a:ext>
              </a:extLst>
            </p:cNvPr>
            <p:cNvSpPr txBox="1"/>
            <p:nvPr/>
          </p:nvSpPr>
          <p:spPr>
            <a:xfrm>
              <a:off x="7392727" y="3190293"/>
              <a:ext cx="5670641" cy="418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id-ID"/>
              </a:defPPr>
              <a:lvl1pPr marL="0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67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32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98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664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30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994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160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327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defTabSz="914400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单击此处添加文字，可适当地调整文字大小或者颜色等属性。</a:t>
              </a:r>
            </a:p>
          </p:txBody>
        </p:sp>
        <p:sp>
          <p:nvSpPr>
            <p:cNvPr id="101" name="矩形: 圆角 100">
              <a:extLst>
                <a:ext uri="{FF2B5EF4-FFF2-40B4-BE49-F238E27FC236}">
                  <a16:creationId xmlns:a16="http://schemas.microsoft.com/office/drawing/2014/main" id="{78B1E01D-9E95-2593-8EE1-1F43DDE2144B}"/>
                </a:ext>
              </a:extLst>
            </p:cNvPr>
            <p:cNvSpPr/>
            <p:nvPr/>
          </p:nvSpPr>
          <p:spPr>
            <a:xfrm>
              <a:off x="7427830" y="2751424"/>
              <a:ext cx="1332000" cy="396000"/>
            </a:xfrm>
            <a:prstGeom prst="roundRect">
              <a:avLst>
                <a:gd name="adj" fmla="val 50000"/>
              </a:avLst>
            </a:prstGeom>
            <a:solidFill>
              <a:srgbClr val="7E8A7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9366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:blinds dir="vert"/>
      </p:transition>
    </mc:Choice>
    <mc:Fallback xmlns="">
      <p:transition spd="slow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0"/>
                            </p:stCondLst>
                            <p:childTnLst>
                              <p:par>
                                <p:cTn id="20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9F24ACDB-E4C3-F8CF-EFD6-8AACA7589203}"/>
              </a:ext>
            </a:extLst>
          </p:cNvPr>
          <p:cNvSpPr/>
          <p:nvPr/>
        </p:nvSpPr>
        <p:spPr>
          <a:xfrm rot="13309666" flipH="1">
            <a:off x="-543961" y="-452225"/>
            <a:ext cx="1261549" cy="1560327"/>
          </a:xfrm>
          <a:custGeom>
            <a:avLst/>
            <a:gdLst>
              <a:gd name="connsiteX0" fmla="*/ 2291801 w 2659024"/>
              <a:gd name="connsiteY0" fmla="*/ 2285896 h 3739830"/>
              <a:gd name="connsiteX1" fmla="*/ 2038521 w 2659024"/>
              <a:gd name="connsiteY1" fmla="*/ 1784080 h 3739830"/>
              <a:gd name="connsiteX2" fmla="*/ 2231828 w 2659024"/>
              <a:gd name="connsiteY2" fmla="*/ 1284775 h 3739830"/>
              <a:gd name="connsiteX3" fmla="*/ 2388036 w 2659024"/>
              <a:gd name="connsiteY3" fmla="*/ 764270 h 3739830"/>
              <a:gd name="connsiteX4" fmla="*/ 2233502 w 2659024"/>
              <a:gd name="connsiteY4" fmla="*/ 269148 h 3739830"/>
              <a:gd name="connsiteX5" fmla="*/ 2050236 w 2659024"/>
              <a:gd name="connsiteY5" fmla="*/ 82536 h 3739830"/>
              <a:gd name="connsiteX6" fmla="*/ 1947585 w 2659024"/>
              <a:gd name="connsiteY6" fmla="*/ 80863 h 3739830"/>
              <a:gd name="connsiteX7" fmla="*/ 1938659 w 2659024"/>
              <a:gd name="connsiteY7" fmla="*/ 83094 h 3739830"/>
              <a:gd name="connsiteX8" fmla="*/ 1899328 w 2659024"/>
              <a:gd name="connsiteY8" fmla="*/ 63290 h 3739830"/>
              <a:gd name="connsiteX9" fmla="*/ 827352 w 2659024"/>
              <a:gd name="connsiteY9" fmla="*/ 150319 h 3739830"/>
              <a:gd name="connsiteX10" fmla="*/ 386622 w 2659024"/>
              <a:gd name="connsiteY10" fmla="*/ 500112 h 3739830"/>
              <a:gd name="connsiteX11" fmla="*/ 270582 w 2659024"/>
              <a:gd name="connsiteY11" fmla="*/ 1054648 h 3739830"/>
              <a:gd name="connsiteX12" fmla="*/ 337529 w 2659024"/>
              <a:gd name="connsiteY12" fmla="*/ 1627594 h 3739830"/>
              <a:gd name="connsiteX13" fmla="*/ 59981 w 2659024"/>
              <a:gd name="connsiteY13" fmla="*/ 2164557 h 3739830"/>
              <a:gd name="connsiteX14" fmla="*/ 66117 w 2659024"/>
              <a:gd name="connsiteY14" fmla="*/ 2707656 h 3739830"/>
              <a:gd name="connsiteX15" fmla="*/ 477558 w 2659024"/>
              <a:gd name="connsiteY15" fmla="*/ 2965677 h 3739830"/>
              <a:gd name="connsiteX16" fmla="*/ 1027911 w 2659024"/>
              <a:gd name="connsiteY16" fmla="*/ 2985203 h 3739830"/>
              <a:gd name="connsiteX17" fmla="*/ 1425126 w 2659024"/>
              <a:gd name="connsiteY17" fmla="*/ 3214772 h 3739830"/>
              <a:gd name="connsiteX18" fmla="*/ 2143961 w 2659024"/>
              <a:gd name="connsiteY18" fmla="*/ 3732766 h 3739830"/>
              <a:gd name="connsiteX19" fmla="*/ 2615374 w 2659024"/>
              <a:gd name="connsiteY19" fmla="*/ 2799428 h 3739830"/>
              <a:gd name="connsiteX20" fmla="*/ 2291801 w 2659024"/>
              <a:gd name="connsiteY20" fmla="*/ 2285896 h 37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659024" h="3739830">
                <a:moveTo>
                  <a:pt x="2291801" y="2285896"/>
                </a:moveTo>
                <a:cubicBezTo>
                  <a:pt x="2174087" y="2139173"/>
                  <a:pt x="2045494" y="1980176"/>
                  <a:pt x="2038521" y="1784080"/>
                </a:cubicBezTo>
                <a:cubicBezTo>
                  <a:pt x="2042147" y="1599421"/>
                  <a:pt x="2147308" y="1442377"/>
                  <a:pt x="2231828" y="1284775"/>
                </a:cubicBezTo>
                <a:cubicBezTo>
                  <a:pt x="2318858" y="1121873"/>
                  <a:pt x="2388873" y="951998"/>
                  <a:pt x="2388036" y="764270"/>
                </a:cubicBezTo>
                <a:cubicBezTo>
                  <a:pt x="2387199" y="590489"/>
                  <a:pt x="2333084" y="411967"/>
                  <a:pt x="2233502" y="269148"/>
                </a:cubicBezTo>
                <a:cubicBezTo>
                  <a:pt x="2188313" y="204434"/>
                  <a:pt x="2125551" y="114057"/>
                  <a:pt x="2050236" y="82536"/>
                </a:cubicBezTo>
                <a:cubicBezTo>
                  <a:pt x="2013695" y="67195"/>
                  <a:pt x="1984127" y="75284"/>
                  <a:pt x="1947585" y="80863"/>
                </a:cubicBezTo>
                <a:cubicBezTo>
                  <a:pt x="1944796" y="81421"/>
                  <a:pt x="1941728" y="81979"/>
                  <a:pt x="1938659" y="83094"/>
                </a:cubicBezTo>
                <a:cubicBezTo>
                  <a:pt x="1935312" y="77237"/>
                  <a:pt x="1914670" y="68032"/>
                  <a:pt x="1899328" y="63290"/>
                </a:cubicBezTo>
                <a:cubicBezTo>
                  <a:pt x="1547860" y="-47729"/>
                  <a:pt x="1157620" y="-8956"/>
                  <a:pt x="827352" y="150319"/>
                </a:cubicBezTo>
                <a:cubicBezTo>
                  <a:pt x="659149" y="231491"/>
                  <a:pt x="499873" y="350042"/>
                  <a:pt x="386622" y="500112"/>
                </a:cubicBezTo>
                <a:cubicBezTo>
                  <a:pt x="261656" y="665524"/>
                  <a:pt x="233204" y="853531"/>
                  <a:pt x="270582" y="1054648"/>
                </a:cubicBezTo>
                <a:cubicBezTo>
                  <a:pt x="306287" y="1245723"/>
                  <a:pt x="398338" y="1431777"/>
                  <a:pt x="337529" y="1627594"/>
                </a:cubicBezTo>
                <a:cubicBezTo>
                  <a:pt x="277277" y="1820343"/>
                  <a:pt x="134737" y="1977108"/>
                  <a:pt x="59981" y="2164557"/>
                </a:cubicBezTo>
                <a:cubicBezTo>
                  <a:pt x="-8639" y="2336943"/>
                  <a:pt x="-32907" y="2541407"/>
                  <a:pt x="66117" y="2707656"/>
                </a:cubicBezTo>
                <a:cubicBezTo>
                  <a:pt x="153426" y="2854379"/>
                  <a:pt x="313818" y="2936109"/>
                  <a:pt x="477558" y="2965677"/>
                </a:cubicBezTo>
                <a:cubicBezTo>
                  <a:pt x="660823" y="2998871"/>
                  <a:pt x="843530" y="2972929"/>
                  <a:pt x="1027911" y="2985203"/>
                </a:cubicBezTo>
                <a:cubicBezTo>
                  <a:pt x="1204203" y="2996918"/>
                  <a:pt x="1326101" y="3071396"/>
                  <a:pt x="1425126" y="3214772"/>
                </a:cubicBezTo>
                <a:cubicBezTo>
                  <a:pt x="1603928" y="3473908"/>
                  <a:pt x="1772967" y="3791344"/>
                  <a:pt x="2143961" y="3732766"/>
                </a:cubicBezTo>
                <a:cubicBezTo>
                  <a:pt x="2582180" y="3663868"/>
                  <a:pt x="2745919" y="3181299"/>
                  <a:pt x="2615374" y="2799428"/>
                </a:cubicBezTo>
                <a:cubicBezTo>
                  <a:pt x="2548428" y="2603332"/>
                  <a:pt x="2419835" y="2445451"/>
                  <a:pt x="2291801" y="2285896"/>
                </a:cubicBezTo>
                <a:close/>
              </a:path>
            </a:pathLst>
          </a:custGeom>
          <a:solidFill>
            <a:srgbClr val="7E8A72"/>
          </a:solidFill>
          <a:ln w="244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7CA7EB-8ACF-75BE-3668-5D331A747F12}"/>
              </a:ext>
            </a:extLst>
          </p:cNvPr>
          <p:cNvGrpSpPr/>
          <p:nvPr/>
        </p:nvGrpSpPr>
        <p:grpSpPr>
          <a:xfrm>
            <a:off x="9539785" y="5610004"/>
            <a:ext cx="2884102" cy="2495992"/>
            <a:chOff x="8899022" y="5317131"/>
            <a:chExt cx="3438309" cy="297562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52D97EF-FFB4-7E97-621A-3EF96724ECEB}"/>
                </a:ext>
              </a:extLst>
            </p:cNvPr>
            <p:cNvSpPr/>
            <p:nvPr/>
          </p:nvSpPr>
          <p:spPr>
            <a:xfrm rot="10800000">
              <a:off x="10618177" y="5317131"/>
              <a:ext cx="1573823" cy="1540869"/>
            </a:xfrm>
            <a:custGeom>
              <a:avLst/>
              <a:gdLst>
                <a:gd name="connsiteX0" fmla="*/ 0 w 7004667"/>
                <a:gd name="connsiteY0" fmla="*/ 0 h 6858002"/>
                <a:gd name="connsiteX1" fmla="*/ 7004667 w 7004667"/>
                <a:gd name="connsiteY1" fmla="*/ 0 h 6858002"/>
                <a:gd name="connsiteX2" fmla="*/ 6927890 w 7004667"/>
                <a:gd name="connsiteY2" fmla="*/ 13049 h 6858002"/>
                <a:gd name="connsiteX3" fmla="*/ 4016144 w 7004667"/>
                <a:gd name="connsiteY3" fmla="*/ 3524955 h 6858002"/>
                <a:gd name="connsiteX4" fmla="*/ 980784 w 7004667"/>
                <a:gd name="connsiteY4" fmla="*/ 6858002 h 6858002"/>
                <a:gd name="connsiteX5" fmla="*/ 0 w 7004667"/>
                <a:gd name="connsiteY5" fmla="*/ 6858002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4667" h="6858002">
                  <a:moveTo>
                    <a:pt x="0" y="0"/>
                  </a:moveTo>
                  <a:lnTo>
                    <a:pt x="7004667" y="0"/>
                  </a:lnTo>
                  <a:lnTo>
                    <a:pt x="6927890" y="13049"/>
                  </a:lnTo>
                  <a:cubicBezTo>
                    <a:pt x="5094667" y="437170"/>
                    <a:pt x="6918515" y="3313232"/>
                    <a:pt x="4016144" y="3524955"/>
                  </a:cubicBezTo>
                  <a:cubicBezTo>
                    <a:pt x="933197" y="3670782"/>
                    <a:pt x="3682935" y="6027461"/>
                    <a:pt x="980784" y="6858002"/>
                  </a:cubicBezTo>
                  <a:lnTo>
                    <a:pt x="0" y="6858002"/>
                  </a:lnTo>
                  <a:close/>
                </a:path>
              </a:pathLst>
            </a:custGeom>
            <a:solidFill>
              <a:srgbClr val="CDC0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2AB46ADB-D1E6-D7E0-C3E1-1AEA17EF9883}"/>
                </a:ext>
              </a:extLst>
            </p:cNvPr>
            <p:cNvSpPr/>
            <p:nvPr/>
          </p:nvSpPr>
          <p:spPr>
            <a:xfrm rot="19222550" flipH="1">
              <a:off x="8899022" y="5832618"/>
              <a:ext cx="3438309" cy="2460133"/>
            </a:xfrm>
            <a:custGeom>
              <a:avLst/>
              <a:gdLst>
                <a:gd name="connsiteX0" fmla="*/ 6749971 w 6815402"/>
                <a:gd name="connsiteY0" fmla="*/ 786590 h 4876466"/>
                <a:gd name="connsiteX1" fmla="*/ 6748018 w 6815402"/>
                <a:gd name="connsiteY1" fmla="*/ 782405 h 4876466"/>
                <a:gd name="connsiteX2" fmla="*/ 6746902 w 6815402"/>
                <a:gd name="connsiteY2" fmla="*/ 779058 h 4876466"/>
                <a:gd name="connsiteX3" fmla="*/ 5340753 w 6815402"/>
                <a:gd name="connsiteY3" fmla="*/ 22847 h 4876466"/>
                <a:gd name="connsiteX4" fmla="*/ 3376439 w 6815402"/>
                <a:gd name="connsiteY4" fmla="*/ 789100 h 4876466"/>
                <a:gd name="connsiteX5" fmla="*/ 2839474 w 6815402"/>
                <a:gd name="connsiteY5" fmla="*/ 604441 h 4876466"/>
                <a:gd name="connsiteX6" fmla="*/ 2428592 w 6815402"/>
                <a:gd name="connsiteY6" fmla="*/ 310994 h 4876466"/>
                <a:gd name="connsiteX7" fmla="*/ 1587301 w 6815402"/>
                <a:gd name="connsiteY7" fmla="*/ 209459 h 4876466"/>
                <a:gd name="connsiteX8" fmla="*/ 968327 w 6815402"/>
                <a:gd name="connsiteY8" fmla="*/ 927455 h 4876466"/>
                <a:gd name="connsiteX9" fmla="*/ 850613 w 6815402"/>
                <a:gd name="connsiteY9" fmla="*/ 1348657 h 4876466"/>
                <a:gd name="connsiteX10" fmla="*/ 865118 w 6815402"/>
                <a:gd name="connsiteY10" fmla="*/ 1927182 h 4876466"/>
                <a:gd name="connsiteX11" fmla="*/ 441126 w 6815402"/>
                <a:gd name="connsiteY11" fmla="*/ 2960103 h 4876466"/>
                <a:gd name="connsiteX12" fmla="*/ 9601 w 6815402"/>
                <a:gd name="connsiteY12" fmla="*/ 3785212 h 4876466"/>
                <a:gd name="connsiteX13" fmla="*/ 267902 w 6815402"/>
                <a:gd name="connsiteY13" fmla="*/ 4615063 h 4876466"/>
                <a:gd name="connsiteX14" fmla="*/ 993432 w 6815402"/>
                <a:gd name="connsiteY14" fmla="*/ 4866111 h 4876466"/>
                <a:gd name="connsiteX15" fmla="*/ 1735140 w 6815402"/>
                <a:gd name="connsiteY15" fmla="*/ 4339469 h 4876466"/>
                <a:gd name="connsiteX16" fmla="*/ 2458718 w 6815402"/>
                <a:gd name="connsiteY16" fmla="*/ 3563732 h 4876466"/>
                <a:gd name="connsiteX17" fmla="*/ 3529299 w 6815402"/>
                <a:gd name="connsiteY17" fmla="*/ 3364847 h 4876466"/>
                <a:gd name="connsiteX18" fmla="*/ 4506156 w 6815402"/>
                <a:gd name="connsiteY18" fmla="*/ 3185487 h 4876466"/>
                <a:gd name="connsiteX19" fmla="*/ 4941307 w 6815402"/>
                <a:gd name="connsiteY19" fmla="*/ 2434855 h 4876466"/>
                <a:gd name="connsiteX20" fmla="*/ 5349679 w 6815402"/>
                <a:gd name="connsiteY20" fmla="*/ 1522158 h 4876466"/>
                <a:gd name="connsiteX21" fmla="*/ 5795987 w 6815402"/>
                <a:gd name="connsiteY21" fmla="*/ 1314068 h 4876466"/>
                <a:gd name="connsiteX22" fmla="*/ 6122071 w 6815402"/>
                <a:gd name="connsiteY22" fmla="*/ 1349773 h 4876466"/>
                <a:gd name="connsiteX23" fmla="*/ 6307847 w 6815402"/>
                <a:gd name="connsiteY23" fmla="*/ 1476412 h 4876466"/>
                <a:gd name="connsiteX24" fmla="*/ 6805202 w 6815402"/>
                <a:gd name="connsiteY24" fmla="*/ 1200539 h 4876466"/>
                <a:gd name="connsiteX25" fmla="*/ 6749971 w 6815402"/>
                <a:gd name="connsiteY25" fmla="*/ 786590 h 487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815402" h="4876466">
                  <a:moveTo>
                    <a:pt x="6749971" y="786590"/>
                  </a:moveTo>
                  <a:cubicBezTo>
                    <a:pt x="6749413" y="785195"/>
                    <a:pt x="6748576" y="783800"/>
                    <a:pt x="6748018" y="782405"/>
                  </a:cubicBezTo>
                  <a:cubicBezTo>
                    <a:pt x="6747739" y="781290"/>
                    <a:pt x="6747460" y="780174"/>
                    <a:pt x="6746902" y="779058"/>
                  </a:cubicBezTo>
                  <a:cubicBezTo>
                    <a:pt x="6515101" y="236796"/>
                    <a:pt x="5922348" y="-92076"/>
                    <a:pt x="5340753" y="22847"/>
                  </a:cubicBezTo>
                  <a:cubicBezTo>
                    <a:pt x="4643675" y="160645"/>
                    <a:pt x="4114521" y="803047"/>
                    <a:pt x="3376439" y="789100"/>
                  </a:cubicBezTo>
                  <a:cubicBezTo>
                    <a:pt x="3178111" y="785474"/>
                    <a:pt x="3001261" y="716854"/>
                    <a:pt x="2839474" y="604441"/>
                  </a:cubicBezTo>
                  <a:cubicBezTo>
                    <a:pt x="2701119" y="508206"/>
                    <a:pt x="2575316" y="395234"/>
                    <a:pt x="2428592" y="310994"/>
                  </a:cubicBezTo>
                  <a:cubicBezTo>
                    <a:pt x="2178380" y="167339"/>
                    <a:pt x="1861501" y="80030"/>
                    <a:pt x="1587301" y="209459"/>
                  </a:cubicBezTo>
                  <a:cubicBezTo>
                    <a:pt x="1311984" y="339446"/>
                    <a:pt x="1093572" y="659671"/>
                    <a:pt x="968327" y="927455"/>
                  </a:cubicBezTo>
                  <a:cubicBezTo>
                    <a:pt x="906123" y="1060510"/>
                    <a:pt x="863166" y="1201934"/>
                    <a:pt x="850613" y="1348657"/>
                  </a:cubicBezTo>
                  <a:cubicBezTo>
                    <a:pt x="834156" y="1541405"/>
                    <a:pt x="872092" y="1734154"/>
                    <a:pt x="865118" y="1927182"/>
                  </a:cubicBezTo>
                  <a:cubicBezTo>
                    <a:pt x="850892" y="2320210"/>
                    <a:pt x="686037" y="2659961"/>
                    <a:pt x="441126" y="2960103"/>
                  </a:cubicBezTo>
                  <a:cubicBezTo>
                    <a:pt x="237776" y="3209476"/>
                    <a:pt x="52558" y="3456619"/>
                    <a:pt x="9601" y="3785212"/>
                  </a:cubicBezTo>
                  <a:cubicBezTo>
                    <a:pt x="-29730" y="4085632"/>
                    <a:pt x="50885" y="4397210"/>
                    <a:pt x="267902" y="4615063"/>
                  </a:cubicBezTo>
                  <a:cubicBezTo>
                    <a:pt x="455631" y="4803628"/>
                    <a:pt x="727321" y="4911578"/>
                    <a:pt x="993432" y="4866111"/>
                  </a:cubicBezTo>
                  <a:cubicBezTo>
                    <a:pt x="1305011" y="4813111"/>
                    <a:pt x="1546854" y="4578243"/>
                    <a:pt x="1735140" y="4339469"/>
                  </a:cubicBezTo>
                  <a:cubicBezTo>
                    <a:pt x="1956342" y="4058853"/>
                    <a:pt x="2145744" y="3753133"/>
                    <a:pt x="2458718" y="3563732"/>
                  </a:cubicBezTo>
                  <a:cubicBezTo>
                    <a:pt x="2792333" y="3361778"/>
                    <a:pt x="3149380" y="3339463"/>
                    <a:pt x="3529299" y="3364847"/>
                  </a:cubicBezTo>
                  <a:cubicBezTo>
                    <a:pt x="3871562" y="3387720"/>
                    <a:pt x="4215219" y="3393578"/>
                    <a:pt x="4506156" y="3185487"/>
                  </a:cubicBezTo>
                  <a:cubicBezTo>
                    <a:pt x="4761389" y="3003059"/>
                    <a:pt x="4883566" y="2736112"/>
                    <a:pt x="4941307" y="2434855"/>
                  </a:cubicBezTo>
                  <a:cubicBezTo>
                    <a:pt x="5007695" y="2088689"/>
                    <a:pt x="5061531" y="1758980"/>
                    <a:pt x="5349679" y="1522158"/>
                  </a:cubicBezTo>
                  <a:cubicBezTo>
                    <a:pt x="5477156" y="1417277"/>
                    <a:pt x="5633085" y="1342241"/>
                    <a:pt x="5795987" y="1314068"/>
                  </a:cubicBezTo>
                  <a:cubicBezTo>
                    <a:pt x="5903380" y="1295379"/>
                    <a:pt x="6022488" y="1302910"/>
                    <a:pt x="6122071" y="1349773"/>
                  </a:cubicBezTo>
                  <a:cubicBezTo>
                    <a:pt x="6191528" y="1382409"/>
                    <a:pt x="6240900" y="1441823"/>
                    <a:pt x="6307847" y="1476412"/>
                  </a:cubicBezTo>
                  <a:cubicBezTo>
                    <a:pt x="6526538" y="1589104"/>
                    <a:pt x="6762244" y="1420624"/>
                    <a:pt x="6805202" y="1200539"/>
                  </a:cubicBezTo>
                  <a:cubicBezTo>
                    <a:pt x="6832817" y="1060789"/>
                    <a:pt x="6801017" y="916855"/>
                    <a:pt x="6749971" y="786590"/>
                  </a:cubicBezTo>
                  <a:close/>
                </a:path>
              </a:pathLst>
            </a:custGeom>
            <a:solidFill>
              <a:srgbClr val="DA9AA5"/>
            </a:solidFill>
            <a:ln w="244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8" name="文本框 20">
            <a:extLst>
              <a:ext uri="{FF2B5EF4-FFF2-40B4-BE49-F238E27FC236}">
                <a16:creationId xmlns:a16="http://schemas.microsoft.com/office/drawing/2014/main" id="{8F5CBAC2-D21F-C779-31FA-D9E0BD246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647" y="388099"/>
            <a:ext cx="27673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工作完成情况</a:t>
            </a:r>
          </a:p>
        </p:txBody>
      </p:sp>
      <p:graphicFrame>
        <p:nvGraphicFramePr>
          <p:cNvPr id="24" name="Chart 18">
            <a:extLst>
              <a:ext uri="{FF2B5EF4-FFF2-40B4-BE49-F238E27FC236}">
                <a16:creationId xmlns:a16="http://schemas.microsoft.com/office/drawing/2014/main" id="{5DC2BBE7-F035-CD88-B4B3-2E323224C4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1227336"/>
              </p:ext>
            </p:extLst>
          </p:nvPr>
        </p:nvGraphicFramePr>
        <p:xfrm>
          <a:off x="838200" y="1400961"/>
          <a:ext cx="5399109" cy="3131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7C6CAB9B-6509-D276-AF45-B41765D56D98}"/>
              </a:ext>
            </a:extLst>
          </p:cNvPr>
          <p:cNvGrpSpPr/>
          <p:nvPr/>
        </p:nvGrpSpPr>
        <p:grpSpPr>
          <a:xfrm>
            <a:off x="6547199" y="1527453"/>
            <a:ext cx="4929454" cy="1094980"/>
            <a:chOff x="6620120" y="3268680"/>
            <a:chExt cx="4929454" cy="1094980"/>
          </a:xfrm>
        </p:grpSpPr>
        <p:grpSp>
          <p:nvGrpSpPr>
            <p:cNvPr id="26" name="îṥḻiḑé">
              <a:extLst>
                <a:ext uri="{FF2B5EF4-FFF2-40B4-BE49-F238E27FC236}">
                  <a16:creationId xmlns:a16="http://schemas.microsoft.com/office/drawing/2014/main" id="{24D8821C-1A37-F9C8-4ECA-11443C3B1BE7}"/>
                </a:ext>
              </a:extLst>
            </p:cNvPr>
            <p:cNvGrpSpPr/>
            <p:nvPr/>
          </p:nvGrpSpPr>
          <p:grpSpPr>
            <a:xfrm>
              <a:off x="6620120" y="3268680"/>
              <a:ext cx="558979" cy="558977"/>
              <a:chOff x="10453302" y="4536011"/>
              <a:chExt cx="622067" cy="622065"/>
            </a:xfrm>
          </p:grpSpPr>
          <p:sp>
            <p:nvSpPr>
              <p:cNvPr id="30" name="i$ḷîḓé">
                <a:extLst>
                  <a:ext uri="{FF2B5EF4-FFF2-40B4-BE49-F238E27FC236}">
                    <a16:creationId xmlns:a16="http://schemas.microsoft.com/office/drawing/2014/main" id="{47052363-1E8D-824A-0683-BF627AA574F1}"/>
                  </a:ext>
                </a:extLst>
              </p:cNvPr>
              <p:cNvSpPr/>
              <p:nvPr/>
            </p:nvSpPr>
            <p:spPr>
              <a:xfrm>
                <a:off x="10453302" y="4536011"/>
                <a:ext cx="622067" cy="622065"/>
              </a:xfrm>
              <a:prstGeom prst="ellipse">
                <a:avLst/>
              </a:prstGeom>
              <a:solidFill>
                <a:srgbClr val="7E8A72"/>
              </a:solidFill>
              <a:ln w="12700" cap="rnd" cmpd="sng" algn="ctr">
                <a:noFill/>
                <a:prstDash val="solid"/>
                <a:round/>
                <a:headEnd/>
                <a:tailEnd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3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" name="ïṥḻîḑe">
                <a:extLst>
                  <a:ext uri="{FF2B5EF4-FFF2-40B4-BE49-F238E27FC236}">
                    <a16:creationId xmlns:a16="http://schemas.microsoft.com/office/drawing/2014/main" id="{396D0896-EB2F-3F5C-3C4E-D24A2D5CF5D4}"/>
                  </a:ext>
                </a:extLst>
              </p:cNvPr>
              <p:cNvSpPr/>
              <p:nvPr/>
            </p:nvSpPr>
            <p:spPr bwMode="auto">
              <a:xfrm>
                <a:off x="10625394" y="4743992"/>
                <a:ext cx="276247" cy="214745"/>
              </a:xfrm>
              <a:custGeom>
                <a:avLst/>
                <a:gdLst>
                  <a:gd name="connsiteX0" fmla="*/ 486767 w 514350"/>
                  <a:gd name="connsiteY0" fmla="*/ 621 h 409575"/>
                  <a:gd name="connsiteX1" fmla="*/ 515342 w 514350"/>
                  <a:gd name="connsiteY1" fmla="*/ 29196 h 409575"/>
                  <a:gd name="connsiteX2" fmla="*/ 515342 w 514350"/>
                  <a:gd name="connsiteY2" fmla="*/ 324471 h 409575"/>
                  <a:gd name="connsiteX3" fmla="*/ 486767 w 514350"/>
                  <a:gd name="connsiteY3" fmla="*/ 353046 h 409575"/>
                  <a:gd name="connsiteX4" fmla="*/ 192159 w 514350"/>
                  <a:gd name="connsiteY4" fmla="*/ 353046 h 409575"/>
                  <a:gd name="connsiteX5" fmla="*/ 115387 w 514350"/>
                  <a:gd name="connsiteY5" fmla="*/ 410196 h 409575"/>
                  <a:gd name="connsiteX6" fmla="*/ 115387 w 514350"/>
                  <a:gd name="connsiteY6" fmla="*/ 353046 h 409575"/>
                  <a:gd name="connsiteX7" fmla="*/ 29567 w 514350"/>
                  <a:gd name="connsiteY7" fmla="*/ 353046 h 409575"/>
                  <a:gd name="connsiteX8" fmla="*/ 992 w 514350"/>
                  <a:gd name="connsiteY8" fmla="*/ 324471 h 409575"/>
                  <a:gd name="connsiteX9" fmla="*/ 992 w 514350"/>
                  <a:gd name="connsiteY9" fmla="*/ 29196 h 409575"/>
                  <a:gd name="connsiteX10" fmla="*/ 29567 w 514350"/>
                  <a:gd name="connsiteY10" fmla="*/ 621 h 409575"/>
                  <a:gd name="connsiteX11" fmla="*/ 486767 w 514350"/>
                  <a:gd name="connsiteY11" fmla="*/ 621 h 409575"/>
                  <a:gd name="connsiteX12" fmla="*/ 124817 w 514350"/>
                  <a:gd name="connsiteY12" fmla="*/ 143496 h 409575"/>
                  <a:gd name="connsiteX13" fmla="*/ 91480 w 514350"/>
                  <a:gd name="connsiteY13" fmla="*/ 176834 h 409575"/>
                  <a:gd name="connsiteX14" fmla="*/ 124817 w 514350"/>
                  <a:gd name="connsiteY14" fmla="*/ 210171 h 409575"/>
                  <a:gd name="connsiteX15" fmla="*/ 158155 w 514350"/>
                  <a:gd name="connsiteY15" fmla="*/ 176834 h 409575"/>
                  <a:gd name="connsiteX16" fmla="*/ 124817 w 514350"/>
                  <a:gd name="connsiteY16" fmla="*/ 143496 h 409575"/>
                  <a:gd name="connsiteX17" fmla="*/ 258167 w 514350"/>
                  <a:gd name="connsiteY17" fmla="*/ 143496 h 409575"/>
                  <a:gd name="connsiteX18" fmla="*/ 224830 w 514350"/>
                  <a:gd name="connsiteY18" fmla="*/ 176834 h 409575"/>
                  <a:gd name="connsiteX19" fmla="*/ 258167 w 514350"/>
                  <a:gd name="connsiteY19" fmla="*/ 210171 h 409575"/>
                  <a:gd name="connsiteX20" fmla="*/ 291505 w 514350"/>
                  <a:gd name="connsiteY20" fmla="*/ 176834 h 409575"/>
                  <a:gd name="connsiteX21" fmla="*/ 258167 w 514350"/>
                  <a:gd name="connsiteY21" fmla="*/ 143496 h 409575"/>
                  <a:gd name="connsiteX22" fmla="*/ 391517 w 514350"/>
                  <a:gd name="connsiteY22" fmla="*/ 143496 h 409575"/>
                  <a:gd name="connsiteX23" fmla="*/ 358180 w 514350"/>
                  <a:gd name="connsiteY23" fmla="*/ 176834 h 409575"/>
                  <a:gd name="connsiteX24" fmla="*/ 391517 w 514350"/>
                  <a:gd name="connsiteY24" fmla="*/ 210171 h 409575"/>
                  <a:gd name="connsiteX25" fmla="*/ 424855 w 514350"/>
                  <a:gd name="connsiteY25" fmla="*/ 176834 h 409575"/>
                  <a:gd name="connsiteX26" fmla="*/ 391517 w 514350"/>
                  <a:gd name="connsiteY26" fmla="*/ 143496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0" h="409575">
                    <a:moveTo>
                      <a:pt x="486767" y="621"/>
                    </a:moveTo>
                    <a:cubicBezTo>
                      <a:pt x="502579" y="621"/>
                      <a:pt x="515342" y="13385"/>
                      <a:pt x="515342" y="29196"/>
                    </a:cubicBezTo>
                    <a:lnTo>
                      <a:pt x="515342" y="324471"/>
                    </a:lnTo>
                    <a:cubicBezTo>
                      <a:pt x="515342" y="340282"/>
                      <a:pt x="502579" y="353046"/>
                      <a:pt x="486767" y="353046"/>
                    </a:cubicBezTo>
                    <a:lnTo>
                      <a:pt x="192159" y="353046"/>
                    </a:lnTo>
                    <a:lnTo>
                      <a:pt x="115387" y="410196"/>
                    </a:lnTo>
                    <a:lnTo>
                      <a:pt x="115387" y="353046"/>
                    </a:lnTo>
                    <a:lnTo>
                      <a:pt x="29567" y="353046"/>
                    </a:lnTo>
                    <a:cubicBezTo>
                      <a:pt x="13755" y="353046"/>
                      <a:pt x="992" y="340282"/>
                      <a:pt x="992" y="324471"/>
                    </a:cubicBezTo>
                    <a:lnTo>
                      <a:pt x="992" y="29196"/>
                    </a:lnTo>
                    <a:cubicBezTo>
                      <a:pt x="992" y="13385"/>
                      <a:pt x="13755" y="621"/>
                      <a:pt x="29567" y="621"/>
                    </a:cubicBezTo>
                    <a:lnTo>
                      <a:pt x="486767" y="621"/>
                    </a:lnTo>
                    <a:close/>
                    <a:moveTo>
                      <a:pt x="124817" y="143496"/>
                    </a:moveTo>
                    <a:cubicBezTo>
                      <a:pt x="106434" y="143496"/>
                      <a:pt x="91480" y="158450"/>
                      <a:pt x="91480" y="176834"/>
                    </a:cubicBezTo>
                    <a:cubicBezTo>
                      <a:pt x="91480" y="195217"/>
                      <a:pt x="106434" y="210171"/>
                      <a:pt x="124817" y="210171"/>
                    </a:cubicBezTo>
                    <a:cubicBezTo>
                      <a:pt x="143200" y="210171"/>
                      <a:pt x="158155" y="195217"/>
                      <a:pt x="158155" y="176834"/>
                    </a:cubicBezTo>
                    <a:cubicBezTo>
                      <a:pt x="158155" y="158450"/>
                      <a:pt x="143200" y="143496"/>
                      <a:pt x="124817" y="143496"/>
                    </a:cubicBezTo>
                    <a:close/>
                    <a:moveTo>
                      <a:pt x="258167" y="143496"/>
                    </a:moveTo>
                    <a:cubicBezTo>
                      <a:pt x="239784" y="143496"/>
                      <a:pt x="224830" y="158450"/>
                      <a:pt x="224830" y="176834"/>
                    </a:cubicBezTo>
                    <a:cubicBezTo>
                      <a:pt x="224830" y="195217"/>
                      <a:pt x="239784" y="210171"/>
                      <a:pt x="258167" y="210171"/>
                    </a:cubicBezTo>
                    <a:cubicBezTo>
                      <a:pt x="276550" y="210171"/>
                      <a:pt x="291505" y="195217"/>
                      <a:pt x="291505" y="176834"/>
                    </a:cubicBezTo>
                    <a:cubicBezTo>
                      <a:pt x="291505" y="158450"/>
                      <a:pt x="276550" y="143496"/>
                      <a:pt x="258167" y="143496"/>
                    </a:cubicBezTo>
                    <a:close/>
                    <a:moveTo>
                      <a:pt x="391517" y="143496"/>
                    </a:moveTo>
                    <a:cubicBezTo>
                      <a:pt x="373134" y="143496"/>
                      <a:pt x="358180" y="158450"/>
                      <a:pt x="358180" y="176834"/>
                    </a:cubicBezTo>
                    <a:cubicBezTo>
                      <a:pt x="358180" y="195217"/>
                      <a:pt x="373134" y="210171"/>
                      <a:pt x="391517" y="210171"/>
                    </a:cubicBezTo>
                    <a:cubicBezTo>
                      <a:pt x="409900" y="210171"/>
                      <a:pt x="424855" y="195217"/>
                      <a:pt x="424855" y="176834"/>
                    </a:cubicBezTo>
                    <a:cubicBezTo>
                      <a:pt x="424855" y="158450"/>
                      <a:pt x="409900" y="143496"/>
                      <a:pt x="391517" y="1434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8C2D057-F3C5-A4A2-4146-EED5432FCBE2}"/>
                </a:ext>
              </a:extLst>
            </p:cNvPr>
            <p:cNvGrpSpPr/>
            <p:nvPr/>
          </p:nvGrpSpPr>
          <p:grpSpPr>
            <a:xfrm>
              <a:off x="7279555" y="3268680"/>
              <a:ext cx="4270019" cy="1094980"/>
              <a:chOff x="7462435" y="2213604"/>
              <a:chExt cx="4270019" cy="1094980"/>
            </a:xfrm>
          </p:grpSpPr>
          <p:sp>
            <p:nvSpPr>
              <p:cNvPr id="28" name="îšļîḋé">
                <a:extLst>
                  <a:ext uri="{FF2B5EF4-FFF2-40B4-BE49-F238E27FC236}">
                    <a16:creationId xmlns:a16="http://schemas.microsoft.com/office/drawing/2014/main" id="{5E428384-637D-D2A1-9D17-6D883C433550}"/>
                  </a:ext>
                </a:extLst>
              </p:cNvPr>
              <p:cNvSpPr txBox="1"/>
              <p:nvPr/>
            </p:nvSpPr>
            <p:spPr>
              <a:xfrm>
                <a:off x="7462435" y="2521381"/>
                <a:ext cx="4270019" cy="787203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请您单击此处输入文本内容，可根据需要适当地调整文字的颜色或者大小等属性。</a:t>
                </a:r>
                <a:endPara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" name="îŝlïḍê">
                <a:extLst>
                  <a:ext uri="{FF2B5EF4-FFF2-40B4-BE49-F238E27FC236}">
                    <a16:creationId xmlns:a16="http://schemas.microsoft.com/office/drawing/2014/main" id="{871A5F90-1F4D-4986-DE82-AE7DF6A908F6}"/>
                  </a:ext>
                </a:extLst>
              </p:cNvPr>
              <p:cNvSpPr txBox="1"/>
              <p:nvPr/>
            </p:nvSpPr>
            <p:spPr>
              <a:xfrm>
                <a:off x="7462435" y="2213604"/>
                <a:ext cx="21098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添加标题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481F1EC-AD60-8612-9460-33E5B62C054F}"/>
              </a:ext>
            </a:extLst>
          </p:cNvPr>
          <p:cNvGrpSpPr/>
          <p:nvPr/>
        </p:nvGrpSpPr>
        <p:grpSpPr>
          <a:xfrm>
            <a:off x="6547199" y="3034745"/>
            <a:ext cx="4929454" cy="1094980"/>
            <a:chOff x="6620120" y="4369565"/>
            <a:chExt cx="4929454" cy="1094980"/>
          </a:xfrm>
        </p:grpSpPr>
        <p:grpSp>
          <p:nvGrpSpPr>
            <p:cNvPr id="33" name="íṩ1iďê">
              <a:extLst>
                <a:ext uri="{FF2B5EF4-FFF2-40B4-BE49-F238E27FC236}">
                  <a16:creationId xmlns:a16="http://schemas.microsoft.com/office/drawing/2014/main" id="{339AD54B-3E35-6555-D8C9-F494F1FEF949}"/>
                </a:ext>
              </a:extLst>
            </p:cNvPr>
            <p:cNvGrpSpPr/>
            <p:nvPr/>
          </p:nvGrpSpPr>
          <p:grpSpPr>
            <a:xfrm>
              <a:off x="6620120" y="4369565"/>
              <a:ext cx="559407" cy="559404"/>
              <a:chOff x="7345316" y="1621234"/>
              <a:chExt cx="559407" cy="559404"/>
            </a:xfrm>
          </p:grpSpPr>
          <p:sp>
            <p:nvSpPr>
              <p:cNvPr id="37" name="iṧļïḍê">
                <a:extLst>
                  <a:ext uri="{FF2B5EF4-FFF2-40B4-BE49-F238E27FC236}">
                    <a16:creationId xmlns:a16="http://schemas.microsoft.com/office/drawing/2014/main" id="{5CFDF6D6-5C13-EA16-6232-E0AA53A7E753}"/>
                  </a:ext>
                </a:extLst>
              </p:cNvPr>
              <p:cNvSpPr/>
              <p:nvPr/>
            </p:nvSpPr>
            <p:spPr>
              <a:xfrm>
                <a:off x="7345316" y="1621234"/>
                <a:ext cx="559407" cy="559404"/>
              </a:xfrm>
              <a:prstGeom prst="ellipse">
                <a:avLst/>
              </a:prstGeom>
              <a:solidFill>
                <a:srgbClr val="DA9AA5"/>
              </a:solidFill>
              <a:ln w="12700" cap="rnd" cmpd="sng" algn="ctr">
                <a:noFill/>
                <a:prstDash val="solid"/>
                <a:round/>
                <a:headEnd/>
                <a:tailEnd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3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" name="îṡḻíḍé">
                <a:extLst>
                  <a:ext uri="{FF2B5EF4-FFF2-40B4-BE49-F238E27FC236}">
                    <a16:creationId xmlns:a16="http://schemas.microsoft.com/office/drawing/2014/main" id="{DF4CE828-5CB8-D1C0-9F1D-70F6155967F0}"/>
                  </a:ext>
                </a:extLst>
              </p:cNvPr>
              <p:cNvSpPr/>
              <p:nvPr/>
            </p:nvSpPr>
            <p:spPr bwMode="auto">
              <a:xfrm>
                <a:off x="7498371" y="1767079"/>
                <a:ext cx="246948" cy="270694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E900DEE-9E8C-2C84-57E9-DF4F08D9E1DB}"/>
                </a:ext>
              </a:extLst>
            </p:cNvPr>
            <p:cNvGrpSpPr/>
            <p:nvPr/>
          </p:nvGrpSpPr>
          <p:grpSpPr>
            <a:xfrm>
              <a:off x="7279555" y="4369565"/>
              <a:ext cx="4270019" cy="1094980"/>
              <a:chOff x="7462435" y="2213604"/>
              <a:chExt cx="4270019" cy="1094980"/>
            </a:xfrm>
          </p:grpSpPr>
          <p:sp>
            <p:nvSpPr>
              <p:cNvPr id="35" name="îšļîḋé">
                <a:extLst>
                  <a:ext uri="{FF2B5EF4-FFF2-40B4-BE49-F238E27FC236}">
                    <a16:creationId xmlns:a16="http://schemas.microsoft.com/office/drawing/2014/main" id="{7067C967-592E-6CF6-7DF4-494DCEC2D56C}"/>
                  </a:ext>
                </a:extLst>
              </p:cNvPr>
              <p:cNvSpPr txBox="1"/>
              <p:nvPr/>
            </p:nvSpPr>
            <p:spPr>
              <a:xfrm>
                <a:off x="7462435" y="2521381"/>
                <a:ext cx="4270019" cy="787203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请您单击此处输入文本内容，可根据需要适当地调整文字的颜色或者大小等属性。</a:t>
                </a:r>
                <a:endPara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" name="îŝlïḍê">
                <a:extLst>
                  <a:ext uri="{FF2B5EF4-FFF2-40B4-BE49-F238E27FC236}">
                    <a16:creationId xmlns:a16="http://schemas.microsoft.com/office/drawing/2014/main" id="{D3CB5AAC-5C4B-83A8-BB6B-30A39988EF57}"/>
                  </a:ext>
                </a:extLst>
              </p:cNvPr>
              <p:cNvSpPr txBox="1"/>
              <p:nvPr/>
            </p:nvSpPr>
            <p:spPr>
              <a:xfrm>
                <a:off x="7462435" y="2213604"/>
                <a:ext cx="21098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添加标题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D5CCB56A-9414-CD8D-B371-38169BBA0BA4}"/>
              </a:ext>
            </a:extLst>
          </p:cNvPr>
          <p:cNvGrpSpPr/>
          <p:nvPr/>
        </p:nvGrpSpPr>
        <p:grpSpPr>
          <a:xfrm>
            <a:off x="491319" y="4734263"/>
            <a:ext cx="11209363" cy="1083143"/>
            <a:chOff x="491319" y="4734263"/>
            <a:chExt cx="11209363" cy="1083143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4CB6B645-F039-DAD1-1844-A26A700B5BDB}"/>
                </a:ext>
              </a:extLst>
            </p:cNvPr>
            <p:cNvGrpSpPr/>
            <p:nvPr/>
          </p:nvGrpSpPr>
          <p:grpSpPr>
            <a:xfrm>
              <a:off x="491319" y="4734263"/>
              <a:ext cx="5433714" cy="1083143"/>
              <a:chOff x="662286" y="4751616"/>
              <a:chExt cx="5433714" cy="1083143"/>
            </a:xfrm>
          </p:grpSpPr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id="{B65BBE1C-D4B9-F997-3E97-61E299DF0B97}"/>
                  </a:ext>
                </a:extLst>
              </p:cNvPr>
              <p:cNvGrpSpPr/>
              <p:nvPr/>
            </p:nvGrpSpPr>
            <p:grpSpPr>
              <a:xfrm>
                <a:off x="2037947" y="4762023"/>
                <a:ext cx="4058053" cy="1062329"/>
                <a:chOff x="2037947" y="4751616"/>
                <a:chExt cx="4058053" cy="1062329"/>
              </a:xfrm>
            </p:grpSpPr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ECDA1542-89BF-2AE2-CD0C-097EC9E23014}"/>
                    </a:ext>
                  </a:extLst>
                </p:cNvPr>
                <p:cNvSpPr/>
                <p:nvPr/>
              </p:nvSpPr>
              <p:spPr>
                <a:xfrm>
                  <a:off x="2037947" y="5118626"/>
                  <a:ext cx="4058053" cy="69531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just" hangingPunct="0">
                    <a:lnSpc>
                      <a:spcPct val="150000"/>
                    </a:lnSpc>
                    <a:defRPr/>
                  </a:pPr>
                  <a:r>
                    <a:rPr lang="zh-CN" altLang="en-US" sz="16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cs typeface="+mn-ea"/>
                      <a:sym typeface="+mn-lt"/>
                    </a:rPr>
                    <a:t>单击此处输入文本内容加以说明，可根据需要适当地调整文字的颜色或者大小等属性。</a:t>
                  </a:r>
                </a:p>
              </p:txBody>
            </p:sp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F01E1529-E148-2F75-996F-BC1BF5BAB194}"/>
                    </a:ext>
                  </a:extLst>
                </p:cNvPr>
                <p:cNvSpPr/>
                <p:nvPr/>
              </p:nvSpPr>
              <p:spPr>
                <a:xfrm>
                  <a:off x="2037949" y="4751616"/>
                  <a:ext cx="1490056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just" hangingPunct="0">
                    <a:defRPr/>
                  </a:pPr>
                  <a:r>
                    <a:rPr lang="zh-CN" altLang="en-US" sz="20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cs typeface="+mn-ea"/>
                      <a:sym typeface="+mn-lt"/>
                    </a:rPr>
                    <a:t>添加标题</a:t>
                  </a:r>
                </a:p>
              </p:txBody>
            </p:sp>
          </p:grpSp>
          <p:pic>
            <p:nvPicPr>
              <p:cNvPr id="47" name="图片占位符 39">
                <a:extLst>
                  <a:ext uri="{FF2B5EF4-FFF2-40B4-BE49-F238E27FC236}">
                    <a16:creationId xmlns:a16="http://schemas.microsoft.com/office/drawing/2014/main" id="{9A6C4DB6-5AFA-D63A-E063-355ABD1638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62286" y="4751616"/>
                <a:ext cx="1083143" cy="1083143"/>
              </a:xfrm>
              <a:prstGeom prst="ellipse">
                <a:avLst/>
              </a:prstGeom>
              <a:ln w="63500">
                <a:solidFill>
                  <a:schemeClr val="bg1"/>
                </a:solidFill>
              </a:ln>
              <a:effectLst>
                <a:outerShdw blurRad="762000" algn="ctr" rotWithShape="0">
                  <a:prstClr val="black">
                    <a:alpha val="15000"/>
                  </a:prstClr>
                </a:outerShdw>
              </a:effectLst>
            </p:spPr>
          </p:pic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76B73DE6-E6FD-57FF-D891-1213DB0E7544}"/>
                </a:ext>
              </a:extLst>
            </p:cNvPr>
            <p:cNvGrpSpPr/>
            <p:nvPr/>
          </p:nvGrpSpPr>
          <p:grpSpPr>
            <a:xfrm>
              <a:off x="6266968" y="4734263"/>
              <a:ext cx="5433714" cy="1083143"/>
              <a:chOff x="662286" y="4751616"/>
              <a:chExt cx="5433714" cy="1083143"/>
            </a:xfrm>
          </p:grpSpPr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71D59C4-C6B5-A3B4-4AEF-010F87295E0B}"/>
                  </a:ext>
                </a:extLst>
              </p:cNvPr>
              <p:cNvGrpSpPr/>
              <p:nvPr/>
            </p:nvGrpSpPr>
            <p:grpSpPr>
              <a:xfrm>
                <a:off x="2037947" y="4762023"/>
                <a:ext cx="4058053" cy="1062329"/>
                <a:chOff x="2037947" y="4751616"/>
                <a:chExt cx="4058053" cy="1062329"/>
              </a:xfrm>
            </p:grpSpPr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925BBD65-2516-3260-4B4A-D93FC38B36F2}"/>
                    </a:ext>
                  </a:extLst>
                </p:cNvPr>
                <p:cNvSpPr/>
                <p:nvPr/>
              </p:nvSpPr>
              <p:spPr>
                <a:xfrm>
                  <a:off x="2037947" y="5118626"/>
                  <a:ext cx="4058053" cy="69531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just" hangingPunct="0">
                    <a:lnSpc>
                      <a:spcPct val="150000"/>
                    </a:lnSpc>
                    <a:defRPr/>
                  </a:pPr>
                  <a:r>
                    <a:rPr lang="zh-CN" altLang="en-US" sz="16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cs typeface="+mn-ea"/>
                      <a:sym typeface="+mn-lt"/>
                    </a:rPr>
                    <a:t>单击此处输入文本内容加以说明，可根据需要适当地调整文字的颜色或者大小等属性。</a:t>
                  </a:r>
                </a:p>
              </p:txBody>
            </p:sp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B471938A-A618-2367-5262-D03858C71F25}"/>
                    </a:ext>
                  </a:extLst>
                </p:cNvPr>
                <p:cNvSpPr/>
                <p:nvPr/>
              </p:nvSpPr>
              <p:spPr>
                <a:xfrm>
                  <a:off x="2037949" y="4751616"/>
                  <a:ext cx="1490056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just" hangingPunct="0">
                    <a:defRPr/>
                  </a:pPr>
                  <a:r>
                    <a:rPr lang="zh-CN" altLang="en-US" sz="20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cs typeface="+mn-ea"/>
                      <a:sym typeface="+mn-lt"/>
                    </a:rPr>
                    <a:t>添加标题</a:t>
                  </a:r>
                </a:p>
              </p:txBody>
            </p:sp>
          </p:grpSp>
          <p:pic>
            <p:nvPicPr>
              <p:cNvPr id="43" name="图片占位符 39">
                <a:extLst>
                  <a:ext uri="{FF2B5EF4-FFF2-40B4-BE49-F238E27FC236}">
                    <a16:creationId xmlns:a16="http://schemas.microsoft.com/office/drawing/2014/main" id="{38F70726-F48C-1564-AC15-AB5AB65D45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4" b="144"/>
              <a:stretch/>
            </p:blipFill>
            <p:spPr>
              <a:xfrm>
                <a:off x="662286" y="4751616"/>
                <a:ext cx="1083143" cy="1083143"/>
              </a:xfrm>
              <a:prstGeom prst="ellipse">
                <a:avLst/>
              </a:prstGeom>
              <a:ln w="63500">
                <a:solidFill>
                  <a:schemeClr val="bg1"/>
                </a:solidFill>
              </a:ln>
              <a:effectLst>
                <a:outerShdw blurRad="762000" algn="ctr" rotWithShape="0">
                  <a:prstClr val="black">
                    <a:alpha val="15000"/>
                  </a:prstClr>
                </a:outerShdw>
              </a:effectLst>
            </p:spPr>
          </p:pic>
        </p:grpSp>
      </p:grpSp>
    </p:spTree>
    <p:extLst>
      <p:ext uri="{BB962C8B-B14F-4D97-AF65-F5344CB8AC3E}">
        <p14:creationId xmlns:p14="http://schemas.microsoft.com/office/powerpoint/2010/main" val="923017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Tm="0">
        <p14:pan dir="u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4" grpId="0">
        <p:bldSub>
          <a:bldChart bld="series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9F24ACDB-E4C3-F8CF-EFD6-8AACA7589203}"/>
              </a:ext>
            </a:extLst>
          </p:cNvPr>
          <p:cNvSpPr/>
          <p:nvPr/>
        </p:nvSpPr>
        <p:spPr>
          <a:xfrm rot="13309666" flipH="1">
            <a:off x="-543961" y="-452225"/>
            <a:ext cx="1261549" cy="1560327"/>
          </a:xfrm>
          <a:custGeom>
            <a:avLst/>
            <a:gdLst>
              <a:gd name="connsiteX0" fmla="*/ 2291801 w 2659024"/>
              <a:gd name="connsiteY0" fmla="*/ 2285896 h 3739830"/>
              <a:gd name="connsiteX1" fmla="*/ 2038521 w 2659024"/>
              <a:gd name="connsiteY1" fmla="*/ 1784080 h 3739830"/>
              <a:gd name="connsiteX2" fmla="*/ 2231828 w 2659024"/>
              <a:gd name="connsiteY2" fmla="*/ 1284775 h 3739830"/>
              <a:gd name="connsiteX3" fmla="*/ 2388036 w 2659024"/>
              <a:gd name="connsiteY3" fmla="*/ 764270 h 3739830"/>
              <a:gd name="connsiteX4" fmla="*/ 2233502 w 2659024"/>
              <a:gd name="connsiteY4" fmla="*/ 269148 h 3739830"/>
              <a:gd name="connsiteX5" fmla="*/ 2050236 w 2659024"/>
              <a:gd name="connsiteY5" fmla="*/ 82536 h 3739830"/>
              <a:gd name="connsiteX6" fmla="*/ 1947585 w 2659024"/>
              <a:gd name="connsiteY6" fmla="*/ 80863 h 3739830"/>
              <a:gd name="connsiteX7" fmla="*/ 1938659 w 2659024"/>
              <a:gd name="connsiteY7" fmla="*/ 83094 h 3739830"/>
              <a:gd name="connsiteX8" fmla="*/ 1899328 w 2659024"/>
              <a:gd name="connsiteY8" fmla="*/ 63290 h 3739830"/>
              <a:gd name="connsiteX9" fmla="*/ 827352 w 2659024"/>
              <a:gd name="connsiteY9" fmla="*/ 150319 h 3739830"/>
              <a:gd name="connsiteX10" fmla="*/ 386622 w 2659024"/>
              <a:gd name="connsiteY10" fmla="*/ 500112 h 3739830"/>
              <a:gd name="connsiteX11" fmla="*/ 270582 w 2659024"/>
              <a:gd name="connsiteY11" fmla="*/ 1054648 h 3739830"/>
              <a:gd name="connsiteX12" fmla="*/ 337529 w 2659024"/>
              <a:gd name="connsiteY12" fmla="*/ 1627594 h 3739830"/>
              <a:gd name="connsiteX13" fmla="*/ 59981 w 2659024"/>
              <a:gd name="connsiteY13" fmla="*/ 2164557 h 3739830"/>
              <a:gd name="connsiteX14" fmla="*/ 66117 w 2659024"/>
              <a:gd name="connsiteY14" fmla="*/ 2707656 h 3739830"/>
              <a:gd name="connsiteX15" fmla="*/ 477558 w 2659024"/>
              <a:gd name="connsiteY15" fmla="*/ 2965677 h 3739830"/>
              <a:gd name="connsiteX16" fmla="*/ 1027911 w 2659024"/>
              <a:gd name="connsiteY16" fmla="*/ 2985203 h 3739830"/>
              <a:gd name="connsiteX17" fmla="*/ 1425126 w 2659024"/>
              <a:gd name="connsiteY17" fmla="*/ 3214772 h 3739830"/>
              <a:gd name="connsiteX18" fmla="*/ 2143961 w 2659024"/>
              <a:gd name="connsiteY18" fmla="*/ 3732766 h 3739830"/>
              <a:gd name="connsiteX19" fmla="*/ 2615374 w 2659024"/>
              <a:gd name="connsiteY19" fmla="*/ 2799428 h 3739830"/>
              <a:gd name="connsiteX20" fmla="*/ 2291801 w 2659024"/>
              <a:gd name="connsiteY20" fmla="*/ 2285896 h 37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659024" h="3739830">
                <a:moveTo>
                  <a:pt x="2291801" y="2285896"/>
                </a:moveTo>
                <a:cubicBezTo>
                  <a:pt x="2174087" y="2139173"/>
                  <a:pt x="2045494" y="1980176"/>
                  <a:pt x="2038521" y="1784080"/>
                </a:cubicBezTo>
                <a:cubicBezTo>
                  <a:pt x="2042147" y="1599421"/>
                  <a:pt x="2147308" y="1442377"/>
                  <a:pt x="2231828" y="1284775"/>
                </a:cubicBezTo>
                <a:cubicBezTo>
                  <a:pt x="2318858" y="1121873"/>
                  <a:pt x="2388873" y="951998"/>
                  <a:pt x="2388036" y="764270"/>
                </a:cubicBezTo>
                <a:cubicBezTo>
                  <a:pt x="2387199" y="590489"/>
                  <a:pt x="2333084" y="411967"/>
                  <a:pt x="2233502" y="269148"/>
                </a:cubicBezTo>
                <a:cubicBezTo>
                  <a:pt x="2188313" y="204434"/>
                  <a:pt x="2125551" y="114057"/>
                  <a:pt x="2050236" y="82536"/>
                </a:cubicBezTo>
                <a:cubicBezTo>
                  <a:pt x="2013695" y="67195"/>
                  <a:pt x="1984127" y="75284"/>
                  <a:pt x="1947585" y="80863"/>
                </a:cubicBezTo>
                <a:cubicBezTo>
                  <a:pt x="1944796" y="81421"/>
                  <a:pt x="1941728" y="81979"/>
                  <a:pt x="1938659" y="83094"/>
                </a:cubicBezTo>
                <a:cubicBezTo>
                  <a:pt x="1935312" y="77237"/>
                  <a:pt x="1914670" y="68032"/>
                  <a:pt x="1899328" y="63290"/>
                </a:cubicBezTo>
                <a:cubicBezTo>
                  <a:pt x="1547860" y="-47729"/>
                  <a:pt x="1157620" y="-8956"/>
                  <a:pt x="827352" y="150319"/>
                </a:cubicBezTo>
                <a:cubicBezTo>
                  <a:pt x="659149" y="231491"/>
                  <a:pt x="499873" y="350042"/>
                  <a:pt x="386622" y="500112"/>
                </a:cubicBezTo>
                <a:cubicBezTo>
                  <a:pt x="261656" y="665524"/>
                  <a:pt x="233204" y="853531"/>
                  <a:pt x="270582" y="1054648"/>
                </a:cubicBezTo>
                <a:cubicBezTo>
                  <a:pt x="306287" y="1245723"/>
                  <a:pt x="398338" y="1431777"/>
                  <a:pt x="337529" y="1627594"/>
                </a:cubicBezTo>
                <a:cubicBezTo>
                  <a:pt x="277277" y="1820343"/>
                  <a:pt x="134737" y="1977108"/>
                  <a:pt x="59981" y="2164557"/>
                </a:cubicBezTo>
                <a:cubicBezTo>
                  <a:pt x="-8639" y="2336943"/>
                  <a:pt x="-32907" y="2541407"/>
                  <a:pt x="66117" y="2707656"/>
                </a:cubicBezTo>
                <a:cubicBezTo>
                  <a:pt x="153426" y="2854379"/>
                  <a:pt x="313818" y="2936109"/>
                  <a:pt x="477558" y="2965677"/>
                </a:cubicBezTo>
                <a:cubicBezTo>
                  <a:pt x="660823" y="2998871"/>
                  <a:pt x="843530" y="2972929"/>
                  <a:pt x="1027911" y="2985203"/>
                </a:cubicBezTo>
                <a:cubicBezTo>
                  <a:pt x="1204203" y="2996918"/>
                  <a:pt x="1326101" y="3071396"/>
                  <a:pt x="1425126" y="3214772"/>
                </a:cubicBezTo>
                <a:cubicBezTo>
                  <a:pt x="1603928" y="3473908"/>
                  <a:pt x="1772967" y="3791344"/>
                  <a:pt x="2143961" y="3732766"/>
                </a:cubicBezTo>
                <a:cubicBezTo>
                  <a:pt x="2582180" y="3663868"/>
                  <a:pt x="2745919" y="3181299"/>
                  <a:pt x="2615374" y="2799428"/>
                </a:cubicBezTo>
                <a:cubicBezTo>
                  <a:pt x="2548428" y="2603332"/>
                  <a:pt x="2419835" y="2445451"/>
                  <a:pt x="2291801" y="2285896"/>
                </a:cubicBezTo>
                <a:close/>
              </a:path>
            </a:pathLst>
          </a:custGeom>
          <a:solidFill>
            <a:srgbClr val="7E8A72"/>
          </a:solidFill>
          <a:ln w="244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7CA7EB-8ACF-75BE-3668-5D331A747F12}"/>
              </a:ext>
            </a:extLst>
          </p:cNvPr>
          <p:cNvGrpSpPr/>
          <p:nvPr/>
        </p:nvGrpSpPr>
        <p:grpSpPr>
          <a:xfrm>
            <a:off x="9539785" y="5610004"/>
            <a:ext cx="2884102" cy="2495992"/>
            <a:chOff x="8899022" y="5317131"/>
            <a:chExt cx="3438309" cy="297562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52D97EF-FFB4-7E97-621A-3EF96724ECEB}"/>
                </a:ext>
              </a:extLst>
            </p:cNvPr>
            <p:cNvSpPr/>
            <p:nvPr/>
          </p:nvSpPr>
          <p:spPr>
            <a:xfrm rot="10800000">
              <a:off x="10618177" y="5317131"/>
              <a:ext cx="1573823" cy="1540869"/>
            </a:xfrm>
            <a:custGeom>
              <a:avLst/>
              <a:gdLst>
                <a:gd name="connsiteX0" fmla="*/ 0 w 7004667"/>
                <a:gd name="connsiteY0" fmla="*/ 0 h 6858002"/>
                <a:gd name="connsiteX1" fmla="*/ 7004667 w 7004667"/>
                <a:gd name="connsiteY1" fmla="*/ 0 h 6858002"/>
                <a:gd name="connsiteX2" fmla="*/ 6927890 w 7004667"/>
                <a:gd name="connsiteY2" fmla="*/ 13049 h 6858002"/>
                <a:gd name="connsiteX3" fmla="*/ 4016144 w 7004667"/>
                <a:gd name="connsiteY3" fmla="*/ 3524955 h 6858002"/>
                <a:gd name="connsiteX4" fmla="*/ 980784 w 7004667"/>
                <a:gd name="connsiteY4" fmla="*/ 6858002 h 6858002"/>
                <a:gd name="connsiteX5" fmla="*/ 0 w 7004667"/>
                <a:gd name="connsiteY5" fmla="*/ 6858002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4667" h="6858002">
                  <a:moveTo>
                    <a:pt x="0" y="0"/>
                  </a:moveTo>
                  <a:lnTo>
                    <a:pt x="7004667" y="0"/>
                  </a:lnTo>
                  <a:lnTo>
                    <a:pt x="6927890" y="13049"/>
                  </a:lnTo>
                  <a:cubicBezTo>
                    <a:pt x="5094667" y="437170"/>
                    <a:pt x="6918515" y="3313232"/>
                    <a:pt x="4016144" y="3524955"/>
                  </a:cubicBezTo>
                  <a:cubicBezTo>
                    <a:pt x="933197" y="3670782"/>
                    <a:pt x="3682935" y="6027461"/>
                    <a:pt x="980784" y="6858002"/>
                  </a:cubicBezTo>
                  <a:lnTo>
                    <a:pt x="0" y="6858002"/>
                  </a:lnTo>
                  <a:close/>
                </a:path>
              </a:pathLst>
            </a:custGeom>
            <a:solidFill>
              <a:srgbClr val="CDC0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2AB46ADB-D1E6-D7E0-C3E1-1AEA17EF9883}"/>
                </a:ext>
              </a:extLst>
            </p:cNvPr>
            <p:cNvSpPr/>
            <p:nvPr/>
          </p:nvSpPr>
          <p:spPr>
            <a:xfrm rot="19222550" flipH="1">
              <a:off x="8899022" y="5832618"/>
              <a:ext cx="3438309" cy="2460133"/>
            </a:xfrm>
            <a:custGeom>
              <a:avLst/>
              <a:gdLst>
                <a:gd name="connsiteX0" fmla="*/ 6749971 w 6815402"/>
                <a:gd name="connsiteY0" fmla="*/ 786590 h 4876466"/>
                <a:gd name="connsiteX1" fmla="*/ 6748018 w 6815402"/>
                <a:gd name="connsiteY1" fmla="*/ 782405 h 4876466"/>
                <a:gd name="connsiteX2" fmla="*/ 6746902 w 6815402"/>
                <a:gd name="connsiteY2" fmla="*/ 779058 h 4876466"/>
                <a:gd name="connsiteX3" fmla="*/ 5340753 w 6815402"/>
                <a:gd name="connsiteY3" fmla="*/ 22847 h 4876466"/>
                <a:gd name="connsiteX4" fmla="*/ 3376439 w 6815402"/>
                <a:gd name="connsiteY4" fmla="*/ 789100 h 4876466"/>
                <a:gd name="connsiteX5" fmla="*/ 2839474 w 6815402"/>
                <a:gd name="connsiteY5" fmla="*/ 604441 h 4876466"/>
                <a:gd name="connsiteX6" fmla="*/ 2428592 w 6815402"/>
                <a:gd name="connsiteY6" fmla="*/ 310994 h 4876466"/>
                <a:gd name="connsiteX7" fmla="*/ 1587301 w 6815402"/>
                <a:gd name="connsiteY7" fmla="*/ 209459 h 4876466"/>
                <a:gd name="connsiteX8" fmla="*/ 968327 w 6815402"/>
                <a:gd name="connsiteY8" fmla="*/ 927455 h 4876466"/>
                <a:gd name="connsiteX9" fmla="*/ 850613 w 6815402"/>
                <a:gd name="connsiteY9" fmla="*/ 1348657 h 4876466"/>
                <a:gd name="connsiteX10" fmla="*/ 865118 w 6815402"/>
                <a:gd name="connsiteY10" fmla="*/ 1927182 h 4876466"/>
                <a:gd name="connsiteX11" fmla="*/ 441126 w 6815402"/>
                <a:gd name="connsiteY11" fmla="*/ 2960103 h 4876466"/>
                <a:gd name="connsiteX12" fmla="*/ 9601 w 6815402"/>
                <a:gd name="connsiteY12" fmla="*/ 3785212 h 4876466"/>
                <a:gd name="connsiteX13" fmla="*/ 267902 w 6815402"/>
                <a:gd name="connsiteY13" fmla="*/ 4615063 h 4876466"/>
                <a:gd name="connsiteX14" fmla="*/ 993432 w 6815402"/>
                <a:gd name="connsiteY14" fmla="*/ 4866111 h 4876466"/>
                <a:gd name="connsiteX15" fmla="*/ 1735140 w 6815402"/>
                <a:gd name="connsiteY15" fmla="*/ 4339469 h 4876466"/>
                <a:gd name="connsiteX16" fmla="*/ 2458718 w 6815402"/>
                <a:gd name="connsiteY16" fmla="*/ 3563732 h 4876466"/>
                <a:gd name="connsiteX17" fmla="*/ 3529299 w 6815402"/>
                <a:gd name="connsiteY17" fmla="*/ 3364847 h 4876466"/>
                <a:gd name="connsiteX18" fmla="*/ 4506156 w 6815402"/>
                <a:gd name="connsiteY18" fmla="*/ 3185487 h 4876466"/>
                <a:gd name="connsiteX19" fmla="*/ 4941307 w 6815402"/>
                <a:gd name="connsiteY19" fmla="*/ 2434855 h 4876466"/>
                <a:gd name="connsiteX20" fmla="*/ 5349679 w 6815402"/>
                <a:gd name="connsiteY20" fmla="*/ 1522158 h 4876466"/>
                <a:gd name="connsiteX21" fmla="*/ 5795987 w 6815402"/>
                <a:gd name="connsiteY21" fmla="*/ 1314068 h 4876466"/>
                <a:gd name="connsiteX22" fmla="*/ 6122071 w 6815402"/>
                <a:gd name="connsiteY22" fmla="*/ 1349773 h 4876466"/>
                <a:gd name="connsiteX23" fmla="*/ 6307847 w 6815402"/>
                <a:gd name="connsiteY23" fmla="*/ 1476412 h 4876466"/>
                <a:gd name="connsiteX24" fmla="*/ 6805202 w 6815402"/>
                <a:gd name="connsiteY24" fmla="*/ 1200539 h 4876466"/>
                <a:gd name="connsiteX25" fmla="*/ 6749971 w 6815402"/>
                <a:gd name="connsiteY25" fmla="*/ 786590 h 487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815402" h="4876466">
                  <a:moveTo>
                    <a:pt x="6749971" y="786590"/>
                  </a:moveTo>
                  <a:cubicBezTo>
                    <a:pt x="6749413" y="785195"/>
                    <a:pt x="6748576" y="783800"/>
                    <a:pt x="6748018" y="782405"/>
                  </a:cubicBezTo>
                  <a:cubicBezTo>
                    <a:pt x="6747739" y="781290"/>
                    <a:pt x="6747460" y="780174"/>
                    <a:pt x="6746902" y="779058"/>
                  </a:cubicBezTo>
                  <a:cubicBezTo>
                    <a:pt x="6515101" y="236796"/>
                    <a:pt x="5922348" y="-92076"/>
                    <a:pt x="5340753" y="22847"/>
                  </a:cubicBezTo>
                  <a:cubicBezTo>
                    <a:pt x="4643675" y="160645"/>
                    <a:pt x="4114521" y="803047"/>
                    <a:pt x="3376439" y="789100"/>
                  </a:cubicBezTo>
                  <a:cubicBezTo>
                    <a:pt x="3178111" y="785474"/>
                    <a:pt x="3001261" y="716854"/>
                    <a:pt x="2839474" y="604441"/>
                  </a:cubicBezTo>
                  <a:cubicBezTo>
                    <a:pt x="2701119" y="508206"/>
                    <a:pt x="2575316" y="395234"/>
                    <a:pt x="2428592" y="310994"/>
                  </a:cubicBezTo>
                  <a:cubicBezTo>
                    <a:pt x="2178380" y="167339"/>
                    <a:pt x="1861501" y="80030"/>
                    <a:pt x="1587301" y="209459"/>
                  </a:cubicBezTo>
                  <a:cubicBezTo>
                    <a:pt x="1311984" y="339446"/>
                    <a:pt x="1093572" y="659671"/>
                    <a:pt x="968327" y="927455"/>
                  </a:cubicBezTo>
                  <a:cubicBezTo>
                    <a:pt x="906123" y="1060510"/>
                    <a:pt x="863166" y="1201934"/>
                    <a:pt x="850613" y="1348657"/>
                  </a:cubicBezTo>
                  <a:cubicBezTo>
                    <a:pt x="834156" y="1541405"/>
                    <a:pt x="872092" y="1734154"/>
                    <a:pt x="865118" y="1927182"/>
                  </a:cubicBezTo>
                  <a:cubicBezTo>
                    <a:pt x="850892" y="2320210"/>
                    <a:pt x="686037" y="2659961"/>
                    <a:pt x="441126" y="2960103"/>
                  </a:cubicBezTo>
                  <a:cubicBezTo>
                    <a:pt x="237776" y="3209476"/>
                    <a:pt x="52558" y="3456619"/>
                    <a:pt x="9601" y="3785212"/>
                  </a:cubicBezTo>
                  <a:cubicBezTo>
                    <a:pt x="-29730" y="4085632"/>
                    <a:pt x="50885" y="4397210"/>
                    <a:pt x="267902" y="4615063"/>
                  </a:cubicBezTo>
                  <a:cubicBezTo>
                    <a:pt x="455631" y="4803628"/>
                    <a:pt x="727321" y="4911578"/>
                    <a:pt x="993432" y="4866111"/>
                  </a:cubicBezTo>
                  <a:cubicBezTo>
                    <a:pt x="1305011" y="4813111"/>
                    <a:pt x="1546854" y="4578243"/>
                    <a:pt x="1735140" y="4339469"/>
                  </a:cubicBezTo>
                  <a:cubicBezTo>
                    <a:pt x="1956342" y="4058853"/>
                    <a:pt x="2145744" y="3753133"/>
                    <a:pt x="2458718" y="3563732"/>
                  </a:cubicBezTo>
                  <a:cubicBezTo>
                    <a:pt x="2792333" y="3361778"/>
                    <a:pt x="3149380" y="3339463"/>
                    <a:pt x="3529299" y="3364847"/>
                  </a:cubicBezTo>
                  <a:cubicBezTo>
                    <a:pt x="3871562" y="3387720"/>
                    <a:pt x="4215219" y="3393578"/>
                    <a:pt x="4506156" y="3185487"/>
                  </a:cubicBezTo>
                  <a:cubicBezTo>
                    <a:pt x="4761389" y="3003059"/>
                    <a:pt x="4883566" y="2736112"/>
                    <a:pt x="4941307" y="2434855"/>
                  </a:cubicBezTo>
                  <a:cubicBezTo>
                    <a:pt x="5007695" y="2088689"/>
                    <a:pt x="5061531" y="1758980"/>
                    <a:pt x="5349679" y="1522158"/>
                  </a:cubicBezTo>
                  <a:cubicBezTo>
                    <a:pt x="5477156" y="1417277"/>
                    <a:pt x="5633085" y="1342241"/>
                    <a:pt x="5795987" y="1314068"/>
                  </a:cubicBezTo>
                  <a:cubicBezTo>
                    <a:pt x="5903380" y="1295379"/>
                    <a:pt x="6022488" y="1302910"/>
                    <a:pt x="6122071" y="1349773"/>
                  </a:cubicBezTo>
                  <a:cubicBezTo>
                    <a:pt x="6191528" y="1382409"/>
                    <a:pt x="6240900" y="1441823"/>
                    <a:pt x="6307847" y="1476412"/>
                  </a:cubicBezTo>
                  <a:cubicBezTo>
                    <a:pt x="6526538" y="1589104"/>
                    <a:pt x="6762244" y="1420624"/>
                    <a:pt x="6805202" y="1200539"/>
                  </a:cubicBezTo>
                  <a:cubicBezTo>
                    <a:pt x="6832817" y="1060789"/>
                    <a:pt x="6801017" y="916855"/>
                    <a:pt x="6749971" y="786590"/>
                  </a:cubicBezTo>
                  <a:close/>
                </a:path>
              </a:pathLst>
            </a:custGeom>
            <a:solidFill>
              <a:srgbClr val="DA9AA5"/>
            </a:solidFill>
            <a:ln w="244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8" name="文本框 20">
            <a:extLst>
              <a:ext uri="{FF2B5EF4-FFF2-40B4-BE49-F238E27FC236}">
                <a16:creationId xmlns:a16="http://schemas.microsoft.com/office/drawing/2014/main" id="{8F5CBAC2-D21F-C779-31FA-D9E0BD246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647" y="388099"/>
            <a:ext cx="27673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工作完成情况</a:t>
            </a:r>
          </a:p>
        </p:txBody>
      </p:sp>
      <p:pic>
        <p:nvPicPr>
          <p:cNvPr id="3" name="图片占位符 3">
            <a:extLst>
              <a:ext uri="{FF2B5EF4-FFF2-40B4-BE49-F238E27FC236}">
                <a16:creationId xmlns:a16="http://schemas.microsoft.com/office/drawing/2014/main" id="{90CC87DE-5A74-3686-2601-F8AD009513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5231" y="1424889"/>
            <a:ext cx="3148612" cy="4193103"/>
          </a:xfrm>
          <a:prstGeom prst="rect">
            <a:avLst/>
          </a:prstGeom>
          <a:noFill/>
          <a:effectLst>
            <a:outerShdw blurRad="762000" dist="127000" dir="5400000" algn="t" rotWithShape="0">
              <a:schemeClr val="bg1">
                <a:lumMod val="50000"/>
                <a:alpha val="15000"/>
              </a:schemeClr>
            </a:outerShdw>
          </a:effec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9A28FEFD-5BF1-8368-24F9-EB6A2B94C7CE}"/>
              </a:ext>
            </a:extLst>
          </p:cNvPr>
          <p:cNvGrpSpPr/>
          <p:nvPr/>
        </p:nvGrpSpPr>
        <p:grpSpPr>
          <a:xfrm>
            <a:off x="4155594" y="3522676"/>
            <a:ext cx="3587860" cy="1987980"/>
            <a:chOff x="660582" y="3790241"/>
            <a:chExt cx="3587860" cy="1987980"/>
          </a:xfrm>
        </p:grpSpPr>
        <p:sp>
          <p:nvSpPr>
            <p:cNvPr id="9" name="TextBox 131">
              <a:extLst>
                <a:ext uri="{FF2B5EF4-FFF2-40B4-BE49-F238E27FC236}">
                  <a16:creationId xmlns:a16="http://schemas.microsoft.com/office/drawing/2014/main" id="{2164AF13-101F-B0F1-7C3D-5F3AF582F052}"/>
                </a:ext>
              </a:extLst>
            </p:cNvPr>
            <p:cNvSpPr txBox="1"/>
            <p:nvPr/>
          </p:nvSpPr>
          <p:spPr>
            <a:xfrm>
              <a:off x="1554326" y="3790241"/>
              <a:ext cx="2694116" cy="1987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>
                <a:lnSpc>
                  <a:spcPct val="120000"/>
                </a:lnSpc>
                <a:defRPr sz="120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pPr marL="0" marR="0" lvl="0" indent="0" algn="just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+mn-lt"/>
                  <a:cs typeface="+mn-ea"/>
                  <a:sym typeface="+mn-lt"/>
                </a:rPr>
                <a:t>添加标题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cs typeface="+mn-ea"/>
                <a:sym typeface="+mn-lt"/>
              </a:endParaRPr>
            </a:p>
            <a:p>
              <a:pPr lvl="0" algn="just" defTabSz="457200">
                <a:lnSpc>
                  <a:spcPct val="150000"/>
                </a:lnSpc>
                <a:defRPr/>
              </a:pPr>
              <a:r>
                <a:rPr lang="zh-CN" altLang="en-US" sz="1600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cs typeface="+mn-ea"/>
                  <a:sym typeface="+mn-lt"/>
                </a:rPr>
                <a:t>请您单击此处输入文本内容加以解释说明，可根据自己的需要适当地调整文字的颜色或者大小等属性。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cs typeface="+mn-ea"/>
                <a:sym typeface="+mn-lt"/>
              </a:endParaRPr>
            </a:p>
          </p:txBody>
        </p:sp>
        <p:grpSp>
          <p:nvGrpSpPr>
            <p:cNvPr id="10" name="Group 11">
              <a:extLst>
                <a:ext uri="{FF2B5EF4-FFF2-40B4-BE49-F238E27FC236}">
                  <a16:creationId xmlns:a16="http://schemas.microsoft.com/office/drawing/2014/main" id="{28B192DD-395C-1FE7-3EB6-6A75180504C8}"/>
                </a:ext>
              </a:extLst>
            </p:cNvPr>
            <p:cNvGrpSpPr/>
            <p:nvPr/>
          </p:nvGrpSpPr>
          <p:grpSpPr>
            <a:xfrm>
              <a:off x="660582" y="3792827"/>
              <a:ext cx="816666" cy="816666"/>
              <a:chOff x="1013506" y="3792827"/>
              <a:chExt cx="816666" cy="816666"/>
            </a:xfrm>
          </p:grpSpPr>
          <p:sp>
            <p:nvSpPr>
              <p:cNvPr id="11" name="Oval 134">
                <a:extLst>
                  <a:ext uri="{FF2B5EF4-FFF2-40B4-BE49-F238E27FC236}">
                    <a16:creationId xmlns:a16="http://schemas.microsoft.com/office/drawing/2014/main" id="{FD8EF2A3-D762-AAD9-AD64-BE0DEDE7FA6A}"/>
                  </a:ext>
                </a:extLst>
              </p:cNvPr>
              <p:cNvSpPr/>
              <p:nvPr/>
            </p:nvSpPr>
            <p:spPr>
              <a:xfrm>
                <a:off x="1013506" y="3792827"/>
                <a:ext cx="816666" cy="816666"/>
              </a:xfrm>
              <a:prstGeom prst="ellipse">
                <a:avLst/>
              </a:prstGeom>
              <a:solidFill>
                <a:sysClr val="window" lastClr="FFFFFF">
                  <a:lumMod val="85000"/>
                  <a:alpha val="50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" name="Partial Circle 135">
                <a:extLst>
                  <a:ext uri="{FF2B5EF4-FFF2-40B4-BE49-F238E27FC236}">
                    <a16:creationId xmlns:a16="http://schemas.microsoft.com/office/drawing/2014/main" id="{993F2C34-6DC7-38C2-15B6-2320792586C4}"/>
                  </a:ext>
                </a:extLst>
              </p:cNvPr>
              <p:cNvSpPr/>
              <p:nvPr/>
            </p:nvSpPr>
            <p:spPr>
              <a:xfrm>
                <a:off x="1013506" y="3792828"/>
                <a:ext cx="816666" cy="816664"/>
              </a:xfrm>
              <a:prstGeom prst="pie">
                <a:avLst>
                  <a:gd name="adj1" fmla="val 18843425"/>
                  <a:gd name="adj2" fmla="val 16200000"/>
                </a:avLst>
              </a:prstGeom>
              <a:solidFill>
                <a:srgbClr val="7E8A7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" name="Oval 136">
                <a:extLst>
                  <a:ext uri="{FF2B5EF4-FFF2-40B4-BE49-F238E27FC236}">
                    <a16:creationId xmlns:a16="http://schemas.microsoft.com/office/drawing/2014/main" id="{EAA50BFE-02A7-265F-B7F5-3DE72B0906F0}"/>
                  </a:ext>
                </a:extLst>
              </p:cNvPr>
              <p:cNvSpPr/>
              <p:nvPr/>
            </p:nvSpPr>
            <p:spPr>
              <a:xfrm>
                <a:off x="1133510" y="3912831"/>
                <a:ext cx="576658" cy="576658"/>
              </a:xfrm>
              <a:prstGeom prst="ellipse">
                <a:avLst/>
              </a:prstGeom>
              <a:solidFill>
                <a:srgbClr val="DA9AA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27000"/>
                  </a:prstClr>
                </a:outerShdw>
              </a:effectLst>
            </p:spPr>
            <p:txBody>
              <a:bodyPr wrap="none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85%</a:t>
                </a:r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F10228E-685C-C292-28F2-EF1E8B32ECCF}"/>
              </a:ext>
            </a:extLst>
          </p:cNvPr>
          <p:cNvGrpSpPr/>
          <p:nvPr/>
        </p:nvGrpSpPr>
        <p:grpSpPr>
          <a:xfrm>
            <a:off x="8118335" y="3522676"/>
            <a:ext cx="3642897" cy="1987980"/>
            <a:chOff x="3770776" y="3790241"/>
            <a:chExt cx="3642897" cy="1987980"/>
          </a:xfrm>
        </p:grpSpPr>
        <p:sp>
          <p:nvSpPr>
            <p:cNvPr id="15" name="TextBox 150">
              <a:extLst>
                <a:ext uri="{FF2B5EF4-FFF2-40B4-BE49-F238E27FC236}">
                  <a16:creationId xmlns:a16="http://schemas.microsoft.com/office/drawing/2014/main" id="{12D7A978-51EC-732A-C3D3-C95D51DE48B4}"/>
                </a:ext>
              </a:extLst>
            </p:cNvPr>
            <p:cNvSpPr txBox="1"/>
            <p:nvPr/>
          </p:nvSpPr>
          <p:spPr>
            <a:xfrm>
              <a:off x="4664521" y="3790241"/>
              <a:ext cx="2749152" cy="1987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>
                <a:lnSpc>
                  <a:spcPct val="120000"/>
                </a:lnSpc>
                <a:defRPr sz="120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pPr lvl="0" algn="just" defTabSz="457200">
                <a:lnSpc>
                  <a:spcPct val="150000"/>
                </a:lnSpc>
                <a:defRPr/>
              </a:pPr>
              <a:r>
                <a:rPr lang="zh-CN" altLang="en-US" sz="2000" b="1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cs typeface="+mn-ea"/>
                  <a:sym typeface="+mn-lt"/>
                </a:rPr>
                <a:t>添加标题</a:t>
              </a:r>
              <a:endParaRPr lang="en-US" altLang="zh-CN" sz="20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cs typeface="+mn-ea"/>
                <a:sym typeface="+mn-lt"/>
              </a:endParaRPr>
            </a:p>
            <a:p>
              <a:pPr lvl="0" algn="just" defTabSz="457200">
                <a:lnSpc>
                  <a:spcPct val="150000"/>
                </a:lnSpc>
                <a:defRPr/>
              </a:pPr>
              <a:r>
                <a:rPr lang="zh-CN" altLang="en-US" sz="1600" kern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cs typeface="+mn-ea"/>
                  <a:sym typeface="+mn-lt"/>
                </a:rPr>
                <a:t>请您单击此处输入文本内容加以解释说明，可根据自己的需要适当地调整文字的颜色或者大小等属性。</a:t>
              </a:r>
              <a:endParaRPr lang="en-US" altLang="zh-CN" sz="16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cs typeface="+mn-ea"/>
                <a:sym typeface="+mn-lt"/>
              </a:endParaRPr>
            </a:p>
          </p:txBody>
        </p:sp>
        <p:grpSp>
          <p:nvGrpSpPr>
            <p:cNvPr id="16" name="Group 7">
              <a:extLst>
                <a:ext uri="{FF2B5EF4-FFF2-40B4-BE49-F238E27FC236}">
                  <a16:creationId xmlns:a16="http://schemas.microsoft.com/office/drawing/2014/main" id="{64150689-9502-1299-DD85-E1745B97AFF6}"/>
                </a:ext>
              </a:extLst>
            </p:cNvPr>
            <p:cNvGrpSpPr/>
            <p:nvPr/>
          </p:nvGrpSpPr>
          <p:grpSpPr>
            <a:xfrm>
              <a:off x="3770776" y="3792827"/>
              <a:ext cx="816666" cy="816666"/>
              <a:chOff x="3642440" y="3792827"/>
              <a:chExt cx="816666" cy="816666"/>
            </a:xfrm>
          </p:grpSpPr>
          <p:sp>
            <p:nvSpPr>
              <p:cNvPr id="17" name="Oval 146">
                <a:extLst>
                  <a:ext uri="{FF2B5EF4-FFF2-40B4-BE49-F238E27FC236}">
                    <a16:creationId xmlns:a16="http://schemas.microsoft.com/office/drawing/2014/main" id="{4123FA60-0017-FC24-174A-4A2D1F30E9BA}"/>
                  </a:ext>
                </a:extLst>
              </p:cNvPr>
              <p:cNvSpPr/>
              <p:nvPr/>
            </p:nvSpPr>
            <p:spPr>
              <a:xfrm>
                <a:off x="3642440" y="3792827"/>
                <a:ext cx="816666" cy="816666"/>
              </a:xfrm>
              <a:prstGeom prst="ellipse">
                <a:avLst/>
              </a:prstGeom>
              <a:solidFill>
                <a:sysClr val="window" lastClr="FFFFFF">
                  <a:lumMod val="85000"/>
                  <a:alpha val="50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" name="Partial Circle 147">
                <a:extLst>
                  <a:ext uri="{FF2B5EF4-FFF2-40B4-BE49-F238E27FC236}">
                    <a16:creationId xmlns:a16="http://schemas.microsoft.com/office/drawing/2014/main" id="{EDF8F50B-0D8F-440E-2D86-00F45329A808}"/>
                  </a:ext>
                </a:extLst>
              </p:cNvPr>
              <p:cNvSpPr/>
              <p:nvPr/>
            </p:nvSpPr>
            <p:spPr>
              <a:xfrm>
                <a:off x="3642440" y="3792828"/>
                <a:ext cx="816666" cy="816664"/>
              </a:xfrm>
              <a:prstGeom prst="pie">
                <a:avLst>
                  <a:gd name="adj1" fmla="val 3475429"/>
                  <a:gd name="adj2" fmla="val 16200000"/>
                </a:avLst>
              </a:prstGeom>
              <a:solidFill>
                <a:srgbClr val="7E8A7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" name="Oval 148">
                <a:extLst>
                  <a:ext uri="{FF2B5EF4-FFF2-40B4-BE49-F238E27FC236}">
                    <a16:creationId xmlns:a16="http://schemas.microsoft.com/office/drawing/2014/main" id="{2D3A5ECE-0AAB-F757-73EC-B686D009B062}"/>
                  </a:ext>
                </a:extLst>
              </p:cNvPr>
              <p:cNvSpPr/>
              <p:nvPr/>
            </p:nvSpPr>
            <p:spPr>
              <a:xfrm>
                <a:off x="3762444" y="3912831"/>
                <a:ext cx="576658" cy="576658"/>
              </a:xfrm>
              <a:prstGeom prst="ellipse">
                <a:avLst/>
              </a:prstGeom>
              <a:solidFill>
                <a:srgbClr val="DA9AA5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27000"/>
                  </a:prstClr>
                </a:outerShdw>
              </a:effectLst>
            </p:spPr>
            <p:txBody>
              <a:bodyPr wrap="none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60%</a:t>
                </a:r>
              </a:p>
            </p:txBody>
          </p:sp>
        </p:grp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5F9B2EE-3884-9BCE-4EF0-FEEA7FA829BF}"/>
              </a:ext>
            </a:extLst>
          </p:cNvPr>
          <p:cNvGrpSpPr/>
          <p:nvPr/>
        </p:nvGrpSpPr>
        <p:grpSpPr>
          <a:xfrm>
            <a:off x="4328238" y="1709231"/>
            <a:ext cx="7134706" cy="1155896"/>
            <a:chOff x="1305614" y="1927940"/>
            <a:chExt cx="6535533" cy="1155896"/>
          </a:xfrm>
        </p:grpSpPr>
        <p:sp>
          <p:nvSpPr>
            <p:cNvPr id="21" name="文本框">
              <a:extLst>
                <a:ext uri="{FF2B5EF4-FFF2-40B4-BE49-F238E27FC236}">
                  <a16:creationId xmlns:a16="http://schemas.microsoft.com/office/drawing/2014/main" id="{5E4BE48A-CA6F-BB4C-2D83-14C33A03EAB3}"/>
                </a:ext>
              </a:extLst>
            </p:cNvPr>
            <p:cNvSpPr/>
            <p:nvPr/>
          </p:nvSpPr>
          <p:spPr>
            <a:xfrm>
              <a:off x="1305614" y="2296184"/>
              <a:ext cx="6535533" cy="7876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457200">
                <a:lnSpc>
                  <a:spcPct val="150000"/>
                </a:lnSpc>
                <a:defRPr/>
              </a:pPr>
              <a:r>
                <a:rPr lang="zh-CN" altLang="en-US" sz="1600" kern="0" dirty="0">
                  <a:solidFill>
                    <a:prstClr val="black">
                      <a:lumMod val="65000"/>
                      <a:lumOff val="35000"/>
                    </a:prstClr>
                  </a:solidFill>
                  <a:cs typeface="+mn-ea"/>
                  <a:sym typeface="+mn-lt"/>
                </a:rPr>
                <a:t>请您单击此处输入文本内容加以解释说明，可根据自己的需要适当地调整文字的颜色或者大小等属性。单击此处输入文本内容，可调整文字的颜色等属性。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60A1AD28-68F3-109F-DDDB-C5F1DBA9C486}"/>
                </a:ext>
              </a:extLst>
            </p:cNvPr>
            <p:cNvSpPr txBox="1"/>
            <p:nvPr/>
          </p:nvSpPr>
          <p:spPr>
            <a:xfrm>
              <a:off x="1305614" y="1927940"/>
              <a:ext cx="31316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8800">
                  <a:ln>
                    <a:solidFill>
                      <a:schemeClr val="bg1"/>
                    </a:solidFill>
                  </a:ln>
                  <a:solidFill>
                    <a:srgbClr val="6EAA2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禹卫书法行书简体&#10;" pitchFamily="2" charset="-122"/>
                  <a:ea typeface="禹卫书法行书简体&#10;" pitchFamily="2" charset="-122"/>
                </a:defRPr>
              </a:lvl1pPr>
            </a:lstStyle>
            <a:p>
              <a:pPr algn="l"/>
              <a:r>
                <a:rPr lang="zh-CN" altLang="en-US" sz="2000" b="1" dirty="0">
                  <a:ln w="6350"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latin typeface="+mn-lt"/>
                  <a:ea typeface="+mn-ea"/>
                  <a:cs typeface="+mn-ea"/>
                  <a:sym typeface="+mn-lt"/>
                </a:rPr>
                <a:t>添加标题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8014625"/>
      </p:ext>
    </p:extLst>
  </p:cSld>
  <p:clrMapOvr>
    <a:masterClrMapping/>
  </p:clrMapOvr>
  <p:transition spd="med" advTm="0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9F24ACDB-E4C3-F8CF-EFD6-8AACA7589203}"/>
              </a:ext>
            </a:extLst>
          </p:cNvPr>
          <p:cNvSpPr/>
          <p:nvPr/>
        </p:nvSpPr>
        <p:spPr>
          <a:xfrm rot="13309666" flipH="1">
            <a:off x="-543961" y="-452225"/>
            <a:ext cx="1261549" cy="1560327"/>
          </a:xfrm>
          <a:custGeom>
            <a:avLst/>
            <a:gdLst>
              <a:gd name="connsiteX0" fmla="*/ 2291801 w 2659024"/>
              <a:gd name="connsiteY0" fmla="*/ 2285896 h 3739830"/>
              <a:gd name="connsiteX1" fmla="*/ 2038521 w 2659024"/>
              <a:gd name="connsiteY1" fmla="*/ 1784080 h 3739830"/>
              <a:gd name="connsiteX2" fmla="*/ 2231828 w 2659024"/>
              <a:gd name="connsiteY2" fmla="*/ 1284775 h 3739830"/>
              <a:gd name="connsiteX3" fmla="*/ 2388036 w 2659024"/>
              <a:gd name="connsiteY3" fmla="*/ 764270 h 3739830"/>
              <a:gd name="connsiteX4" fmla="*/ 2233502 w 2659024"/>
              <a:gd name="connsiteY4" fmla="*/ 269148 h 3739830"/>
              <a:gd name="connsiteX5" fmla="*/ 2050236 w 2659024"/>
              <a:gd name="connsiteY5" fmla="*/ 82536 h 3739830"/>
              <a:gd name="connsiteX6" fmla="*/ 1947585 w 2659024"/>
              <a:gd name="connsiteY6" fmla="*/ 80863 h 3739830"/>
              <a:gd name="connsiteX7" fmla="*/ 1938659 w 2659024"/>
              <a:gd name="connsiteY7" fmla="*/ 83094 h 3739830"/>
              <a:gd name="connsiteX8" fmla="*/ 1899328 w 2659024"/>
              <a:gd name="connsiteY8" fmla="*/ 63290 h 3739830"/>
              <a:gd name="connsiteX9" fmla="*/ 827352 w 2659024"/>
              <a:gd name="connsiteY9" fmla="*/ 150319 h 3739830"/>
              <a:gd name="connsiteX10" fmla="*/ 386622 w 2659024"/>
              <a:gd name="connsiteY10" fmla="*/ 500112 h 3739830"/>
              <a:gd name="connsiteX11" fmla="*/ 270582 w 2659024"/>
              <a:gd name="connsiteY11" fmla="*/ 1054648 h 3739830"/>
              <a:gd name="connsiteX12" fmla="*/ 337529 w 2659024"/>
              <a:gd name="connsiteY12" fmla="*/ 1627594 h 3739830"/>
              <a:gd name="connsiteX13" fmla="*/ 59981 w 2659024"/>
              <a:gd name="connsiteY13" fmla="*/ 2164557 h 3739830"/>
              <a:gd name="connsiteX14" fmla="*/ 66117 w 2659024"/>
              <a:gd name="connsiteY14" fmla="*/ 2707656 h 3739830"/>
              <a:gd name="connsiteX15" fmla="*/ 477558 w 2659024"/>
              <a:gd name="connsiteY15" fmla="*/ 2965677 h 3739830"/>
              <a:gd name="connsiteX16" fmla="*/ 1027911 w 2659024"/>
              <a:gd name="connsiteY16" fmla="*/ 2985203 h 3739830"/>
              <a:gd name="connsiteX17" fmla="*/ 1425126 w 2659024"/>
              <a:gd name="connsiteY17" fmla="*/ 3214772 h 3739830"/>
              <a:gd name="connsiteX18" fmla="*/ 2143961 w 2659024"/>
              <a:gd name="connsiteY18" fmla="*/ 3732766 h 3739830"/>
              <a:gd name="connsiteX19" fmla="*/ 2615374 w 2659024"/>
              <a:gd name="connsiteY19" fmla="*/ 2799428 h 3739830"/>
              <a:gd name="connsiteX20" fmla="*/ 2291801 w 2659024"/>
              <a:gd name="connsiteY20" fmla="*/ 2285896 h 37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659024" h="3739830">
                <a:moveTo>
                  <a:pt x="2291801" y="2285896"/>
                </a:moveTo>
                <a:cubicBezTo>
                  <a:pt x="2174087" y="2139173"/>
                  <a:pt x="2045494" y="1980176"/>
                  <a:pt x="2038521" y="1784080"/>
                </a:cubicBezTo>
                <a:cubicBezTo>
                  <a:pt x="2042147" y="1599421"/>
                  <a:pt x="2147308" y="1442377"/>
                  <a:pt x="2231828" y="1284775"/>
                </a:cubicBezTo>
                <a:cubicBezTo>
                  <a:pt x="2318858" y="1121873"/>
                  <a:pt x="2388873" y="951998"/>
                  <a:pt x="2388036" y="764270"/>
                </a:cubicBezTo>
                <a:cubicBezTo>
                  <a:pt x="2387199" y="590489"/>
                  <a:pt x="2333084" y="411967"/>
                  <a:pt x="2233502" y="269148"/>
                </a:cubicBezTo>
                <a:cubicBezTo>
                  <a:pt x="2188313" y="204434"/>
                  <a:pt x="2125551" y="114057"/>
                  <a:pt x="2050236" y="82536"/>
                </a:cubicBezTo>
                <a:cubicBezTo>
                  <a:pt x="2013695" y="67195"/>
                  <a:pt x="1984127" y="75284"/>
                  <a:pt x="1947585" y="80863"/>
                </a:cubicBezTo>
                <a:cubicBezTo>
                  <a:pt x="1944796" y="81421"/>
                  <a:pt x="1941728" y="81979"/>
                  <a:pt x="1938659" y="83094"/>
                </a:cubicBezTo>
                <a:cubicBezTo>
                  <a:pt x="1935312" y="77237"/>
                  <a:pt x="1914670" y="68032"/>
                  <a:pt x="1899328" y="63290"/>
                </a:cubicBezTo>
                <a:cubicBezTo>
                  <a:pt x="1547860" y="-47729"/>
                  <a:pt x="1157620" y="-8956"/>
                  <a:pt x="827352" y="150319"/>
                </a:cubicBezTo>
                <a:cubicBezTo>
                  <a:pt x="659149" y="231491"/>
                  <a:pt x="499873" y="350042"/>
                  <a:pt x="386622" y="500112"/>
                </a:cubicBezTo>
                <a:cubicBezTo>
                  <a:pt x="261656" y="665524"/>
                  <a:pt x="233204" y="853531"/>
                  <a:pt x="270582" y="1054648"/>
                </a:cubicBezTo>
                <a:cubicBezTo>
                  <a:pt x="306287" y="1245723"/>
                  <a:pt x="398338" y="1431777"/>
                  <a:pt x="337529" y="1627594"/>
                </a:cubicBezTo>
                <a:cubicBezTo>
                  <a:pt x="277277" y="1820343"/>
                  <a:pt x="134737" y="1977108"/>
                  <a:pt x="59981" y="2164557"/>
                </a:cubicBezTo>
                <a:cubicBezTo>
                  <a:pt x="-8639" y="2336943"/>
                  <a:pt x="-32907" y="2541407"/>
                  <a:pt x="66117" y="2707656"/>
                </a:cubicBezTo>
                <a:cubicBezTo>
                  <a:pt x="153426" y="2854379"/>
                  <a:pt x="313818" y="2936109"/>
                  <a:pt x="477558" y="2965677"/>
                </a:cubicBezTo>
                <a:cubicBezTo>
                  <a:pt x="660823" y="2998871"/>
                  <a:pt x="843530" y="2972929"/>
                  <a:pt x="1027911" y="2985203"/>
                </a:cubicBezTo>
                <a:cubicBezTo>
                  <a:pt x="1204203" y="2996918"/>
                  <a:pt x="1326101" y="3071396"/>
                  <a:pt x="1425126" y="3214772"/>
                </a:cubicBezTo>
                <a:cubicBezTo>
                  <a:pt x="1603928" y="3473908"/>
                  <a:pt x="1772967" y="3791344"/>
                  <a:pt x="2143961" y="3732766"/>
                </a:cubicBezTo>
                <a:cubicBezTo>
                  <a:pt x="2582180" y="3663868"/>
                  <a:pt x="2745919" y="3181299"/>
                  <a:pt x="2615374" y="2799428"/>
                </a:cubicBezTo>
                <a:cubicBezTo>
                  <a:pt x="2548428" y="2603332"/>
                  <a:pt x="2419835" y="2445451"/>
                  <a:pt x="2291801" y="2285896"/>
                </a:cubicBezTo>
                <a:close/>
              </a:path>
            </a:pathLst>
          </a:custGeom>
          <a:solidFill>
            <a:srgbClr val="7E8A72"/>
          </a:solidFill>
          <a:ln w="244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7CA7EB-8ACF-75BE-3668-5D331A747F12}"/>
              </a:ext>
            </a:extLst>
          </p:cNvPr>
          <p:cNvGrpSpPr/>
          <p:nvPr/>
        </p:nvGrpSpPr>
        <p:grpSpPr>
          <a:xfrm>
            <a:off x="9539785" y="5610004"/>
            <a:ext cx="2884102" cy="2495992"/>
            <a:chOff x="8899022" y="5317131"/>
            <a:chExt cx="3438309" cy="297562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52D97EF-FFB4-7E97-621A-3EF96724ECEB}"/>
                </a:ext>
              </a:extLst>
            </p:cNvPr>
            <p:cNvSpPr/>
            <p:nvPr/>
          </p:nvSpPr>
          <p:spPr>
            <a:xfrm rot="10800000">
              <a:off x="10618177" y="5317131"/>
              <a:ext cx="1573823" cy="1540869"/>
            </a:xfrm>
            <a:custGeom>
              <a:avLst/>
              <a:gdLst>
                <a:gd name="connsiteX0" fmla="*/ 0 w 7004667"/>
                <a:gd name="connsiteY0" fmla="*/ 0 h 6858002"/>
                <a:gd name="connsiteX1" fmla="*/ 7004667 w 7004667"/>
                <a:gd name="connsiteY1" fmla="*/ 0 h 6858002"/>
                <a:gd name="connsiteX2" fmla="*/ 6927890 w 7004667"/>
                <a:gd name="connsiteY2" fmla="*/ 13049 h 6858002"/>
                <a:gd name="connsiteX3" fmla="*/ 4016144 w 7004667"/>
                <a:gd name="connsiteY3" fmla="*/ 3524955 h 6858002"/>
                <a:gd name="connsiteX4" fmla="*/ 980784 w 7004667"/>
                <a:gd name="connsiteY4" fmla="*/ 6858002 h 6858002"/>
                <a:gd name="connsiteX5" fmla="*/ 0 w 7004667"/>
                <a:gd name="connsiteY5" fmla="*/ 6858002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4667" h="6858002">
                  <a:moveTo>
                    <a:pt x="0" y="0"/>
                  </a:moveTo>
                  <a:lnTo>
                    <a:pt x="7004667" y="0"/>
                  </a:lnTo>
                  <a:lnTo>
                    <a:pt x="6927890" y="13049"/>
                  </a:lnTo>
                  <a:cubicBezTo>
                    <a:pt x="5094667" y="437170"/>
                    <a:pt x="6918515" y="3313232"/>
                    <a:pt x="4016144" y="3524955"/>
                  </a:cubicBezTo>
                  <a:cubicBezTo>
                    <a:pt x="933197" y="3670782"/>
                    <a:pt x="3682935" y="6027461"/>
                    <a:pt x="980784" y="6858002"/>
                  </a:cubicBezTo>
                  <a:lnTo>
                    <a:pt x="0" y="6858002"/>
                  </a:lnTo>
                  <a:close/>
                </a:path>
              </a:pathLst>
            </a:custGeom>
            <a:solidFill>
              <a:srgbClr val="CDC0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2AB46ADB-D1E6-D7E0-C3E1-1AEA17EF9883}"/>
                </a:ext>
              </a:extLst>
            </p:cNvPr>
            <p:cNvSpPr/>
            <p:nvPr/>
          </p:nvSpPr>
          <p:spPr>
            <a:xfrm rot="19222550" flipH="1">
              <a:off x="8899022" y="5832618"/>
              <a:ext cx="3438309" cy="2460133"/>
            </a:xfrm>
            <a:custGeom>
              <a:avLst/>
              <a:gdLst>
                <a:gd name="connsiteX0" fmla="*/ 6749971 w 6815402"/>
                <a:gd name="connsiteY0" fmla="*/ 786590 h 4876466"/>
                <a:gd name="connsiteX1" fmla="*/ 6748018 w 6815402"/>
                <a:gd name="connsiteY1" fmla="*/ 782405 h 4876466"/>
                <a:gd name="connsiteX2" fmla="*/ 6746902 w 6815402"/>
                <a:gd name="connsiteY2" fmla="*/ 779058 h 4876466"/>
                <a:gd name="connsiteX3" fmla="*/ 5340753 w 6815402"/>
                <a:gd name="connsiteY3" fmla="*/ 22847 h 4876466"/>
                <a:gd name="connsiteX4" fmla="*/ 3376439 w 6815402"/>
                <a:gd name="connsiteY4" fmla="*/ 789100 h 4876466"/>
                <a:gd name="connsiteX5" fmla="*/ 2839474 w 6815402"/>
                <a:gd name="connsiteY5" fmla="*/ 604441 h 4876466"/>
                <a:gd name="connsiteX6" fmla="*/ 2428592 w 6815402"/>
                <a:gd name="connsiteY6" fmla="*/ 310994 h 4876466"/>
                <a:gd name="connsiteX7" fmla="*/ 1587301 w 6815402"/>
                <a:gd name="connsiteY7" fmla="*/ 209459 h 4876466"/>
                <a:gd name="connsiteX8" fmla="*/ 968327 w 6815402"/>
                <a:gd name="connsiteY8" fmla="*/ 927455 h 4876466"/>
                <a:gd name="connsiteX9" fmla="*/ 850613 w 6815402"/>
                <a:gd name="connsiteY9" fmla="*/ 1348657 h 4876466"/>
                <a:gd name="connsiteX10" fmla="*/ 865118 w 6815402"/>
                <a:gd name="connsiteY10" fmla="*/ 1927182 h 4876466"/>
                <a:gd name="connsiteX11" fmla="*/ 441126 w 6815402"/>
                <a:gd name="connsiteY11" fmla="*/ 2960103 h 4876466"/>
                <a:gd name="connsiteX12" fmla="*/ 9601 w 6815402"/>
                <a:gd name="connsiteY12" fmla="*/ 3785212 h 4876466"/>
                <a:gd name="connsiteX13" fmla="*/ 267902 w 6815402"/>
                <a:gd name="connsiteY13" fmla="*/ 4615063 h 4876466"/>
                <a:gd name="connsiteX14" fmla="*/ 993432 w 6815402"/>
                <a:gd name="connsiteY14" fmla="*/ 4866111 h 4876466"/>
                <a:gd name="connsiteX15" fmla="*/ 1735140 w 6815402"/>
                <a:gd name="connsiteY15" fmla="*/ 4339469 h 4876466"/>
                <a:gd name="connsiteX16" fmla="*/ 2458718 w 6815402"/>
                <a:gd name="connsiteY16" fmla="*/ 3563732 h 4876466"/>
                <a:gd name="connsiteX17" fmla="*/ 3529299 w 6815402"/>
                <a:gd name="connsiteY17" fmla="*/ 3364847 h 4876466"/>
                <a:gd name="connsiteX18" fmla="*/ 4506156 w 6815402"/>
                <a:gd name="connsiteY18" fmla="*/ 3185487 h 4876466"/>
                <a:gd name="connsiteX19" fmla="*/ 4941307 w 6815402"/>
                <a:gd name="connsiteY19" fmla="*/ 2434855 h 4876466"/>
                <a:gd name="connsiteX20" fmla="*/ 5349679 w 6815402"/>
                <a:gd name="connsiteY20" fmla="*/ 1522158 h 4876466"/>
                <a:gd name="connsiteX21" fmla="*/ 5795987 w 6815402"/>
                <a:gd name="connsiteY21" fmla="*/ 1314068 h 4876466"/>
                <a:gd name="connsiteX22" fmla="*/ 6122071 w 6815402"/>
                <a:gd name="connsiteY22" fmla="*/ 1349773 h 4876466"/>
                <a:gd name="connsiteX23" fmla="*/ 6307847 w 6815402"/>
                <a:gd name="connsiteY23" fmla="*/ 1476412 h 4876466"/>
                <a:gd name="connsiteX24" fmla="*/ 6805202 w 6815402"/>
                <a:gd name="connsiteY24" fmla="*/ 1200539 h 4876466"/>
                <a:gd name="connsiteX25" fmla="*/ 6749971 w 6815402"/>
                <a:gd name="connsiteY25" fmla="*/ 786590 h 487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815402" h="4876466">
                  <a:moveTo>
                    <a:pt x="6749971" y="786590"/>
                  </a:moveTo>
                  <a:cubicBezTo>
                    <a:pt x="6749413" y="785195"/>
                    <a:pt x="6748576" y="783800"/>
                    <a:pt x="6748018" y="782405"/>
                  </a:cubicBezTo>
                  <a:cubicBezTo>
                    <a:pt x="6747739" y="781290"/>
                    <a:pt x="6747460" y="780174"/>
                    <a:pt x="6746902" y="779058"/>
                  </a:cubicBezTo>
                  <a:cubicBezTo>
                    <a:pt x="6515101" y="236796"/>
                    <a:pt x="5922348" y="-92076"/>
                    <a:pt x="5340753" y="22847"/>
                  </a:cubicBezTo>
                  <a:cubicBezTo>
                    <a:pt x="4643675" y="160645"/>
                    <a:pt x="4114521" y="803047"/>
                    <a:pt x="3376439" y="789100"/>
                  </a:cubicBezTo>
                  <a:cubicBezTo>
                    <a:pt x="3178111" y="785474"/>
                    <a:pt x="3001261" y="716854"/>
                    <a:pt x="2839474" y="604441"/>
                  </a:cubicBezTo>
                  <a:cubicBezTo>
                    <a:pt x="2701119" y="508206"/>
                    <a:pt x="2575316" y="395234"/>
                    <a:pt x="2428592" y="310994"/>
                  </a:cubicBezTo>
                  <a:cubicBezTo>
                    <a:pt x="2178380" y="167339"/>
                    <a:pt x="1861501" y="80030"/>
                    <a:pt x="1587301" y="209459"/>
                  </a:cubicBezTo>
                  <a:cubicBezTo>
                    <a:pt x="1311984" y="339446"/>
                    <a:pt x="1093572" y="659671"/>
                    <a:pt x="968327" y="927455"/>
                  </a:cubicBezTo>
                  <a:cubicBezTo>
                    <a:pt x="906123" y="1060510"/>
                    <a:pt x="863166" y="1201934"/>
                    <a:pt x="850613" y="1348657"/>
                  </a:cubicBezTo>
                  <a:cubicBezTo>
                    <a:pt x="834156" y="1541405"/>
                    <a:pt x="872092" y="1734154"/>
                    <a:pt x="865118" y="1927182"/>
                  </a:cubicBezTo>
                  <a:cubicBezTo>
                    <a:pt x="850892" y="2320210"/>
                    <a:pt x="686037" y="2659961"/>
                    <a:pt x="441126" y="2960103"/>
                  </a:cubicBezTo>
                  <a:cubicBezTo>
                    <a:pt x="237776" y="3209476"/>
                    <a:pt x="52558" y="3456619"/>
                    <a:pt x="9601" y="3785212"/>
                  </a:cubicBezTo>
                  <a:cubicBezTo>
                    <a:pt x="-29730" y="4085632"/>
                    <a:pt x="50885" y="4397210"/>
                    <a:pt x="267902" y="4615063"/>
                  </a:cubicBezTo>
                  <a:cubicBezTo>
                    <a:pt x="455631" y="4803628"/>
                    <a:pt x="727321" y="4911578"/>
                    <a:pt x="993432" y="4866111"/>
                  </a:cubicBezTo>
                  <a:cubicBezTo>
                    <a:pt x="1305011" y="4813111"/>
                    <a:pt x="1546854" y="4578243"/>
                    <a:pt x="1735140" y="4339469"/>
                  </a:cubicBezTo>
                  <a:cubicBezTo>
                    <a:pt x="1956342" y="4058853"/>
                    <a:pt x="2145744" y="3753133"/>
                    <a:pt x="2458718" y="3563732"/>
                  </a:cubicBezTo>
                  <a:cubicBezTo>
                    <a:pt x="2792333" y="3361778"/>
                    <a:pt x="3149380" y="3339463"/>
                    <a:pt x="3529299" y="3364847"/>
                  </a:cubicBezTo>
                  <a:cubicBezTo>
                    <a:pt x="3871562" y="3387720"/>
                    <a:pt x="4215219" y="3393578"/>
                    <a:pt x="4506156" y="3185487"/>
                  </a:cubicBezTo>
                  <a:cubicBezTo>
                    <a:pt x="4761389" y="3003059"/>
                    <a:pt x="4883566" y="2736112"/>
                    <a:pt x="4941307" y="2434855"/>
                  </a:cubicBezTo>
                  <a:cubicBezTo>
                    <a:pt x="5007695" y="2088689"/>
                    <a:pt x="5061531" y="1758980"/>
                    <a:pt x="5349679" y="1522158"/>
                  </a:cubicBezTo>
                  <a:cubicBezTo>
                    <a:pt x="5477156" y="1417277"/>
                    <a:pt x="5633085" y="1342241"/>
                    <a:pt x="5795987" y="1314068"/>
                  </a:cubicBezTo>
                  <a:cubicBezTo>
                    <a:pt x="5903380" y="1295379"/>
                    <a:pt x="6022488" y="1302910"/>
                    <a:pt x="6122071" y="1349773"/>
                  </a:cubicBezTo>
                  <a:cubicBezTo>
                    <a:pt x="6191528" y="1382409"/>
                    <a:pt x="6240900" y="1441823"/>
                    <a:pt x="6307847" y="1476412"/>
                  </a:cubicBezTo>
                  <a:cubicBezTo>
                    <a:pt x="6526538" y="1589104"/>
                    <a:pt x="6762244" y="1420624"/>
                    <a:pt x="6805202" y="1200539"/>
                  </a:cubicBezTo>
                  <a:cubicBezTo>
                    <a:pt x="6832817" y="1060789"/>
                    <a:pt x="6801017" y="916855"/>
                    <a:pt x="6749971" y="786590"/>
                  </a:cubicBezTo>
                  <a:close/>
                </a:path>
              </a:pathLst>
            </a:custGeom>
            <a:solidFill>
              <a:srgbClr val="DA9AA5"/>
            </a:solidFill>
            <a:ln w="244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8" name="文本框 20">
            <a:extLst>
              <a:ext uri="{FF2B5EF4-FFF2-40B4-BE49-F238E27FC236}">
                <a16:creationId xmlns:a16="http://schemas.microsoft.com/office/drawing/2014/main" id="{8F5CBAC2-D21F-C779-31FA-D9E0BD246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647" y="388099"/>
            <a:ext cx="27673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工作完成情况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4977C95-942C-4040-3A09-6090BDCF4249}"/>
              </a:ext>
            </a:extLst>
          </p:cNvPr>
          <p:cNvGrpSpPr/>
          <p:nvPr/>
        </p:nvGrpSpPr>
        <p:grpSpPr>
          <a:xfrm>
            <a:off x="860329" y="1494598"/>
            <a:ext cx="2901617" cy="4107106"/>
            <a:chOff x="1155604" y="1866073"/>
            <a:chExt cx="2901617" cy="4107106"/>
          </a:xfrm>
        </p:grpSpPr>
        <p:sp>
          <p:nvSpPr>
            <p:cNvPr id="23" name="矩形: 圆顶角 22">
              <a:extLst>
                <a:ext uri="{FF2B5EF4-FFF2-40B4-BE49-F238E27FC236}">
                  <a16:creationId xmlns:a16="http://schemas.microsoft.com/office/drawing/2014/main" id="{F736439D-86E0-B9BC-ED8D-B04C96867905}"/>
                </a:ext>
              </a:extLst>
            </p:cNvPr>
            <p:cNvSpPr/>
            <p:nvPr/>
          </p:nvSpPr>
          <p:spPr>
            <a:xfrm>
              <a:off x="1155604" y="1866073"/>
              <a:ext cx="2901617" cy="390943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chemeClr val="bg1">
                  <a:lumMod val="50000"/>
                  <a:alpha val="1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B34C21F3-5FEA-0AAA-42FC-73B37FF67B26}"/>
                </a:ext>
              </a:extLst>
            </p:cNvPr>
            <p:cNvSpPr/>
            <p:nvPr/>
          </p:nvSpPr>
          <p:spPr>
            <a:xfrm>
              <a:off x="1795879" y="5524500"/>
              <a:ext cx="1635757" cy="448679"/>
            </a:xfrm>
            <a:prstGeom prst="roundRect">
              <a:avLst>
                <a:gd name="adj" fmla="val 50000"/>
              </a:avLst>
            </a:prstGeom>
            <a:solidFill>
              <a:srgbClr val="DA9A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C2114D8-CAB7-C75C-9AD0-7BF69A772CBB}"/>
                </a:ext>
              </a:extLst>
            </p:cNvPr>
            <p:cNvSpPr/>
            <p:nvPr/>
          </p:nvSpPr>
          <p:spPr>
            <a:xfrm>
              <a:off x="1525787" y="3268207"/>
              <a:ext cx="2161251" cy="18956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150000"/>
                </a:lnSpc>
                <a:spcBef>
                  <a:spcPct val="0"/>
                </a:spcBef>
                <a:defRPr/>
              </a:pPr>
              <a:r>
                <a:rPr lang="zh-CN" altLang="en-US" sz="1600" kern="0" dirty="0">
                  <a:solidFill>
                    <a:prstClr val="black">
                      <a:lumMod val="65000"/>
                      <a:lumOff val="35000"/>
                    </a:prstClr>
                  </a:solidFill>
                  <a:cs typeface="+mn-ea"/>
                  <a:sym typeface="+mn-lt"/>
                </a:rPr>
                <a:t>请您单击此处输入文本内容加以解释说明，可根据自己的需要适当地调整文字的颜色或者大小等属性。</a:t>
              </a:r>
              <a:endParaRPr lang="zh-CN" altLang="en-US" sz="1200" kern="0" dirty="0">
                <a:solidFill>
                  <a:srgbClr val="595959"/>
                </a:solidFill>
                <a:cs typeface="+mn-ea"/>
                <a:sym typeface="+mn-lt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21CDDC85-9D05-8D43-8A45-14159BB396FD}"/>
                </a:ext>
              </a:extLst>
            </p:cNvPr>
            <p:cNvSpPr txBox="1"/>
            <p:nvPr/>
          </p:nvSpPr>
          <p:spPr>
            <a:xfrm flipH="1">
              <a:off x="1691105" y="2362652"/>
              <a:ext cx="18306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-01-</a:t>
              </a:r>
              <a:endParaRPr lang="zh-CN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B7AB644-62C0-23C6-151C-454FA0BCA6E9}"/>
              </a:ext>
            </a:extLst>
          </p:cNvPr>
          <p:cNvGrpSpPr/>
          <p:nvPr/>
        </p:nvGrpSpPr>
        <p:grpSpPr>
          <a:xfrm>
            <a:off x="4645192" y="1494598"/>
            <a:ext cx="2901617" cy="4107106"/>
            <a:chOff x="4645191" y="1866073"/>
            <a:chExt cx="2901617" cy="4107106"/>
          </a:xfrm>
        </p:grpSpPr>
        <p:sp>
          <p:nvSpPr>
            <p:cNvPr id="28" name="矩形: 圆顶角 27">
              <a:extLst>
                <a:ext uri="{FF2B5EF4-FFF2-40B4-BE49-F238E27FC236}">
                  <a16:creationId xmlns:a16="http://schemas.microsoft.com/office/drawing/2014/main" id="{A5A890EB-423D-C66E-357C-09A76E4DC4EC}"/>
                </a:ext>
              </a:extLst>
            </p:cNvPr>
            <p:cNvSpPr/>
            <p:nvPr/>
          </p:nvSpPr>
          <p:spPr>
            <a:xfrm>
              <a:off x="4645191" y="1866073"/>
              <a:ext cx="2901617" cy="390943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chemeClr val="bg1">
                  <a:lumMod val="50000"/>
                  <a:alpha val="1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423E6684-1487-6294-8D84-EE2913B2EE6D}"/>
                </a:ext>
              </a:extLst>
            </p:cNvPr>
            <p:cNvSpPr/>
            <p:nvPr/>
          </p:nvSpPr>
          <p:spPr>
            <a:xfrm>
              <a:off x="5285466" y="5524500"/>
              <a:ext cx="1635757" cy="448679"/>
            </a:xfrm>
            <a:prstGeom prst="roundRect">
              <a:avLst>
                <a:gd name="adj" fmla="val 50000"/>
              </a:avLst>
            </a:prstGeom>
            <a:solidFill>
              <a:srgbClr val="7E8A7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34C9DC85-08BB-9EC5-5F3C-81DFFF0B935A}"/>
                </a:ext>
              </a:extLst>
            </p:cNvPr>
            <p:cNvSpPr/>
            <p:nvPr/>
          </p:nvSpPr>
          <p:spPr>
            <a:xfrm>
              <a:off x="5015374" y="3268207"/>
              <a:ext cx="2161251" cy="18956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150000"/>
                </a:lnSpc>
                <a:spcBef>
                  <a:spcPct val="0"/>
                </a:spcBef>
                <a:defRPr/>
              </a:pPr>
              <a:r>
                <a:rPr lang="zh-CN" altLang="en-US" sz="1600" kern="0" dirty="0">
                  <a:solidFill>
                    <a:prstClr val="black">
                      <a:lumMod val="65000"/>
                      <a:lumOff val="35000"/>
                    </a:prstClr>
                  </a:solidFill>
                  <a:cs typeface="+mn-ea"/>
                  <a:sym typeface="+mn-lt"/>
                </a:rPr>
                <a:t>请您单击此处输入文本内容加以解释说明，可根据自己的需要适当地调整文字的颜色或者大小等属性。</a:t>
              </a:r>
              <a:endParaRPr lang="zh-CN" altLang="en-US" sz="1200" kern="0" dirty="0">
                <a:solidFill>
                  <a:srgbClr val="595959"/>
                </a:solidFill>
                <a:cs typeface="+mn-ea"/>
                <a:sym typeface="+mn-lt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AFA86ABF-1F34-CFE0-3034-8A489A2CEB98}"/>
                </a:ext>
              </a:extLst>
            </p:cNvPr>
            <p:cNvSpPr txBox="1"/>
            <p:nvPr/>
          </p:nvSpPr>
          <p:spPr>
            <a:xfrm flipH="1">
              <a:off x="5180692" y="2362652"/>
              <a:ext cx="18306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-02-</a:t>
              </a:r>
              <a:endParaRPr lang="zh-CN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453254D-8B18-0C0E-BF33-07ECCB899863}"/>
              </a:ext>
            </a:extLst>
          </p:cNvPr>
          <p:cNvGrpSpPr/>
          <p:nvPr/>
        </p:nvGrpSpPr>
        <p:grpSpPr>
          <a:xfrm>
            <a:off x="8430054" y="1494598"/>
            <a:ext cx="2901617" cy="4107106"/>
            <a:chOff x="8134779" y="1866073"/>
            <a:chExt cx="2901617" cy="4107106"/>
          </a:xfrm>
        </p:grpSpPr>
        <p:sp>
          <p:nvSpPr>
            <p:cNvPr id="33" name="矩形: 圆顶角 32">
              <a:extLst>
                <a:ext uri="{FF2B5EF4-FFF2-40B4-BE49-F238E27FC236}">
                  <a16:creationId xmlns:a16="http://schemas.microsoft.com/office/drawing/2014/main" id="{4BACBDE7-A9B0-0772-B3F4-589C3EA86EFC}"/>
                </a:ext>
              </a:extLst>
            </p:cNvPr>
            <p:cNvSpPr/>
            <p:nvPr/>
          </p:nvSpPr>
          <p:spPr>
            <a:xfrm>
              <a:off x="8134779" y="1866073"/>
              <a:ext cx="2901617" cy="390943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chemeClr val="bg1">
                  <a:lumMod val="50000"/>
                  <a:alpha val="1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2B9BC89F-DEF7-A0D2-8A1F-3A567F9FD824}"/>
                </a:ext>
              </a:extLst>
            </p:cNvPr>
            <p:cNvSpPr/>
            <p:nvPr/>
          </p:nvSpPr>
          <p:spPr>
            <a:xfrm>
              <a:off x="8775054" y="5524500"/>
              <a:ext cx="1635757" cy="448679"/>
            </a:xfrm>
            <a:prstGeom prst="roundRect">
              <a:avLst>
                <a:gd name="adj" fmla="val 50000"/>
              </a:avLst>
            </a:prstGeom>
            <a:solidFill>
              <a:srgbClr val="DA9A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0D2C9436-3DF6-AEDF-F4C7-363CDC3C318A}"/>
                </a:ext>
              </a:extLst>
            </p:cNvPr>
            <p:cNvSpPr/>
            <p:nvPr/>
          </p:nvSpPr>
          <p:spPr>
            <a:xfrm>
              <a:off x="8504962" y="3268207"/>
              <a:ext cx="2161251" cy="18956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150000"/>
                </a:lnSpc>
                <a:spcBef>
                  <a:spcPct val="0"/>
                </a:spcBef>
                <a:defRPr/>
              </a:pPr>
              <a:r>
                <a:rPr lang="zh-CN" altLang="en-US" sz="1600" kern="0" dirty="0">
                  <a:solidFill>
                    <a:prstClr val="black">
                      <a:lumMod val="65000"/>
                      <a:lumOff val="35000"/>
                    </a:prstClr>
                  </a:solidFill>
                  <a:cs typeface="+mn-ea"/>
                  <a:sym typeface="+mn-lt"/>
                </a:rPr>
                <a:t>请您单击此处输入文本内容加以解释说明，可根据自己的需要适当地调整文字的颜色或者大小等属性。</a:t>
              </a:r>
              <a:endParaRPr lang="zh-CN" altLang="en-US" sz="1200" kern="0" dirty="0">
                <a:solidFill>
                  <a:srgbClr val="595959"/>
                </a:solidFill>
                <a:cs typeface="+mn-ea"/>
                <a:sym typeface="+mn-lt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C04553B-2E2C-885D-0D27-25BAE8B854F6}"/>
                </a:ext>
              </a:extLst>
            </p:cNvPr>
            <p:cNvSpPr txBox="1"/>
            <p:nvPr/>
          </p:nvSpPr>
          <p:spPr>
            <a:xfrm flipH="1">
              <a:off x="8670280" y="2362652"/>
              <a:ext cx="18306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-03-</a:t>
              </a:r>
              <a:endParaRPr lang="zh-CN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0798269"/>
      </p:ext>
    </p:extLst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9F24ACDB-E4C3-F8CF-EFD6-8AACA7589203}"/>
              </a:ext>
            </a:extLst>
          </p:cNvPr>
          <p:cNvSpPr/>
          <p:nvPr/>
        </p:nvSpPr>
        <p:spPr>
          <a:xfrm rot="13309666" flipH="1">
            <a:off x="-543961" y="-452225"/>
            <a:ext cx="1261549" cy="1560327"/>
          </a:xfrm>
          <a:custGeom>
            <a:avLst/>
            <a:gdLst>
              <a:gd name="connsiteX0" fmla="*/ 2291801 w 2659024"/>
              <a:gd name="connsiteY0" fmla="*/ 2285896 h 3739830"/>
              <a:gd name="connsiteX1" fmla="*/ 2038521 w 2659024"/>
              <a:gd name="connsiteY1" fmla="*/ 1784080 h 3739830"/>
              <a:gd name="connsiteX2" fmla="*/ 2231828 w 2659024"/>
              <a:gd name="connsiteY2" fmla="*/ 1284775 h 3739830"/>
              <a:gd name="connsiteX3" fmla="*/ 2388036 w 2659024"/>
              <a:gd name="connsiteY3" fmla="*/ 764270 h 3739830"/>
              <a:gd name="connsiteX4" fmla="*/ 2233502 w 2659024"/>
              <a:gd name="connsiteY4" fmla="*/ 269148 h 3739830"/>
              <a:gd name="connsiteX5" fmla="*/ 2050236 w 2659024"/>
              <a:gd name="connsiteY5" fmla="*/ 82536 h 3739830"/>
              <a:gd name="connsiteX6" fmla="*/ 1947585 w 2659024"/>
              <a:gd name="connsiteY6" fmla="*/ 80863 h 3739830"/>
              <a:gd name="connsiteX7" fmla="*/ 1938659 w 2659024"/>
              <a:gd name="connsiteY7" fmla="*/ 83094 h 3739830"/>
              <a:gd name="connsiteX8" fmla="*/ 1899328 w 2659024"/>
              <a:gd name="connsiteY8" fmla="*/ 63290 h 3739830"/>
              <a:gd name="connsiteX9" fmla="*/ 827352 w 2659024"/>
              <a:gd name="connsiteY9" fmla="*/ 150319 h 3739830"/>
              <a:gd name="connsiteX10" fmla="*/ 386622 w 2659024"/>
              <a:gd name="connsiteY10" fmla="*/ 500112 h 3739830"/>
              <a:gd name="connsiteX11" fmla="*/ 270582 w 2659024"/>
              <a:gd name="connsiteY11" fmla="*/ 1054648 h 3739830"/>
              <a:gd name="connsiteX12" fmla="*/ 337529 w 2659024"/>
              <a:gd name="connsiteY12" fmla="*/ 1627594 h 3739830"/>
              <a:gd name="connsiteX13" fmla="*/ 59981 w 2659024"/>
              <a:gd name="connsiteY13" fmla="*/ 2164557 h 3739830"/>
              <a:gd name="connsiteX14" fmla="*/ 66117 w 2659024"/>
              <a:gd name="connsiteY14" fmla="*/ 2707656 h 3739830"/>
              <a:gd name="connsiteX15" fmla="*/ 477558 w 2659024"/>
              <a:gd name="connsiteY15" fmla="*/ 2965677 h 3739830"/>
              <a:gd name="connsiteX16" fmla="*/ 1027911 w 2659024"/>
              <a:gd name="connsiteY16" fmla="*/ 2985203 h 3739830"/>
              <a:gd name="connsiteX17" fmla="*/ 1425126 w 2659024"/>
              <a:gd name="connsiteY17" fmla="*/ 3214772 h 3739830"/>
              <a:gd name="connsiteX18" fmla="*/ 2143961 w 2659024"/>
              <a:gd name="connsiteY18" fmla="*/ 3732766 h 3739830"/>
              <a:gd name="connsiteX19" fmla="*/ 2615374 w 2659024"/>
              <a:gd name="connsiteY19" fmla="*/ 2799428 h 3739830"/>
              <a:gd name="connsiteX20" fmla="*/ 2291801 w 2659024"/>
              <a:gd name="connsiteY20" fmla="*/ 2285896 h 37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659024" h="3739830">
                <a:moveTo>
                  <a:pt x="2291801" y="2285896"/>
                </a:moveTo>
                <a:cubicBezTo>
                  <a:pt x="2174087" y="2139173"/>
                  <a:pt x="2045494" y="1980176"/>
                  <a:pt x="2038521" y="1784080"/>
                </a:cubicBezTo>
                <a:cubicBezTo>
                  <a:pt x="2042147" y="1599421"/>
                  <a:pt x="2147308" y="1442377"/>
                  <a:pt x="2231828" y="1284775"/>
                </a:cubicBezTo>
                <a:cubicBezTo>
                  <a:pt x="2318858" y="1121873"/>
                  <a:pt x="2388873" y="951998"/>
                  <a:pt x="2388036" y="764270"/>
                </a:cubicBezTo>
                <a:cubicBezTo>
                  <a:pt x="2387199" y="590489"/>
                  <a:pt x="2333084" y="411967"/>
                  <a:pt x="2233502" y="269148"/>
                </a:cubicBezTo>
                <a:cubicBezTo>
                  <a:pt x="2188313" y="204434"/>
                  <a:pt x="2125551" y="114057"/>
                  <a:pt x="2050236" y="82536"/>
                </a:cubicBezTo>
                <a:cubicBezTo>
                  <a:pt x="2013695" y="67195"/>
                  <a:pt x="1984127" y="75284"/>
                  <a:pt x="1947585" y="80863"/>
                </a:cubicBezTo>
                <a:cubicBezTo>
                  <a:pt x="1944796" y="81421"/>
                  <a:pt x="1941728" y="81979"/>
                  <a:pt x="1938659" y="83094"/>
                </a:cubicBezTo>
                <a:cubicBezTo>
                  <a:pt x="1935312" y="77237"/>
                  <a:pt x="1914670" y="68032"/>
                  <a:pt x="1899328" y="63290"/>
                </a:cubicBezTo>
                <a:cubicBezTo>
                  <a:pt x="1547860" y="-47729"/>
                  <a:pt x="1157620" y="-8956"/>
                  <a:pt x="827352" y="150319"/>
                </a:cubicBezTo>
                <a:cubicBezTo>
                  <a:pt x="659149" y="231491"/>
                  <a:pt x="499873" y="350042"/>
                  <a:pt x="386622" y="500112"/>
                </a:cubicBezTo>
                <a:cubicBezTo>
                  <a:pt x="261656" y="665524"/>
                  <a:pt x="233204" y="853531"/>
                  <a:pt x="270582" y="1054648"/>
                </a:cubicBezTo>
                <a:cubicBezTo>
                  <a:pt x="306287" y="1245723"/>
                  <a:pt x="398338" y="1431777"/>
                  <a:pt x="337529" y="1627594"/>
                </a:cubicBezTo>
                <a:cubicBezTo>
                  <a:pt x="277277" y="1820343"/>
                  <a:pt x="134737" y="1977108"/>
                  <a:pt x="59981" y="2164557"/>
                </a:cubicBezTo>
                <a:cubicBezTo>
                  <a:pt x="-8639" y="2336943"/>
                  <a:pt x="-32907" y="2541407"/>
                  <a:pt x="66117" y="2707656"/>
                </a:cubicBezTo>
                <a:cubicBezTo>
                  <a:pt x="153426" y="2854379"/>
                  <a:pt x="313818" y="2936109"/>
                  <a:pt x="477558" y="2965677"/>
                </a:cubicBezTo>
                <a:cubicBezTo>
                  <a:pt x="660823" y="2998871"/>
                  <a:pt x="843530" y="2972929"/>
                  <a:pt x="1027911" y="2985203"/>
                </a:cubicBezTo>
                <a:cubicBezTo>
                  <a:pt x="1204203" y="2996918"/>
                  <a:pt x="1326101" y="3071396"/>
                  <a:pt x="1425126" y="3214772"/>
                </a:cubicBezTo>
                <a:cubicBezTo>
                  <a:pt x="1603928" y="3473908"/>
                  <a:pt x="1772967" y="3791344"/>
                  <a:pt x="2143961" y="3732766"/>
                </a:cubicBezTo>
                <a:cubicBezTo>
                  <a:pt x="2582180" y="3663868"/>
                  <a:pt x="2745919" y="3181299"/>
                  <a:pt x="2615374" y="2799428"/>
                </a:cubicBezTo>
                <a:cubicBezTo>
                  <a:pt x="2548428" y="2603332"/>
                  <a:pt x="2419835" y="2445451"/>
                  <a:pt x="2291801" y="2285896"/>
                </a:cubicBezTo>
                <a:close/>
              </a:path>
            </a:pathLst>
          </a:custGeom>
          <a:solidFill>
            <a:srgbClr val="7E8A72"/>
          </a:solidFill>
          <a:ln w="244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7CA7EB-8ACF-75BE-3668-5D331A747F12}"/>
              </a:ext>
            </a:extLst>
          </p:cNvPr>
          <p:cNvGrpSpPr/>
          <p:nvPr/>
        </p:nvGrpSpPr>
        <p:grpSpPr>
          <a:xfrm>
            <a:off x="9539785" y="5610004"/>
            <a:ext cx="2884102" cy="2495992"/>
            <a:chOff x="8899022" y="5317131"/>
            <a:chExt cx="3438309" cy="297562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52D97EF-FFB4-7E97-621A-3EF96724ECEB}"/>
                </a:ext>
              </a:extLst>
            </p:cNvPr>
            <p:cNvSpPr/>
            <p:nvPr/>
          </p:nvSpPr>
          <p:spPr>
            <a:xfrm rot="10800000">
              <a:off x="10618177" y="5317131"/>
              <a:ext cx="1573823" cy="1540869"/>
            </a:xfrm>
            <a:custGeom>
              <a:avLst/>
              <a:gdLst>
                <a:gd name="connsiteX0" fmla="*/ 0 w 7004667"/>
                <a:gd name="connsiteY0" fmla="*/ 0 h 6858002"/>
                <a:gd name="connsiteX1" fmla="*/ 7004667 w 7004667"/>
                <a:gd name="connsiteY1" fmla="*/ 0 h 6858002"/>
                <a:gd name="connsiteX2" fmla="*/ 6927890 w 7004667"/>
                <a:gd name="connsiteY2" fmla="*/ 13049 h 6858002"/>
                <a:gd name="connsiteX3" fmla="*/ 4016144 w 7004667"/>
                <a:gd name="connsiteY3" fmla="*/ 3524955 h 6858002"/>
                <a:gd name="connsiteX4" fmla="*/ 980784 w 7004667"/>
                <a:gd name="connsiteY4" fmla="*/ 6858002 h 6858002"/>
                <a:gd name="connsiteX5" fmla="*/ 0 w 7004667"/>
                <a:gd name="connsiteY5" fmla="*/ 6858002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4667" h="6858002">
                  <a:moveTo>
                    <a:pt x="0" y="0"/>
                  </a:moveTo>
                  <a:lnTo>
                    <a:pt x="7004667" y="0"/>
                  </a:lnTo>
                  <a:lnTo>
                    <a:pt x="6927890" y="13049"/>
                  </a:lnTo>
                  <a:cubicBezTo>
                    <a:pt x="5094667" y="437170"/>
                    <a:pt x="6918515" y="3313232"/>
                    <a:pt x="4016144" y="3524955"/>
                  </a:cubicBezTo>
                  <a:cubicBezTo>
                    <a:pt x="933197" y="3670782"/>
                    <a:pt x="3682935" y="6027461"/>
                    <a:pt x="980784" y="6858002"/>
                  </a:cubicBezTo>
                  <a:lnTo>
                    <a:pt x="0" y="6858002"/>
                  </a:lnTo>
                  <a:close/>
                </a:path>
              </a:pathLst>
            </a:custGeom>
            <a:solidFill>
              <a:srgbClr val="CDC0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2AB46ADB-D1E6-D7E0-C3E1-1AEA17EF9883}"/>
                </a:ext>
              </a:extLst>
            </p:cNvPr>
            <p:cNvSpPr/>
            <p:nvPr/>
          </p:nvSpPr>
          <p:spPr>
            <a:xfrm rot="19222550" flipH="1">
              <a:off x="8899022" y="5832618"/>
              <a:ext cx="3438309" cy="2460133"/>
            </a:xfrm>
            <a:custGeom>
              <a:avLst/>
              <a:gdLst>
                <a:gd name="connsiteX0" fmla="*/ 6749971 w 6815402"/>
                <a:gd name="connsiteY0" fmla="*/ 786590 h 4876466"/>
                <a:gd name="connsiteX1" fmla="*/ 6748018 w 6815402"/>
                <a:gd name="connsiteY1" fmla="*/ 782405 h 4876466"/>
                <a:gd name="connsiteX2" fmla="*/ 6746902 w 6815402"/>
                <a:gd name="connsiteY2" fmla="*/ 779058 h 4876466"/>
                <a:gd name="connsiteX3" fmla="*/ 5340753 w 6815402"/>
                <a:gd name="connsiteY3" fmla="*/ 22847 h 4876466"/>
                <a:gd name="connsiteX4" fmla="*/ 3376439 w 6815402"/>
                <a:gd name="connsiteY4" fmla="*/ 789100 h 4876466"/>
                <a:gd name="connsiteX5" fmla="*/ 2839474 w 6815402"/>
                <a:gd name="connsiteY5" fmla="*/ 604441 h 4876466"/>
                <a:gd name="connsiteX6" fmla="*/ 2428592 w 6815402"/>
                <a:gd name="connsiteY6" fmla="*/ 310994 h 4876466"/>
                <a:gd name="connsiteX7" fmla="*/ 1587301 w 6815402"/>
                <a:gd name="connsiteY7" fmla="*/ 209459 h 4876466"/>
                <a:gd name="connsiteX8" fmla="*/ 968327 w 6815402"/>
                <a:gd name="connsiteY8" fmla="*/ 927455 h 4876466"/>
                <a:gd name="connsiteX9" fmla="*/ 850613 w 6815402"/>
                <a:gd name="connsiteY9" fmla="*/ 1348657 h 4876466"/>
                <a:gd name="connsiteX10" fmla="*/ 865118 w 6815402"/>
                <a:gd name="connsiteY10" fmla="*/ 1927182 h 4876466"/>
                <a:gd name="connsiteX11" fmla="*/ 441126 w 6815402"/>
                <a:gd name="connsiteY11" fmla="*/ 2960103 h 4876466"/>
                <a:gd name="connsiteX12" fmla="*/ 9601 w 6815402"/>
                <a:gd name="connsiteY12" fmla="*/ 3785212 h 4876466"/>
                <a:gd name="connsiteX13" fmla="*/ 267902 w 6815402"/>
                <a:gd name="connsiteY13" fmla="*/ 4615063 h 4876466"/>
                <a:gd name="connsiteX14" fmla="*/ 993432 w 6815402"/>
                <a:gd name="connsiteY14" fmla="*/ 4866111 h 4876466"/>
                <a:gd name="connsiteX15" fmla="*/ 1735140 w 6815402"/>
                <a:gd name="connsiteY15" fmla="*/ 4339469 h 4876466"/>
                <a:gd name="connsiteX16" fmla="*/ 2458718 w 6815402"/>
                <a:gd name="connsiteY16" fmla="*/ 3563732 h 4876466"/>
                <a:gd name="connsiteX17" fmla="*/ 3529299 w 6815402"/>
                <a:gd name="connsiteY17" fmla="*/ 3364847 h 4876466"/>
                <a:gd name="connsiteX18" fmla="*/ 4506156 w 6815402"/>
                <a:gd name="connsiteY18" fmla="*/ 3185487 h 4876466"/>
                <a:gd name="connsiteX19" fmla="*/ 4941307 w 6815402"/>
                <a:gd name="connsiteY19" fmla="*/ 2434855 h 4876466"/>
                <a:gd name="connsiteX20" fmla="*/ 5349679 w 6815402"/>
                <a:gd name="connsiteY20" fmla="*/ 1522158 h 4876466"/>
                <a:gd name="connsiteX21" fmla="*/ 5795987 w 6815402"/>
                <a:gd name="connsiteY21" fmla="*/ 1314068 h 4876466"/>
                <a:gd name="connsiteX22" fmla="*/ 6122071 w 6815402"/>
                <a:gd name="connsiteY22" fmla="*/ 1349773 h 4876466"/>
                <a:gd name="connsiteX23" fmla="*/ 6307847 w 6815402"/>
                <a:gd name="connsiteY23" fmla="*/ 1476412 h 4876466"/>
                <a:gd name="connsiteX24" fmla="*/ 6805202 w 6815402"/>
                <a:gd name="connsiteY24" fmla="*/ 1200539 h 4876466"/>
                <a:gd name="connsiteX25" fmla="*/ 6749971 w 6815402"/>
                <a:gd name="connsiteY25" fmla="*/ 786590 h 487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815402" h="4876466">
                  <a:moveTo>
                    <a:pt x="6749971" y="786590"/>
                  </a:moveTo>
                  <a:cubicBezTo>
                    <a:pt x="6749413" y="785195"/>
                    <a:pt x="6748576" y="783800"/>
                    <a:pt x="6748018" y="782405"/>
                  </a:cubicBezTo>
                  <a:cubicBezTo>
                    <a:pt x="6747739" y="781290"/>
                    <a:pt x="6747460" y="780174"/>
                    <a:pt x="6746902" y="779058"/>
                  </a:cubicBezTo>
                  <a:cubicBezTo>
                    <a:pt x="6515101" y="236796"/>
                    <a:pt x="5922348" y="-92076"/>
                    <a:pt x="5340753" y="22847"/>
                  </a:cubicBezTo>
                  <a:cubicBezTo>
                    <a:pt x="4643675" y="160645"/>
                    <a:pt x="4114521" y="803047"/>
                    <a:pt x="3376439" y="789100"/>
                  </a:cubicBezTo>
                  <a:cubicBezTo>
                    <a:pt x="3178111" y="785474"/>
                    <a:pt x="3001261" y="716854"/>
                    <a:pt x="2839474" y="604441"/>
                  </a:cubicBezTo>
                  <a:cubicBezTo>
                    <a:pt x="2701119" y="508206"/>
                    <a:pt x="2575316" y="395234"/>
                    <a:pt x="2428592" y="310994"/>
                  </a:cubicBezTo>
                  <a:cubicBezTo>
                    <a:pt x="2178380" y="167339"/>
                    <a:pt x="1861501" y="80030"/>
                    <a:pt x="1587301" y="209459"/>
                  </a:cubicBezTo>
                  <a:cubicBezTo>
                    <a:pt x="1311984" y="339446"/>
                    <a:pt x="1093572" y="659671"/>
                    <a:pt x="968327" y="927455"/>
                  </a:cubicBezTo>
                  <a:cubicBezTo>
                    <a:pt x="906123" y="1060510"/>
                    <a:pt x="863166" y="1201934"/>
                    <a:pt x="850613" y="1348657"/>
                  </a:cubicBezTo>
                  <a:cubicBezTo>
                    <a:pt x="834156" y="1541405"/>
                    <a:pt x="872092" y="1734154"/>
                    <a:pt x="865118" y="1927182"/>
                  </a:cubicBezTo>
                  <a:cubicBezTo>
                    <a:pt x="850892" y="2320210"/>
                    <a:pt x="686037" y="2659961"/>
                    <a:pt x="441126" y="2960103"/>
                  </a:cubicBezTo>
                  <a:cubicBezTo>
                    <a:pt x="237776" y="3209476"/>
                    <a:pt x="52558" y="3456619"/>
                    <a:pt x="9601" y="3785212"/>
                  </a:cubicBezTo>
                  <a:cubicBezTo>
                    <a:pt x="-29730" y="4085632"/>
                    <a:pt x="50885" y="4397210"/>
                    <a:pt x="267902" y="4615063"/>
                  </a:cubicBezTo>
                  <a:cubicBezTo>
                    <a:pt x="455631" y="4803628"/>
                    <a:pt x="727321" y="4911578"/>
                    <a:pt x="993432" y="4866111"/>
                  </a:cubicBezTo>
                  <a:cubicBezTo>
                    <a:pt x="1305011" y="4813111"/>
                    <a:pt x="1546854" y="4578243"/>
                    <a:pt x="1735140" y="4339469"/>
                  </a:cubicBezTo>
                  <a:cubicBezTo>
                    <a:pt x="1956342" y="4058853"/>
                    <a:pt x="2145744" y="3753133"/>
                    <a:pt x="2458718" y="3563732"/>
                  </a:cubicBezTo>
                  <a:cubicBezTo>
                    <a:pt x="2792333" y="3361778"/>
                    <a:pt x="3149380" y="3339463"/>
                    <a:pt x="3529299" y="3364847"/>
                  </a:cubicBezTo>
                  <a:cubicBezTo>
                    <a:pt x="3871562" y="3387720"/>
                    <a:pt x="4215219" y="3393578"/>
                    <a:pt x="4506156" y="3185487"/>
                  </a:cubicBezTo>
                  <a:cubicBezTo>
                    <a:pt x="4761389" y="3003059"/>
                    <a:pt x="4883566" y="2736112"/>
                    <a:pt x="4941307" y="2434855"/>
                  </a:cubicBezTo>
                  <a:cubicBezTo>
                    <a:pt x="5007695" y="2088689"/>
                    <a:pt x="5061531" y="1758980"/>
                    <a:pt x="5349679" y="1522158"/>
                  </a:cubicBezTo>
                  <a:cubicBezTo>
                    <a:pt x="5477156" y="1417277"/>
                    <a:pt x="5633085" y="1342241"/>
                    <a:pt x="5795987" y="1314068"/>
                  </a:cubicBezTo>
                  <a:cubicBezTo>
                    <a:pt x="5903380" y="1295379"/>
                    <a:pt x="6022488" y="1302910"/>
                    <a:pt x="6122071" y="1349773"/>
                  </a:cubicBezTo>
                  <a:cubicBezTo>
                    <a:pt x="6191528" y="1382409"/>
                    <a:pt x="6240900" y="1441823"/>
                    <a:pt x="6307847" y="1476412"/>
                  </a:cubicBezTo>
                  <a:cubicBezTo>
                    <a:pt x="6526538" y="1589104"/>
                    <a:pt x="6762244" y="1420624"/>
                    <a:pt x="6805202" y="1200539"/>
                  </a:cubicBezTo>
                  <a:cubicBezTo>
                    <a:pt x="6832817" y="1060789"/>
                    <a:pt x="6801017" y="916855"/>
                    <a:pt x="6749971" y="786590"/>
                  </a:cubicBezTo>
                  <a:close/>
                </a:path>
              </a:pathLst>
            </a:custGeom>
            <a:solidFill>
              <a:srgbClr val="DA9AA5"/>
            </a:solidFill>
            <a:ln w="244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8" name="文本框 20">
            <a:extLst>
              <a:ext uri="{FF2B5EF4-FFF2-40B4-BE49-F238E27FC236}">
                <a16:creationId xmlns:a16="http://schemas.microsoft.com/office/drawing/2014/main" id="{8F5CBAC2-D21F-C779-31FA-D9E0BD246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647" y="388099"/>
            <a:ext cx="27673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工作完成情况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1828020-CD98-3625-E14C-06B7A250A684}"/>
              </a:ext>
            </a:extLst>
          </p:cNvPr>
          <p:cNvGrpSpPr/>
          <p:nvPr/>
        </p:nvGrpSpPr>
        <p:grpSpPr>
          <a:xfrm>
            <a:off x="677238" y="1696429"/>
            <a:ext cx="4100971" cy="3827310"/>
            <a:chOff x="3979631" y="1507880"/>
            <a:chExt cx="4286159" cy="4000140"/>
          </a:xfrm>
        </p:grpSpPr>
        <p:sp>
          <p:nvSpPr>
            <p:cNvPr id="4" name="Freeform 21">
              <a:extLst>
                <a:ext uri="{FF2B5EF4-FFF2-40B4-BE49-F238E27FC236}">
                  <a16:creationId xmlns:a16="http://schemas.microsoft.com/office/drawing/2014/main" id="{E9075FD8-0AB6-FE90-E72C-D462C06775D6}"/>
                </a:ext>
              </a:extLst>
            </p:cNvPr>
            <p:cNvSpPr>
              <a:spLocks/>
            </p:cNvSpPr>
            <p:nvPr/>
          </p:nvSpPr>
          <p:spPr bwMode="auto">
            <a:xfrm rot="3324916" flipV="1">
              <a:off x="5992619" y="3230585"/>
              <a:ext cx="2171061" cy="1874368"/>
            </a:xfrm>
            <a:custGeom>
              <a:avLst/>
              <a:gdLst>
                <a:gd name="T0" fmla="*/ 565 w 565"/>
                <a:gd name="T1" fmla="*/ 193 h 449"/>
                <a:gd name="T2" fmla="*/ 372 w 565"/>
                <a:gd name="T3" fmla="*/ 0 h 449"/>
                <a:gd name="T4" fmla="*/ 178 w 565"/>
                <a:gd name="T5" fmla="*/ 193 h 449"/>
                <a:gd name="T6" fmla="*/ 233 w 565"/>
                <a:gd name="T7" fmla="*/ 328 h 449"/>
                <a:gd name="T8" fmla="*/ 0 w 565"/>
                <a:gd name="T9" fmla="*/ 337 h 449"/>
                <a:gd name="T10" fmla="*/ 272 w 565"/>
                <a:gd name="T11" fmla="*/ 449 h 449"/>
                <a:gd name="T12" fmla="*/ 551 w 565"/>
                <a:gd name="T13" fmla="*/ 266 h 449"/>
                <a:gd name="T14" fmla="*/ 565 w 565"/>
                <a:gd name="T15" fmla="*/ 193 h 449"/>
                <a:gd name="connsiteX0" fmla="*/ 8419 w 8419"/>
                <a:gd name="connsiteY0" fmla="*/ 4298 h 10000"/>
                <a:gd name="connsiteX1" fmla="*/ 5003 w 8419"/>
                <a:gd name="connsiteY1" fmla="*/ 0 h 10000"/>
                <a:gd name="connsiteX2" fmla="*/ 1569 w 8419"/>
                <a:gd name="connsiteY2" fmla="*/ 4298 h 10000"/>
                <a:gd name="connsiteX3" fmla="*/ 2543 w 8419"/>
                <a:gd name="connsiteY3" fmla="*/ 7305 h 10000"/>
                <a:gd name="connsiteX4" fmla="*/ 0 w 8419"/>
                <a:gd name="connsiteY4" fmla="*/ 9005 h 10000"/>
                <a:gd name="connsiteX5" fmla="*/ 3233 w 8419"/>
                <a:gd name="connsiteY5" fmla="*/ 10000 h 10000"/>
                <a:gd name="connsiteX6" fmla="*/ 8171 w 8419"/>
                <a:gd name="connsiteY6" fmla="*/ 5924 h 10000"/>
                <a:gd name="connsiteX7" fmla="*/ 8419 w 8419"/>
                <a:gd name="connsiteY7" fmla="*/ 4298 h 10000"/>
                <a:gd name="connsiteX0" fmla="*/ 9984 w 9984"/>
                <a:gd name="connsiteY0" fmla="*/ 4298 h 10000"/>
                <a:gd name="connsiteX1" fmla="*/ 5927 w 9984"/>
                <a:gd name="connsiteY1" fmla="*/ 0 h 10000"/>
                <a:gd name="connsiteX2" fmla="*/ 1848 w 9984"/>
                <a:gd name="connsiteY2" fmla="*/ 4298 h 10000"/>
                <a:gd name="connsiteX3" fmla="*/ 3005 w 9984"/>
                <a:gd name="connsiteY3" fmla="*/ 7305 h 10000"/>
                <a:gd name="connsiteX4" fmla="*/ 0 w 9984"/>
                <a:gd name="connsiteY4" fmla="*/ 9127 h 10000"/>
                <a:gd name="connsiteX5" fmla="*/ 3824 w 9984"/>
                <a:gd name="connsiteY5" fmla="*/ 10000 h 10000"/>
                <a:gd name="connsiteX6" fmla="*/ 9689 w 9984"/>
                <a:gd name="connsiteY6" fmla="*/ 5924 h 10000"/>
                <a:gd name="connsiteX7" fmla="*/ 9984 w 9984"/>
                <a:gd name="connsiteY7" fmla="*/ 4298 h 10000"/>
                <a:gd name="connsiteX0" fmla="*/ 10000 w 10000"/>
                <a:gd name="connsiteY0" fmla="*/ 4300 h 10002"/>
                <a:gd name="connsiteX1" fmla="*/ 5936 w 10000"/>
                <a:gd name="connsiteY1" fmla="*/ 2 h 10002"/>
                <a:gd name="connsiteX2" fmla="*/ 1772 w 10000"/>
                <a:gd name="connsiteY2" fmla="*/ 3880 h 10002"/>
                <a:gd name="connsiteX3" fmla="*/ 3010 w 10000"/>
                <a:gd name="connsiteY3" fmla="*/ 7307 h 10002"/>
                <a:gd name="connsiteX4" fmla="*/ 0 w 10000"/>
                <a:gd name="connsiteY4" fmla="*/ 9129 h 10002"/>
                <a:gd name="connsiteX5" fmla="*/ 3830 w 10000"/>
                <a:gd name="connsiteY5" fmla="*/ 10002 h 10002"/>
                <a:gd name="connsiteX6" fmla="*/ 9705 w 10000"/>
                <a:gd name="connsiteY6" fmla="*/ 5926 h 10002"/>
                <a:gd name="connsiteX7" fmla="*/ 10000 w 10000"/>
                <a:gd name="connsiteY7" fmla="*/ 4300 h 10002"/>
                <a:gd name="connsiteX0" fmla="*/ 10000 w 10000"/>
                <a:gd name="connsiteY0" fmla="*/ 4300 h 10002"/>
                <a:gd name="connsiteX1" fmla="*/ 5936 w 10000"/>
                <a:gd name="connsiteY1" fmla="*/ 2 h 10002"/>
                <a:gd name="connsiteX2" fmla="*/ 1772 w 10000"/>
                <a:gd name="connsiteY2" fmla="*/ 3880 h 10002"/>
                <a:gd name="connsiteX3" fmla="*/ 3010 w 10000"/>
                <a:gd name="connsiteY3" fmla="*/ 7307 h 10002"/>
                <a:gd name="connsiteX4" fmla="*/ 0 w 10000"/>
                <a:gd name="connsiteY4" fmla="*/ 9129 h 10002"/>
                <a:gd name="connsiteX5" fmla="*/ 3830 w 10000"/>
                <a:gd name="connsiteY5" fmla="*/ 10002 h 10002"/>
                <a:gd name="connsiteX6" fmla="*/ 9705 w 10000"/>
                <a:gd name="connsiteY6" fmla="*/ 5926 h 10002"/>
                <a:gd name="connsiteX7" fmla="*/ 10000 w 10000"/>
                <a:gd name="connsiteY7" fmla="*/ 4300 h 10002"/>
                <a:gd name="connsiteX0" fmla="*/ 10000 w 10000"/>
                <a:gd name="connsiteY0" fmla="*/ 4300 h 10002"/>
                <a:gd name="connsiteX1" fmla="*/ 5936 w 10000"/>
                <a:gd name="connsiteY1" fmla="*/ 2 h 10002"/>
                <a:gd name="connsiteX2" fmla="*/ 1772 w 10000"/>
                <a:gd name="connsiteY2" fmla="*/ 3880 h 10002"/>
                <a:gd name="connsiteX3" fmla="*/ 1670 w 10000"/>
                <a:gd name="connsiteY3" fmla="*/ 6378 h 10002"/>
                <a:gd name="connsiteX4" fmla="*/ 0 w 10000"/>
                <a:gd name="connsiteY4" fmla="*/ 9129 h 10002"/>
                <a:gd name="connsiteX5" fmla="*/ 3830 w 10000"/>
                <a:gd name="connsiteY5" fmla="*/ 10002 h 10002"/>
                <a:gd name="connsiteX6" fmla="*/ 9705 w 10000"/>
                <a:gd name="connsiteY6" fmla="*/ 5926 h 10002"/>
                <a:gd name="connsiteX7" fmla="*/ 10000 w 10000"/>
                <a:gd name="connsiteY7" fmla="*/ 4300 h 10002"/>
                <a:gd name="connsiteX0" fmla="*/ 10000 w 10000"/>
                <a:gd name="connsiteY0" fmla="*/ 4377 h 10079"/>
                <a:gd name="connsiteX1" fmla="*/ 5936 w 10000"/>
                <a:gd name="connsiteY1" fmla="*/ 79 h 10079"/>
                <a:gd name="connsiteX2" fmla="*/ 2396 w 10000"/>
                <a:gd name="connsiteY2" fmla="*/ 1954 h 10079"/>
                <a:gd name="connsiteX3" fmla="*/ 1670 w 10000"/>
                <a:gd name="connsiteY3" fmla="*/ 6455 h 10079"/>
                <a:gd name="connsiteX4" fmla="*/ 0 w 10000"/>
                <a:gd name="connsiteY4" fmla="*/ 9206 h 10079"/>
                <a:gd name="connsiteX5" fmla="*/ 3830 w 10000"/>
                <a:gd name="connsiteY5" fmla="*/ 10079 h 10079"/>
                <a:gd name="connsiteX6" fmla="*/ 9705 w 10000"/>
                <a:gd name="connsiteY6" fmla="*/ 6003 h 10079"/>
                <a:gd name="connsiteX7" fmla="*/ 10000 w 10000"/>
                <a:gd name="connsiteY7" fmla="*/ 4377 h 10079"/>
                <a:gd name="connsiteX0" fmla="*/ 10000 w 10000"/>
                <a:gd name="connsiteY0" fmla="*/ 4283 h 9985"/>
                <a:gd name="connsiteX1" fmla="*/ 6916 w 10000"/>
                <a:gd name="connsiteY1" fmla="*/ 84 h 9985"/>
                <a:gd name="connsiteX2" fmla="*/ 2396 w 10000"/>
                <a:gd name="connsiteY2" fmla="*/ 1860 h 9985"/>
                <a:gd name="connsiteX3" fmla="*/ 1670 w 10000"/>
                <a:gd name="connsiteY3" fmla="*/ 6361 h 9985"/>
                <a:gd name="connsiteX4" fmla="*/ 0 w 10000"/>
                <a:gd name="connsiteY4" fmla="*/ 9112 h 9985"/>
                <a:gd name="connsiteX5" fmla="*/ 3830 w 10000"/>
                <a:gd name="connsiteY5" fmla="*/ 9985 h 9985"/>
                <a:gd name="connsiteX6" fmla="*/ 9705 w 10000"/>
                <a:gd name="connsiteY6" fmla="*/ 5909 h 9985"/>
                <a:gd name="connsiteX7" fmla="*/ 10000 w 10000"/>
                <a:gd name="connsiteY7" fmla="*/ 4283 h 9985"/>
                <a:gd name="connsiteX0" fmla="*/ 10000 w 10000"/>
                <a:gd name="connsiteY0" fmla="*/ 4289 h 10000"/>
                <a:gd name="connsiteX1" fmla="*/ 6916 w 10000"/>
                <a:gd name="connsiteY1" fmla="*/ 84 h 10000"/>
                <a:gd name="connsiteX2" fmla="*/ 2396 w 10000"/>
                <a:gd name="connsiteY2" fmla="*/ 1863 h 10000"/>
                <a:gd name="connsiteX3" fmla="*/ 1670 w 10000"/>
                <a:gd name="connsiteY3" fmla="*/ 6371 h 10000"/>
                <a:gd name="connsiteX4" fmla="*/ 0 w 10000"/>
                <a:gd name="connsiteY4" fmla="*/ 9126 h 10000"/>
                <a:gd name="connsiteX5" fmla="*/ 3830 w 10000"/>
                <a:gd name="connsiteY5" fmla="*/ 10000 h 10000"/>
                <a:gd name="connsiteX6" fmla="*/ 9705 w 10000"/>
                <a:gd name="connsiteY6" fmla="*/ 5918 h 10000"/>
                <a:gd name="connsiteX7" fmla="*/ 10000 w 10000"/>
                <a:gd name="connsiteY7" fmla="*/ 4289 h 10000"/>
                <a:gd name="connsiteX0" fmla="*/ 10000 w 10000"/>
                <a:gd name="connsiteY0" fmla="*/ 4283 h 9994"/>
                <a:gd name="connsiteX1" fmla="*/ 6916 w 10000"/>
                <a:gd name="connsiteY1" fmla="*/ 78 h 9994"/>
                <a:gd name="connsiteX2" fmla="*/ 2396 w 10000"/>
                <a:gd name="connsiteY2" fmla="*/ 1857 h 9994"/>
                <a:gd name="connsiteX3" fmla="*/ 1670 w 10000"/>
                <a:gd name="connsiteY3" fmla="*/ 6365 h 9994"/>
                <a:gd name="connsiteX4" fmla="*/ 0 w 10000"/>
                <a:gd name="connsiteY4" fmla="*/ 9120 h 9994"/>
                <a:gd name="connsiteX5" fmla="*/ 3830 w 10000"/>
                <a:gd name="connsiteY5" fmla="*/ 9994 h 9994"/>
                <a:gd name="connsiteX6" fmla="*/ 9705 w 10000"/>
                <a:gd name="connsiteY6" fmla="*/ 5912 h 9994"/>
                <a:gd name="connsiteX7" fmla="*/ 10000 w 10000"/>
                <a:gd name="connsiteY7" fmla="*/ 4283 h 9994"/>
                <a:gd name="connsiteX0" fmla="*/ 10000 w 10000"/>
                <a:gd name="connsiteY0" fmla="*/ 4286 h 10000"/>
                <a:gd name="connsiteX1" fmla="*/ 6916 w 10000"/>
                <a:gd name="connsiteY1" fmla="*/ 78 h 10000"/>
                <a:gd name="connsiteX2" fmla="*/ 2396 w 10000"/>
                <a:gd name="connsiteY2" fmla="*/ 1858 h 10000"/>
                <a:gd name="connsiteX3" fmla="*/ 1670 w 10000"/>
                <a:gd name="connsiteY3" fmla="*/ 6369 h 10000"/>
                <a:gd name="connsiteX4" fmla="*/ 0 w 10000"/>
                <a:gd name="connsiteY4" fmla="*/ 9125 h 10000"/>
                <a:gd name="connsiteX5" fmla="*/ 3830 w 10000"/>
                <a:gd name="connsiteY5" fmla="*/ 10000 h 10000"/>
                <a:gd name="connsiteX6" fmla="*/ 9705 w 10000"/>
                <a:gd name="connsiteY6" fmla="*/ 5916 h 10000"/>
                <a:gd name="connsiteX7" fmla="*/ 10000 w 10000"/>
                <a:gd name="connsiteY7" fmla="*/ 4286 h 10000"/>
                <a:gd name="connsiteX0" fmla="*/ 10000 w 10000"/>
                <a:gd name="connsiteY0" fmla="*/ 4438 h 10152"/>
                <a:gd name="connsiteX1" fmla="*/ 6916 w 10000"/>
                <a:gd name="connsiteY1" fmla="*/ 230 h 10152"/>
                <a:gd name="connsiteX2" fmla="*/ 3151 w 10000"/>
                <a:gd name="connsiteY2" fmla="*/ 1099 h 10152"/>
                <a:gd name="connsiteX3" fmla="*/ 1670 w 10000"/>
                <a:gd name="connsiteY3" fmla="*/ 6521 h 10152"/>
                <a:gd name="connsiteX4" fmla="*/ 0 w 10000"/>
                <a:gd name="connsiteY4" fmla="*/ 9277 h 10152"/>
                <a:gd name="connsiteX5" fmla="*/ 3830 w 10000"/>
                <a:gd name="connsiteY5" fmla="*/ 10152 h 10152"/>
                <a:gd name="connsiteX6" fmla="*/ 9705 w 10000"/>
                <a:gd name="connsiteY6" fmla="*/ 6068 h 10152"/>
                <a:gd name="connsiteX7" fmla="*/ 10000 w 10000"/>
                <a:gd name="connsiteY7" fmla="*/ 4438 h 10152"/>
                <a:gd name="connsiteX0" fmla="*/ 10000 w 10000"/>
                <a:gd name="connsiteY0" fmla="*/ 4456 h 10170"/>
                <a:gd name="connsiteX1" fmla="*/ 6916 w 10000"/>
                <a:gd name="connsiteY1" fmla="*/ 248 h 10170"/>
                <a:gd name="connsiteX2" fmla="*/ 3151 w 10000"/>
                <a:gd name="connsiteY2" fmla="*/ 1117 h 10170"/>
                <a:gd name="connsiteX3" fmla="*/ 1670 w 10000"/>
                <a:gd name="connsiteY3" fmla="*/ 6539 h 10170"/>
                <a:gd name="connsiteX4" fmla="*/ 0 w 10000"/>
                <a:gd name="connsiteY4" fmla="*/ 9295 h 10170"/>
                <a:gd name="connsiteX5" fmla="*/ 3830 w 10000"/>
                <a:gd name="connsiteY5" fmla="*/ 10170 h 10170"/>
                <a:gd name="connsiteX6" fmla="*/ 9705 w 10000"/>
                <a:gd name="connsiteY6" fmla="*/ 6086 h 10170"/>
                <a:gd name="connsiteX7" fmla="*/ 10000 w 10000"/>
                <a:gd name="connsiteY7" fmla="*/ 4456 h 10170"/>
                <a:gd name="connsiteX0" fmla="*/ 10000 w 10000"/>
                <a:gd name="connsiteY0" fmla="*/ 4399 h 10113"/>
                <a:gd name="connsiteX1" fmla="*/ 7472 w 10000"/>
                <a:gd name="connsiteY1" fmla="*/ 274 h 10113"/>
                <a:gd name="connsiteX2" fmla="*/ 3151 w 10000"/>
                <a:gd name="connsiteY2" fmla="*/ 1060 h 10113"/>
                <a:gd name="connsiteX3" fmla="*/ 1670 w 10000"/>
                <a:gd name="connsiteY3" fmla="*/ 6482 h 10113"/>
                <a:gd name="connsiteX4" fmla="*/ 0 w 10000"/>
                <a:gd name="connsiteY4" fmla="*/ 9238 h 10113"/>
                <a:gd name="connsiteX5" fmla="*/ 3830 w 10000"/>
                <a:gd name="connsiteY5" fmla="*/ 10113 h 10113"/>
                <a:gd name="connsiteX6" fmla="*/ 9705 w 10000"/>
                <a:gd name="connsiteY6" fmla="*/ 6029 h 10113"/>
                <a:gd name="connsiteX7" fmla="*/ 10000 w 10000"/>
                <a:gd name="connsiteY7" fmla="*/ 4399 h 10113"/>
                <a:gd name="connsiteX0" fmla="*/ 10000 w 10000"/>
                <a:gd name="connsiteY0" fmla="*/ 4379 h 10093"/>
                <a:gd name="connsiteX1" fmla="*/ 7472 w 10000"/>
                <a:gd name="connsiteY1" fmla="*/ 254 h 10093"/>
                <a:gd name="connsiteX2" fmla="*/ 3151 w 10000"/>
                <a:gd name="connsiteY2" fmla="*/ 1040 h 10093"/>
                <a:gd name="connsiteX3" fmla="*/ 1670 w 10000"/>
                <a:gd name="connsiteY3" fmla="*/ 6462 h 10093"/>
                <a:gd name="connsiteX4" fmla="*/ 0 w 10000"/>
                <a:gd name="connsiteY4" fmla="*/ 9218 h 10093"/>
                <a:gd name="connsiteX5" fmla="*/ 3830 w 10000"/>
                <a:gd name="connsiteY5" fmla="*/ 10093 h 10093"/>
                <a:gd name="connsiteX6" fmla="*/ 9705 w 10000"/>
                <a:gd name="connsiteY6" fmla="*/ 6009 h 10093"/>
                <a:gd name="connsiteX7" fmla="*/ 10000 w 10000"/>
                <a:gd name="connsiteY7" fmla="*/ 4379 h 10093"/>
                <a:gd name="connsiteX0" fmla="*/ 10000 w 10000"/>
                <a:gd name="connsiteY0" fmla="*/ 4393 h 10107"/>
                <a:gd name="connsiteX1" fmla="*/ 7472 w 10000"/>
                <a:gd name="connsiteY1" fmla="*/ 268 h 10107"/>
                <a:gd name="connsiteX2" fmla="*/ 3151 w 10000"/>
                <a:gd name="connsiteY2" fmla="*/ 1054 h 10107"/>
                <a:gd name="connsiteX3" fmla="*/ 1670 w 10000"/>
                <a:gd name="connsiteY3" fmla="*/ 6476 h 10107"/>
                <a:gd name="connsiteX4" fmla="*/ 0 w 10000"/>
                <a:gd name="connsiteY4" fmla="*/ 9232 h 10107"/>
                <a:gd name="connsiteX5" fmla="*/ 3830 w 10000"/>
                <a:gd name="connsiteY5" fmla="*/ 10107 h 10107"/>
                <a:gd name="connsiteX6" fmla="*/ 9705 w 10000"/>
                <a:gd name="connsiteY6" fmla="*/ 6023 h 10107"/>
                <a:gd name="connsiteX7" fmla="*/ 10000 w 10000"/>
                <a:gd name="connsiteY7" fmla="*/ 4393 h 10107"/>
                <a:gd name="connsiteX0" fmla="*/ 10000 w 10000"/>
                <a:gd name="connsiteY0" fmla="*/ 4400 h 10114"/>
                <a:gd name="connsiteX1" fmla="*/ 7472 w 10000"/>
                <a:gd name="connsiteY1" fmla="*/ 275 h 10114"/>
                <a:gd name="connsiteX2" fmla="*/ 3151 w 10000"/>
                <a:gd name="connsiteY2" fmla="*/ 1061 h 10114"/>
                <a:gd name="connsiteX3" fmla="*/ 1670 w 10000"/>
                <a:gd name="connsiteY3" fmla="*/ 6483 h 10114"/>
                <a:gd name="connsiteX4" fmla="*/ 0 w 10000"/>
                <a:gd name="connsiteY4" fmla="*/ 9239 h 10114"/>
                <a:gd name="connsiteX5" fmla="*/ 3830 w 10000"/>
                <a:gd name="connsiteY5" fmla="*/ 10114 h 10114"/>
                <a:gd name="connsiteX6" fmla="*/ 9705 w 10000"/>
                <a:gd name="connsiteY6" fmla="*/ 6030 h 10114"/>
                <a:gd name="connsiteX7" fmla="*/ 10000 w 10000"/>
                <a:gd name="connsiteY7" fmla="*/ 4400 h 10114"/>
                <a:gd name="connsiteX0" fmla="*/ 10000 w 10000"/>
                <a:gd name="connsiteY0" fmla="*/ 4400 h 9807"/>
                <a:gd name="connsiteX1" fmla="*/ 7472 w 10000"/>
                <a:gd name="connsiteY1" fmla="*/ 275 h 9807"/>
                <a:gd name="connsiteX2" fmla="*/ 3151 w 10000"/>
                <a:gd name="connsiteY2" fmla="*/ 1061 h 9807"/>
                <a:gd name="connsiteX3" fmla="*/ 1670 w 10000"/>
                <a:gd name="connsiteY3" fmla="*/ 6483 h 9807"/>
                <a:gd name="connsiteX4" fmla="*/ 0 w 10000"/>
                <a:gd name="connsiteY4" fmla="*/ 9239 h 9807"/>
                <a:gd name="connsiteX5" fmla="*/ 3409 w 10000"/>
                <a:gd name="connsiteY5" fmla="*/ 9061 h 9807"/>
                <a:gd name="connsiteX6" fmla="*/ 9705 w 10000"/>
                <a:gd name="connsiteY6" fmla="*/ 6030 h 9807"/>
                <a:gd name="connsiteX7" fmla="*/ 10000 w 10000"/>
                <a:gd name="connsiteY7" fmla="*/ 4400 h 9807"/>
                <a:gd name="connsiteX0" fmla="*/ 10000 w 10000"/>
                <a:gd name="connsiteY0" fmla="*/ 4487 h 10253"/>
                <a:gd name="connsiteX1" fmla="*/ 7472 w 10000"/>
                <a:gd name="connsiteY1" fmla="*/ 280 h 10253"/>
                <a:gd name="connsiteX2" fmla="*/ 3151 w 10000"/>
                <a:gd name="connsiteY2" fmla="*/ 1082 h 10253"/>
                <a:gd name="connsiteX3" fmla="*/ 1670 w 10000"/>
                <a:gd name="connsiteY3" fmla="*/ 6611 h 10253"/>
                <a:gd name="connsiteX4" fmla="*/ 0 w 10000"/>
                <a:gd name="connsiteY4" fmla="*/ 9421 h 10253"/>
                <a:gd name="connsiteX5" fmla="*/ 3409 w 10000"/>
                <a:gd name="connsiteY5" fmla="*/ 9239 h 10253"/>
                <a:gd name="connsiteX6" fmla="*/ 9705 w 10000"/>
                <a:gd name="connsiteY6" fmla="*/ 6149 h 10253"/>
                <a:gd name="connsiteX7" fmla="*/ 10000 w 10000"/>
                <a:gd name="connsiteY7" fmla="*/ 4487 h 10253"/>
                <a:gd name="connsiteX0" fmla="*/ 10000 w 10000"/>
                <a:gd name="connsiteY0" fmla="*/ 4487 h 10253"/>
                <a:gd name="connsiteX1" fmla="*/ 7472 w 10000"/>
                <a:gd name="connsiteY1" fmla="*/ 280 h 10253"/>
                <a:gd name="connsiteX2" fmla="*/ 3151 w 10000"/>
                <a:gd name="connsiteY2" fmla="*/ 1082 h 10253"/>
                <a:gd name="connsiteX3" fmla="*/ 1670 w 10000"/>
                <a:gd name="connsiteY3" fmla="*/ 6611 h 10253"/>
                <a:gd name="connsiteX4" fmla="*/ 0 w 10000"/>
                <a:gd name="connsiteY4" fmla="*/ 9421 h 10253"/>
                <a:gd name="connsiteX5" fmla="*/ 3409 w 10000"/>
                <a:gd name="connsiteY5" fmla="*/ 9239 h 10253"/>
                <a:gd name="connsiteX6" fmla="*/ 9705 w 10000"/>
                <a:gd name="connsiteY6" fmla="*/ 6149 h 10253"/>
                <a:gd name="connsiteX7" fmla="*/ 10000 w 10000"/>
                <a:gd name="connsiteY7" fmla="*/ 4487 h 10253"/>
                <a:gd name="connsiteX0" fmla="*/ 10000 w 10000"/>
                <a:gd name="connsiteY0" fmla="*/ 4487 h 10253"/>
                <a:gd name="connsiteX1" fmla="*/ 7472 w 10000"/>
                <a:gd name="connsiteY1" fmla="*/ 280 h 10253"/>
                <a:gd name="connsiteX2" fmla="*/ 3151 w 10000"/>
                <a:gd name="connsiteY2" fmla="*/ 1082 h 10253"/>
                <a:gd name="connsiteX3" fmla="*/ 1670 w 10000"/>
                <a:gd name="connsiteY3" fmla="*/ 6611 h 10253"/>
                <a:gd name="connsiteX4" fmla="*/ 0 w 10000"/>
                <a:gd name="connsiteY4" fmla="*/ 9421 h 10253"/>
                <a:gd name="connsiteX5" fmla="*/ 3409 w 10000"/>
                <a:gd name="connsiteY5" fmla="*/ 9239 h 10253"/>
                <a:gd name="connsiteX6" fmla="*/ 9705 w 10000"/>
                <a:gd name="connsiteY6" fmla="*/ 6149 h 10253"/>
                <a:gd name="connsiteX7" fmla="*/ 10000 w 10000"/>
                <a:gd name="connsiteY7" fmla="*/ 4487 h 10253"/>
                <a:gd name="connsiteX0" fmla="*/ 10000 w 10000"/>
                <a:gd name="connsiteY0" fmla="*/ 4487 h 10253"/>
                <a:gd name="connsiteX1" fmla="*/ 7472 w 10000"/>
                <a:gd name="connsiteY1" fmla="*/ 280 h 10253"/>
                <a:gd name="connsiteX2" fmla="*/ 3151 w 10000"/>
                <a:gd name="connsiteY2" fmla="*/ 1082 h 10253"/>
                <a:gd name="connsiteX3" fmla="*/ 1670 w 10000"/>
                <a:gd name="connsiteY3" fmla="*/ 6611 h 10253"/>
                <a:gd name="connsiteX4" fmla="*/ 0 w 10000"/>
                <a:gd name="connsiteY4" fmla="*/ 9421 h 10253"/>
                <a:gd name="connsiteX5" fmla="*/ 3409 w 10000"/>
                <a:gd name="connsiteY5" fmla="*/ 9239 h 10253"/>
                <a:gd name="connsiteX6" fmla="*/ 9705 w 10000"/>
                <a:gd name="connsiteY6" fmla="*/ 6149 h 10253"/>
                <a:gd name="connsiteX7" fmla="*/ 10000 w 10000"/>
                <a:gd name="connsiteY7" fmla="*/ 4487 h 10253"/>
                <a:gd name="connsiteX0" fmla="*/ 10000 w 10000"/>
                <a:gd name="connsiteY0" fmla="*/ 4487 h 10253"/>
                <a:gd name="connsiteX1" fmla="*/ 7472 w 10000"/>
                <a:gd name="connsiteY1" fmla="*/ 280 h 10253"/>
                <a:gd name="connsiteX2" fmla="*/ 3151 w 10000"/>
                <a:gd name="connsiteY2" fmla="*/ 1082 h 10253"/>
                <a:gd name="connsiteX3" fmla="*/ 1670 w 10000"/>
                <a:gd name="connsiteY3" fmla="*/ 6611 h 10253"/>
                <a:gd name="connsiteX4" fmla="*/ 0 w 10000"/>
                <a:gd name="connsiteY4" fmla="*/ 9421 h 10253"/>
                <a:gd name="connsiteX5" fmla="*/ 3409 w 10000"/>
                <a:gd name="connsiteY5" fmla="*/ 9239 h 10253"/>
                <a:gd name="connsiteX6" fmla="*/ 9705 w 10000"/>
                <a:gd name="connsiteY6" fmla="*/ 6149 h 10253"/>
                <a:gd name="connsiteX7" fmla="*/ 10000 w 10000"/>
                <a:gd name="connsiteY7" fmla="*/ 4487 h 10253"/>
                <a:gd name="connsiteX0" fmla="*/ 10000 w 10000"/>
                <a:gd name="connsiteY0" fmla="*/ 4487 h 9970"/>
                <a:gd name="connsiteX1" fmla="*/ 7472 w 10000"/>
                <a:gd name="connsiteY1" fmla="*/ 280 h 9970"/>
                <a:gd name="connsiteX2" fmla="*/ 3151 w 10000"/>
                <a:gd name="connsiteY2" fmla="*/ 1082 h 9970"/>
                <a:gd name="connsiteX3" fmla="*/ 1670 w 10000"/>
                <a:gd name="connsiteY3" fmla="*/ 6611 h 9970"/>
                <a:gd name="connsiteX4" fmla="*/ 0 w 10000"/>
                <a:gd name="connsiteY4" fmla="*/ 9421 h 9970"/>
                <a:gd name="connsiteX5" fmla="*/ 3409 w 10000"/>
                <a:gd name="connsiteY5" fmla="*/ 9239 h 9970"/>
                <a:gd name="connsiteX6" fmla="*/ 9705 w 10000"/>
                <a:gd name="connsiteY6" fmla="*/ 6149 h 9970"/>
                <a:gd name="connsiteX7" fmla="*/ 10000 w 10000"/>
                <a:gd name="connsiteY7" fmla="*/ 4487 h 9970"/>
                <a:gd name="connsiteX0" fmla="*/ 10000 w 10000"/>
                <a:gd name="connsiteY0" fmla="*/ 4501 h 9449"/>
                <a:gd name="connsiteX1" fmla="*/ 7472 w 10000"/>
                <a:gd name="connsiteY1" fmla="*/ 281 h 9449"/>
                <a:gd name="connsiteX2" fmla="*/ 3151 w 10000"/>
                <a:gd name="connsiteY2" fmla="*/ 1085 h 9449"/>
                <a:gd name="connsiteX3" fmla="*/ 1670 w 10000"/>
                <a:gd name="connsiteY3" fmla="*/ 6631 h 9449"/>
                <a:gd name="connsiteX4" fmla="*/ 0 w 10000"/>
                <a:gd name="connsiteY4" fmla="*/ 9449 h 9449"/>
                <a:gd name="connsiteX5" fmla="*/ 3409 w 10000"/>
                <a:gd name="connsiteY5" fmla="*/ 9267 h 9449"/>
                <a:gd name="connsiteX6" fmla="*/ 9705 w 10000"/>
                <a:gd name="connsiteY6" fmla="*/ 6168 h 9449"/>
                <a:gd name="connsiteX7" fmla="*/ 10000 w 10000"/>
                <a:gd name="connsiteY7" fmla="*/ 4501 h 9449"/>
                <a:gd name="connsiteX0" fmla="*/ 10000 w 10000"/>
                <a:gd name="connsiteY0" fmla="*/ 4764 h 10032"/>
                <a:gd name="connsiteX1" fmla="*/ 7472 w 10000"/>
                <a:gd name="connsiteY1" fmla="*/ 298 h 10032"/>
                <a:gd name="connsiteX2" fmla="*/ 3151 w 10000"/>
                <a:gd name="connsiteY2" fmla="*/ 1149 h 10032"/>
                <a:gd name="connsiteX3" fmla="*/ 1670 w 10000"/>
                <a:gd name="connsiteY3" fmla="*/ 7019 h 10032"/>
                <a:gd name="connsiteX4" fmla="*/ 0 w 10000"/>
                <a:gd name="connsiteY4" fmla="*/ 10001 h 10032"/>
                <a:gd name="connsiteX5" fmla="*/ 3409 w 10000"/>
                <a:gd name="connsiteY5" fmla="*/ 9808 h 10032"/>
                <a:gd name="connsiteX6" fmla="*/ 9705 w 10000"/>
                <a:gd name="connsiteY6" fmla="*/ 6529 h 10032"/>
                <a:gd name="connsiteX7" fmla="*/ 10000 w 10000"/>
                <a:gd name="connsiteY7" fmla="*/ 4764 h 10032"/>
                <a:gd name="connsiteX0" fmla="*/ 10000 w 10000"/>
                <a:gd name="connsiteY0" fmla="*/ 4764 h 10071"/>
                <a:gd name="connsiteX1" fmla="*/ 7472 w 10000"/>
                <a:gd name="connsiteY1" fmla="*/ 298 h 10071"/>
                <a:gd name="connsiteX2" fmla="*/ 3151 w 10000"/>
                <a:gd name="connsiteY2" fmla="*/ 1149 h 10071"/>
                <a:gd name="connsiteX3" fmla="*/ 1670 w 10000"/>
                <a:gd name="connsiteY3" fmla="*/ 7019 h 10071"/>
                <a:gd name="connsiteX4" fmla="*/ 0 w 10000"/>
                <a:gd name="connsiteY4" fmla="*/ 10001 h 10071"/>
                <a:gd name="connsiteX5" fmla="*/ 3409 w 10000"/>
                <a:gd name="connsiteY5" fmla="*/ 9808 h 10071"/>
                <a:gd name="connsiteX6" fmla="*/ 9705 w 10000"/>
                <a:gd name="connsiteY6" fmla="*/ 6529 h 10071"/>
                <a:gd name="connsiteX7" fmla="*/ 10000 w 10000"/>
                <a:gd name="connsiteY7" fmla="*/ 4764 h 1007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09 w 10000"/>
                <a:gd name="connsiteY5" fmla="*/ 9808 h 10001"/>
                <a:gd name="connsiteX6" fmla="*/ 9705 w 10000"/>
                <a:gd name="connsiteY6" fmla="*/ 6529 h 10001"/>
                <a:gd name="connsiteX7" fmla="*/ 10000 w 10000"/>
                <a:gd name="connsiteY7" fmla="*/ 4764 h 10001"/>
                <a:gd name="connsiteX0" fmla="*/ 10000 w 10000"/>
                <a:gd name="connsiteY0" fmla="*/ 4764 h 10022"/>
                <a:gd name="connsiteX1" fmla="*/ 7472 w 10000"/>
                <a:gd name="connsiteY1" fmla="*/ 298 h 10022"/>
                <a:gd name="connsiteX2" fmla="*/ 3151 w 10000"/>
                <a:gd name="connsiteY2" fmla="*/ 1149 h 10022"/>
                <a:gd name="connsiteX3" fmla="*/ 1670 w 10000"/>
                <a:gd name="connsiteY3" fmla="*/ 7019 h 10022"/>
                <a:gd name="connsiteX4" fmla="*/ 0 w 10000"/>
                <a:gd name="connsiteY4" fmla="*/ 10001 h 10022"/>
                <a:gd name="connsiteX5" fmla="*/ 3409 w 10000"/>
                <a:gd name="connsiteY5" fmla="*/ 9808 h 10022"/>
                <a:gd name="connsiteX6" fmla="*/ 9705 w 10000"/>
                <a:gd name="connsiteY6" fmla="*/ 6529 h 10022"/>
                <a:gd name="connsiteX7" fmla="*/ 10000 w 10000"/>
                <a:gd name="connsiteY7" fmla="*/ 4764 h 10022"/>
                <a:gd name="connsiteX0" fmla="*/ 10000 w 10000"/>
                <a:gd name="connsiteY0" fmla="*/ 4764 h 10056"/>
                <a:gd name="connsiteX1" fmla="*/ 7472 w 10000"/>
                <a:gd name="connsiteY1" fmla="*/ 298 h 10056"/>
                <a:gd name="connsiteX2" fmla="*/ 3151 w 10000"/>
                <a:gd name="connsiteY2" fmla="*/ 1149 h 10056"/>
                <a:gd name="connsiteX3" fmla="*/ 1670 w 10000"/>
                <a:gd name="connsiteY3" fmla="*/ 7019 h 10056"/>
                <a:gd name="connsiteX4" fmla="*/ 0 w 10000"/>
                <a:gd name="connsiteY4" fmla="*/ 10001 h 10056"/>
                <a:gd name="connsiteX5" fmla="*/ 3409 w 10000"/>
                <a:gd name="connsiteY5" fmla="*/ 9808 h 10056"/>
                <a:gd name="connsiteX6" fmla="*/ 9705 w 10000"/>
                <a:gd name="connsiteY6" fmla="*/ 6529 h 10056"/>
                <a:gd name="connsiteX7" fmla="*/ 10000 w 10000"/>
                <a:gd name="connsiteY7" fmla="*/ 4764 h 10056"/>
                <a:gd name="connsiteX0" fmla="*/ 10000 w 10000"/>
                <a:gd name="connsiteY0" fmla="*/ 4764 h 10046"/>
                <a:gd name="connsiteX1" fmla="*/ 7472 w 10000"/>
                <a:gd name="connsiteY1" fmla="*/ 298 h 10046"/>
                <a:gd name="connsiteX2" fmla="*/ 3151 w 10000"/>
                <a:gd name="connsiteY2" fmla="*/ 1149 h 10046"/>
                <a:gd name="connsiteX3" fmla="*/ 1670 w 10000"/>
                <a:gd name="connsiteY3" fmla="*/ 7019 h 10046"/>
                <a:gd name="connsiteX4" fmla="*/ 0 w 10000"/>
                <a:gd name="connsiteY4" fmla="*/ 10001 h 10046"/>
                <a:gd name="connsiteX5" fmla="*/ 3409 w 10000"/>
                <a:gd name="connsiteY5" fmla="*/ 9808 h 10046"/>
                <a:gd name="connsiteX6" fmla="*/ 9705 w 10000"/>
                <a:gd name="connsiteY6" fmla="*/ 6529 h 10046"/>
                <a:gd name="connsiteX7" fmla="*/ 10000 w 10000"/>
                <a:gd name="connsiteY7" fmla="*/ 4764 h 10046"/>
                <a:gd name="connsiteX0" fmla="*/ 10000 w 10000"/>
                <a:gd name="connsiteY0" fmla="*/ 4764 h 10037"/>
                <a:gd name="connsiteX1" fmla="*/ 7472 w 10000"/>
                <a:gd name="connsiteY1" fmla="*/ 298 h 10037"/>
                <a:gd name="connsiteX2" fmla="*/ 3151 w 10000"/>
                <a:gd name="connsiteY2" fmla="*/ 1149 h 10037"/>
                <a:gd name="connsiteX3" fmla="*/ 1670 w 10000"/>
                <a:gd name="connsiteY3" fmla="*/ 7019 h 10037"/>
                <a:gd name="connsiteX4" fmla="*/ 0 w 10000"/>
                <a:gd name="connsiteY4" fmla="*/ 10001 h 10037"/>
                <a:gd name="connsiteX5" fmla="*/ 3438 w 10000"/>
                <a:gd name="connsiteY5" fmla="*/ 9783 h 10037"/>
                <a:gd name="connsiteX6" fmla="*/ 9705 w 10000"/>
                <a:gd name="connsiteY6" fmla="*/ 6529 h 10037"/>
                <a:gd name="connsiteX7" fmla="*/ 10000 w 10000"/>
                <a:gd name="connsiteY7" fmla="*/ 4764 h 10037"/>
                <a:gd name="connsiteX0" fmla="*/ 10000 w 10000"/>
                <a:gd name="connsiteY0" fmla="*/ 4764 h 10076"/>
                <a:gd name="connsiteX1" fmla="*/ 7472 w 10000"/>
                <a:gd name="connsiteY1" fmla="*/ 298 h 10076"/>
                <a:gd name="connsiteX2" fmla="*/ 3151 w 10000"/>
                <a:gd name="connsiteY2" fmla="*/ 1149 h 10076"/>
                <a:gd name="connsiteX3" fmla="*/ 1670 w 10000"/>
                <a:gd name="connsiteY3" fmla="*/ 7019 h 10076"/>
                <a:gd name="connsiteX4" fmla="*/ 0 w 10000"/>
                <a:gd name="connsiteY4" fmla="*/ 10001 h 10076"/>
                <a:gd name="connsiteX5" fmla="*/ 3438 w 10000"/>
                <a:gd name="connsiteY5" fmla="*/ 9783 h 10076"/>
                <a:gd name="connsiteX6" fmla="*/ 9705 w 10000"/>
                <a:gd name="connsiteY6" fmla="*/ 6529 h 10076"/>
                <a:gd name="connsiteX7" fmla="*/ 10000 w 10000"/>
                <a:gd name="connsiteY7" fmla="*/ 4764 h 10076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705 w 10000"/>
                <a:gd name="connsiteY6" fmla="*/ 6529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705 w 10000"/>
                <a:gd name="connsiteY6" fmla="*/ 6529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705 w 10000"/>
                <a:gd name="connsiteY6" fmla="*/ 6529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519 w 10000"/>
                <a:gd name="connsiteY6" fmla="*/ 7231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519 w 10000"/>
                <a:gd name="connsiteY6" fmla="*/ 7231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447 w 10000"/>
                <a:gd name="connsiteY6" fmla="*/ 7532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447 w 10000"/>
                <a:gd name="connsiteY6" fmla="*/ 7532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447 w 10000"/>
                <a:gd name="connsiteY6" fmla="*/ 7532 h 10001"/>
                <a:gd name="connsiteX7" fmla="*/ 10000 w 10000"/>
                <a:gd name="connsiteY7" fmla="*/ 4764 h 10001"/>
                <a:gd name="connsiteX0" fmla="*/ 10000 w 10046"/>
                <a:gd name="connsiteY0" fmla="*/ 4764 h 10001"/>
                <a:gd name="connsiteX1" fmla="*/ 7472 w 10046"/>
                <a:gd name="connsiteY1" fmla="*/ 298 h 10001"/>
                <a:gd name="connsiteX2" fmla="*/ 3151 w 10046"/>
                <a:gd name="connsiteY2" fmla="*/ 1149 h 10001"/>
                <a:gd name="connsiteX3" fmla="*/ 1670 w 10046"/>
                <a:gd name="connsiteY3" fmla="*/ 7019 h 10001"/>
                <a:gd name="connsiteX4" fmla="*/ 0 w 10046"/>
                <a:gd name="connsiteY4" fmla="*/ 10001 h 10001"/>
                <a:gd name="connsiteX5" fmla="*/ 3438 w 10046"/>
                <a:gd name="connsiteY5" fmla="*/ 9783 h 10001"/>
                <a:gd name="connsiteX6" fmla="*/ 9447 w 10046"/>
                <a:gd name="connsiteY6" fmla="*/ 7532 h 10001"/>
                <a:gd name="connsiteX7" fmla="*/ 10000 w 10046"/>
                <a:gd name="connsiteY7" fmla="*/ 4764 h 10001"/>
                <a:gd name="connsiteX0" fmla="*/ 10000 w 10046"/>
                <a:gd name="connsiteY0" fmla="*/ 4764 h 10001"/>
                <a:gd name="connsiteX1" fmla="*/ 7472 w 10046"/>
                <a:gd name="connsiteY1" fmla="*/ 298 h 10001"/>
                <a:gd name="connsiteX2" fmla="*/ 3151 w 10046"/>
                <a:gd name="connsiteY2" fmla="*/ 1149 h 10001"/>
                <a:gd name="connsiteX3" fmla="*/ 1670 w 10046"/>
                <a:gd name="connsiteY3" fmla="*/ 7019 h 10001"/>
                <a:gd name="connsiteX4" fmla="*/ 0 w 10046"/>
                <a:gd name="connsiteY4" fmla="*/ 10001 h 10001"/>
                <a:gd name="connsiteX5" fmla="*/ 3438 w 10046"/>
                <a:gd name="connsiteY5" fmla="*/ 9783 h 10001"/>
                <a:gd name="connsiteX6" fmla="*/ 9447 w 10046"/>
                <a:gd name="connsiteY6" fmla="*/ 7532 h 10001"/>
                <a:gd name="connsiteX7" fmla="*/ 10000 w 10046"/>
                <a:gd name="connsiteY7" fmla="*/ 4764 h 10001"/>
                <a:gd name="connsiteX0" fmla="*/ 9447 w 9606"/>
                <a:gd name="connsiteY0" fmla="*/ 7532 h 10001"/>
                <a:gd name="connsiteX1" fmla="*/ 7472 w 9606"/>
                <a:gd name="connsiteY1" fmla="*/ 298 h 10001"/>
                <a:gd name="connsiteX2" fmla="*/ 3151 w 9606"/>
                <a:gd name="connsiteY2" fmla="*/ 1149 h 10001"/>
                <a:gd name="connsiteX3" fmla="*/ 1670 w 9606"/>
                <a:gd name="connsiteY3" fmla="*/ 7019 h 10001"/>
                <a:gd name="connsiteX4" fmla="*/ 0 w 9606"/>
                <a:gd name="connsiteY4" fmla="*/ 10001 h 10001"/>
                <a:gd name="connsiteX5" fmla="*/ 3438 w 9606"/>
                <a:gd name="connsiteY5" fmla="*/ 9783 h 10001"/>
                <a:gd name="connsiteX6" fmla="*/ 9447 w 9606"/>
                <a:gd name="connsiteY6" fmla="*/ 7532 h 10001"/>
                <a:gd name="connsiteX0" fmla="*/ 9834 w 10389"/>
                <a:gd name="connsiteY0" fmla="*/ 7531 h 10000"/>
                <a:gd name="connsiteX1" fmla="*/ 7778 w 10389"/>
                <a:gd name="connsiteY1" fmla="*/ 298 h 10000"/>
                <a:gd name="connsiteX2" fmla="*/ 3280 w 10389"/>
                <a:gd name="connsiteY2" fmla="*/ 1149 h 10000"/>
                <a:gd name="connsiteX3" fmla="*/ 1738 w 10389"/>
                <a:gd name="connsiteY3" fmla="*/ 7018 h 10000"/>
                <a:gd name="connsiteX4" fmla="*/ 0 w 10389"/>
                <a:gd name="connsiteY4" fmla="*/ 10000 h 10000"/>
                <a:gd name="connsiteX5" fmla="*/ 3579 w 10389"/>
                <a:gd name="connsiteY5" fmla="*/ 9782 h 10000"/>
                <a:gd name="connsiteX6" fmla="*/ 9834 w 10389"/>
                <a:gd name="connsiteY6" fmla="*/ 7531 h 10000"/>
                <a:gd name="connsiteX0" fmla="*/ 9834 w 10449"/>
                <a:gd name="connsiteY0" fmla="*/ 7615 h 10084"/>
                <a:gd name="connsiteX1" fmla="*/ 7778 w 10449"/>
                <a:gd name="connsiteY1" fmla="*/ 382 h 10084"/>
                <a:gd name="connsiteX2" fmla="*/ 3280 w 10449"/>
                <a:gd name="connsiteY2" fmla="*/ 1233 h 10084"/>
                <a:gd name="connsiteX3" fmla="*/ 1738 w 10449"/>
                <a:gd name="connsiteY3" fmla="*/ 7102 h 10084"/>
                <a:gd name="connsiteX4" fmla="*/ 0 w 10449"/>
                <a:gd name="connsiteY4" fmla="*/ 10084 h 10084"/>
                <a:gd name="connsiteX5" fmla="*/ 3579 w 10449"/>
                <a:gd name="connsiteY5" fmla="*/ 9866 h 10084"/>
                <a:gd name="connsiteX6" fmla="*/ 9834 w 10449"/>
                <a:gd name="connsiteY6" fmla="*/ 7615 h 10084"/>
                <a:gd name="connsiteX0" fmla="*/ 9834 w 10491"/>
                <a:gd name="connsiteY0" fmla="*/ 7615 h 10084"/>
                <a:gd name="connsiteX1" fmla="*/ 7778 w 10491"/>
                <a:gd name="connsiteY1" fmla="*/ 382 h 10084"/>
                <a:gd name="connsiteX2" fmla="*/ 3280 w 10491"/>
                <a:gd name="connsiteY2" fmla="*/ 1233 h 10084"/>
                <a:gd name="connsiteX3" fmla="*/ 1738 w 10491"/>
                <a:gd name="connsiteY3" fmla="*/ 7102 h 10084"/>
                <a:gd name="connsiteX4" fmla="*/ 0 w 10491"/>
                <a:gd name="connsiteY4" fmla="*/ 10084 h 10084"/>
                <a:gd name="connsiteX5" fmla="*/ 3579 w 10491"/>
                <a:gd name="connsiteY5" fmla="*/ 9866 h 10084"/>
                <a:gd name="connsiteX6" fmla="*/ 9834 w 10491"/>
                <a:gd name="connsiteY6" fmla="*/ 7615 h 10084"/>
                <a:gd name="connsiteX0" fmla="*/ 9834 w 10488"/>
                <a:gd name="connsiteY0" fmla="*/ 7583 h 10052"/>
                <a:gd name="connsiteX1" fmla="*/ 7778 w 10488"/>
                <a:gd name="connsiteY1" fmla="*/ 350 h 10052"/>
                <a:gd name="connsiteX2" fmla="*/ 3280 w 10488"/>
                <a:gd name="connsiteY2" fmla="*/ 1201 h 10052"/>
                <a:gd name="connsiteX3" fmla="*/ 1738 w 10488"/>
                <a:gd name="connsiteY3" fmla="*/ 7070 h 10052"/>
                <a:gd name="connsiteX4" fmla="*/ 0 w 10488"/>
                <a:gd name="connsiteY4" fmla="*/ 10052 h 10052"/>
                <a:gd name="connsiteX5" fmla="*/ 3579 w 10488"/>
                <a:gd name="connsiteY5" fmla="*/ 9834 h 10052"/>
                <a:gd name="connsiteX6" fmla="*/ 9834 w 10488"/>
                <a:gd name="connsiteY6" fmla="*/ 7583 h 10052"/>
                <a:gd name="connsiteX0" fmla="*/ 9834 w 10498"/>
                <a:gd name="connsiteY0" fmla="*/ 7571 h 10040"/>
                <a:gd name="connsiteX1" fmla="*/ 7778 w 10498"/>
                <a:gd name="connsiteY1" fmla="*/ 338 h 10040"/>
                <a:gd name="connsiteX2" fmla="*/ 3280 w 10498"/>
                <a:gd name="connsiteY2" fmla="*/ 1189 h 10040"/>
                <a:gd name="connsiteX3" fmla="*/ 1738 w 10498"/>
                <a:gd name="connsiteY3" fmla="*/ 7058 h 10040"/>
                <a:gd name="connsiteX4" fmla="*/ 0 w 10498"/>
                <a:gd name="connsiteY4" fmla="*/ 10040 h 10040"/>
                <a:gd name="connsiteX5" fmla="*/ 3579 w 10498"/>
                <a:gd name="connsiteY5" fmla="*/ 9822 h 10040"/>
                <a:gd name="connsiteX6" fmla="*/ 9834 w 10498"/>
                <a:gd name="connsiteY6" fmla="*/ 7571 h 10040"/>
                <a:gd name="connsiteX0" fmla="*/ 9834 w 10546"/>
                <a:gd name="connsiteY0" fmla="*/ 7571 h 10040"/>
                <a:gd name="connsiteX1" fmla="*/ 7778 w 10546"/>
                <a:gd name="connsiteY1" fmla="*/ 338 h 10040"/>
                <a:gd name="connsiteX2" fmla="*/ 3280 w 10546"/>
                <a:gd name="connsiteY2" fmla="*/ 1189 h 10040"/>
                <a:gd name="connsiteX3" fmla="*/ 1738 w 10546"/>
                <a:gd name="connsiteY3" fmla="*/ 7058 h 10040"/>
                <a:gd name="connsiteX4" fmla="*/ 0 w 10546"/>
                <a:gd name="connsiteY4" fmla="*/ 10040 h 10040"/>
                <a:gd name="connsiteX5" fmla="*/ 3579 w 10546"/>
                <a:gd name="connsiteY5" fmla="*/ 9822 h 10040"/>
                <a:gd name="connsiteX6" fmla="*/ 9834 w 10546"/>
                <a:gd name="connsiteY6" fmla="*/ 7571 h 10040"/>
                <a:gd name="connsiteX0" fmla="*/ 9834 w 10549"/>
                <a:gd name="connsiteY0" fmla="*/ 7521 h 9990"/>
                <a:gd name="connsiteX1" fmla="*/ 7778 w 10549"/>
                <a:gd name="connsiteY1" fmla="*/ 288 h 9990"/>
                <a:gd name="connsiteX2" fmla="*/ 3280 w 10549"/>
                <a:gd name="connsiteY2" fmla="*/ 1139 h 9990"/>
                <a:gd name="connsiteX3" fmla="*/ 1738 w 10549"/>
                <a:gd name="connsiteY3" fmla="*/ 7008 h 9990"/>
                <a:gd name="connsiteX4" fmla="*/ 0 w 10549"/>
                <a:gd name="connsiteY4" fmla="*/ 9990 h 9990"/>
                <a:gd name="connsiteX5" fmla="*/ 3579 w 10549"/>
                <a:gd name="connsiteY5" fmla="*/ 9772 h 9990"/>
                <a:gd name="connsiteX6" fmla="*/ 9834 w 10549"/>
                <a:gd name="connsiteY6" fmla="*/ 7521 h 9990"/>
                <a:gd name="connsiteX0" fmla="*/ 9322 w 10000"/>
                <a:gd name="connsiteY0" fmla="*/ 7571 h 10042"/>
                <a:gd name="connsiteX1" fmla="*/ 7373 w 10000"/>
                <a:gd name="connsiteY1" fmla="*/ 330 h 10042"/>
                <a:gd name="connsiteX2" fmla="*/ 3109 w 10000"/>
                <a:gd name="connsiteY2" fmla="*/ 1182 h 10042"/>
                <a:gd name="connsiteX3" fmla="*/ 1648 w 10000"/>
                <a:gd name="connsiteY3" fmla="*/ 7057 h 10042"/>
                <a:gd name="connsiteX4" fmla="*/ 0 w 10000"/>
                <a:gd name="connsiteY4" fmla="*/ 10042 h 10042"/>
                <a:gd name="connsiteX5" fmla="*/ 3393 w 10000"/>
                <a:gd name="connsiteY5" fmla="*/ 9824 h 10042"/>
                <a:gd name="connsiteX6" fmla="*/ 9322 w 10000"/>
                <a:gd name="connsiteY6" fmla="*/ 7571 h 10042"/>
                <a:gd name="connsiteX0" fmla="*/ 9322 w 9997"/>
                <a:gd name="connsiteY0" fmla="*/ 7677 h 10148"/>
                <a:gd name="connsiteX1" fmla="*/ 7373 w 9997"/>
                <a:gd name="connsiteY1" fmla="*/ 436 h 10148"/>
                <a:gd name="connsiteX2" fmla="*/ 3109 w 9997"/>
                <a:gd name="connsiteY2" fmla="*/ 1288 h 10148"/>
                <a:gd name="connsiteX3" fmla="*/ 1648 w 9997"/>
                <a:gd name="connsiteY3" fmla="*/ 7163 h 10148"/>
                <a:gd name="connsiteX4" fmla="*/ 0 w 9997"/>
                <a:gd name="connsiteY4" fmla="*/ 10148 h 10148"/>
                <a:gd name="connsiteX5" fmla="*/ 3393 w 9997"/>
                <a:gd name="connsiteY5" fmla="*/ 9930 h 10148"/>
                <a:gd name="connsiteX6" fmla="*/ 9322 w 9997"/>
                <a:gd name="connsiteY6" fmla="*/ 7677 h 10148"/>
                <a:gd name="connsiteX0" fmla="*/ 9325 w 10050"/>
                <a:gd name="connsiteY0" fmla="*/ 7565 h 10000"/>
                <a:gd name="connsiteX1" fmla="*/ 7375 w 10050"/>
                <a:gd name="connsiteY1" fmla="*/ 430 h 10000"/>
                <a:gd name="connsiteX2" fmla="*/ 3110 w 10050"/>
                <a:gd name="connsiteY2" fmla="*/ 1269 h 10000"/>
                <a:gd name="connsiteX3" fmla="*/ 1648 w 10050"/>
                <a:gd name="connsiteY3" fmla="*/ 7059 h 10000"/>
                <a:gd name="connsiteX4" fmla="*/ 0 w 10050"/>
                <a:gd name="connsiteY4" fmla="*/ 10000 h 10000"/>
                <a:gd name="connsiteX5" fmla="*/ 3394 w 10050"/>
                <a:gd name="connsiteY5" fmla="*/ 9785 h 10000"/>
                <a:gd name="connsiteX6" fmla="*/ 9325 w 10050"/>
                <a:gd name="connsiteY6" fmla="*/ 7565 h 10000"/>
                <a:gd name="connsiteX0" fmla="*/ 9325 w 10060"/>
                <a:gd name="connsiteY0" fmla="*/ 7527 h 9962"/>
                <a:gd name="connsiteX1" fmla="*/ 7375 w 10060"/>
                <a:gd name="connsiteY1" fmla="*/ 392 h 9962"/>
                <a:gd name="connsiteX2" fmla="*/ 3110 w 10060"/>
                <a:gd name="connsiteY2" fmla="*/ 1231 h 9962"/>
                <a:gd name="connsiteX3" fmla="*/ 1648 w 10060"/>
                <a:gd name="connsiteY3" fmla="*/ 7021 h 9962"/>
                <a:gd name="connsiteX4" fmla="*/ 0 w 10060"/>
                <a:gd name="connsiteY4" fmla="*/ 9962 h 9962"/>
                <a:gd name="connsiteX5" fmla="*/ 3394 w 10060"/>
                <a:gd name="connsiteY5" fmla="*/ 9747 h 9962"/>
                <a:gd name="connsiteX6" fmla="*/ 9325 w 10060"/>
                <a:gd name="connsiteY6" fmla="*/ 7527 h 9962"/>
                <a:gd name="connsiteX0" fmla="*/ 9269 w 10000"/>
                <a:gd name="connsiteY0" fmla="*/ 7548 h 9992"/>
                <a:gd name="connsiteX1" fmla="*/ 7331 w 10000"/>
                <a:gd name="connsiteY1" fmla="*/ 385 h 9992"/>
                <a:gd name="connsiteX2" fmla="*/ 3091 w 10000"/>
                <a:gd name="connsiteY2" fmla="*/ 1228 h 9992"/>
                <a:gd name="connsiteX3" fmla="*/ 1638 w 10000"/>
                <a:gd name="connsiteY3" fmla="*/ 7040 h 9992"/>
                <a:gd name="connsiteX4" fmla="*/ 0 w 10000"/>
                <a:gd name="connsiteY4" fmla="*/ 9992 h 9992"/>
                <a:gd name="connsiteX5" fmla="*/ 3374 w 10000"/>
                <a:gd name="connsiteY5" fmla="*/ 9776 h 9992"/>
                <a:gd name="connsiteX6" fmla="*/ 9269 w 10000"/>
                <a:gd name="connsiteY6" fmla="*/ 7548 h 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00" h="9992">
                  <a:moveTo>
                    <a:pt x="9269" y="7548"/>
                  </a:moveTo>
                  <a:cubicBezTo>
                    <a:pt x="11192" y="3897"/>
                    <a:pt x="8890" y="1121"/>
                    <a:pt x="7331" y="385"/>
                  </a:cubicBezTo>
                  <a:cubicBezTo>
                    <a:pt x="5772" y="-350"/>
                    <a:pt x="4175" y="-9"/>
                    <a:pt x="3091" y="1228"/>
                  </a:cubicBezTo>
                  <a:cubicBezTo>
                    <a:pt x="1494" y="3050"/>
                    <a:pt x="1962" y="5301"/>
                    <a:pt x="1638" y="7040"/>
                  </a:cubicBezTo>
                  <a:cubicBezTo>
                    <a:pt x="1479" y="8351"/>
                    <a:pt x="1108" y="9033"/>
                    <a:pt x="0" y="9992"/>
                  </a:cubicBezTo>
                  <a:cubicBezTo>
                    <a:pt x="1396" y="9798"/>
                    <a:pt x="663" y="9955"/>
                    <a:pt x="3374" y="9776"/>
                  </a:cubicBezTo>
                  <a:cubicBezTo>
                    <a:pt x="6122" y="9776"/>
                    <a:pt x="7966" y="9615"/>
                    <a:pt x="9269" y="7548"/>
                  </a:cubicBezTo>
                  <a:close/>
                </a:path>
              </a:pathLst>
            </a:custGeom>
            <a:solidFill>
              <a:srgbClr val="7E8A72"/>
            </a:solidFill>
            <a:ln>
              <a:noFill/>
            </a:ln>
            <a:effectLst>
              <a:outerShdw blurRad="203200" dist="152400" dir="5400000" algn="t" rotWithShape="0">
                <a:schemeClr val="bg1">
                  <a:lumMod val="50000"/>
                  <a:alpha val="2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" name="Flowchart: Connector 19">
              <a:extLst>
                <a:ext uri="{FF2B5EF4-FFF2-40B4-BE49-F238E27FC236}">
                  <a16:creationId xmlns:a16="http://schemas.microsoft.com/office/drawing/2014/main" id="{AA6AEA62-F244-536E-F358-E92423CAC753}"/>
                </a:ext>
              </a:extLst>
            </p:cNvPr>
            <p:cNvSpPr/>
            <p:nvPr/>
          </p:nvSpPr>
          <p:spPr>
            <a:xfrm rot="7183478">
              <a:off x="6409653" y="3597348"/>
              <a:ext cx="1496739" cy="1496738"/>
            </a:xfrm>
            <a:prstGeom prst="flowChartConnector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Flowchart: Connector 20">
              <a:extLst>
                <a:ext uri="{FF2B5EF4-FFF2-40B4-BE49-F238E27FC236}">
                  <a16:creationId xmlns:a16="http://schemas.microsoft.com/office/drawing/2014/main" id="{F6528DCD-AB5F-EA5D-18AB-C99FD2843ED1}"/>
                </a:ext>
              </a:extLst>
            </p:cNvPr>
            <p:cNvSpPr/>
            <p:nvPr/>
          </p:nvSpPr>
          <p:spPr>
            <a:xfrm rot="7183478">
              <a:off x="6564131" y="3751826"/>
              <a:ext cx="1187783" cy="1187782"/>
            </a:xfrm>
            <a:prstGeom prst="flowChartConnector">
              <a:avLst/>
            </a:prstGeom>
            <a:solidFill>
              <a:srgbClr val="7E8A7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Block Arc 23">
              <a:extLst>
                <a:ext uri="{FF2B5EF4-FFF2-40B4-BE49-F238E27FC236}">
                  <a16:creationId xmlns:a16="http://schemas.microsoft.com/office/drawing/2014/main" id="{577E2554-22D3-67F1-7F07-9FEEB2977BC2}"/>
                </a:ext>
              </a:extLst>
            </p:cNvPr>
            <p:cNvSpPr/>
            <p:nvPr/>
          </p:nvSpPr>
          <p:spPr>
            <a:xfrm rot="10126360" flipH="1">
              <a:off x="6187169" y="3374058"/>
              <a:ext cx="2078621" cy="2078622"/>
            </a:xfrm>
            <a:prstGeom prst="blockArc">
              <a:avLst>
                <a:gd name="adj1" fmla="val 14878076"/>
                <a:gd name="adj2" fmla="val 895592"/>
                <a:gd name="adj3" fmla="val 3986"/>
              </a:avLst>
            </a:prstGeom>
            <a:solidFill>
              <a:srgbClr val="7E8A7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Freeform 21">
              <a:extLst>
                <a:ext uri="{FF2B5EF4-FFF2-40B4-BE49-F238E27FC236}">
                  <a16:creationId xmlns:a16="http://schemas.microsoft.com/office/drawing/2014/main" id="{BEF9A5FD-6AA4-B915-95F9-C9860B2566A5}"/>
                </a:ext>
              </a:extLst>
            </p:cNvPr>
            <p:cNvSpPr>
              <a:spLocks/>
            </p:cNvSpPr>
            <p:nvPr/>
          </p:nvSpPr>
          <p:spPr bwMode="auto">
            <a:xfrm rot="10458397" flipV="1">
              <a:off x="4229450" y="3522750"/>
              <a:ext cx="2171061" cy="1874368"/>
            </a:xfrm>
            <a:custGeom>
              <a:avLst/>
              <a:gdLst>
                <a:gd name="T0" fmla="*/ 565 w 565"/>
                <a:gd name="T1" fmla="*/ 193 h 449"/>
                <a:gd name="T2" fmla="*/ 372 w 565"/>
                <a:gd name="T3" fmla="*/ 0 h 449"/>
                <a:gd name="T4" fmla="*/ 178 w 565"/>
                <a:gd name="T5" fmla="*/ 193 h 449"/>
                <a:gd name="T6" fmla="*/ 233 w 565"/>
                <a:gd name="T7" fmla="*/ 328 h 449"/>
                <a:gd name="T8" fmla="*/ 0 w 565"/>
                <a:gd name="T9" fmla="*/ 337 h 449"/>
                <a:gd name="T10" fmla="*/ 272 w 565"/>
                <a:gd name="T11" fmla="*/ 449 h 449"/>
                <a:gd name="T12" fmla="*/ 551 w 565"/>
                <a:gd name="T13" fmla="*/ 266 h 449"/>
                <a:gd name="T14" fmla="*/ 565 w 565"/>
                <a:gd name="T15" fmla="*/ 193 h 449"/>
                <a:gd name="connsiteX0" fmla="*/ 8419 w 8419"/>
                <a:gd name="connsiteY0" fmla="*/ 4298 h 10000"/>
                <a:gd name="connsiteX1" fmla="*/ 5003 w 8419"/>
                <a:gd name="connsiteY1" fmla="*/ 0 h 10000"/>
                <a:gd name="connsiteX2" fmla="*/ 1569 w 8419"/>
                <a:gd name="connsiteY2" fmla="*/ 4298 h 10000"/>
                <a:gd name="connsiteX3" fmla="*/ 2543 w 8419"/>
                <a:gd name="connsiteY3" fmla="*/ 7305 h 10000"/>
                <a:gd name="connsiteX4" fmla="*/ 0 w 8419"/>
                <a:gd name="connsiteY4" fmla="*/ 9005 h 10000"/>
                <a:gd name="connsiteX5" fmla="*/ 3233 w 8419"/>
                <a:gd name="connsiteY5" fmla="*/ 10000 h 10000"/>
                <a:gd name="connsiteX6" fmla="*/ 8171 w 8419"/>
                <a:gd name="connsiteY6" fmla="*/ 5924 h 10000"/>
                <a:gd name="connsiteX7" fmla="*/ 8419 w 8419"/>
                <a:gd name="connsiteY7" fmla="*/ 4298 h 10000"/>
                <a:gd name="connsiteX0" fmla="*/ 9984 w 9984"/>
                <a:gd name="connsiteY0" fmla="*/ 4298 h 10000"/>
                <a:gd name="connsiteX1" fmla="*/ 5927 w 9984"/>
                <a:gd name="connsiteY1" fmla="*/ 0 h 10000"/>
                <a:gd name="connsiteX2" fmla="*/ 1848 w 9984"/>
                <a:gd name="connsiteY2" fmla="*/ 4298 h 10000"/>
                <a:gd name="connsiteX3" fmla="*/ 3005 w 9984"/>
                <a:gd name="connsiteY3" fmla="*/ 7305 h 10000"/>
                <a:gd name="connsiteX4" fmla="*/ 0 w 9984"/>
                <a:gd name="connsiteY4" fmla="*/ 9127 h 10000"/>
                <a:gd name="connsiteX5" fmla="*/ 3824 w 9984"/>
                <a:gd name="connsiteY5" fmla="*/ 10000 h 10000"/>
                <a:gd name="connsiteX6" fmla="*/ 9689 w 9984"/>
                <a:gd name="connsiteY6" fmla="*/ 5924 h 10000"/>
                <a:gd name="connsiteX7" fmla="*/ 9984 w 9984"/>
                <a:gd name="connsiteY7" fmla="*/ 4298 h 10000"/>
                <a:gd name="connsiteX0" fmla="*/ 10000 w 10000"/>
                <a:gd name="connsiteY0" fmla="*/ 4300 h 10002"/>
                <a:gd name="connsiteX1" fmla="*/ 5936 w 10000"/>
                <a:gd name="connsiteY1" fmla="*/ 2 h 10002"/>
                <a:gd name="connsiteX2" fmla="*/ 1772 w 10000"/>
                <a:gd name="connsiteY2" fmla="*/ 3880 h 10002"/>
                <a:gd name="connsiteX3" fmla="*/ 3010 w 10000"/>
                <a:gd name="connsiteY3" fmla="*/ 7307 h 10002"/>
                <a:gd name="connsiteX4" fmla="*/ 0 w 10000"/>
                <a:gd name="connsiteY4" fmla="*/ 9129 h 10002"/>
                <a:gd name="connsiteX5" fmla="*/ 3830 w 10000"/>
                <a:gd name="connsiteY5" fmla="*/ 10002 h 10002"/>
                <a:gd name="connsiteX6" fmla="*/ 9705 w 10000"/>
                <a:gd name="connsiteY6" fmla="*/ 5926 h 10002"/>
                <a:gd name="connsiteX7" fmla="*/ 10000 w 10000"/>
                <a:gd name="connsiteY7" fmla="*/ 4300 h 10002"/>
                <a:gd name="connsiteX0" fmla="*/ 10000 w 10000"/>
                <a:gd name="connsiteY0" fmla="*/ 4300 h 10002"/>
                <a:gd name="connsiteX1" fmla="*/ 5936 w 10000"/>
                <a:gd name="connsiteY1" fmla="*/ 2 h 10002"/>
                <a:gd name="connsiteX2" fmla="*/ 1772 w 10000"/>
                <a:gd name="connsiteY2" fmla="*/ 3880 h 10002"/>
                <a:gd name="connsiteX3" fmla="*/ 3010 w 10000"/>
                <a:gd name="connsiteY3" fmla="*/ 7307 h 10002"/>
                <a:gd name="connsiteX4" fmla="*/ 0 w 10000"/>
                <a:gd name="connsiteY4" fmla="*/ 9129 h 10002"/>
                <a:gd name="connsiteX5" fmla="*/ 3830 w 10000"/>
                <a:gd name="connsiteY5" fmla="*/ 10002 h 10002"/>
                <a:gd name="connsiteX6" fmla="*/ 9705 w 10000"/>
                <a:gd name="connsiteY6" fmla="*/ 5926 h 10002"/>
                <a:gd name="connsiteX7" fmla="*/ 10000 w 10000"/>
                <a:gd name="connsiteY7" fmla="*/ 4300 h 10002"/>
                <a:gd name="connsiteX0" fmla="*/ 10000 w 10000"/>
                <a:gd name="connsiteY0" fmla="*/ 4300 h 10002"/>
                <a:gd name="connsiteX1" fmla="*/ 5936 w 10000"/>
                <a:gd name="connsiteY1" fmla="*/ 2 h 10002"/>
                <a:gd name="connsiteX2" fmla="*/ 1772 w 10000"/>
                <a:gd name="connsiteY2" fmla="*/ 3880 h 10002"/>
                <a:gd name="connsiteX3" fmla="*/ 1670 w 10000"/>
                <a:gd name="connsiteY3" fmla="*/ 6378 h 10002"/>
                <a:gd name="connsiteX4" fmla="*/ 0 w 10000"/>
                <a:gd name="connsiteY4" fmla="*/ 9129 h 10002"/>
                <a:gd name="connsiteX5" fmla="*/ 3830 w 10000"/>
                <a:gd name="connsiteY5" fmla="*/ 10002 h 10002"/>
                <a:gd name="connsiteX6" fmla="*/ 9705 w 10000"/>
                <a:gd name="connsiteY6" fmla="*/ 5926 h 10002"/>
                <a:gd name="connsiteX7" fmla="*/ 10000 w 10000"/>
                <a:gd name="connsiteY7" fmla="*/ 4300 h 10002"/>
                <a:gd name="connsiteX0" fmla="*/ 10000 w 10000"/>
                <a:gd name="connsiteY0" fmla="*/ 4377 h 10079"/>
                <a:gd name="connsiteX1" fmla="*/ 5936 w 10000"/>
                <a:gd name="connsiteY1" fmla="*/ 79 h 10079"/>
                <a:gd name="connsiteX2" fmla="*/ 2396 w 10000"/>
                <a:gd name="connsiteY2" fmla="*/ 1954 h 10079"/>
                <a:gd name="connsiteX3" fmla="*/ 1670 w 10000"/>
                <a:gd name="connsiteY3" fmla="*/ 6455 h 10079"/>
                <a:gd name="connsiteX4" fmla="*/ 0 w 10000"/>
                <a:gd name="connsiteY4" fmla="*/ 9206 h 10079"/>
                <a:gd name="connsiteX5" fmla="*/ 3830 w 10000"/>
                <a:gd name="connsiteY5" fmla="*/ 10079 h 10079"/>
                <a:gd name="connsiteX6" fmla="*/ 9705 w 10000"/>
                <a:gd name="connsiteY6" fmla="*/ 6003 h 10079"/>
                <a:gd name="connsiteX7" fmla="*/ 10000 w 10000"/>
                <a:gd name="connsiteY7" fmla="*/ 4377 h 10079"/>
                <a:gd name="connsiteX0" fmla="*/ 10000 w 10000"/>
                <a:gd name="connsiteY0" fmla="*/ 4283 h 9985"/>
                <a:gd name="connsiteX1" fmla="*/ 6916 w 10000"/>
                <a:gd name="connsiteY1" fmla="*/ 84 h 9985"/>
                <a:gd name="connsiteX2" fmla="*/ 2396 w 10000"/>
                <a:gd name="connsiteY2" fmla="*/ 1860 h 9985"/>
                <a:gd name="connsiteX3" fmla="*/ 1670 w 10000"/>
                <a:gd name="connsiteY3" fmla="*/ 6361 h 9985"/>
                <a:gd name="connsiteX4" fmla="*/ 0 w 10000"/>
                <a:gd name="connsiteY4" fmla="*/ 9112 h 9985"/>
                <a:gd name="connsiteX5" fmla="*/ 3830 w 10000"/>
                <a:gd name="connsiteY5" fmla="*/ 9985 h 9985"/>
                <a:gd name="connsiteX6" fmla="*/ 9705 w 10000"/>
                <a:gd name="connsiteY6" fmla="*/ 5909 h 9985"/>
                <a:gd name="connsiteX7" fmla="*/ 10000 w 10000"/>
                <a:gd name="connsiteY7" fmla="*/ 4283 h 9985"/>
                <a:gd name="connsiteX0" fmla="*/ 10000 w 10000"/>
                <a:gd name="connsiteY0" fmla="*/ 4289 h 10000"/>
                <a:gd name="connsiteX1" fmla="*/ 6916 w 10000"/>
                <a:gd name="connsiteY1" fmla="*/ 84 h 10000"/>
                <a:gd name="connsiteX2" fmla="*/ 2396 w 10000"/>
                <a:gd name="connsiteY2" fmla="*/ 1863 h 10000"/>
                <a:gd name="connsiteX3" fmla="*/ 1670 w 10000"/>
                <a:gd name="connsiteY3" fmla="*/ 6371 h 10000"/>
                <a:gd name="connsiteX4" fmla="*/ 0 w 10000"/>
                <a:gd name="connsiteY4" fmla="*/ 9126 h 10000"/>
                <a:gd name="connsiteX5" fmla="*/ 3830 w 10000"/>
                <a:gd name="connsiteY5" fmla="*/ 10000 h 10000"/>
                <a:gd name="connsiteX6" fmla="*/ 9705 w 10000"/>
                <a:gd name="connsiteY6" fmla="*/ 5918 h 10000"/>
                <a:gd name="connsiteX7" fmla="*/ 10000 w 10000"/>
                <a:gd name="connsiteY7" fmla="*/ 4289 h 10000"/>
                <a:gd name="connsiteX0" fmla="*/ 10000 w 10000"/>
                <a:gd name="connsiteY0" fmla="*/ 4283 h 9994"/>
                <a:gd name="connsiteX1" fmla="*/ 6916 w 10000"/>
                <a:gd name="connsiteY1" fmla="*/ 78 h 9994"/>
                <a:gd name="connsiteX2" fmla="*/ 2396 w 10000"/>
                <a:gd name="connsiteY2" fmla="*/ 1857 h 9994"/>
                <a:gd name="connsiteX3" fmla="*/ 1670 w 10000"/>
                <a:gd name="connsiteY3" fmla="*/ 6365 h 9994"/>
                <a:gd name="connsiteX4" fmla="*/ 0 w 10000"/>
                <a:gd name="connsiteY4" fmla="*/ 9120 h 9994"/>
                <a:gd name="connsiteX5" fmla="*/ 3830 w 10000"/>
                <a:gd name="connsiteY5" fmla="*/ 9994 h 9994"/>
                <a:gd name="connsiteX6" fmla="*/ 9705 w 10000"/>
                <a:gd name="connsiteY6" fmla="*/ 5912 h 9994"/>
                <a:gd name="connsiteX7" fmla="*/ 10000 w 10000"/>
                <a:gd name="connsiteY7" fmla="*/ 4283 h 9994"/>
                <a:gd name="connsiteX0" fmla="*/ 10000 w 10000"/>
                <a:gd name="connsiteY0" fmla="*/ 4286 h 10000"/>
                <a:gd name="connsiteX1" fmla="*/ 6916 w 10000"/>
                <a:gd name="connsiteY1" fmla="*/ 78 h 10000"/>
                <a:gd name="connsiteX2" fmla="*/ 2396 w 10000"/>
                <a:gd name="connsiteY2" fmla="*/ 1858 h 10000"/>
                <a:gd name="connsiteX3" fmla="*/ 1670 w 10000"/>
                <a:gd name="connsiteY3" fmla="*/ 6369 h 10000"/>
                <a:gd name="connsiteX4" fmla="*/ 0 w 10000"/>
                <a:gd name="connsiteY4" fmla="*/ 9125 h 10000"/>
                <a:gd name="connsiteX5" fmla="*/ 3830 w 10000"/>
                <a:gd name="connsiteY5" fmla="*/ 10000 h 10000"/>
                <a:gd name="connsiteX6" fmla="*/ 9705 w 10000"/>
                <a:gd name="connsiteY6" fmla="*/ 5916 h 10000"/>
                <a:gd name="connsiteX7" fmla="*/ 10000 w 10000"/>
                <a:gd name="connsiteY7" fmla="*/ 4286 h 10000"/>
                <a:gd name="connsiteX0" fmla="*/ 10000 w 10000"/>
                <a:gd name="connsiteY0" fmla="*/ 4438 h 10152"/>
                <a:gd name="connsiteX1" fmla="*/ 6916 w 10000"/>
                <a:gd name="connsiteY1" fmla="*/ 230 h 10152"/>
                <a:gd name="connsiteX2" fmla="*/ 3151 w 10000"/>
                <a:gd name="connsiteY2" fmla="*/ 1099 h 10152"/>
                <a:gd name="connsiteX3" fmla="*/ 1670 w 10000"/>
                <a:gd name="connsiteY3" fmla="*/ 6521 h 10152"/>
                <a:gd name="connsiteX4" fmla="*/ 0 w 10000"/>
                <a:gd name="connsiteY4" fmla="*/ 9277 h 10152"/>
                <a:gd name="connsiteX5" fmla="*/ 3830 w 10000"/>
                <a:gd name="connsiteY5" fmla="*/ 10152 h 10152"/>
                <a:gd name="connsiteX6" fmla="*/ 9705 w 10000"/>
                <a:gd name="connsiteY6" fmla="*/ 6068 h 10152"/>
                <a:gd name="connsiteX7" fmla="*/ 10000 w 10000"/>
                <a:gd name="connsiteY7" fmla="*/ 4438 h 10152"/>
                <a:gd name="connsiteX0" fmla="*/ 10000 w 10000"/>
                <a:gd name="connsiteY0" fmla="*/ 4456 h 10170"/>
                <a:gd name="connsiteX1" fmla="*/ 6916 w 10000"/>
                <a:gd name="connsiteY1" fmla="*/ 248 h 10170"/>
                <a:gd name="connsiteX2" fmla="*/ 3151 w 10000"/>
                <a:gd name="connsiteY2" fmla="*/ 1117 h 10170"/>
                <a:gd name="connsiteX3" fmla="*/ 1670 w 10000"/>
                <a:gd name="connsiteY3" fmla="*/ 6539 h 10170"/>
                <a:gd name="connsiteX4" fmla="*/ 0 w 10000"/>
                <a:gd name="connsiteY4" fmla="*/ 9295 h 10170"/>
                <a:gd name="connsiteX5" fmla="*/ 3830 w 10000"/>
                <a:gd name="connsiteY5" fmla="*/ 10170 h 10170"/>
                <a:gd name="connsiteX6" fmla="*/ 9705 w 10000"/>
                <a:gd name="connsiteY6" fmla="*/ 6086 h 10170"/>
                <a:gd name="connsiteX7" fmla="*/ 10000 w 10000"/>
                <a:gd name="connsiteY7" fmla="*/ 4456 h 10170"/>
                <a:gd name="connsiteX0" fmla="*/ 10000 w 10000"/>
                <a:gd name="connsiteY0" fmla="*/ 4399 h 10113"/>
                <a:gd name="connsiteX1" fmla="*/ 7472 w 10000"/>
                <a:gd name="connsiteY1" fmla="*/ 274 h 10113"/>
                <a:gd name="connsiteX2" fmla="*/ 3151 w 10000"/>
                <a:gd name="connsiteY2" fmla="*/ 1060 h 10113"/>
                <a:gd name="connsiteX3" fmla="*/ 1670 w 10000"/>
                <a:gd name="connsiteY3" fmla="*/ 6482 h 10113"/>
                <a:gd name="connsiteX4" fmla="*/ 0 w 10000"/>
                <a:gd name="connsiteY4" fmla="*/ 9238 h 10113"/>
                <a:gd name="connsiteX5" fmla="*/ 3830 w 10000"/>
                <a:gd name="connsiteY5" fmla="*/ 10113 h 10113"/>
                <a:gd name="connsiteX6" fmla="*/ 9705 w 10000"/>
                <a:gd name="connsiteY6" fmla="*/ 6029 h 10113"/>
                <a:gd name="connsiteX7" fmla="*/ 10000 w 10000"/>
                <a:gd name="connsiteY7" fmla="*/ 4399 h 10113"/>
                <a:gd name="connsiteX0" fmla="*/ 10000 w 10000"/>
                <a:gd name="connsiteY0" fmla="*/ 4379 h 10093"/>
                <a:gd name="connsiteX1" fmla="*/ 7472 w 10000"/>
                <a:gd name="connsiteY1" fmla="*/ 254 h 10093"/>
                <a:gd name="connsiteX2" fmla="*/ 3151 w 10000"/>
                <a:gd name="connsiteY2" fmla="*/ 1040 h 10093"/>
                <a:gd name="connsiteX3" fmla="*/ 1670 w 10000"/>
                <a:gd name="connsiteY3" fmla="*/ 6462 h 10093"/>
                <a:gd name="connsiteX4" fmla="*/ 0 w 10000"/>
                <a:gd name="connsiteY4" fmla="*/ 9218 h 10093"/>
                <a:gd name="connsiteX5" fmla="*/ 3830 w 10000"/>
                <a:gd name="connsiteY5" fmla="*/ 10093 h 10093"/>
                <a:gd name="connsiteX6" fmla="*/ 9705 w 10000"/>
                <a:gd name="connsiteY6" fmla="*/ 6009 h 10093"/>
                <a:gd name="connsiteX7" fmla="*/ 10000 w 10000"/>
                <a:gd name="connsiteY7" fmla="*/ 4379 h 10093"/>
                <a:gd name="connsiteX0" fmla="*/ 10000 w 10000"/>
                <a:gd name="connsiteY0" fmla="*/ 4393 h 10107"/>
                <a:gd name="connsiteX1" fmla="*/ 7472 w 10000"/>
                <a:gd name="connsiteY1" fmla="*/ 268 h 10107"/>
                <a:gd name="connsiteX2" fmla="*/ 3151 w 10000"/>
                <a:gd name="connsiteY2" fmla="*/ 1054 h 10107"/>
                <a:gd name="connsiteX3" fmla="*/ 1670 w 10000"/>
                <a:gd name="connsiteY3" fmla="*/ 6476 h 10107"/>
                <a:gd name="connsiteX4" fmla="*/ 0 w 10000"/>
                <a:gd name="connsiteY4" fmla="*/ 9232 h 10107"/>
                <a:gd name="connsiteX5" fmla="*/ 3830 w 10000"/>
                <a:gd name="connsiteY5" fmla="*/ 10107 h 10107"/>
                <a:gd name="connsiteX6" fmla="*/ 9705 w 10000"/>
                <a:gd name="connsiteY6" fmla="*/ 6023 h 10107"/>
                <a:gd name="connsiteX7" fmla="*/ 10000 w 10000"/>
                <a:gd name="connsiteY7" fmla="*/ 4393 h 10107"/>
                <a:gd name="connsiteX0" fmla="*/ 10000 w 10000"/>
                <a:gd name="connsiteY0" fmla="*/ 4400 h 10114"/>
                <a:gd name="connsiteX1" fmla="*/ 7472 w 10000"/>
                <a:gd name="connsiteY1" fmla="*/ 275 h 10114"/>
                <a:gd name="connsiteX2" fmla="*/ 3151 w 10000"/>
                <a:gd name="connsiteY2" fmla="*/ 1061 h 10114"/>
                <a:gd name="connsiteX3" fmla="*/ 1670 w 10000"/>
                <a:gd name="connsiteY3" fmla="*/ 6483 h 10114"/>
                <a:gd name="connsiteX4" fmla="*/ 0 w 10000"/>
                <a:gd name="connsiteY4" fmla="*/ 9239 h 10114"/>
                <a:gd name="connsiteX5" fmla="*/ 3830 w 10000"/>
                <a:gd name="connsiteY5" fmla="*/ 10114 h 10114"/>
                <a:gd name="connsiteX6" fmla="*/ 9705 w 10000"/>
                <a:gd name="connsiteY6" fmla="*/ 6030 h 10114"/>
                <a:gd name="connsiteX7" fmla="*/ 10000 w 10000"/>
                <a:gd name="connsiteY7" fmla="*/ 4400 h 10114"/>
                <a:gd name="connsiteX0" fmla="*/ 10000 w 10000"/>
                <a:gd name="connsiteY0" fmla="*/ 4400 h 9807"/>
                <a:gd name="connsiteX1" fmla="*/ 7472 w 10000"/>
                <a:gd name="connsiteY1" fmla="*/ 275 h 9807"/>
                <a:gd name="connsiteX2" fmla="*/ 3151 w 10000"/>
                <a:gd name="connsiteY2" fmla="*/ 1061 h 9807"/>
                <a:gd name="connsiteX3" fmla="*/ 1670 w 10000"/>
                <a:gd name="connsiteY3" fmla="*/ 6483 h 9807"/>
                <a:gd name="connsiteX4" fmla="*/ 0 w 10000"/>
                <a:gd name="connsiteY4" fmla="*/ 9239 h 9807"/>
                <a:gd name="connsiteX5" fmla="*/ 3409 w 10000"/>
                <a:gd name="connsiteY5" fmla="*/ 9061 h 9807"/>
                <a:gd name="connsiteX6" fmla="*/ 9705 w 10000"/>
                <a:gd name="connsiteY6" fmla="*/ 6030 h 9807"/>
                <a:gd name="connsiteX7" fmla="*/ 10000 w 10000"/>
                <a:gd name="connsiteY7" fmla="*/ 4400 h 9807"/>
                <a:gd name="connsiteX0" fmla="*/ 10000 w 10000"/>
                <a:gd name="connsiteY0" fmla="*/ 4487 h 10253"/>
                <a:gd name="connsiteX1" fmla="*/ 7472 w 10000"/>
                <a:gd name="connsiteY1" fmla="*/ 280 h 10253"/>
                <a:gd name="connsiteX2" fmla="*/ 3151 w 10000"/>
                <a:gd name="connsiteY2" fmla="*/ 1082 h 10253"/>
                <a:gd name="connsiteX3" fmla="*/ 1670 w 10000"/>
                <a:gd name="connsiteY3" fmla="*/ 6611 h 10253"/>
                <a:gd name="connsiteX4" fmla="*/ 0 w 10000"/>
                <a:gd name="connsiteY4" fmla="*/ 9421 h 10253"/>
                <a:gd name="connsiteX5" fmla="*/ 3409 w 10000"/>
                <a:gd name="connsiteY5" fmla="*/ 9239 h 10253"/>
                <a:gd name="connsiteX6" fmla="*/ 9705 w 10000"/>
                <a:gd name="connsiteY6" fmla="*/ 6149 h 10253"/>
                <a:gd name="connsiteX7" fmla="*/ 10000 w 10000"/>
                <a:gd name="connsiteY7" fmla="*/ 4487 h 10253"/>
                <a:gd name="connsiteX0" fmla="*/ 10000 w 10000"/>
                <a:gd name="connsiteY0" fmla="*/ 4487 h 10253"/>
                <a:gd name="connsiteX1" fmla="*/ 7472 w 10000"/>
                <a:gd name="connsiteY1" fmla="*/ 280 h 10253"/>
                <a:gd name="connsiteX2" fmla="*/ 3151 w 10000"/>
                <a:gd name="connsiteY2" fmla="*/ 1082 h 10253"/>
                <a:gd name="connsiteX3" fmla="*/ 1670 w 10000"/>
                <a:gd name="connsiteY3" fmla="*/ 6611 h 10253"/>
                <a:gd name="connsiteX4" fmla="*/ 0 w 10000"/>
                <a:gd name="connsiteY4" fmla="*/ 9421 h 10253"/>
                <a:gd name="connsiteX5" fmla="*/ 3409 w 10000"/>
                <a:gd name="connsiteY5" fmla="*/ 9239 h 10253"/>
                <a:gd name="connsiteX6" fmla="*/ 9705 w 10000"/>
                <a:gd name="connsiteY6" fmla="*/ 6149 h 10253"/>
                <a:gd name="connsiteX7" fmla="*/ 10000 w 10000"/>
                <a:gd name="connsiteY7" fmla="*/ 4487 h 10253"/>
                <a:gd name="connsiteX0" fmla="*/ 10000 w 10000"/>
                <a:gd name="connsiteY0" fmla="*/ 4487 h 10253"/>
                <a:gd name="connsiteX1" fmla="*/ 7472 w 10000"/>
                <a:gd name="connsiteY1" fmla="*/ 280 h 10253"/>
                <a:gd name="connsiteX2" fmla="*/ 3151 w 10000"/>
                <a:gd name="connsiteY2" fmla="*/ 1082 h 10253"/>
                <a:gd name="connsiteX3" fmla="*/ 1670 w 10000"/>
                <a:gd name="connsiteY3" fmla="*/ 6611 h 10253"/>
                <a:gd name="connsiteX4" fmla="*/ 0 w 10000"/>
                <a:gd name="connsiteY4" fmla="*/ 9421 h 10253"/>
                <a:gd name="connsiteX5" fmla="*/ 3409 w 10000"/>
                <a:gd name="connsiteY5" fmla="*/ 9239 h 10253"/>
                <a:gd name="connsiteX6" fmla="*/ 9705 w 10000"/>
                <a:gd name="connsiteY6" fmla="*/ 6149 h 10253"/>
                <a:gd name="connsiteX7" fmla="*/ 10000 w 10000"/>
                <a:gd name="connsiteY7" fmla="*/ 4487 h 10253"/>
                <a:gd name="connsiteX0" fmla="*/ 10000 w 10000"/>
                <a:gd name="connsiteY0" fmla="*/ 4487 h 10253"/>
                <a:gd name="connsiteX1" fmla="*/ 7472 w 10000"/>
                <a:gd name="connsiteY1" fmla="*/ 280 h 10253"/>
                <a:gd name="connsiteX2" fmla="*/ 3151 w 10000"/>
                <a:gd name="connsiteY2" fmla="*/ 1082 h 10253"/>
                <a:gd name="connsiteX3" fmla="*/ 1670 w 10000"/>
                <a:gd name="connsiteY3" fmla="*/ 6611 h 10253"/>
                <a:gd name="connsiteX4" fmla="*/ 0 w 10000"/>
                <a:gd name="connsiteY4" fmla="*/ 9421 h 10253"/>
                <a:gd name="connsiteX5" fmla="*/ 3409 w 10000"/>
                <a:gd name="connsiteY5" fmla="*/ 9239 h 10253"/>
                <a:gd name="connsiteX6" fmla="*/ 9705 w 10000"/>
                <a:gd name="connsiteY6" fmla="*/ 6149 h 10253"/>
                <a:gd name="connsiteX7" fmla="*/ 10000 w 10000"/>
                <a:gd name="connsiteY7" fmla="*/ 4487 h 10253"/>
                <a:gd name="connsiteX0" fmla="*/ 10000 w 10000"/>
                <a:gd name="connsiteY0" fmla="*/ 4487 h 10253"/>
                <a:gd name="connsiteX1" fmla="*/ 7472 w 10000"/>
                <a:gd name="connsiteY1" fmla="*/ 280 h 10253"/>
                <a:gd name="connsiteX2" fmla="*/ 3151 w 10000"/>
                <a:gd name="connsiteY2" fmla="*/ 1082 h 10253"/>
                <a:gd name="connsiteX3" fmla="*/ 1670 w 10000"/>
                <a:gd name="connsiteY3" fmla="*/ 6611 h 10253"/>
                <a:gd name="connsiteX4" fmla="*/ 0 w 10000"/>
                <a:gd name="connsiteY4" fmla="*/ 9421 h 10253"/>
                <a:gd name="connsiteX5" fmla="*/ 3409 w 10000"/>
                <a:gd name="connsiteY5" fmla="*/ 9239 h 10253"/>
                <a:gd name="connsiteX6" fmla="*/ 9705 w 10000"/>
                <a:gd name="connsiteY6" fmla="*/ 6149 h 10253"/>
                <a:gd name="connsiteX7" fmla="*/ 10000 w 10000"/>
                <a:gd name="connsiteY7" fmla="*/ 4487 h 10253"/>
                <a:gd name="connsiteX0" fmla="*/ 10000 w 10000"/>
                <a:gd name="connsiteY0" fmla="*/ 4487 h 9970"/>
                <a:gd name="connsiteX1" fmla="*/ 7472 w 10000"/>
                <a:gd name="connsiteY1" fmla="*/ 280 h 9970"/>
                <a:gd name="connsiteX2" fmla="*/ 3151 w 10000"/>
                <a:gd name="connsiteY2" fmla="*/ 1082 h 9970"/>
                <a:gd name="connsiteX3" fmla="*/ 1670 w 10000"/>
                <a:gd name="connsiteY3" fmla="*/ 6611 h 9970"/>
                <a:gd name="connsiteX4" fmla="*/ 0 w 10000"/>
                <a:gd name="connsiteY4" fmla="*/ 9421 h 9970"/>
                <a:gd name="connsiteX5" fmla="*/ 3409 w 10000"/>
                <a:gd name="connsiteY5" fmla="*/ 9239 h 9970"/>
                <a:gd name="connsiteX6" fmla="*/ 9705 w 10000"/>
                <a:gd name="connsiteY6" fmla="*/ 6149 h 9970"/>
                <a:gd name="connsiteX7" fmla="*/ 10000 w 10000"/>
                <a:gd name="connsiteY7" fmla="*/ 4487 h 9970"/>
                <a:gd name="connsiteX0" fmla="*/ 10000 w 10000"/>
                <a:gd name="connsiteY0" fmla="*/ 4501 h 9449"/>
                <a:gd name="connsiteX1" fmla="*/ 7472 w 10000"/>
                <a:gd name="connsiteY1" fmla="*/ 281 h 9449"/>
                <a:gd name="connsiteX2" fmla="*/ 3151 w 10000"/>
                <a:gd name="connsiteY2" fmla="*/ 1085 h 9449"/>
                <a:gd name="connsiteX3" fmla="*/ 1670 w 10000"/>
                <a:gd name="connsiteY3" fmla="*/ 6631 h 9449"/>
                <a:gd name="connsiteX4" fmla="*/ 0 w 10000"/>
                <a:gd name="connsiteY4" fmla="*/ 9449 h 9449"/>
                <a:gd name="connsiteX5" fmla="*/ 3409 w 10000"/>
                <a:gd name="connsiteY5" fmla="*/ 9267 h 9449"/>
                <a:gd name="connsiteX6" fmla="*/ 9705 w 10000"/>
                <a:gd name="connsiteY6" fmla="*/ 6168 h 9449"/>
                <a:gd name="connsiteX7" fmla="*/ 10000 w 10000"/>
                <a:gd name="connsiteY7" fmla="*/ 4501 h 9449"/>
                <a:gd name="connsiteX0" fmla="*/ 10000 w 10000"/>
                <a:gd name="connsiteY0" fmla="*/ 4764 h 10032"/>
                <a:gd name="connsiteX1" fmla="*/ 7472 w 10000"/>
                <a:gd name="connsiteY1" fmla="*/ 298 h 10032"/>
                <a:gd name="connsiteX2" fmla="*/ 3151 w 10000"/>
                <a:gd name="connsiteY2" fmla="*/ 1149 h 10032"/>
                <a:gd name="connsiteX3" fmla="*/ 1670 w 10000"/>
                <a:gd name="connsiteY3" fmla="*/ 7019 h 10032"/>
                <a:gd name="connsiteX4" fmla="*/ 0 w 10000"/>
                <a:gd name="connsiteY4" fmla="*/ 10001 h 10032"/>
                <a:gd name="connsiteX5" fmla="*/ 3409 w 10000"/>
                <a:gd name="connsiteY5" fmla="*/ 9808 h 10032"/>
                <a:gd name="connsiteX6" fmla="*/ 9705 w 10000"/>
                <a:gd name="connsiteY6" fmla="*/ 6529 h 10032"/>
                <a:gd name="connsiteX7" fmla="*/ 10000 w 10000"/>
                <a:gd name="connsiteY7" fmla="*/ 4764 h 10032"/>
                <a:gd name="connsiteX0" fmla="*/ 10000 w 10000"/>
                <a:gd name="connsiteY0" fmla="*/ 4764 h 10071"/>
                <a:gd name="connsiteX1" fmla="*/ 7472 w 10000"/>
                <a:gd name="connsiteY1" fmla="*/ 298 h 10071"/>
                <a:gd name="connsiteX2" fmla="*/ 3151 w 10000"/>
                <a:gd name="connsiteY2" fmla="*/ 1149 h 10071"/>
                <a:gd name="connsiteX3" fmla="*/ 1670 w 10000"/>
                <a:gd name="connsiteY3" fmla="*/ 7019 h 10071"/>
                <a:gd name="connsiteX4" fmla="*/ 0 w 10000"/>
                <a:gd name="connsiteY4" fmla="*/ 10001 h 10071"/>
                <a:gd name="connsiteX5" fmla="*/ 3409 w 10000"/>
                <a:gd name="connsiteY5" fmla="*/ 9808 h 10071"/>
                <a:gd name="connsiteX6" fmla="*/ 9705 w 10000"/>
                <a:gd name="connsiteY6" fmla="*/ 6529 h 10071"/>
                <a:gd name="connsiteX7" fmla="*/ 10000 w 10000"/>
                <a:gd name="connsiteY7" fmla="*/ 4764 h 1007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09 w 10000"/>
                <a:gd name="connsiteY5" fmla="*/ 9808 h 10001"/>
                <a:gd name="connsiteX6" fmla="*/ 9705 w 10000"/>
                <a:gd name="connsiteY6" fmla="*/ 6529 h 10001"/>
                <a:gd name="connsiteX7" fmla="*/ 10000 w 10000"/>
                <a:gd name="connsiteY7" fmla="*/ 4764 h 10001"/>
                <a:gd name="connsiteX0" fmla="*/ 10000 w 10000"/>
                <a:gd name="connsiteY0" fmla="*/ 4764 h 10022"/>
                <a:gd name="connsiteX1" fmla="*/ 7472 w 10000"/>
                <a:gd name="connsiteY1" fmla="*/ 298 h 10022"/>
                <a:gd name="connsiteX2" fmla="*/ 3151 w 10000"/>
                <a:gd name="connsiteY2" fmla="*/ 1149 h 10022"/>
                <a:gd name="connsiteX3" fmla="*/ 1670 w 10000"/>
                <a:gd name="connsiteY3" fmla="*/ 7019 h 10022"/>
                <a:gd name="connsiteX4" fmla="*/ 0 w 10000"/>
                <a:gd name="connsiteY4" fmla="*/ 10001 h 10022"/>
                <a:gd name="connsiteX5" fmla="*/ 3409 w 10000"/>
                <a:gd name="connsiteY5" fmla="*/ 9808 h 10022"/>
                <a:gd name="connsiteX6" fmla="*/ 9705 w 10000"/>
                <a:gd name="connsiteY6" fmla="*/ 6529 h 10022"/>
                <a:gd name="connsiteX7" fmla="*/ 10000 w 10000"/>
                <a:gd name="connsiteY7" fmla="*/ 4764 h 10022"/>
                <a:gd name="connsiteX0" fmla="*/ 10000 w 10000"/>
                <a:gd name="connsiteY0" fmla="*/ 4764 h 10056"/>
                <a:gd name="connsiteX1" fmla="*/ 7472 w 10000"/>
                <a:gd name="connsiteY1" fmla="*/ 298 h 10056"/>
                <a:gd name="connsiteX2" fmla="*/ 3151 w 10000"/>
                <a:gd name="connsiteY2" fmla="*/ 1149 h 10056"/>
                <a:gd name="connsiteX3" fmla="*/ 1670 w 10000"/>
                <a:gd name="connsiteY3" fmla="*/ 7019 h 10056"/>
                <a:gd name="connsiteX4" fmla="*/ 0 w 10000"/>
                <a:gd name="connsiteY4" fmla="*/ 10001 h 10056"/>
                <a:gd name="connsiteX5" fmla="*/ 3409 w 10000"/>
                <a:gd name="connsiteY5" fmla="*/ 9808 h 10056"/>
                <a:gd name="connsiteX6" fmla="*/ 9705 w 10000"/>
                <a:gd name="connsiteY6" fmla="*/ 6529 h 10056"/>
                <a:gd name="connsiteX7" fmla="*/ 10000 w 10000"/>
                <a:gd name="connsiteY7" fmla="*/ 4764 h 10056"/>
                <a:gd name="connsiteX0" fmla="*/ 10000 w 10000"/>
                <a:gd name="connsiteY0" fmla="*/ 4764 h 10046"/>
                <a:gd name="connsiteX1" fmla="*/ 7472 w 10000"/>
                <a:gd name="connsiteY1" fmla="*/ 298 h 10046"/>
                <a:gd name="connsiteX2" fmla="*/ 3151 w 10000"/>
                <a:gd name="connsiteY2" fmla="*/ 1149 h 10046"/>
                <a:gd name="connsiteX3" fmla="*/ 1670 w 10000"/>
                <a:gd name="connsiteY3" fmla="*/ 7019 h 10046"/>
                <a:gd name="connsiteX4" fmla="*/ 0 w 10000"/>
                <a:gd name="connsiteY4" fmla="*/ 10001 h 10046"/>
                <a:gd name="connsiteX5" fmla="*/ 3409 w 10000"/>
                <a:gd name="connsiteY5" fmla="*/ 9808 h 10046"/>
                <a:gd name="connsiteX6" fmla="*/ 9705 w 10000"/>
                <a:gd name="connsiteY6" fmla="*/ 6529 h 10046"/>
                <a:gd name="connsiteX7" fmla="*/ 10000 w 10000"/>
                <a:gd name="connsiteY7" fmla="*/ 4764 h 10046"/>
                <a:gd name="connsiteX0" fmla="*/ 10000 w 10000"/>
                <a:gd name="connsiteY0" fmla="*/ 4764 h 10037"/>
                <a:gd name="connsiteX1" fmla="*/ 7472 w 10000"/>
                <a:gd name="connsiteY1" fmla="*/ 298 h 10037"/>
                <a:gd name="connsiteX2" fmla="*/ 3151 w 10000"/>
                <a:gd name="connsiteY2" fmla="*/ 1149 h 10037"/>
                <a:gd name="connsiteX3" fmla="*/ 1670 w 10000"/>
                <a:gd name="connsiteY3" fmla="*/ 7019 h 10037"/>
                <a:gd name="connsiteX4" fmla="*/ 0 w 10000"/>
                <a:gd name="connsiteY4" fmla="*/ 10001 h 10037"/>
                <a:gd name="connsiteX5" fmla="*/ 3438 w 10000"/>
                <a:gd name="connsiteY5" fmla="*/ 9783 h 10037"/>
                <a:gd name="connsiteX6" fmla="*/ 9705 w 10000"/>
                <a:gd name="connsiteY6" fmla="*/ 6529 h 10037"/>
                <a:gd name="connsiteX7" fmla="*/ 10000 w 10000"/>
                <a:gd name="connsiteY7" fmla="*/ 4764 h 10037"/>
                <a:gd name="connsiteX0" fmla="*/ 10000 w 10000"/>
                <a:gd name="connsiteY0" fmla="*/ 4764 h 10076"/>
                <a:gd name="connsiteX1" fmla="*/ 7472 w 10000"/>
                <a:gd name="connsiteY1" fmla="*/ 298 h 10076"/>
                <a:gd name="connsiteX2" fmla="*/ 3151 w 10000"/>
                <a:gd name="connsiteY2" fmla="*/ 1149 h 10076"/>
                <a:gd name="connsiteX3" fmla="*/ 1670 w 10000"/>
                <a:gd name="connsiteY3" fmla="*/ 7019 h 10076"/>
                <a:gd name="connsiteX4" fmla="*/ 0 w 10000"/>
                <a:gd name="connsiteY4" fmla="*/ 10001 h 10076"/>
                <a:gd name="connsiteX5" fmla="*/ 3438 w 10000"/>
                <a:gd name="connsiteY5" fmla="*/ 9783 h 10076"/>
                <a:gd name="connsiteX6" fmla="*/ 9705 w 10000"/>
                <a:gd name="connsiteY6" fmla="*/ 6529 h 10076"/>
                <a:gd name="connsiteX7" fmla="*/ 10000 w 10000"/>
                <a:gd name="connsiteY7" fmla="*/ 4764 h 10076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705 w 10000"/>
                <a:gd name="connsiteY6" fmla="*/ 6529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705 w 10000"/>
                <a:gd name="connsiteY6" fmla="*/ 6529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705 w 10000"/>
                <a:gd name="connsiteY6" fmla="*/ 6529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519 w 10000"/>
                <a:gd name="connsiteY6" fmla="*/ 7231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519 w 10000"/>
                <a:gd name="connsiteY6" fmla="*/ 7231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447 w 10000"/>
                <a:gd name="connsiteY6" fmla="*/ 7532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447 w 10000"/>
                <a:gd name="connsiteY6" fmla="*/ 7532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447 w 10000"/>
                <a:gd name="connsiteY6" fmla="*/ 7532 h 10001"/>
                <a:gd name="connsiteX7" fmla="*/ 10000 w 10000"/>
                <a:gd name="connsiteY7" fmla="*/ 4764 h 10001"/>
                <a:gd name="connsiteX0" fmla="*/ 10000 w 10046"/>
                <a:gd name="connsiteY0" fmla="*/ 4764 h 10001"/>
                <a:gd name="connsiteX1" fmla="*/ 7472 w 10046"/>
                <a:gd name="connsiteY1" fmla="*/ 298 h 10001"/>
                <a:gd name="connsiteX2" fmla="*/ 3151 w 10046"/>
                <a:gd name="connsiteY2" fmla="*/ 1149 h 10001"/>
                <a:gd name="connsiteX3" fmla="*/ 1670 w 10046"/>
                <a:gd name="connsiteY3" fmla="*/ 7019 h 10001"/>
                <a:gd name="connsiteX4" fmla="*/ 0 w 10046"/>
                <a:gd name="connsiteY4" fmla="*/ 10001 h 10001"/>
                <a:gd name="connsiteX5" fmla="*/ 3438 w 10046"/>
                <a:gd name="connsiteY5" fmla="*/ 9783 h 10001"/>
                <a:gd name="connsiteX6" fmla="*/ 9447 w 10046"/>
                <a:gd name="connsiteY6" fmla="*/ 7532 h 10001"/>
                <a:gd name="connsiteX7" fmla="*/ 10000 w 10046"/>
                <a:gd name="connsiteY7" fmla="*/ 4764 h 10001"/>
                <a:gd name="connsiteX0" fmla="*/ 10000 w 10046"/>
                <a:gd name="connsiteY0" fmla="*/ 4764 h 10001"/>
                <a:gd name="connsiteX1" fmla="*/ 7472 w 10046"/>
                <a:gd name="connsiteY1" fmla="*/ 298 h 10001"/>
                <a:gd name="connsiteX2" fmla="*/ 3151 w 10046"/>
                <a:gd name="connsiteY2" fmla="*/ 1149 h 10001"/>
                <a:gd name="connsiteX3" fmla="*/ 1670 w 10046"/>
                <a:gd name="connsiteY3" fmla="*/ 7019 h 10001"/>
                <a:gd name="connsiteX4" fmla="*/ 0 w 10046"/>
                <a:gd name="connsiteY4" fmla="*/ 10001 h 10001"/>
                <a:gd name="connsiteX5" fmla="*/ 3438 w 10046"/>
                <a:gd name="connsiteY5" fmla="*/ 9783 h 10001"/>
                <a:gd name="connsiteX6" fmla="*/ 9447 w 10046"/>
                <a:gd name="connsiteY6" fmla="*/ 7532 h 10001"/>
                <a:gd name="connsiteX7" fmla="*/ 10000 w 10046"/>
                <a:gd name="connsiteY7" fmla="*/ 4764 h 10001"/>
                <a:gd name="connsiteX0" fmla="*/ 9447 w 9606"/>
                <a:gd name="connsiteY0" fmla="*/ 7532 h 10001"/>
                <a:gd name="connsiteX1" fmla="*/ 7472 w 9606"/>
                <a:gd name="connsiteY1" fmla="*/ 298 h 10001"/>
                <a:gd name="connsiteX2" fmla="*/ 3151 w 9606"/>
                <a:gd name="connsiteY2" fmla="*/ 1149 h 10001"/>
                <a:gd name="connsiteX3" fmla="*/ 1670 w 9606"/>
                <a:gd name="connsiteY3" fmla="*/ 7019 h 10001"/>
                <a:gd name="connsiteX4" fmla="*/ 0 w 9606"/>
                <a:gd name="connsiteY4" fmla="*/ 10001 h 10001"/>
                <a:gd name="connsiteX5" fmla="*/ 3438 w 9606"/>
                <a:gd name="connsiteY5" fmla="*/ 9783 h 10001"/>
                <a:gd name="connsiteX6" fmla="*/ 9447 w 9606"/>
                <a:gd name="connsiteY6" fmla="*/ 7532 h 10001"/>
                <a:gd name="connsiteX0" fmla="*/ 9834 w 10389"/>
                <a:gd name="connsiteY0" fmla="*/ 7531 h 10000"/>
                <a:gd name="connsiteX1" fmla="*/ 7778 w 10389"/>
                <a:gd name="connsiteY1" fmla="*/ 298 h 10000"/>
                <a:gd name="connsiteX2" fmla="*/ 3280 w 10389"/>
                <a:gd name="connsiteY2" fmla="*/ 1149 h 10000"/>
                <a:gd name="connsiteX3" fmla="*/ 1738 w 10389"/>
                <a:gd name="connsiteY3" fmla="*/ 7018 h 10000"/>
                <a:gd name="connsiteX4" fmla="*/ 0 w 10389"/>
                <a:gd name="connsiteY4" fmla="*/ 10000 h 10000"/>
                <a:gd name="connsiteX5" fmla="*/ 3579 w 10389"/>
                <a:gd name="connsiteY5" fmla="*/ 9782 h 10000"/>
                <a:gd name="connsiteX6" fmla="*/ 9834 w 10389"/>
                <a:gd name="connsiteY6" fmla="*/ 7531 h 10000"/>
                <a:gd name="connsiteX0" fmla="*/ 9834 w 10449"/>
                <a:gd name="connsiteY0" fmla="*/ 7615 h 10084"/>
                <a:gd name="connsiteX1" fmla="*/ 7778 w 10449"/>
                <a:gd name="connsiteY1" fmla="*/ 382 h 10084"/>
                <a:gd name="connsiteX2" fmla="*/ 3280 w 10449"/>
                <a:gd name="connsiteY2" fmla="*/ 1233 h 10084"/>
                <a:gd name="connsiteX3" fmla="*/ 1738 w 10449"/>
                <a:gd name="connsiteY3" fmla="*/ 7102 h 10084"/>
                <a:gd name="connsiteX4" fmla="*/ 0 w 10449"/>
                <a:gd name="connsiteY4" fmla="*/ 10084 h 10084"/>
                <a:gd name="connsiteX5" fmla="*/ 3579 w 10449"/>
                <a:gd name="connsiteY5" fmla="*/ 9866 h 10084"/>
                <a:gd name="connsiteX6" fmla="*/ 9834 w 10449"/>
                <a:gd name="connsiteY6" fmla="*/ 7615 h 10084"/>
                <a:gd name="connsiteX0" fmla="*/ 9834 w 10491"/>
                <a:gd name="connsiteY0" fmla="*/ 7615 h 10084"/>
                <a:gd name="connsiteX1" fmla="*/ 7778 w 10491"/>
                <a:gd name="connsiteY1" fmla="*/ 382 h 10084"/>
                <a:gd name="connsiteX2" fmla="*/ 3280 w 10491"/>
                <a:gd name="connsiteY2" fmla="*/ 1233 h 10084"/>
                <a:gd name="connsiteX3" fmla="*/ 1738 w 10491"/>
                <a:gd name="connsiteY3" fmla="*/ 7102 h 10084"/>
                <a:gd name="connsiteX4" fmla="*/ 0 w 10491"/>
                <a:gd name="connsiteY4" fmla="*/ 10084 h 10084"/>
                <a:gd name="connsiteX5" fmla="*/ 3579 w 10491"/>
                <a:gd name="connsiteY5" fmla="*/ 9866 h 10084"/>
                <a:gd name="connsiteX6" fmla="*/ 9834 w 10491"/>
                <a:gd name="connsiteY6" fmla="*/ 7615 h 10084"/>
                <a:gd name="connsiteX0" fmla="*/ 9834 w 10488"/>
                <a:gd name="connsiteY0" fmla="*/ 7583 h 10052"/>
                <a:gd name="connsiteX1" fmla="*/ 7778 w 10488"/>
                <a:gd name="connsiteY1" fmla="*/ 350 h 10052"/>
                <a:gd name="connsiteX2" fmla="*/ 3280 w 10488"/>
                <a:gd name="connsiteY2" fmla="*/ 1201 h 10052"/>
                <a:gd name="connsiteX3" fmla="*/ 1738 w 10488"/>
                <a:gd name="connsiteY3" fmla="*/ 7070 h 10052"/>
                <a:gd name="connsiteX4" fmla="*/ 0 w 10488"/>
                <a:gd name="connsiteY4" fmla="*/ 10052 h 10052"/>
                <a:gd name="connsiteX5" fmla="*/ 3579 w 10488"/>
                <a:gd name="connsiteY5" fmla="*/ 9834 h 10052"/>
                <a:gd name="connsiteX6" fmla="*/ 9834 w 10488"/>
                <a:gd name="connsiteY6" fmla="*/ 7583 h 10052"/>
                <a:gd name="connsiteX0" fmla="*/ 9834 w 10498"/>
                <a:gd name="connsiteY0" fmla="*/ 7571 h 10040"/>
                <a:gd name="connsiteX1" fmla="*/ 7778 w 10498"/>
                <a:gd name="connsiteY1" fmla="*/ 338 h 10040"/>
                <a:gd name="connsiteX2" fmla="*/ 3280 w 10498"/>
                <a:gd name="connsiteY2" fmla="*/ 1189 h 10040"/>
                <a:gd name="connsiteX3" fmla="*/ 1738 w 10498"/>
                <a:gd name="connsiteY3" fmla="*/ 7058 h 10040"/>
                <a:gd name="connsiteX4" fmla="*/ 0 w 10498"/>
                <a:gd name="connsiteY4" fmla="*/ 10040 h 10040"/>
                <a:gd name="connsiteX5" fmla="*/ 3579 w 10498"/>
                <a:gd name="connsiteY5" fmla="*/ 9822 h 10040"/>
                <a:gd name="connsiteX6" fmla="*/ 9834 w 10498"/>
                <a:gd name="connsiteY6" fmla="*/ 7571 h 10040"/>
                <a:gd name="connsiteX0" fmla="*/ 9834 w 10546"/>
                <a:gd name="connsiteY0" fmla="*/ 7571 h 10040"/>
                <a:gd name="connsiteX1" fmla="*/ 7778 w 10546"/>
                <a:gd name="connsiteY1" fmla="*/ 338 h 10040"/>
                <a:gd name="connsiteX2" fmla="*/ 3280 w 10546"/>
                <a:gd name="connsiteY2" fmla="*/ 1189 h 10040"/>
                <a:gd name="connsiteX3" fmla="*/ 1738 w 10546"/>
                <a:gd name="connsiteY3" fmla="*/ 7058 h 10040"/>
                <a:gd name="connsiteX4" fmla="*/ 0 w 10546"/>
                <a:gd name="connsiteY4" fmla="*/ 10040 h 10040"/>
                <a:gd name="connsiteX5" fmla="*/ 3579 w 10546"/>
                <a:gd name="connsiteY5" fmla="*/ 9822 h 10040"/>
                <a:gd name="connsiteX6" fmla="*/ 9834 w 10546"/>
                <a:gd name="connsiteY6" fmla="*/ 7571 h 10040"/>
                <a:gd name="connsiteX0" fmla="*/ 9834 w 10549"/>
                <a:gd name="connsiteY0" fmla="*/ 7521 h 9990"/>
                <a:gd name="connsiteX1" fmla="*/ 7778 w 10549"/>
                <a:gd name="connsiteY1" fmla="*/ 288 h 9990"/>
                <a:gd name="connsiteX2" fmla="*/ 3280 w 10549"/>
                <a:gd name="connsiteY2" fmla="*/ 1139 h 9990"/>
                <a:gd name="connsiteX3" fmla="*/ 1738 w 10549"/>
                <a:gd name="connsiteY3" fmla="*/ 7008 h 9990"/>
                <a:gd name="connsiteX4" fmla="*/ 0 w 10549"/>
                <a:gd name="connsiteY4" fmla="*/ 9990 h 9990"/>
                <a:gd name="connsiteX5" fmla="*/ 3579 w 10549"/>
                <a:gd name="connsiteY5" fmla="*/ 9772 h 9990"/>
                <a:gd name="connsiteX6" fmla="*/ 9834 w 10549"/>
                <a:gd name="connsiteY6" fmla="*/ 7521 h 9990"/>
                <a:gd name="connsiteX0" fmla="*/ 9322 w 10000"/>
                <a:gd name="connsiteY0" fmla="*/ 7571 h 10042"/>
                <a:gd name="connsiteX1" fmla="*/ 7373 w 10000"/>
                <a:gd name="connsiteY1" fmla="*/ 330 h 10042"/>
                <a:gd name="connsiteX2" fmla="*/ 3109 w 10000"/>
                <a:gd name="connsiteY2" fmla="*/ 1182 h 10042"/>
                <a:gd name="connsiteX3" fmla="*/ 1648 w 10000"/>
                <a:gd name="connsiteY3" fmla="*/ 7057 h 10042"/>
                <a:gd name="connsiteX4" fmla="*/ 0 w 10000"/>
                <a:gd name="connsiteY4" fmla="*/ 10042 h 10042"/>
                <a:gd name="connsiteX5" fmla="*/ 3393 w 10000"/>
                <a:gd name="connsiteY5" fmla="*/ 9824 h 10042"/>
                <a:gd name="connsiteX6" fmla="*/ 9322 w 10000"/>
                <a:gd name="connsiteY6" fmla="*/ 7571 h 10042"/>
                <a:gd name="connsiteX0" fmla="*/ 9322 w 9997"/>
                <a:gd name="connsiteY0" fmla="*/ 7677 h 10148"/>
                <a:gd name="connsiteX1" fmla="*/ 7373 w 9997"/>
                <a:gd name="connsiteY1" fmla="*/ 436 h 10148"/>
                <a:gd name="connsiteX2" fmla="*/ 3109 w 9997"/>
                <a:gd name="connsiteY2" fmla="*/ 1288 h 10148"/>
                <a:gd name="connsiteX3" fmla="*/ 1648 w 9997"/>
                <a:gd name="connsiteY3" fmla="*/ 7163 h 10148"/>
                <a:gd name="connsiteX4" fmla="*/ 0 w 9997"/>
                <a:gd name="connsiteY4" fmla="*/ 10148 h 10148"/>
                <a:gd name="connsiteX5" fmla="*/ 3393 w 9997"/>
                <a:gd name="connsiteY5" fmla="*/ 9930 h 10148"/>
                <a:gd name="connsiteX6" fmla="*/ 9322 w 9997"/>
                <a:gd name="connsiteY6" fmla="*/ 7677 h 10148"/>
                <a:gd name="connsiteX0" fmla="*/ 9325 w 10050"/>
                <a:gd name="connsiteY0" fmla="*/ 7565 h 10000"/>
                <a:gd name="connsiteX1" fmla="*/ 7375 w 10050"/>
                <a:gd name="connsiteY1" fmla="*/ 430 h 10000"/>
                <a:gd name="connsiteX2" fmla="*/ 3110 w 10050"/>
                <a:gd name="connsiteY2" fmla="*/ 1269 h 10000"/>
                <a:gd name="connsiteX3" fmla="*/ 1648 w 10050"/>
                <a:gd name="connsiteY3" fmla="*/ 7059 h 10000"/>
                <a:gd name="connsiteX4" fmla="*/ 0 w 10050"/>
                <a:gd name="connsiteY4" fmla="*/ 10000 h 10000"/>
                <a:gd name="connsiteX5" fmla="*/ 3394 w 10050"/>
                <a:gd name="connsiteY5" fmla="*/ 9785 h 10000"/>
                <a:gd name="connsiteX6" fmla="*/ 9325 w 10050"/>
                <a:gd name="connsiteY6" fmla="*/ 7565 h 10000"/>
                <a:gd name="connsiteX0" fmla="*/ 9325 w 10060"/>
                <a:gd name="connsiteY0" fmla="*/ 7527 h 9962"/>
                <a:gd name="connsiteX1" fmla="*/ 7375 w 10060"/>
                <a:gd name="connsiteY1" fmla="*/ 392 h 9962"/>
                <a:gd name="connsiteX2" fmla="*/ 3110 w 10060"/>
                <a:gd name="connsiteY2" fmla="*/ 1231 h 9962"/>
                <a:gd name="connsiteX3" fmla="*/ 1648 w 10060"/>
                <a:gd name="connsiteY3" fmla="*/ 7021 h 9962"/>
                <a:gd name="connsiteX4" fmla="*/ 0 w 10060"/>
                <a:gd name="connsiteY4" fmla="*/ 9962 h 9962"/>
                <a:gd name="connsiteX5" fmla="*/ 3394 w 10060"/>
                <a:gd name="connsiteY5" fmla="*/ 9747 h 9962"/>
                <a:gd name="connsiteX6" fmla="*/ 9325 w 10060"/>
                <a:gd name="connsiteY6" fmla="*/ 7527 h 9962"/>
                <a:gd name="connsiteX0" fmla="*/ 9269 w 10000"/>
                <a:gd name="connsiteY0" fmla="*/ 7548 h 9992"/>
                <a:gd name="connsiteX1" fmla="*/ 7331 w 10000"/>
                <a:gd name="connsiteY1" fmla="*/ 385 h 9992"/>
                <a:gd name="connsiteX2" fmla="*/ 3091 w 10000"/>
                <a:gd name="connsiteY2" fmla="*/ 1228 h 9992"/>
                <a:gd name="connsiteX3" fmla="*/ 1638 w 10000"/>
                <a:gd name="connsiteY3" fmla="*/ 7040 h 9992"/>
                <a:gd name="connsiteX4" fmla="*/ 0 w 10000"/>
                <a:gd name="connsiteY4" fmla="*/ 9992 h 9992"/>
                <a:gd name="connsiteX5" fmla="*/ 3374 w 10000"/>
                <a:gd name="connsiteY5" fmla="*/ 9776 h 9992"/>
                <a:gd name="connsiteX6" fmla="*/ 9269 w 10000"/>
                <a:gd name="connsiteY6" fmla="*/ 7548 h 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00" h="9992">
                  <a:moveTo>
                    <a:pt x="9269" y="7548"/>
                  </a:moveTo>
                  <a:cubicBezTo>
                    <a:pt x="11192" y="3897"/>
                    <a:pt x="8890" y="1121"/>
                    <a:pt x="7331" y="385"/>
                  </a:cubicBezTo>
                  <a:cubicBezTo>
                    <a:pt x="5772" y="-350"/>
                    <a:pt x="4175" y="-9"/>
                    <a:pt x="3091" y="1228"/>
                  </a:cubicBezTo>
                  <a:cubicBezTo>
                    <a:pt x="1494" y="3050"/>
                    <a:pt x="1962" y="5301"/>
                    <a:pt x="1638" y="7040"/>
                  </a:cubicBezTo>
                  <a:cubicBezTo>
                    <a:pt x="1479" y="8351"/>
                    <a:pt x="1108" y="9033"/>
                    <a:pt x="0" y="9992"/>
                  </a:cubicBezTo>
                  <a:cubicBezTo>
                    <a:pt x="1396" y="9798"/>
                    <a:pt x="663" y="9955"/>
                    <a:pt x="3374" y="9776"/>
                  </a:cubicBezTo>
                  <a:cubicBezTo>
                    <a:pt x="6122" y="9776"/>
                    <a:pt x="7966" y="9615"/>
                    <a:pt x="9269" y="7548"/>
                  </a:cubicBezTo>
                  <a:close/>
                </a:path>
              </a:pathLst>
            </a:custGeom>
            <a:solidFill>
              <a:srgbClr val="7E8A72"/>
            </a:solidFill>
            <a:ln>
              <a:noFill/>
            </a:ln>
            <a:effectLst>
              <a:outerShdw blurRad="203200" dist="152400" dir="5400000" algn="t" rotWithShape="0">
                <a:schemeClr val="bg1">
                  <a:lumMod val="50000"/>
                  <a:alpha val="2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Flowchart: Connector 11">
              <a:extLst>
                <a:ext uri="{FF2B5EF4-FFF2-40B4-BE49-F238E27FC236}">
                  <a16:creationId xmlns:a16="http://schemas.microsoft.com/office/drawing/2014/main" id="{0C5FB662-DC7F-C257-D9F7-8B100735FD64}"/>
                </a:ext>
              </a:extLst>
            </p:cNvPr>
            <p:cNvSpPr/>
            <p:nvPr/>
          </p:nvSpPr>
          <p:spPr>
            <a:xfrm rot="14316959">
              <a:off x="4372220" y="3695521"/>
              <a:ext cx="1496739" cy="1496738"/>
            </a:xfrm>
            <a:prstGeom prst="flowChartConnector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Flowchart: Connector 4">
              <a:extLst>
                <a:ext uri="{FF2B5EF4-FFF2-40B4-BE49-F238E27FC236}">
                  <a16:creationId xmlns:a16="http://schemas.microsoft.com/office/drawing/2014/main" id="{1F6688B3-9E6A-4A68-3761-D69F5B0178D6}"/>
                </a:ext>
              </a:extLst>
            </p:cNvPr>
            <p:cNvSpPr/>
            <p:nvPr/>
          </p:nvSpPr>
          <p:spPr>
            <a:xfrm rot="14316959">
              <a:off x="4526698" y="3849999"/>
              <a:ext cx="1187783" cy="1187782"/>
            </a:xfrm>
            <a:prstGeom prst="flowChartConnector">
              <a:avLst/>
            </a:prstGeom>
            <a:solidFill>
              <a:srgbClr val="7E8A7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Block Arc 22">
              <a:extLst>
                <a:ext uri="{FF2B5EF4-FFF2-40B4-BE49-F238E27FC236}">
                  <a16:creationId xmlns:a16="http://schemas.microsoft.com/office/drawing/2014/main" id="{4880D9B8-BA51-F3EA-8A41-F0C3EEC9352A}"/>
                </a:ext>
              </a:extLst>
            </p:cNvPr>
            <p:cNvSpPr/>
            <p:nvPr/>
          </p:nvSpPr>
          <p:spPr>
            <a:xfrm rot="13183928">
              <a:off x="3979631" y="3429398"/>
              <a:ext cx="2078622" cy="2078622"/>
            </a:xfrm>
            <a:prstGeom prst="blockArc">
              <a:avLst>
                <a:gd name="adj1" fmla="val 14906617"/>
                <a:gd name="adj2" fmla="val 895592"/>
                <a:gd name="adj3" fmla="val 3986"/>
              </a:avLst>
            </a:prstGeom>
            <a:solidFill>
              <a:srgbClr val="7E8A7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Freeform 21">
              <a:extLst>
                <a:ext uri="{FF2B5EF4-FFF2-40B4-BE49-F238E27FC236}">
                  <a16:creationId xmlns:a16="http://schemas.microsoft.com/office/drawing/2014/main" id="{83F23BE4-F38A-FF8A-2784-CA3AB9CBA14E}"/>
                </a:ext>
              </a:extLst>
            </p:cNvPr>
            <p:cNvSpPr>
              <a:spLocks/>
            </p:cNvSpPr>
            <p:nvPr/>
          </p:nvSpPr>
          <p:spPr bwMode="auto">
            <a:xfrm rot="17741438" flipV="1">
              <a:off x="4911711" y="1867304"/>
              <a:ext cx="2171062" cy="1874368"/>
            </a:xfrm>
            <a:custGeom>
              <a:avLst/>
              <a:gdLst>
                <a:gd name="T0" fmla="*/ 565 w 565"/>
                <a:gd name="T1" fmla="*/ 193 h 449"/>
                <a:gd name="T2" fmla="*/ 372 w 565"/>
                <a:gd name="T3" fmla="*/ 0 h 449"/>
                <a:gd name="T4" fmla="*/ 178 w 565"/>
                <a:gd name="T5" fmla="*/ 193 h 449"/>
                <a:gd name="T6" fmla="*/ 233 w 565"/>
                <a:gd name="T7" fmla="*/ 328 h 449"/>
                <a:gd name="T8" fmla="*/ 0 w 565"/>
                <a:gd name="T9" fmla="*/ 337 h 449"/>
                <a:gd name="T10" fmla="*/ 272 w 565"/>
                <a:gd name="T11" fmla="*/ 449 h 449"/>
                <a:gd name="T12" fmla="*/ 551 w 565"/>
                <a:gd name="T13" fmla="*/ 266 h 449"/>
                <a:gd name="T14" fmla="*/ 565 w 565"/>
                <a:gd name="T15" fmla="*/ 193 h 449"/>
                <a:gd name="connsiteX0" fmla="*/ 8419 w 8419"/>
                <a:gd name="connsiteY0" fmla="*/ 4298 h 10000"/>
                <a:gd name="connsiteX1" fmla="*/ 5003 w 8419"/>
                <a:gd name="connsiteY1" fmla="*/ 0 h 10000"/>
                <a:gd name="connsiteX2" fmla="*/ 1569 w 8419"/>
                <a:gd name="connsiteY2" fmla="*/ 4298 h 10000"/>
                <a:gd name="connsiteX3" fmla="*/ 2543 w 8419"/>
                <a:gd name="connsiteY3" fmla="*/ 7305 h 10000"/>
                <a:gd name="connsiteX4" fmla="*/ 0 w 8419"/>
                <a:gd name="connsiteY4" fmla="*/ 9005 h 10000"/>
                <a:gd name="connsiteX5" fmla="*/ 3233 w 8419"/>
                <a:gd name="connsiteY5" fmla="*/ 10000 h 10000"/>
                <a:gd name="connsiteX6" fmla="*/ 8171 w 8419"/>
                <a:gd name="connsiteY6" fmla="*/ 5924 h 10000"/>
                <a:gd name="connsiteX7" fmla="*/ 8419 w 8419"/>
                <a:gd name="connsiteY7" fmla="*/ 4298 h 10000"/>
                <a:gd name="connsiteX0" fmla="*/ 9984 w 9984"/>
                <a:gd name="connsiteY0" fmla="*/ 4298 h 10000"/>
                <a:gd name="connsiteX1" fmla="*/ 5927 w 9984"/>
                <a:gd name="connsiteY1" fmla="*/ 0 h 10000"/>
                <a:gd name="connsiteX2" fmla="*/ 1848 w 9984"/>
                <a:gd name="connsiteY2" fmla="*/ 4298 h 10000"/>
                <a:gd name="connsiteX3" fmla="*/ 3005 w 9984"/>
                <a:gd name="connsiteY3" fmla="*/ 7305 h 10000"/>
                <a:gd name="connsiteX4" fmla="*/ 0 w 9984"/>
                <a:gd name="connsiteY4" fmla="*/ 9127 h 10000"/>
                <a:gd name="connsiteX5" fmla="*/ 3824 w 9984"/>
                <a:gd name="connsiteY5" fmla="*/ 10000 h 10000"/>
                <a:gd name="connsiteX6" fmla="*/ 9689 w 9984"/>
                <a:gd name="connsiteY6" fmla="*/ 5924 h 10000"/>
                <a:gd name="connsiteX7" fmla="*/ 9984 w 9984"/>
                <a:gd name="connsiteY7" fmla="*/ 4298 h 10000"/>
                <a:gd name="connsiteX0" fmla="*/ 10000 w 10000"/>
                <a:gd name="connsiteY0" fmla="*/ 4300 h 10002"/>
                <a:gd name="connsiteX1" fmla="*/ 5936 w 10000"/>
                <a:gd name="connsiteY1" fmla="*/ 2 h 10002"/>
                <a:gd name="connsiteX2" fmla="*/ 1772 w 10000"/>
                <a:gd name="connsiteY2" fmla="*/ 3880 h 10002"/>
                <a:gd name="connsiteX3" fmla="*/ 3010 w 10000"/>
                <a:gd name="connsiteY3" fmla="*/ 7307 h 10002"/>
                <a:gd name="connsiteX4" fmla="*/ 0 w 10000"/>
                <a:gd name="connsiteY4" fmla="*/ 9129 h 10002"/>
                <a:gd name="connsiteX5" fmla="*/ 3830 w 10000"/>
                <a:gd name="connsiteY5" fmla="*/ 10002 h 10002"/>
                <a:gd name="connsiteX6" fmla="*/ 9705 w 10000"/>
                <a:gd name="connsiteY6" fmla="*/ 5926 h 10002"/>
                <a:gd name="connsiteX7" fmla="*/ 10000 w 10000"/>
                <a:gd name="connsiteY7" fmla="*/ 4300 h 10002"/>
                <a:gd name="connsiteX0" fmla="*/ 10000 w 10000"/>
                <a:gd name="connsiteY0" fmla="*/ 4300 h 10002"/>
                <a:gd name="connsiteX1" fmla="*/ 5936 w 10000"/>
                <a:gd name="connsiteY1" fmla="*/ 2 h 10002"/>
                <a:gd name="connsiteX2" fmla="*/ 1772 w 10000"/>
                <a:gd name="connsiteY2" fmla="*/ 3880 h 10002"/>
                <a:gd name="connsiteX3" fmla="*/ 3010 w 10000"/>
                <a:gd name="connsiteY3" fmla="*/ 7307 h 10002"/>
                <a:gd name="connsiteX4" fmla="*/ 0 w 10000"/>
                <a:gd name="connsiteY4" fmla="*/ 9129 h 10002"/>
                <a:gd name="connsiteX5" fmla="*/ 3830 w 10000"/>
                <a:gd name="connsiteY5" fmla="*/ 10002 h 10002"/>
                <a:gd name="connsiteX6" fmla="*/ 9705 w 10000"/>
                <a:gd name="connsiteY6" fmla="*/ 5926 h 10002"/>
                <a:gd name="connsiteX7" fmla="*/ 10000 w 10000"/>
                <a:gd name="connsiteY7" fmla="*/ 4300 h 10002"/>
                <a:gd name="connsiteX0" fmla="*/ 10000 w 10000"/>
                <a:gd name="connsiteY0" fmla="*/ 4300 h 10002"/>
                <a:gd name="connsiteX1" fmla="*/ 5936 w 10000"/>
                <a:gd name="connsiteY1" fmla="*/ 2 h 10002"/>
                <a:gd name="connsiteX2" fmla="*/ 1772 w 10000"/>
                <a:gd name="connsiteY2" fmla="*/ 3880 h 10002"/>
                <a:gd name="connsiteX3" fmla="*/ 1670 w 10000"/>
                <a:gd name="connsiteY3" fmla="*/ 6378 h 10002"/>
                <a:gd name="connsiteX4" fmla="*/ 0 w 10000"/>
                <a:gd name="connsiteY4" fmla="*/ 9129 h 10002"/>
                <a:gd name="connsiteX5" fmla="*/ 3830 w 10000"/>
                <a:gd name="connsiteY5" fmla="*/ 10002 h 10002"/>
                <a:gd name="connsiteX6" fmla="*/ 9705 w 10000"/>
                <a:gd name="connsiteY6" fmla="*/ 5926 h 10002"/>
                <a:gd name="connsiteX7" fmla="*/ 10000 w 10000"/>
                <a:gd name="connsiteY7" fmla="*/ 4300 h 10002"/>
                <a:gd name="connsiteX0" fmla="*/ 10000 w 10000"/>
                <a:gd name="connsiteY0" fmla="*/ 4377 h 10079"/>
                <a:gd name="connsiteX1" fmla="*/ 5936 w 10000"/>
                <a:gd name="connsiteY1" fmla="*/ 79 h 10079"/>
                <a:gd name="connsiteX2" fmla="*/ 2396 w 10000"/>
                <a:gd name="connsiteY2" fmla="*/ 1954 h 10079"/>
                <a:gd name="connsiteX3" fmla="*/ 1670 w 10000"/>
                <a:gd name="connsiteY3" fmla="*/ 6455 h 10079"/>
                <a:gd name="connsiteX4" fmla="*/ 0 w 10000"/>
                <a:gd name="connsiteY4" fmla="*/ 9206 h 10079"/>
                <a:gd name="connsiteX5" fmla="*/ 3830 w 10000"/>
                <a:gd name="connsiteY5" fmla="*/ 10079 h 10079"/>
                <a:gd name="connsiteX6" fmla="*/ 9705 w 10000"/>
                <a:gd name="connsiteY6" fmla="*/ 6003 h 10079"/>
                <a:gd name="connsiteX7" fmla="*/ 10000 w 10000"/>
                <a:gd name="connsiteY7" fmla="*/ 4377 h 10079"/>
                <a:gd name="connsiteX0" fmla="*/ 10000 w 10000"/>
                <a:gd name="connsiteY0" fmla="*/ 4283 h 9985"/>
                <a:gd name="connsiteX1" fmla="*/ 6916 w 10000"/>
                <a:gd name="connsiteY1" fmla="*/ 84 h 9985"/>
                <a:gd name="connsiteX2" fmla="*/ 2396 w 10000"/>
                <a:gd name="connsiteY2" fmla="*/ 1860 h 9985"/>
                <a:gd name="connsiteX3" fmla="*/ 1670 w 10000"/>
                <a:gd name="connsiteY3" fmla="*/ 6361 h 9985"/>
                <a:gd name="connsiteX4" fmla="*/ 0 w 10000"/>
                <a:gd name="connsiteY4" fmla="*/ 9112 h 9985"/>
                <a:gd name="connsiteX5" fmla="*/ 3830 w 10000"/>
                <a:gd name="connsiteY5" fmla="*/ 9985 h 9985"/>
                <a:gd name="connsiteX6" fmla="*/ 9705 w 10000"/>
                <a:gd name="connsiteY6" fmla="*/ 5909 h 9985"/>
                <a:gd name="connsiteX7" fmla="*/ 10000 w 10000"/>
                <a:gd name="connsiteY7" fmla="*/ 4283 h 9985"/>
                <a:gd name="connsiteX0" fmla="*/ 10000 w 10000"/>
                <a:gd name="connsiteY0" fmla="*/ 4289 h 10000"/>
                <a:gd name="connsiteX1" fmla="*/ 6916 w 10000"/>
                <a:gd name="connsiteY1" fmla="*/ 84 h 10000"/>
                <a:gd name="connsiteX2" fmla="*/ 2396 w 10000"/>
                <a:gd name="connsiteY2" fmla="*/ 1863 h 10000"/>
                <a:gd name="connsiteX3" fmla="*/ 1670 w 10000"/>
                <a:gd name="connsiteY3" fmla="*/ 6371 h 10000"/>
                <a:gd name="connsiteX4" fmla="*/ 0 w 10000"/>
                <a:gd name="connsiteY4" fmla="*/ 9126 h 10000"/>
                <a:gd name="connsiteX5" fmla="*/ 3830 w 10000"/>
                <a:gd name="connsiteY5" fmla="*/ 10000 h 10000"/>
                <a:gd name="connsiteX6" fmla="*/ 9705 w 10000"/>
                <a:gd name="connsiteY6" fmla="*/ 5918 h 10000"/>
                <a:gd name="connsiteX7" fmla="*/ 10000 w 10000"/>
                <a:gd name="connsiteY7" fmla="*/ 4289 h 10000"/>
                <a:gd name="connsiteX0" fmla="*/ 10000 w 10000"/>
                <a:gd name="connsiteY0" fmla="*/ 4283 h 9994"/>
                <a:gd name="connsiteX1" fmla="*/ 6916 w 10000"/>
                <a:gd name="connsiteY1" fmla="*/ 78 h 9994"/>
                <a:gd name="connsiteX2" fmla="*/ 2396 w 10000"/>
                <a:gd name="connsiteY2" fmla="*/ 1857 h 9994"/>
                <a:gd name="connsiteX3" fmla="*/ 1670 w 10000"/>
                <a:gd name="connsiteY3" fmla="*/ 6365 h 9994"/>
                <a:gd name="connsiteX4" fmla="*/ 0 w 10000"/>
                <a:gd name="connsiteY4" fmla="*/ 9120 h 9994"/>
                <a:gd name="connsiteX5" fmla="*/ 3830 w 10000"/>
                <a:gd name="connsiteY5" fmla="*/ 9994 h 9994"/>
                <a:gd name="connsiteX6" fmla="*/ 9705 w 10000"/>
                <a:gd name="connsiteY6" fmla="*/ 5912 h 9994"/>
                <a:gd name="connsiteX7" fmla="*/ 10000 w 10000"/>
                <a:gd name="connsiteY7" fmla="*/ 4283 h 9994"/>
                <a:gd name="connsiteX0" fmla="*/ 10000 w 10000"/>
                <a:gd name="connsiteY0" fmla="*/ 4286 h 10000"/>
                <a:gd name="connsiteX1" fmla="*/ 6916 w 10000"/>
                <a:gd name="connsiteY1" fmla="*/ 78 h 10000"/>
                <a:gd name="connsiteX2" fmla="*/ 2396 w 10000"/>
                <a:gd name="connsiteY2" fmla="*/ 1858 h 10000"/>
                <a:gd name="connsiteX3" fmla="*/ 1670 w 10000"/>
                <a:gd name="connsiteY3" fmla="*/ 6369 h 10000"/>
                <a:gd name="connsiteX4" fmla="*/ 0 w 10000"/>
                <a:gd name="connsiteY4" fmla="*/ 9125 h 10000"/>
                <a:gd name="connsiteX5" fmla="*/ 3830 w 10000"/>
                <a:gd name="connsiteY5" fmla="*/ 10000 h 10000"/>
                <a:gd name="connsiteX6" fmla="*/ 9705 w 10000"/>
                <a:gd name="connsiteY6" fmla="*/ 5916 h 10000"/>
                <a:gd name="connsiteX7" fmla="*/ 10000 w 10000"/>
                <a:gd name="connsiteY7" fmla="*/ 4286 h 10000"/>
                <a:gd name="connsiteX0" fmla="*/ 10000 w 10000"/>
                <a:gd name="connsiteY0" fmla="*/ 4438 h 10152"/>
                <a:gd name="connsiteX1" fmla="*/ 6916 w 10000"/>
                <a:gd name="connsiteY1" fmla="*/ 230 h 10152"/>
                <a:gd name="connsiteX2" fmla="*/ 3151 w 10000"/>
                <a:gd name="connsiteY2" fmla="*/ 1099 h 10152"/>
                <a:gd name="connsiteX3" fmla="*/ 1670 w 10000"/>
                <a:gd name="connsiteY3" fmla="*/ 6521 h 10152"/>
                <a:gd name="connsiteX4" fmla="*/ 0 w 10000"/>
                <a:gd name="connsiteY4" fmla="*/ 9277 h 10152"/>
                <a:gd name="connsiteX5" fmla="*/ 3830 w 10000"/>
                <a:gd name="connsiteY5" fmla="*/ 10152 h 10152"/>
                <a:gd name="connsiteX6" fmla="*/ 9705 w 10000"/>
                <a:gd name="connsiteY6" fmla="*/ 6068 h 10152"/>
                <a:gd name="connsiteX7" fmla="*/ 10000 w 10000"/>
                <a:gd name="connsiteY7" fmla="*/ 4438 h 10152"/>
                <a:gd name="connsiteX0" fmla="*/ 10000 w 10000"/>
                <a:gd name="connsiteY0" fmla="*/ 4456 h 10170"/>
                <a:gd name="connsiteX1" fmla="*/ 6916 w 10000"/>
                <a:gd name="connsiteY1" fmla="*/ 248 h 10170"/>
                <a:gd name="connsiteX2" fmla="*/ 3151 w 10000"/>
                <a:gd name="connsiteY2" fmla="*/ 1117 h 10170"/>
                <a:gd name="connsiteX3" fmla="*/ 1670 w 10000"/>
                <a:gd name="connsiteY3" fmla="*/ 6539 h 10170"/>
                <a:gd name="connsiteX4" fmla="*/ 0 w 10000"/>
                <a:gd name="connsiteY4" fmla="*/ 9295 h 10170"/>
                <a:gd name="connsiteX5" fmla="*/ 3830 w 10000"/>
                <a:gd name="connsiteY5" fmla="*/ 10170 h 10170"/>
                <a:gd name="connsiteX6" fmla="*/ 9705 w 10000"/>
                <a:gd name="connsiteY6" fmla="*/ 6086 h 10170"/>
                <a:gd name="connsiteX7" fmla="*/ 10000 w 10000"/>
                <a:gd name="connsiteY7" fmla="*/ 4456 h 10170"/>
                <a:gd name="connsiteX0" fmla="*/ 10000 w 10000"/>
                <a:gd name="connsiteY0" fmla="*/ 4399 h 10113"/>
                <a:gd name="connsiteX1" fmla="*/ 7472 w 10000"/>
                <a:gd name="connsiteY1" fmla="*/ 274 h 10113"/>
                <a:gd name="connsiteX2" fmla="*/ 3151 w 10000"/>
                <a:gd name="connsiteY2" fmla="*/ 1060 h 10113"/>
                <a:gd name="connsiteX3" fmla="*/ 1670 w 10000"/>
                <a:gd name="connsiteY3" fmla="*/ 6482 h 10113"/>
                <a:gd name="connsiteX4" fmla="*/ 0 w 10000"/>
                <a:gd name="connsiteY4" fmla="*/ 9238 h 10113"/>
                <a:gd name="connsiteX5" fmla="*/ 3830 w 10000"/>
                <a:gd name="connsiteY5" fmla="*/ 10113 h 10113"/>
                <a:gd name="connsiteX6" fmla="*/ 9705 w 10000"/>
                <a:gd name="connsiteY6" fmla="*/ 6029 h 10113"/>
                <a:gd name="connsiteX7" fmla="*/ 10000 w 10000"/>
                <a:gd name="connsiteY7" fmla="*/ 4399 h 10113"/>
                <a:gd name="connsiteX0" fmla="*/ 10000 w 10000"/>
                <a:gd name="connsiteY0" fmla="*/ 4379 h 10093"/>
                <a:gd name="connsiteX1" fmla="*/ 7472 w 10000"/>
                <a:gd name="connsiteY1" fmla="*/ 254 h 10093"/>
                <a:gd name="connsiteX2" fmla="*/ 3151 w 10000"/>
                <a:gd name="connsiteY2" fmla="*/ 1040 h 10093"/>
                <a:gd name="connsiteX3" fmla="*/ 1670 w 10000"/>
                <a:gd name="connsiteY3" fmla="*/ 6462 h 10093"/>
                <a:gd name="connsiteX4" fmla="*/ 0 w 10000"/>
                <a:gd name="connsiteY4" fmla="*/ 9218 h 10093"/>
                <a:gd name="connsiteX5" fmla="*/ 3830 w 10000"/>
                <a:gd name="connsiteY5" fmla="*/ 10093 h 10093"/>
                <a:gd name="connsiteX6" fmla="*/ 9705 w 10000"/>
                <a:gd name="connsiteY6" fmla="*/ 6009 h 10093"/>
                <a:gd name="connsiteX7" fmla="*/ 10000 w 10000"/>
                <a:gd name="connsiteY7" fmla="*/ 4379 h 10093"/>
                <a:gd name="connsiteX0" fmla="*/ 10000 w 10000"/>
                <a:gd name="connsiteY0" fmla="*/ 4393 h 10107"/>
                <a:gd name="connsiteX1" fmla="*/ 7472 w 10000"/>
                <a:gd name="connsiteY1" fmla="*/ 268 h 10107"/>
                <a:gd name="connsiteX2" fmla="*/ 3151 w 10000"/>
                <a:gd name="connsiteY2" fmla="*/ 1054 h 10107"/>
                <a:gd name="connsiteX3" fmla="*/ 1670 w 10000"/>
                <a:gd name="connsiteY3" fmla="*/ 6476 h 10107"/>
                <a:gd name="connsiteX4" fmla="*/ 0 w 10000"/>
                <a:gd name="connsiteY4" fmla="*/ 9232 h 10107"/>
                <a:gd name="connsiteX5" fmla="*/ 3830 w 10000"/>
                <a:gd name="connsiteY5" fmla="*/ 10107 h 10107"/>
                <a:gd name="connsiteX6" fmla="*/ 9705 w 10000"/>
                <a:gd name="connsiteY6" fmla="*/ 6023 h 10107"/>
                <a:gd name="connsiteX7" fmla="*/ 10000 w 10000"/>
                <a:gd name="connsiteY7" fmla="*/ 4393 h 10107"/>
                <a:gd name="connsiteX0" fmla="*/ 10000 w 10000"/>
                <a:gd name="connsiteY0" fmla="*/ 4400 h 10114"/>
                <a:gd name="connsiteX1" fmla="*/ 7472 w 10000"/>
                <a:gd name="connsiteY1" fmla="*/ 275 h 10114"/>
                <a:gd name="connsiteX2" fmla="*/ 3151 w 10000"/>
                <a:gd name="connsiteY2" fmla="*/ 1061 h 10114"/>
                <a:gd name="connsiteX3" fmla="*/ 1670 w 10000"/>
                <a:gd name="connsiteY3" fmla="*/ 6483 h 10114"/>
                <a:gd name="connsiteX4" fmla="*/ 0 w 10000"/>
                <a:gd name="connsiteY4" fmla="*/ 9239 h 10114"/>
                <a:gd name="connsiteX5" fmla="*/ 3830 w 10000"/>
                <a:gd name="connsiteY5" fmla="*/ 10114 h 10114"/>
                <a:gd name="connsiteX6" fmla="*/ 9705 w 10000"/>
                <a:gd name="connsiteY6" fmla="*/ 6030 h 10114"/>
                <a:gd name="connsiteX7" fmla="*/ 10000 w 10000"/>
                <a:gd name="connsiteY7" fmla="*/ 4400 h 10114"/>
                <a:gd name="connsiteX0" fmla="*/ 10000 w 10000"/>
                <a:gd name="connsiteY0" fmla="*/ 4400 h 9807"/>
                <a:gd name="connsiteX1" fmla="*/ 7472 w 10000"/>
                <a:gd name="connsiteY1" fmla="*/ 275 h 9807"/>
                <a:gd name="connsiteX2" fmla="*/ 3151 w 10000"/>
                <a:gd name="connsiteY2" fmla="*/ 1061 h 9807"/>
                <a:gd name="connsiteX3" fmla="*/ 1670 w 10000"/>
                <a:gd name="connsiteY3" fmla="*/ 6483 h 9807"/>
                <a:gd name="connsiteX4" fmla="*/ 0 w 10000"/>
                <a:gd name="connsiteY4" fmla="*/ 9239 h 9807"/>
                <a:gd name="connsiteX5" fmla="*/ 3409 w 10000"/>
                <a:gd name="connsiteY5" fmla="*/ 9061 h 9807"/>
                <a:gd name="connsiteX6" fmla="*/ 9705 w 10000"/>
                <a:gd name="connsiteY6" fmla="*/ 6030 h 9807"/>
                <a:gd name="connsiteX7" fmla="*/ 10000 w 10000"/>
                <a:gd name="connsiteY7" fmla="*/ 4400 h 9807"/>
                <a:gd name="connsiteX0" fmla="*/ 10000 w 10000"/>
                <a:gd name="connsiteY0" fmla="*/ 4487 h 10253"/>
                <a:gd name="connsiteX1" fmla="*/ 7472 w 10000"/>
                <a:gd name="connsiteY1" fmla="*/ 280 h 10253"/>
                <a:gd name="connsiteX2" fmla="*/ 3151 w 10000"/>
                <a:gd name="connsiteY2" fmla="*/ 1082 h 10253"/>
                <a:gd name="connsiteX3" fmla="*/ 1670 w 10000"/>
                <a:gd name="connsiteY3" fmla="*/ 6611 h 10253"/>
                <a:gd name="connsiteX4" fmla="*/ 0 w 10000"/>
                <a:gd name="connsiteY4" fmla="*/ 9421 h 10253"/>
                <a:gd name="connsiteX5" fmla="*/ 3409 w 10000"/>
                <a:gd name="connsiteY5" fmla="*/ 9239 h 10253"/>
                <a:gd name="connsiteX6" fmla="*/ 9705 w 10000"/>
                <a:gd name="connsiteY6" fmla="*/ 6149 h 10253"/>
                <a:gd name="connsiteX7" fmla="*/ 10000 w 10000"/>
                <a:gd name="connsiteY7" fmla="*/ 4487 h 10253"/>
                <a:gd name="connsiteX0" fmla="*/ 10000 w 10000"/>
                <a:gd name="connsiteY0" fmla="*/ 4487 h 10253"/>
                <a:gd name="connsiteX1" fmla="*/ 7472 w 10000"/>
                <a:gd name="connsiteY1" fmla="*/ 280 h 10253"/>
                <a:gd name="connsiteX2" fmla="*/ 3151 w 10000"/>
                <a:gd name="connsiteY2" fmla="*/ 1082 h 10253"/>
                <a:gd name="connsiteX3" fmla="*/ 1670 w 10000"/>
                <a:gd name="connsiteY3" fmla="*/ 6611 h 10253"/>
                <a:gd name="connsiteX4" fmla="*/ 0 w 10000"/>
                <a:gd name="connsiteY4" fmla="*/ 9421 h 10253"/>
                <a:gd name="connsiteX5" fmla="*/ 3409 w 10000"/>
                <a:gd name="connsiteY5" fmla="*/ 9239 h 10253"/>
                <a:gd name="connsiteX6" fmla="*/ 9705 w 10000"/>
                <a:gd name="connsiteY6" fmla="*/ 6149 h 10253"/>
                <a:gd name="connsiteX7" fmla="*/ 10000 w 10000"/>
                <a:gd name="connsiteY7" fmla="*/ 4487 h 10253"/>
                <a:gd name="connsiteX0" fmla="*/ 10000 w 10000"/>
                <a:gd name="connsiteY0" fmla="*/ 4487 h 10253"/>
                <a:gd name="connsiteX1" fmla="*/ 7472 w 10000"/>
                <a:gd name="connsiteY1" fmla="*/ 280 h 10253"/>
                <a:gd name="connsiteX2" fmla="*/ 3151 w 10000"/>
                <a:gd name="connsiteY2" fmla="*/ 1082 h 10253"/>
                <a:gd name="connsiteX3" fmla="*/ 1670 w 10000"/>
                <a:gd name="connsiteY3" fmla="*/ 6611 h 10253"/>
                <a:gd name="connsiteX4" fmla="*/ 0 w 10000"/>
                <a:gd name="connsiteY4" fmla="*/ 9421 h 10253"/>
                <a:gd name="connsiteX5" fmla="*/ 3409 w 10000"/>
                <a:gd name="connsiteY5" fmla="*/ 9239 h 10253"/>
                <a:gd name="connsiteX6" fmla="*/ 9705 w 10000"/>
                <a:gd name="connsiteY6" fmla="*/ 6149 h 10253"/>
                <a:gd name="connsiteX7" fmla="*/ 10000 w 10000"/>
                <a:gd name="connsiteY7" fmla="*/ 4487 h 10253"/>
                <a:gd name="connsiteX0" fmla="*/ 10000 w 10000"/>
                <a:gd name="connsiteY0" fmla="*/ 4487 h 10253"/>
                <a:gd name="connsiteX1" fmla="*/ 7472 w 10000"/>
                <a:gd name="connsiteY1" fmla="*/ 280 h 10253"/>
                <a:gd name="connsiteX2" fmla="*/ 3151 w 10000"/>
                <a:gd name="connsiteY2" fmla="*/ 1082 h 10253"/>
                <a:gd name="connsiteX3" fmla="*/ 1670 w 10000"/>
                <a:gd name="connsiteY3" fmla="*/ 6611 h 10253"/>
                <a:gd name="connsiteX4" fmla="*/ 0 w 10000"/>
                <a:gd name="connsiteY4" fmla="*/ 9421 h 10253"/>
                <a:gd name="connsiteX5" fmla="*/ 3409 w 10000"/>
                <a:gd name="connsiteY5" fmla="*/ 9239 h 10253"/>
                <a:gd name="connsiteX6" fmla="*/ 9705 w 10000"/>
                <a:gd name="connsiteY6" fmla="*/ 6149 h 10253"/>
                <a:gd name="connsiteX7" fmla="*/ 10000 w 10000"/>
                <a:gd name="connsiteY7" fmla="*/ 4487 h 10253"/>
                <a:gd name="connsiteX0" fmla="*/ 10000 w 10000"/>
                <a:gd name="connsiteY0" fmla="*/ 4487 h 10253"/>
                <a:gd name="connsiteX1" fmla="*/ 7472 w 10000"/>
                <a:gd name="connsiteY1" fmla="*/ 280 h 10253"/>
                <a:gd name="connsiteX2" fmla="*/ 3151 w 10000"/>
                <a:gd name="connsiteY2" fmla="*/ 1082 h 10253"/>
                <a:gd name="connsiteX3" fmla="*/ 1670 w 10000"/>
                <a:gd name="connsiteY3" fmla="*/ 6611 h 10253"/>
                <a:gd name="connsiteX4" fmla="*/ 0 w 10000"/>
                <a:gd name="connsiteY4" fmla="*/ 9421 h 10253"/>
                <a:gd name="connsiteX5" fmla="*/ 3409 w 10000"/>
                <a:gd name="connsiteY5" fmla="*/ 9239 h 10253"/>
                <a:gd name="connsiteX6" fmla="*/ 9705 w 10000"/>
                <a:gd name="connsiteY6" fmla="*/ 6149 h 10253"/>
                <a:gd name="connsiteX7" fmla="*/ 10000 w 10000"/>
                <a:gd name="connsiteY7" fmla="*/ 4487 h 10253"/>
                <a:gd name="connsiteX0" fmla="*/ 10000 w 10000"/>
                <a:gd name="connsiteY0" fmla="*/ 4487 h 9970"/>
                <a:gd name="connsiteX1" fmla="*/ 7472 w 10000"/>
                <a:gd name="connsiteY1" fmla="*/ 280 h 9970"/>
                <a:gd name="connsiteX2" fmla="*/ 3151 w 10000"/>
                <a:gd name="connsiteY2" fmla="*/ 1082 h 9970"/>
                <a:gd name="connsiteX3" fmla="*/ 1670 w 10000"/>
                <a:gd name="connsiteY3" fmla="*/ 6611 h 9970"/>
                <a:gd name="connsiteX4" fmla="*/ 0 w 10000"/>
                <a:gd name="connsiteY4" fmla="*/ 9421 h 9970"/>
                <a:gd name="connsiteX5" fmla="*/ 3409 w 10000"/>
                <a:gd name="connsiteY5" fmla="*/ 9239 h 9970"/>
                <a:gd name="connsiteX6" fmla="*/ 9705 w 10000"/>
                <a:gd name="connsiteY6" fmla="*/ 6149 h 9970"/>
                <a:gd name="connsiteX7" fmla="*/ 10000 w 10000"/>
                <a:gd name="connsiteY7" fmla="*/ 4487 h 9970"/>
                <a:gd name="connsiteX0" fmla="*/ 10000 w 10000"/>
                <a:gd name="connsiteY0" fmla="*/ 4501 h 9449"/>
                <a:gd name="connsiteX1" fmla="*/ 7472 w 10000"/>
                <a:gd name="connsiteY1" fmla="*/ 281 h 9449"/>
                <a:gd name="connsiteX2" fmla="*/ 3151 w 10000"/>
                <a:gd name="connsiteY2" fmla="*/ 1085 h 9449"/>
                <a:gd name="connsiteX3" fmla="*/ 1670 w 10000"/>
                <a:gd name="connsiteY3" fmla="*/ 6631 h 9449"/>
                <a:gd name="connsiteX4" fmla="*/ 0 w 10000"/>
                <a:gd name="connsiteY4" fmla="*/ 9449 h 9449"/>
                <a:gd name="connsiteX5" fmla="*/ 3409 w 10000"/>
                <a:gd name="connsiteY5" fmla="*/ 9267 h 9449"/>
                <a:gd name="connsiteX6" fmla="*/ 9705 w 10000"/>
                <a:gd name="connsiteY6" fmla="*/ 6168 h 9449"/>
                <a:gd name="connsiteX7" fmla="*/ 10000 w 10000"/>
                <a:gd name="connsiteY7" fmla="*/ 4501 h 9449"/>
                <a:gd name="connsiteX0" fmla="*/ 10000 w 10000"/>
                <a:gd name="connsiteY0" fmla="*/ 4764 h 10032"/>
                <a:gd name="connsiteX1" fmla="*/ 7472 w 10000"/>
                <a:gd name="connsiteY1" fmla="*/ 298 h 10032"/>
                <a:gd name="connsiteX2" fmla="*/ 3151 w 10000"/>
                <a:gd name="connsiteY2" fmla="*/ 1149 h 10032"/>
                <a:gd name="connsiteX3" fmla="*/ 1670 w 10000"/>
                <a:gd name="connsiteY3" fmla="*/ 7019 h 10032"/>
                <a:gd name="connsiteX4" fmla="*/ 0 w 10000"/>
                <a:gd name="connsiteY4" fmla="*/ 10001 h 10032"/>
                <a:gd name="connsiteX5" fmla="*/ 3409 w 10000"/>
                <a:gd name="connsiteY5" fmla="*/ 9808 h 10032"/>
                <a:gd name="connsiteX6" fmla="*/ 9705 w 10000"/>
                <a:gd name="connsiteY6" fmla="*/ 6529 h 10032"/>
                <a:gd name="connsiteX7" fmla="*/ 10000 w 10000"/>
                <a:gd name="connsiteY7" fmla="*/ 4764 h 10032"/>
                <a:gd name="connsiteX0" fmla="*/ 10000 w 10000"/>
                <a:gd name="connsiteY0" fmla="*/ 4764 h 10071"/>
                <a:gd name="connsiteX1" fmla="*/ 7472 w 10000"/>
                <a:gd name="connsiteY1" fmla="*/ 298 h 10071"/>
                <a:gd name="connsiteX2" fmla="*/ 3151 w 10000"/>
                <a:gd name="connsiteY2" fmla="*/ 1149 h 10071"/>
                <a:gd name="connsiteX3" fmla="*/ 1670 w 10000"/>
                <a:gd name="connsiteY3" fmla="*/ 7019 h 10071"/>
                <a:gd name="connsiteX4" fmla="*/ 0 w 10000"/>
                <a:gd name="connsiteY4" fmla="*/ 10001 h 10071"/>
                <a:gd name="connsiteX5" fmla="*/ 3409 w 10000"/>
                <a:gd name="connsiteY5" fmla="*/ 9808 h 10071"/>
                <a:gd name="connsiteX6" fmla="*/ 9705 w 10000"/>
                <a:gd name="connsiteY6" fmla="*/ 6529 h 10071"/>
                <a:gd name="connsiteX7" fmla="*/ 10000 w 10000"/>
                <a:gd name="connsiteY7" fmla="*/ 4764 h 1007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09 w 10000"/>
                <a:gd name="connsiteY5" fmla="*/ 9808 h 10001"/>
                <a:gd name="connsiteX6" fmla="*/ 9705 w 10000"/>
                <a:gd name="connsiteY6" fmla="*/ 6529 h 10001"/>
                <a:gd name="connsiteX7" fmla="*/ 10000 w 10000"/>
                <a:gd name="connsiteY7" fmla="*/ 4764 h 10001"/>
                <a:gd name="connsiteX0" fmla="*/ 10000 w 10000"/>
                <a:gd name="connsiteY0" fmla="*/ 4764 h 10022"/>
                <a:gd name="connsiteX1" fmla="*/ 7472 w 10000"/>
                <a:gd name="connsiteY1" fmla="*/ 298 h 10022"/>
                <a:gd name="connsiteX2" fmla="*/ 3151 w 10000"/>
                <a:gd name="connsiteY2" fmla="*/ 1149 h 10022"/>
                <a:gd name="connsiteX3" fmla="*/ 1670 w 10000"/>
                <a:gd name="connsiteY3" fmla="*/ 7019 h 10022"/>
                <a:gd name="connsiteX4" fmla="*/ 0 w 10000"/>
                <a:gd name="connsiteY4" fmla="*/ 10001 h 10022"/>
                <a:gd name="connsiteX5" fmla="*/ 3409 w 10000"/>
                <a:gd name="connsiteY5" fmla="*/ 9808 h 10022"/>
                <a:gd name="connsiteX6" fmla="*/ 9705 w 10000"/>
                <a:gd name="connsiteY6" fmla="*/ 6529 h 10022"/>
                <a:gd name="connsiteX7" fmla="*/ 10000 w 10000"/>
                <a:gd name="connsiteY7" fmla="*/ 4764 h 10022"/>
                <a:gd name="connsiteX0" fmla="*/ 10000 w 10000"/>
                <a:gd name="connsiteY0" fmla="*/ 4764 h 10056"/>
                <a:gd name="connsiteX1" fmla="*/ 7472 w 10000"/>
                <a:gd name="connsiteY1" fmla="*/ 298 h 10056"/>
                <a:gd name="connsiteX2" fmla="*/ 3151 w 10000"/>
                <a:gd name="connsiteY2" fmla="*/ 1149 h 10056"/>
                <a:gd name="connsiteX3" fmla="*/ 1670 w 10000"/>
                <a:gd name="connsiteY3" fmla="*/ 7019 h 10056"/>
                <a:gd name="connsiteX4" fmla="*/ 0 w 10000"/>
                <a:gd name="connsiteY4" fmla="*/ 10001 h 10056"/>
                <a:gd name="connsiteX5" fmla="*/ 3409 w 10000"/>
                <a:gd name="connsiteY5" fmla="*/ 9808 h 10056"/>
                <a:gd name="connsiteX6" fmla="*/ 9705 w 10000"/>
                <a:gd name="connsiteY6" fmla="*/ 6529 h 10056"/>
                <a:gd name="connsiteX7" fmla="*/ 10000 w 10000"/>
                <a:gd name="connsiteY7" fmla="*/ 4764 h 10056"/>
                <a:gd name="connsiteX0" fmla="*/ 10000 w 10000"/>
                <a:gd name="connsiteY0" fmla="*/ 4764 h 10046"/>
                <a:gd name="connsiteX1" fmla="*/ 7472 w 10000"/>
                <a:gd name="connsiteY1" fmla="*/ 298 h 10046"/>
                <a:gd name="connsiteX2" fmla="*/ 3151 w 10000"/>
                <a:gd name="connsiteY2" fmla="*/ 1149 h 10046"/>
                <a:gd name="connsiteX3" fmla="*/ 1670 w 10000"/>
                <a:gd name="connsiteY3" fmla="*/ 7019 h 10046"/>
                <a:gd name="connsiteX4" fmla="*/ 0 w 10000"/>
                <a:gd name="connsiteY4" fmla="*/ 10001 h 10046"/>
                <a:gd name="connsiteX5" fmla="*/ 3409 w 10000"/>
                <a:gd name="connsiteY5" fmla="*/ 9808 h 10046"/>
                <a:gd name="connsiteX6" fmla="*/ 9705 w 10000"/>
                <a:gd name="connsiteY6" fmla="*/ 6529 h 10046"/>
                <a:gd name="connsiteX7" fmla="*/ 10000 w 10000"/>
                <a:gd name="connsiteY7" fmla="*/ 4764 h 10046"/>
                <a:gd name="connsiteX0" fmla="*/ 10000 w 10000"/>
                <a:gd name="connsiteY0" fmla="*/ 4764 h 10037"/>
                <a:gd name="connsiteX1" fmla="*/ 7472 w 10000"/>
                <a:gd name="connsiteY1" fmla="*/ 298 h 10037"/>
                <a:gd name="connsiteX2" fmla="*/ 3151 w 10000"/>
                <a:gd name="connsiteY2" fmla="*/ 1149 h 10037"/>
                <a:gd name="connsiteX3" fmla="*/ 1670 w 10000"/>
                <a:gd name="connsiteY3" fmla="*/ 7019 h 10037"/>
                <a:gd name="connsiteX4" fmla="*/ 0 w 10000"/>
                <a:gd name="connsiteY4" fmla="*/ 10001 h 10037"/>
                <a:gd name="connsiteX5" fmla="*/ 3438 w 10000"/>
                <a:gd name="connsiteY5" fmla="*/ 9783 h 10037"/>
                <a:gd name="connsiteX6" fmla="*/ 9705 w 10000"/>
                <a:gd name="connsiteY6" fmla="*/ 6529 h 10037"/>
                <a:gd name="connsiteX7" fmla="*/ 10000 w 10000"/>
                <a:gd name="connsiteY7" fmla="*/ 4764 h 10037"/>
                <a:gd name="connsiteX0" fmla="*/ 10000 w 10000"/>
                <a:gd name="connsiteY0" fmla="*/ 4764 h 10076"/>
                <a:gd name="connsiteX1" fmla="*/ 7472 w 10000"/>
                <a:gd name="connsiteY1" fmla="*/ 298 h 10076"/>
                <a:gd name="connsiteX2" fmla="*/ 3151 w 10000"/>
                <a:gd name="connsiteY2" fmla="*/ 1149 h 10076"/>
                <a:gd name="connsiteX3" fmla="*/ 1670 w 10000"/>
                <a:gd name="connsiteY3" fmla="*/ 7019 h 10076"/>
                <a:gd name="connsiteX4" fmla="*/ 0 w 10000"/>
                <a:gd name="connsiteY4" fmla="*/ 10001 h 10076"/>
                <a:gd name="connsiteX5" fmla="*/ 3438 w 10000"/>
                <a:gd name="connsiteY5" fmla="*/ 9783 h 10076"/>
                <a:gd name="connsiteX6" fmla="*/ 9705 w 10000"/>
                <a:gd name="connsiteY6" fmla="*/ 6529 h 10076"/>
                <a:gd name="connsiteX7" fmla="*/ 10000 w 10000"/>
                <a:gd name="connsiteY7" fmla="*/ 4764 h 10076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705 w 10000"/>
                <a:gd name="connsiteY6" fmla="*/ 6529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705 w 10000"/>
                <a:gd name="connsiteY6" fmla="*/ 6529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705 w 10000"/>
                <a:gd name="connsiteY6" fmla="*/ 6529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519 w 10000"/>
                <a:gd name="connsiteY6" fmla="*/ 7231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519 w 10000"/>
                <a:gd name="connsiteY6" fmla="*/ 7231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447 w 10000"/>
                <a:gd name="connsiteY6" fmla="*/ 7532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447 w 10000"/>
                <a:gd name="connsiteY6" fmla="*/ 7532 h 10001"/>
                <a:gd name="connsiteX7" fmla="*/ 10000 w 10000"/>
                <a:gd name="connsiteY7" fmla="*/ 4764 h 10001"/>
                <a:gd name="connsiteX0" fmla="*/ 10000 w 10000"/>
                <a:gd name="connsiteY0" fmla="*/ 4764 h 10001"/>
                <a:gd name="connsiteX1" fmla="*/ 7472 w 10000"/>
                <a:gd name="connsiteY1" fmla="*/ 298 h 10001"/>
                <a:gd name="connsiteX2" fmla="*/ 3151 w 10000"/>
                <a:gd name="connsiteY2" fmla="*/ 1149 h 10001"/>
                <a:gd name="connsiteX3" fmla="*/ 1670 w 10000"/>
                <a:gd name="connsiteY3" fmla="*/ 7019 h 10001"/>
                <a:gd name="connsiteX4" fmla="*/ 0 w 10000"/>
                <a:gd name="connsiteY4" fmla="*/ 10001 h 10001"/>
                <a:gd name="connsiteX5" fmla="*/ 3438 w 10000"/>
                <a:gd name="connsiteY5" fmla="*/ 9783 h 10001"/>
                <a:gd name="connsiteX6" fmla="*/ 9447 w 10000"/>
                <a:gd name="connsiteY6" fmla="*/ 7532 h 10001"/>
                <a:gd name="connsiteX7" fmla="*/ 10000 w 10000"/>
                <a:gd name="connsiteY7" fmla="*/ 4764 h 10001"/>
                <a:gd name="connsiteX0" fmla="*/ 10000 w 10046"/>
                <a:gd name="connsiteY0" fmla="*/ 4764 h 10001"/>
                <a:gd name="connsiteX1" fmla="*/ 7472 w 10046"/>
                <a:gd name="connsiteY1" fmla="*/ 298 h 10001"/>
                <a:gd name="connsiteX2" fmla="*/ 3151 w 10046"/>
                <a:gd name="connsiteY2" fmla="*/ 1149 h 10001"/>
                <a:gd name="connsiteX3" fmla="*/ 1670 w 10046"/>
                <a:gd name="connsiteY3" fmla="*/ 7019 h 10001"/>
                <a:gd name="connsiteX4" fmla="*/ 0 w 10046"/>
                <a:gd name="connsiteY4" fmla="*/ 10001 h 10001"/>
                <a:gd name="connsiteX5" fmla="*/ 3438 w 10046"/>
                <a:gd name="connsiteY5" fmla="*/ 9783 h 10001"/>
                <a:gd name="connsiteX6" fmla="*/ 9447 w 10046"/>
                <a:gd name="connsiteY6" fmla="*/ 7532 h 10001"/>
                <a:gd name="connsiteX7" fmla="*/ 10000 w 10046"/>
                <a:gd name="connsiteY7" fmla="*/ 4764 h 10001"/>
                <a:gd name="connsiteX0" fmla="*/ 10000 w 10046"/>
                <a:gd name="connsiteY0" fmla="*/ 4764 h 10001"/>
                <a:gd name="connsiteX1" fmla="*/ 7472 w 10046"/>
                <a:gd name="connsiteY1" fmla="*/ 298 h 10001"/>
                <a:gd name="connsiteX2" fmla="*/ 3151 w 10046"/>
                <a:gd name="connsiteY2" fmla="*/ 1149 h 10001"/>
                <a:gd name="connsiteX3" fmla="*/ 1670 w 10046"/>
                <a:gd name="connsiteY3" fmla="*/ 7019 h 10001"/>
                <a:gd name="connsiteX4" fmla="*/ 0 w 10046"/>
                <a:gd name="connsiteY4" fmla="*/ 10001 h 10001"/>
                <a:gd name="connsiteX5" fmla="*/ 3438 w 10046"/>
                <a:gd name="connsiteY5" fmla="*/ 9783 h 10001"/>
                <a:gd name="connsiteX6" fmla="*/ 9447 w 10046"/>
                <a:gd name="connsiteY6" fmla="*/ 7532 h 10001"/>
                <a:gd name="connsiteX7" fmla="*/ 10000 w 10046"/>
                <a:gd name="connsiteY7" fmla="*/ 4764 h 10001"/>
                <a:gd name="connsiteX0" fmla="*/ 9447 w 9606"/>
                <a:gd name="connsiteY0" fmla="*/ 7532 h 10001"/>
                <a:gd name="connsiteX1" fmla="*/ 7472 w 9606"/>
                <a:gd name="connsiteY1" fmla="*/ 298 h 10001"/>
                <a:gd name="connsiteX2" fmla="*/ 3151 w 9606"/>
                <a:gd name="connsiteY2" fmla="*/ 1149 h 10001"/>
                <a:gd name="connsiteX3" fmla="*/ 1670 w 9606"/>
                <a:gd name="connsiteY3" fmla="*/ 7019 h 10001"/>
                <a:gd name="connsiteX4" fmla="*/ 0 w 9606"/>
                <a:gd name="connsiteY4" fmla="*/ 10001 h 10001"/>
                <a:gd name="connsiteX5" fmla="*/ 3438 w 9606"/>
                <a:gd name="connsiteY5" fmla="*/ 9783 h 10001"/>
                <a:gd name="connsiteX6" fmla="*/ 9447 w 9606"/>
                <a:gd name="connsiteY6" fmla="*/ 7532 h 10001"/>
                <a:gd name="connsiteX0" fmla="*/ 9834 w 10389"/>
                <a:gd name="connsiteY0" fmla="*/ 7531 h 10000"/>
                <a:gd name="connsiteX1" fmla="*/ 7778 w 10389"/>
                <a:gd name="connsiteY1" fmla="*/ 298 h 10000"/>
                <a:gd name="connsiteX2" fmla="*/ 3280 w 10389"/>
                <a:gd name="connsiteY2" fmla="*/ 1149 h 10000"/>
                <a:gd name="connsiteX3" fmla="*/ 1738 w 10389"/>
                <a:gd name="connsiteY3" fmla="*/ 7018 h 10000"/>
                <a:gd name="connsiteX4" fmla="*/ 0 w 10389"/>
                <a:gd name="connsiteY4" fmla="*/ 10000 h 10000"/>
                <a:gd name="connsiteX5" fmla="*/ 3579 w 10389"/>
                <a:gd name="connsiteY5" fmla="*/ 9782 h 10000"/>
                <a:gd name="connsiteX6" fmla="*/ 9834 w 10389"/>
                <a:gd name="connsiteY6" fmla="*/ 7531 h 10000"/>
                <a:gd name="connsiteX0" fmla="*/ 9834 w 10449"/>
                <a:gd name="connsiteY0" fmla="*/ 7615 h 10084"/>
                <a:gd name="connsiteX1" fmla="*/ 7778 w 10449"/>
                <a:gd name="connsiteY1" fmla="*/ 382 h 10084"/>
                <a:gd name="connsiteX2" fmla="*/ 3280 w 10449"/>
                <a:gd name="connsiteY2" fmla="*/ 1233 h 10084"/>
                <a:gd name="connsiteX3" fmla="*/ 1738 w 10449"/>
                <a:gd name="connsiteY3" fmla="*/ 7102 h 10084"/>
                <a:gd name="connsiteX4" fmla="*/ 0 w 10449"/>
                <a:gd name="connsiteY4" fmla="*/ 10084 h 10084"/>
                <a:gd name="connsiteX5" fmla="*/ 3579 w 10449"/>
                <a:gd name="connsiteY5" fmla="*/ 9866 h 10084"/>
                <a:gd name="connsiteX6" fmla="*/ 9834 w 10449"/>
                <a:gd name="connsiteY6" fmla="*/ 7615 h 10084"/>
                <a:gd name="connsiteX0" fmla="*/ 9834 w 10491"/>
                <a:gd name="connsiteY0" fmla="*/ 7615 h 10084"/>
                <a:gd name="connsiteX1" fmla="*/ 7778 w 10491"/>
                <a:gd name="connsiteY1" fmla="*/ 382 h 10084"/>
                <a:gd name="connsiteX2" fmla="*/ 3280 w 10491"/>
                <a:gd name="connsiteY2" fmla="*/ 1233 h 10084"/>
                <a:gd name="connsiteX3" fmla="*/ 1738 w 10491"/>
                <a:gd name="connsiteY3" fmla="*/ 7102 h 10084"/>
                <a:gd name="connsiteX4" fmla="*/ 0 w 10491"/>
                <a:gd name="connsiteY4" fmla="*/ 10084 h 10084"/>
                <a:gd name="connsiteX5" fmla="*/ 3579 w 10491"/>
                <a:gd name="connsiteY5" fmla="*/ 9866 h 10084"/>
                <a:gd name="connsiteX6" fmla="*/ 9834 w 10491"/>
                <a:gd name="connsiteY6" fmla="*/ 7615 h 10084"/>
                <a:gd name="connsiteX0" fmla="*/ 9834 w 10488"/>
                <a:gd name="connsiteY0" fmla="*/ 7583 h 10052"/>
                <a:gd name="connsiteX1" fmla="*/ 7778 w 10488"/>
                <a:gd name="connsiteY1" fmla="*/ 350 h 10052"/>
                <a:gd name="connsiteX2" fmla="*/ 3280 w 10488"/>
                <a:gd name="connsiteY2" fmla="*/ 1201 h 10052"/>
                <a:gd name="connsiteX3" fmla="*/ 1738 w 10488"/>
                <a:gd name="connsiteY3" fmla="*/ 7070 h 10052"/>
                <a:gd name="connsiteX4" fmla="*/ 0 w 10488"/>
                <a:gd name="connsiteY4" fmla="*/ 10052 h 10052"/>
                <a:gd name="connsiteX5" fmla="*/ 3579 w 10488"/>
                <a:gd name="connsiteY5" fmla="*/ 9834 h 10052"/>
                <a:gd name="connsiteX6" fmla="*/ 9834 w 10488"/>
                <a:gd name="connsiteY6" fmla="*/ 7583 h 10052"/>
                <a:gd name="connsiteX0" fmla="*/ 9834 w 10498"/>
                <a:gd name="connsiteY0" fmla="*/ 7571 h 10040"/>
                <a:gd name="connsiteX1" fmla="*/ 7778 w 10498"/>
                <a:gd name="connsiteY1" fmla="*/ 338 h 10040"/>
                <a:gd name="connsiteX2" fmla="*/ 3280 w 10498"/>
                <a:gd name="connsiteY2" fmla="*/ 1189 h 10040"/>
                <a:gd name="connsiteX3" fmla="*/ 1738 w 10498"/>
                <a:gd name="connsiteY3" fmla="*/ 7058 h 10040"/>
                <a:gd name="connsiteX4" fmla="*/ 0 w 10498"/>
                <a:gd name="connsiteY4" fmla="*/ 10040 h 10040"/>
                <a:gd name="connsiteX5" fmla="*/ 3579 w 10498"/>
                <a:gd name="connsiteY5" fmla="*/ 9822 h 10040"/>
                <a:gd name="connsiteX6" fmla="*/ 9834 w 10498"/>
                <a:gd name="connsiteY6" fmla="*/ 7571 h 10040"/>
                <a:gd name="connsiteX0" fmla="*/ 9834 w 10546"/>
                <a:gd name="connsiteY0" fmla="*/ 7571 h 10040"/>
                <a:gd name="connsiteX1" fmla="*/ 7778 w 10546"/>
                <a:gd name="connsiteY1" fmla="*/ 338 h 10040"/>
                <a:gd name="connsiteX2" fmla="*/ 3280 w 10546"/>
                <a:gd name="connsiteY2" fmla="*/ 1189 h 10040"/>
                <a:gd name="connsiteX3" fmla="*/ 1738 w 10546"/>
                <a:gd name="connsiteY3" fmla="*/ 7058 h 10040"/>
                <a:gd name="connsiteX4" fmla="*/ 0 w 10546"/>
                <a:gd name="connsiteY4" fmla="*/ 10040 h 10040"/>
                <a:gd name="connsiteX5" fmla="*/ 3579 w 10546"/>
                <a:gd name="connsiteY5" fmla="*/ 9822 h 10040"/>
                <a:gd name="connsiteX6" fmla="*/ 9834 w 10546"/>
                <a:gd name="connsiteY6" fmla="*/ 7571 h 10040"/>
                <a:gd name="connsiteX0" fmla="*/ 9834 w 10549"/>
                <a:gd name="connsiteY0" fmla="*/ 7521 h 9990"/>
                <a:gd name="connsiteX1" fmla="*/ 7778 w 10549"/>
                <a:gd name="connsiteY1" fmla="*/ 288 h 9990"/>
                <a:gd name="connsiteX2" fmla="*/ 3280 w 10549"/>
                <a:gd name="connsiteY2" fmla="*/ 1139 h 9990"/>
                <a:gd name="connsiteX3" fmla="*/ 1738 w 10549"/>
                <a:gd name="connsiteY3" fmla="*/ 7008 h 9990"/>
                <a:gd name="connsiteX4" fmla="*/ 0 w 10549"/>
                <a:gd name="connsiteY4" fmla="*/ 9990 h 9990"/>
                <a:gd name="connsiteX5" fmla="*/ 3579 w 10549"/>
                <a:gd name="connsiteY5" fmla="*/ 9772 h 9990"/>
                <a:gd name="connsiteX6" fmla="*/ 9834 w 10549"/>
                <a:gd name="connsiteY6" fmla="*/ 7521 h 9990"/>
                <a:gd name="connsiteX0" fmla="*/ 9322 w 10000"/>
                <a:gd name="connsiteY0" fmla="*/ 7571 h 10042"/>
                <a:gd name="connsiteX1" fmla="*/ 7373 w 10000"/>
                <a:gd name="connsiteY1" fmla="*/ 330 h 10042"/>
                <a:gd name="connsiteX2" fmla="*/ 3109 w 10000"/>
                <a:gd name="connsiteY2" fmla="*/ 1182 h 10042"/>
                <a:gd name="connsiteX3" fmla="*/ 1648 w 10000"/>
                <a:gd name="connsiteY3" fmla="*/ 7057 h 10042"/>
                <a:gd name="connsiteX4" fmla="*/ 0 w 10000"/>
                <a:gd name="connsiteY4" fmla="*/ 10042 h 10042"/>
                <a:gd name="connsiteX5" fmla="*/ 3393 w 10000"/>
                <a:gd name="connsiteY5" fmla="*/ 9824 h 10042"/>
                <a:gd name="connsiteX6" fmla="*/ 9322 w 10000"/>
                <a:gd name="connsiteY6" fmla="*/ 7571 h 10042"/>
                <a:gd name="connsiteX0" fmla="*/ 9322 w 9997"/>
                <a:gd name="connsiteY0" fmla="*/ 7677 h 10148"/>
                <a:gd name="connsiteX1" fmla="*/ 7373 w 9997"/>
                <a:gd name="connsiteY1" fmla="*/ 436 h 10148"/>
                <a:gd name="connsiteX2" fmla="*/ 3109 w 9997"/>
                <a:gd name="connsiteY2" fmla="*/ 1288 h 10148"/>
                <a:gd name="connsiteX3" fmla="*/ 1648 w 9997"/>
                <a:gd name="connsiteY3" fmla="*/ 7163 h 10148"/>
                <a:gd name="connsiteX4" fmla="*/ 0 w 9997"/>
                <a:gd name="connsiteY4" fmla="*/ 10148 h 10148"/>
                <a:gd name="connsiteX5" fmla="*/ 3393 w 9997"/>
                <a:gd name="connsiteY5" fmla="*/ 9930 h 10148"/>
                <a:gd name="connsiteX6" fmla="*/ 9322 w 9997"/>
                <a:gd name="connsiteY6" fmla="*/ 7677 h 10148"/>
                <a:gd name="connsiteX0" fmla="*/ 9325 w 10050"/>
                <a:gd name="connsiteY0" fmla="*/ 7565 h 10000"/>
                <a:gd name="connsiteX1" fmla="*/ 7375 w 10050"/>
                <a:gd name="connsiteY1" fmla="*/ 430 h 10000"/>
                <a:gd name="connsiteX2" fmla="*/ 3110 w 10050"/>
                <a:gd name="connsiteY2" fmla="*/ 1269 h 10000"/>
                <a:gd name="connsiteX3" fmla="*/ 1648 w 10050"/>
                <a:gd name="connsiteY3" fmla="*/ 7059 h 10000"/>
                <a:gd name="connsiteX4" fmla="*/ 0 w 10050"/>
                <a:gd name="connsiteY4" fmla="*/ 10000 h 10000"/>
                <a:gd name="connsiteX5" fmla="*/ 3394 w 10050"/>
                <a:gd name="connsiteY5" fmla="*/ 9785 h 10000"/>
                <a:gd name="connsiteX6" fmla="*/ 9325 w 10050"/>
                <a:gd name="connsiteY6" fmla="*/ 7565 h 10000"/>
                <a:gd name="connsiteX0" fmla="*/ 9325 w 10060"/>
                <a:gd name="connsiteY0" fmla="*/ 7527 h 9962"/>
                <a:gd name="connsiteX1" fmla="*/ 7375 w 10060"/>
                <a:gd name="connsiteY1" fmla="*/ 392 h 9962"/>
                <a:gd name="connsiteX2" fmla="*/ 3110 w 10060"/>
                <a:gd name="connsiteY2" fmla="*/ 1231 h 9962"/>
                <a:gd name="connsiteX3" fmla="*/ 1648 w 10060"/>
                <a:gd name="connsiteY3" fmla="*/ 7021 h 9962"/>
                <a:gd name="connsiteX4" fmla="*/ 0 w 10060"/>
                <a:gd name="connsiteY4" fmla="*/ 9962 h 9962"/>
                <a:gd name="connsiteX5" fmla="*/ 3394 w 10060"/>
                <a:gd name="connsiteY5" fmla="*/ 9747 h 9962"/>
                <a:gd name="connsiteX6" fmla="*/ 9325 w 10060"/>
                <a:gd name="connsiteY6" fmla="*/ 7527 h 9962"/>
                <a:gd name="connsiteX0" fmla="*/ 9269 w 10000"/>
                <a:gd name="connsiteY0" fmla="*/ 7548 h 9992"/>
                <a:gd name="connsiteX1" fmla="*/ 7331 w 10000"/>
                <a:gd name="connsiteY1" fmla="*/ 385 h 9992"/>
                <a:gd name="connsiteX2" fmla="*/ 3091 w 10000"/>
                <a:gd name="connsiteY2" fmla="*/ 1228 h 9992"/>
                <a:gd name="connsiteX3" fmla="*/ 1638 w 10000"/>
                <a:gd name="connsiteY3" fmla="*/ 7040 h 9992"/>
                <a:gd name="connsiteX4" fmla="*/ 0 w 10000"/>
                <a:gd name="connsiteY4" fmla="*/ 9992 h 9992"/>
                <a:gd name="connsiteX5" fmla="*/ 3374 w 10000"/>
                <a:gd name="connsiteY5" fmla="*/ 9776 h 9992"/>
                <a:gd name="connsiteX6" fmla="*/ 9269 w 10000"/>
                <a:gd name="connsiteY6" fmla="*/ 7548 h 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00" h="9992">
                  <a:moveTo>
                    <a:pt x="9269" y="7548"/>
                  </a:moveTo>
                  <a:cubicBezTo>
                    <a:pt x="11192" y="3897"/>
                    <a:pt x="8890" y="1121"/>
                    <a:pt x="7331" y="385"/>
                  </a:cubicBezTo>
                  <a:cubicBezTo>
                    <a:pt x="5772" y="-350"/>
                    <a:pt x="4175" y="-9"/>
                    <a:pt x="3091" y="1228"/>
                  </a:cubicBezTo>
                  <a:cubicBezTo>
                    <a:pt x="1494" y="3050"/>
                    <a:pt x="1962" y="5301"/>
                    <a:pt x="1638" y="7040"/>
                  </a:cubicBezTo>
                  <a:cubicBezTo>
                    <a:pt x="1479" y="8351"/>
                    <a:pt x="1108" y="9033"/>
                    <a:pt x="0" y="9992"/>
                  </a:cubicBezTo>
                  <a:cubicBezTo>
                    <a:pt x="1396" y="9798"/>
                    <a:pt x="663" y="9955"/>
                    <a:pt x="3374" y="9776"/>
                  </a:cubicBezTo>
                  <a:cubicBezTo>
                    <a:pt x="6122" y="9776"/>
                    <a:pt x="7966" y="9615"/>
                    <a:pt x="9269" y="7548"/>
                  </a:cubicBezTo>
                  <a:close/>
                </a:path>
              </a:pathLst>
            </a:custGeom>
            <a:solidFill>
              <a:srgbClr val="DA9AA5"/>
            </a:solidFill>
            <a:ln>
              <a:noFill/>
            </a:ln>
            <a:effectLst>
              <a:outerShdw blurRad="203200" dist="152400" dir="5400000" algn="t" rotWithShape="0">
                <a:schemeClr val="bg1">
                  <a:lumMod val="50000"/>
                  <a:alpha val="2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Flowchart: Connector 36">
              <a:extLst>
                <a:ext uri="{FF2B5EF4-FFF2-40B4-BE49-F238E27FC236}">
                  <a16:creationId xmlns:a16="http://schemas.microsoft.com/office/drawing/2014/main" id="{5F5EF5FE-3AF5-8A63-184C-86DB9C851BF1}"/>
                </a:ext>
              </a:extLst>
            </p:cNvPr>
            <p:cNvSpPr/>
            <p:nvPr/>
          </p:nvSpPr>
          <p:spPr>
            <a:xfrm>
              <a:off x="5363802" y="1898523"/>
              <a:ext cx="1496739" cy="1496739"/>
            </a:xfrm>
            <a:prstGeom prst="flowChartConnector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Flowchart: Connector 37">
              <a:extLst>
                <a:ext uri="{FF2B5EF4-FFF2-40B4-BE49-F238E27FC236}">
                  <a16:creationId xmlns:a16="http://schemas.microsoft.com/office/drawing/2014/main" id="{2FF4E77A-6289-7E4E-4388-69252D26DC71}"/>
                </a:ext>
              </a:extLst>
            </p:cNvPr>
            <p:cNvSpPr/>
            <p:nvPr/>
          </p:nvSpPr>
          <p:spPr>
            <a:xfrm>
              <a:off x="5518280" y="2053001"/>
              <a:ext cx="1187783" cy="1187783"/>
            </a:xfrm>
            <a:prstGeom prst="flowChartConnector">
              <a:avLst/>
            </a:prstGeom>
            <a:solidFill>
              <a:srgbClr val="DA9A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Block Arc 34">
              <a:extLst>
                <a:ext uri="{FF2B5EF4-FFF2-40B4-BE49-F238E27FC236}">
                  <a16:creationId xmlns:a16="http://schemas.microsoft.com/office/drawing/2014/main" id="{9660C4FE-8F7B-AFEB-2566-18833BD550FE}"/>
                </a:ext>
              </a:extLst>
            </p:cNvPr>
            <p:cNvSpPr/>
            <p:nvPr/>
          </p:nvSpPr>
          <p:spPr>
            <a:xfrm rot="19917255">
              <a:off x="5104608" y="1507880"/>
              <a:ext cx="2078622" cy="2078622"/>
            </a:xfrm>
            <a:prstGeom prst="blockArc">
              <a:avLst>
                <a:gd name="adj1" fmla="val 14906617"/>
                <a:gd name="adj2" fmla="val 895592"/>
                <a:gd name="adj3" fmla="val 3986"/>
              </a:avLst>
            </a:prstGeom>
            <a:solidFill>
              <a:srgbClr val="DA9A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67D5EA1B-F156-58AA-006D-DB1187BC03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48102" y="4152215"/>
              <a:ext cx="419840" cy="387004"/>
            </a:xfrm>
            <a:custGeom>
              <a:avLst/>
              <a:gdLst>
                <a:gd name="T0" fmla="*/ 58 w 179"/>
                <a:gd name="T1" fmla="*/ 73 h 165"/>
                <a:gd name="T2" fmla="*/ 18 w 179"/>
                <a:gd name="T3" fmla="*/ 73 h 165"/>
                <a:gd name="T4" fmla="*/ 18 w 179"/>
                <a:gd name="T5" fmla="*/ 154 h 165"/>
                <a:gd name="T6" fmla="*/ 58 w 179"/>
                <a:gd name="T7" fmla="*/ 154 h 165"/>
                <a:gd name="T8" fmla="*/ 58 w 179"/>
                <a:gd name="T9" fmla="*/ 73 h 165"/>
                <a:gd name="T10" fmla="*/ 51 w 179"/>
                <a:gd name="T11" fmla="*/ 146 h 165"/>
                <a:gd name="T12" fmla="*/ 25 w 179"/>
                <a:gd name="T13" fmla="*/ 146 h 165"/>
                <a:gd name="T14" fmla="*/ 25 w 179"/>
                <a:gd name="T15" fmla="*/ 81 h 165"/>
                <a:gd name="T16" fmla="*/ 51 w 179"/>
                <a:gd name="T17" fmla="*/ 81 h 165"/>
                <a:gd name="T18" fmla="*/ 51 w 179"/>
                <a:gd name="T19" fmla="*/ 146 h 165"/>
                <a:gd name="T20" fmla="*/ 113 w 179"/>
                <a:gd name="T21" fmla="*/ 41 h 165"/>
                <a:gd name="T22" fmla="*/ 73 w 179"/>
                <a:gd name="T23" fmla="*/ 41 h 165"/>
                <a:gd name="T24" fmla="*/ 73 w 179"/>
                <a:gd name="T25" fmla="*/ 154 h 165"/>
                <a:gd name="T26" fmla="*/ 113 w 179"/>
                <a:gd name="T27" fmla="*/ 154 h 165"/>
                <a:gd name="T28" fmla="*/ 113 w 179"/>
                <a:gd name="T29" fmla="*/ 41 h 165"/>
                <a:gd name="T30" fmla="*/ 106 w 179"/>
                <a:gd name="T31" fmla="*/ 146 h 165"/>
                <a:gd name="T32" fmla="*/ 80 w 179"/>
                <a:gd name="T33" fmla="*/ 146 h 165"/>
                <a:gd name="T34" fmla="*/ 80 w 179"/>
                <a:gd name="T35" fmla="*/ 48 h 165"/>
                <a:gd name="T36" fmla="*/ 106 w 179"/>
                <a:gd name="T37" fmla="*/ 48 h 165"/>
                <a:gd name="T38" fmla="*/ 106 w 179"/>
                <a:gd name="T39" fmla="*/ 146 h 165"/>
                <a:gd name="T40" fmla="*/ 168 w 179"/>
                <a:gd name="T41" fmla="*/ 0 h 165"/>
                <a:gd name="T42" fmla="*/ 128 w 179"/>
                <a:gd name="T43" fmla="*/ 0 h 165"/>
                <a:gd name="T44" fmla="*/ 128 w 179"/>
                <a:gd name="T45" fmla="*/ 154 h 165"/>
                <a:gd name="T46" fmla="*/ 168 w 179"/>
                <a:gd name="T47" fmla="*/ 154 h 165"/>
                <a:gd name="T48" fmla="*/ 168 w 179"/>
                <a:gd name="T49" fmla="*/ 0 h 165"/>
                <a:gd name="T50" fmla="*/ 160 w 179"/>
                <a:gd name="T51" fmla="*/ 146 h 165"/>
                <a:gd name="T52" fmla="*/ 135 w 179"/>
                <a:gd name="T53" fmla="*/ 146 h 165"/>
                <a:gd name="T54" fmla="*/ 135 w 179"/>
                <a:gd name="T55" fmla="*/ 8 h 165"/>
                <a:gd name="T56" fmla="*/ 160 w 179"/>
                <a:gd name="T57" fmla="*/ 8 h 165"/>
                <a:gd name="T58" fmla="*/ 160 w 179"/>
                <a:gd name="T59" fmla="*/ 146 h 165"/>
                <a:gd name="T60" fmla="*/ 0 w 179"/>
                <a:gd name="T61" fmla="*/ 157 h 165"/>
                <a:gd name="T62" fmla="*/ 0 w 179"/>
                <a:gd name="T63" fmla="*/ 165 h 165"/>
                <a:gd name="T64" fmla="*/ 179 w 179"/>
                <a:gd name="T65" fmla="*/ 165 h 165"/>
                <a:gd name="T66" fmla="*/ 179 w 179"/>
                <a:gd name="T67" fmla="*/ 157 h 165"/>
                <a:gd name="T68" fmla="*/ 0 w 179"/>
                <a:gd name="T69" fmla="*/ 157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9" h="165">
                  <a:moveTo>
                    <a:pt x="58" y="73"/>
                  </a:moveTo>
                  <a:lnTo>
                    <a:pt x="18" y="73"/>
                  </a:lnTo>
                  <a:lnTo>
                    <a:pt x="18" y="154"/>
                  </a:lnTo>
                  <a:lnTo>
                    <a:pt x="58" y="154"/>
                  </a:lnTo>
                  <a:lnTo>
                    <a:pt x="58" y="73"/>
                  </a:lnTo>
                  <a:close/>
                  <a:moveTo>
                    <a:pt x="51" y="146"/>
                  </a:moveTo>
                  <a:lnTo>
                    <a:pt x="25" y="146"/>
                  </a:lnTo>
                  <a:lnTo>
                    <a:pt x="25" y="81"/>
                  </a:lnTo>
                  <a:lnTo>
                    <a:pt x="51" y="81"/>
                  </a:lnTo>
                  <a:lnTo>
                    <a:pt x="51" y="146"/>
                  </a:lnTo>
                  <a:close/>
                  <a:moveTo>
                    <a:pt x="113" y="41"/>
                  </a:moveTo>
                  <a:lnTo>
                    <a:pt x="73" y="41"/>
                  </a:lnTo>
                  <a:lnTo>
                    <a:pt x="73" y="154"/>
                  </a:lnTo>
                  <a:lnTo>
                    <a:pt x="113" y="154"/>
                  </a:lnTo>
                  <a:lnTo>
                    <a:pt x="113" y="41"/>
                  </a:lnTo>
                  <a:close/>
                  <a:moveTo>
                    <a:pt x="106" y="146"/>
                  </a:moveTo>
                  <a:lnTo>
                    <a:pt x="80" y="146"/>
                  </a:lnTo>
                  <a:lnTo>
                    <a:pt x="80" y="48"/>
                  </a:lnTo>
                  <a:lnTo>
                    <a:pt x="106" y="48"/>
                  </a:lnTo>
                  <a:lnTo>
                    <a:pt x="106" y="146"/>
                  </a:lnTo>
                  <a:close/>
                  <a:moveTo>
                    <a:pt x="168" y="0"/>
                  </a:moveTo>
                  <a:lnTo>
                    <a:pt x="128" y="0"/>
                  </a:lnTo>
                  <a:lnTo>
                    <a:pt x="128" y="154"/>
                  </a:lnTo>
                  <a:lnTo>
                    <a:pt x="168" y="154"/>
                  </a:lnTo>
                  <a:lnTo>
                    <a:pt x="168" y="0"/>
                  </a:lnTo>
                  <a:close/>
                  <a:moveTo>
                    <a:pt x="160" y="146"/>
                  </a:moveTo>
                  <a:lnTo>
                    <a:pt x="135" y="146"/>
                  </a:lnTo>
                  <a:lnTo>
                    <a:pt x="135" y="8"/>
                  </a:lnTo>
                  <a:lnTo>
                    <a:pt x="160" y="8"/>
                  </a:lnTo>
                  <a:lnTo>
                    <a:pt x="160" y="146"/>
                  </a:lnTo>
                  <a:close/>
                  <a:moveTo>
                    <a:pt x="0" y="157"/>
                  </a:moveTo>
                  <a:lnTo>
                    <a:pt x="0" y="165"/>
                  </a:lnTo>
                  <a:lnTo>
                    <a:pt x="179" y="165"/>
                  </a:lnTo>
                  <a:lnTo>
                    <a:pt x="179" y="157"/>
                  </a:lnTo>
                  <a:lnTo>
                    <a:pt x="0" y="1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ABB24B3-6A92-5112-C9B6-FA4A499DDD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86044" y="4280879"/>
              <a:ext cx="469090" cy="326022"/>
            </a:xfrm>
            <a:custGeom>
              <a:avLst/>
              <a:gdLst>
                <a:gd name="T0" fmla="*/ 104 w 220"/>
                <a:gd name="T1" fmla="*/ 48 h 152"/>
                <a:gd name="T2" fmla="*/ 112 w 220"/>
                <a:gd name="T3" fmla="*/ 68 h 152"/>
                <a:gd name="T4" fmla="*/ 132 w 220"/>
                <a:gd name="T5" fmla="*/ 48 h 152"/>
                <a:gd name="T6" fmla="*/ 144 w 220"/>
                <a:gd name="T7" fmla="*/ 12 h 152"/>
                <a:gd name="T8" fmla="*/ 88 w 220"/>
                <a:gd name="T9" fmla="*/ 0 h 152"/>
                <a:gd name="T10" fmla="*/ 76 w 220"/>
                <a:gd name="T11" fmla="*/ 36 h 152"/>
                <a:gd name="T12" fmla="*/ 84 w 220"/>
                <a:gd name="T13" fmla="*/ 12 h 152"/>
                <a:gd name="T14" fmla="*/ 132 w 220"/>
                <a:gd name="T15" fmla="*/ 8 h 152"/>
                <a:gd name="T16" fmla="*/ 136 w 220"/>
                <a:gd name="T17" fmla="*/ 36 h 152"/>
                <a:gd name="T18" fmla="*/ 88 w 220"/>
                <a:gd name="T19" fmla="*/ 40 h 152"/>
                <a:gd name="T20" fmla="*/ 84 w 220"/>
                <a:gd name="T21" fmla="*/ 12 h 152"/>
                <a:gd name="T22" fmla="*/ 192 w 220"/>
                <a:gd name="T23" fmla="*/ 104 h 152"/>
                <a:gd name="T24" fmla="*/ 28 w 220"/>
                <a:gd name="T25" fmla="*/ 80 h 152"/>
                <a:gd name="T26" fmla="*/ 12 w 220"/>
                <a:gd name="T27" fmla="*/ 104 h 152"/>
                <a:gd name="T28" fmla="*/ 0 w 220"/>
                <a:gd name="T29" fmla="*/ 140 h 152"/>
                <a:gd name="T30" fmla="*/ 56 w 220"/>
                <a:gd name="T31" fmla="*/ 152 h 152"/>
                <a:gd name="T32" fmla="*/ 68 w 220"/>
                <a:gd name="T33" fmla="*/ 116 h 152"/>
                <a:gd name="T34" fmla="*/ 36 w 220"/>
                <a:gd name="T35" fmla="*/ 104 h 152"/>
                <a:gd name="T36" fmla="*/ 104 w 220"/>
                <a:gd name="T37" fmla="*/ 88 h 152"/>
                <a:gd name="T38" fmla="*/ 88 w 220"/>
                <a:gd name="T39" fmla="*/ 104 h 152"/>
                <a:gd name="T40" fmla="*/ 76 w 220"/>
                <a:gd name="T41" fmla="*/ 140 h 152"/>
                <a:gd name="T42" fmla="*/ 132 w 220"/>
                <a:gd name="T43" fmla="*/ 152 h 152"/>
                <a:gd name="T44" fmla="*/ 144 w 220"/>
                <a:gd name="T45" fmla="*/ 116 h 152"/>
                <a:gd name="T46" fmla="*/ 112 w 220"/>
                <a:gd name="T47" fmla="*/ 104 h 152"/>
                <a:gd name="T48" fmla="*/ 184 w 220"/>
                <a:gd name="T49" fmla="*/ 88 h 152"/>
                <a:gd name="T50" fmla="*/ 164 w 220"/>
                <a:gd name="T51" fmla="*/ 104 h 152"/>
                <a:gd name="T52" fmla="*/ 152 w 220"/>
                <a:gd name="T53" fmla="*/ 140 h 152"/>
                <a:gd name="T54" fmla="*/ 208 w 220"/>
                <a:gd name="T55" fmla="*/ 152 h 152"/>
                <a:gd name="T56" fmla="*/ 220 w 220"/>
                <a:gd name="T57" fmla="*/ 116 h 152"/>
                <a:gd name="T58" fmla="*/ 56 w 220"/>
                <a:gd name="T59" fmla="*/ 112 h 152"/>
                <a:gd name="T60" fmla="*/ 60 w 220"/>
                <a:gd name="T61" fmla="*/ 140 h 152"/>
                <a:gd name="T62" fmla="*/ 12 w 220"/>
                <a:gd name="T63" fmla="*/ 144 h 152"/>
                <a:gd name="T64" fmla="*/ 8 w 220"/>
                <a:gd name="T65" fmla="*/ 116 h 152"/>
                <a:gd name="T66" fmla="*/ 56 w 220"/>
                <a:gd name="T67" fmla="*/ 112 h 152"/>
                <a:gd name="T68" fmla="*/ 136 w 220"/>
                <a:gd name="T69" fmla="*/ 116 h 152"/>
                <a:gd name="T70" fmla="*/ 132 w 220"/>
                <a:gd name="T71" fmla="*/ 144 h 152"/>
                <a:gd name="T72" fmla="*/ 84 w 220"/>
                <a:gd name="T73" fmla="*/ 140 h 152"/>
                <a:gd name="T74" fmla="*/ 88 w 220"/>
                <a:gd name="T75" fmla="*/ 112 h 152"/>
                <a:gd name="T76" fmla="*/ 212 w 220"/>
                <a:gd name="T77" fmla="*/ 140 h 152"/>
                <a:gd name="T78" fmla="*/ 164 w 220"/>
                <a:gd name="T79" fmla="*/ 144 h 152"/>
                <a:gd name="T80" fmla="*/ 160 w 220"/>
                <a:gd name="T81" fmla="*/ 116 h 152"/>
                <a:gd name="T82" fmla="*/ 208 w 220"/>
                <a:gd name="T83" fmla="*/ 112 h 152"/>
                <a:gd name="T84" fmla="*/ 212 w 220"/>
                <a:gd name="T85" fmla="*/ 14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20" h="152">
                  <a:moveTo>
                    <a:pt x="88" y="48"/>
                  </a:moveTo>
                  <a:cubicBezTo>
                    <a:pt x="104" y="48"/>
                    <a:pt x="104" y="48"/>
                    <a:pt x="104" y="48"/>
                  </a:cubicBezTo>
                  <a:cubicBezTo>
                    <a:pt x="104" y="68"/>
                    <a:pt x="104" y="68"/>
                    <a:pt x="104" y="68"/>
                  </a:cubicBezTo>
                  <a:cubicBezTo>
                    <a:pt x="112" y="68"/>
                    <a:pt x="112" y="68"/>
                    <a:pt x="112" y="68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32" y="48"/>
                    <a:pt x="132" y="48"/>
                    <a:pt x="132" y="48"/>
                  </a:cubicBezTo>
                  <a:cubicBezTo>
                    <a:pt x="139" y="48"/>
                    <a:pt x="144" y="43"/>
                    <a:pt x="144" y="36"/>
                  </a:cubicBezTo>
                  <a:cubicBezTo>
                    <a:pt x="144" y="12"/>
                    <a:pt x="144" y="12"/>
                    <a:pt x="144" y="12"/>
                  </a:cubicBezTo>
                  <a:cubicBezTo>
                    <a:pt x="144" y="5"/>
                    <a:pt x="139" y="0"/>
                    <a:pt x="132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81" y="0"/>
                    <a:pt x="76" y="5"/>
                    <a:pt x="76" y="12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6" y="43"/>
                    <a:pt x="81" y="48"/>
                    <a:pt x="88" y="48"/>
                  </a:cubicBezTo>
                  <a:close/>
                  <a:moveTo>
                    <a:pt x="84" y="12"/>
                  </a:moveTo>
                  <a:cubicBezTo>
                    <a:pt x="84" y="10"/>
                    <a:pt x="86" y="8"/>
                    <a:pt x="88" y="8"/>
                  </a:cubicBezTo>
                  <a:cubicBezTo>
                    <a:pt x="132" y="8"/>
                    <a:pt x="132" y="8"/>
                    <a:pt x="132" y="8"/>
                  </a:cubicBezTo>
                  <a:cubicBezTo>
                    <a:pt x="134" y="8"/>
                    <a:pt x="136" y="10"/>
                    <a:pt x="136" y="12"/>
                  </a:cubicBezTo>
                  <a:cubicBezTo>
                    <a:pt x="136" y="36"/>
                    <a:pt x="136" y="36"/>
                    <a:pt x="136" y="36"/>
                  </a:cubicBezTo>
                  <a:cubicBezTo>
                    <a:pt x="136" y="38"/>
                    <a:pt x="134" y="40"/>
                    <a:pt x="132" y="40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86" y="40"/>
                    <a:pt x="84" y="38"/>
                    <a:pt x="84" y="36"/>
                  </a:cubicBezTo>
                  <a:lnTo>
                    <a:pt x="84" y="12"/>
                  </a:lnTo>
                  <a:close/>
                  <a:moveTo>
                    <a:pt x="208" y="104"/>
                  </a:moveTo>
                  <a:cubicBezTo>
                    <a:pt x="192" y="104"/>
                    <a:pt x="192" y="104"/>
                    <a:pt x="192" y="104"/>
                  </a:cubicBezTo>
                  <a:cubicBezTo>
                    <a:pt x="192" y="80"/>
                    <a:pt x="192" y="80"/>
                    <a:pt x="192" y="80"/>
                  </a:cubicBezTo>
                  <a:cubicBezTo>
                    <a:pt x="28" y="80"/>
                    <a:pt x="28" y="80"/>
                    <a:pt x="28" y="80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5" y="104"/>
                    <a:pt x="0" y="109"/>
                    <a:pt x="0" y="116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147"/>
                    <a:pt x="5" y="152"/>
                    <a:pt x="12" y="152"/>
                  </a:cubicBezTo>
                  <a:cubicBezTo>
                    <a:pt x="56" y="152"/>
                    <a:pt x="56" y="152"/>
                    <a:pt x="56" y="152"/>
                  </a:cubicBezTo>
                  <a:cubicBezTo>
                    <a:pt x="63" y="152"/>
                    <a:pt x="68" y="147"/>
                    <a:pt x="68" y="140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8" y="109"/>
                    <a:pt x="63" y="104"/>
                    <a:pt x="56" y="104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104" y="88"/>
                    <a:pt x="104" y="88"/>
                    <a:pt x="104" y="88"/>
                  </a:cubicBezTo>
                  <a:cubicBezTo>
                    <a:pt x="104" y="104"/>
                    <a:pt x="104" y="104"/>
                    <a:pt x="104" y="104"/>
                  </a:cubicBezTo>
                  <a:cubicBezTo>
                    <a:pt x="88" y="104"/>
                    <a:pt x="88" y="104"/>
                    <a:pt x="88" y="104"/>
                  </a:cubicBezTo>
                  <a:cubicBezTo>
                    <a:pt x="81" y="104"/>
                    <a:pt x="76" y="109"/>
                    <a:pt x="76" y="116"/>
                  </a:cubicBezTo>
                  <a:cubicBezTo>
                    <a:pt x="76" y="140"/>
                    <a:pt x="76" y="140"/>
                    <a:pt x="76" y="140"/>
                  </a:cubicBezTo>
                  <a:cubicBezTo>
                    <a:pt x="76" y="147"/>
                    <a:pt x="81" y="152"/>
                    <a:pt x="88" y="152"/>
                  </a:cubicBezTo>
                  <a:cubicBezTo>
                    <a:pt x="132" y="152"/>
                    <a:pt x="132" y="152"/>
                    <a:pt x="132" y="152"/>
                  </a:cubicBezTo>
                  <a:cubicBezTo>
                    <a:pt x="139" y="152"/>
                    <a:pt x="144" y="147"/>
                    <a:pt x="144" y="140"/>
                  </a:cubicBezTo>
                  <a:cubicBezTo>
                    <a:pt x="144" y="116"/>
                    <a:pt x="144" y="116"/>
                    <a:pt x="144" y="116"/>
                  </a:cubicBezTo>
                  <a:cubicBezTo>
                    <a:pt x="144" y="109"/>
                    <a:pt x="139" y="104"/>
                    <a:pt x="132" y="104"/>
                  </a:cubicBezTo>
                  <a:cubicBezTo>
                    <a:pt x="112" y="104"/>
                    <a:pt x="112" y="104"/>
                    <a:pt x="112" y="104"/>
                  </a:cubicBezTo>
                  <a:cubicBezTo>
                    <a:pt x="112" y="88"/>
                    <a:pt x="112" y="88"/>
                    <a:pt x="112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84" y="104"/>
                    <a:pt x="184" y="104"/>
                    <a:pt x="184" y="104"/>
                  </a:cubicBezTo>
                  <a:cubicBezTo>
                    <a:pt x="164" y="104"/>
                    <a:pt x="164" y="104"/>
                    <a:pt x="164" y="104"/>
                  </a:cubicBezTo>
                  <a:cubicBezTo>
                    <a:pt x="157" y="104"/>
                    <a:pt x="152" y="109"/>
                    <a:pt x="152" y="116"/>
                  </a:cubicBezTo>
                  <a:cubicBezTo>
                    <a:pt x="152" y="140"/>
                    <a:pt x="152" y="140"/>
                    <a:pt x="152" y="140"/>
                  </a:cubicBezTo>
                  <a:cubicBezTo>
                    <a:pt x="152" y="147"/>
                    <a:pt x="157" y="152"/>
                    <a:pt x="164" y="152"/>
                  </a:cubicBezTo>
                  <a:cubicBezTo>
                    <a:pt x="208" y="152"/>
                    <a:pt x="208" y="152"/>
                    <a:pt x="208" y="152"/>
                  </a:cubicBezTo>
                  <a:cubicBezTo>
                    <a:pt x="215" y="152"/>
                    <a:pt x="220" y="147"/>
                    <a:pt x="220" y="140"/>
                  </a:cubicBezTo>
                  <a:cubicBezTo>
                    <a:pt x="220" y="116"/>
                    <a:pt x="220" y="116"/>
                    <a:pt x="220" y="116"/>
                  </a:cubicBezTo>
                  <a:cubicBezTo>
                    <a:pt x="220" y="109"/>
                    <a:pt x="215" y="104"/>
                    <a:pt x="208" y="104"/>
                  </a:cubicBezTo>
                  <a:close/>
                  <a:moveTo>
                    <a:pt x="56" y="112"/>
                  </a:moveTo>
                  <a:cubicBezTo>
                    <a:pt x="58" y="112"/>
                    <a:pt x="60" y="114"/>
                    <a:pt x="60" y="116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0" y="142"/>
                    <a:pt x="58" y="144"/>
                    <a:pt x="56" y="144"/>
                  </a:cubicBezTo>
                  <a:cubicBezTo>
                    <a:pt x="12" y="144"/>
                    <a:pt x="12" y="144"/>
                    <a:pt x="12" y="144"/>
                  </a:cubicBezTo>
                  <a:cubicBezTo>
                    <a:pt x="10" y="144"/>
                    <a:pt x="8" y="142"/>
                    <a:pt x="8" y="140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4"/>
                    <a:pt x="10" y="112"/>
                    <a:pt x="12" y="112"/>
                  </a:cubicBezTo>
                  <a:lnTo>
                    <a:pt x="56" y="112"/>
                  </a:lnTo>
                  <a:close/>
                  <a:moveTo>
                    <a:pt x="132" y="112"/>
                  </a:moveTo>
                  <a:cubicBezTo>
                    <a:pt x="134" y="112"/>
                    <a:pt x="136" y="114"/>
                    <a:pt x="136" y="116"/>
                  </a:cubicBezTo>
                  <a:cubicBezTo>
                    <a:pt x="136" y="140"/>
                    <a:pt x="136" y="140"/>
                    <a:pt x="136" y="140"/>
                  </a:cubicBezTo>
                  <a:cubicBezTo>
                    <a:pt x="136" y="142"/>
                    <a:pt x="134" y="144"/>
                    <a:pt x="132" y="144"/>
                  </a:cubicBezTo>
                  <a:cubicBezTo>
                    <a:pt x="88" y="144"/>
                    <a:pt x="88" y="144"/>
                    <a:pt x="88" y="144"/>
                  </a:cubicBezTo>
                  <a:cubicBezTo>
                    <a:pt x="86" y="144"/>
                    <a:pt x="84" y="142"/>
                    <a:pt x="84" y="140"/>
                  </a:cubicBezTo>
                  <a:cubicBezTo>
                    <a:pt x="84" y="116"/>
                    <a:pt x="84" y="116"/>
                    <a:pt x="84" y="116"/>
                  </a:cubicBezTo>
                  <a:cubicBezTo>
                    <a:pt x="84" y="114"/>
                    <a:pt x="86" y="112"/>
                    <a:pt x="88" y="112"/>
                  </a:cubicBezTo>
                  <a:lnTo>
                    <a:pt x="132" y="112"/>
                  </a:lnTo>
                  <a:close/>
                  <a:moveTo>
                    <a:pt x="212" y="140"/>
                  </a:moveTo>
                  <a:cubicBezTo>
                    <a:pt x="212" y="142"/>
                    <a:pt x="210" y="144"/>
                    <a:pt x="208" y="144"/>
                  </a:cubicBezTo>
                  <a:cubicBezTo>
                    <a:pt x="164" y="144"/>
                    <a:pt x="164" y="144"/>
                    <a:pt x="164" y="144"/>
                  </a:cubicBezTo>
                  <a:cubicBezTo>
                    <a:pt x="162" y="144"/>
                    <a:pt x="160" y="142"/>
                    <a:pt x="160" y="140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0" y="114"/>
                    <a:pt x="162" y="112"/>
                    <a:pt x="164" y="112"/>
                  </a:cubicBezTo>
                  <a:cubicBezTo>
                    <a:pt x="208" y="112"/>
                    <a:pt x="208" y="112"/>
                    <a:pt x="208" y="112"/>
                  </a:cubicBezTo>
                  <a:cubicBezTo>
                    <a:pt x="210" y="112"/>
                    <a:pt x="212" y="114"/>
                    <a:pt x="212" y="116"/>
                  </a:cubicBezTo>
                  <a:lnTo>
                    <a:pt x="212" y="1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Freeform 43">
              <a:extLst>
                <a:ext uri="{FF2B5EF4-FFF2-40B4-BE49-F238E27FC236}">
                  <a16:creationId xmlns:a16="http://schemas.microsoft.com/office/drawing/2014/main" id="{A930B4FC-A1BF-8FCB-3124-083D96EE00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76452" y="2446354"/>
              <a:ext cx="471438" cy="401076"/>
            </a:xfrm>
            <a:custGeom>
              <a:avLst/>
              <a:gdLst>
                <a:gd name="T0" fmla="*/ 193 w 221"/>
                <a:gd name="T1" fmla="*/ 102 h 187"/>
                <a:gd name="T2" fmla="*/ 221 w 221"/>
                <a:gd name="T3" fmla="*/ 74 h 187"/>
                <a:gd name="T4" fmla="*/ 147 w 221"/>
                <a:gd name="T5" fmla="*/ 0 h 187"/>
                <a:gd name="T6" fmla="*/ 119 w 221"/>
                <a:gd name="T7" fmla="*/ 29 h 187"/>
                <a:gd name="T8" fmla="*/ 125 w 221"/>
                <a:gd name="T9" fmla="*/ 34 h 187"/>
                <a:gd name="T10" fmla="*/ 114 w 221"/>
                <a:gd name="T11" fmla="*/ 46 h 187"/>
                <a:gd name="T12" fmla="*/ 102 w 221"/>
                <a:gd name="T13" fmla="*/ 34 h 187"/>
                <a:gd name="T14" fmla="*/ 108 w 221"/>
                <a:gd name="T15" fmla="*/ 29 h 187"/>
                <a:gd name="T16" fmla="*/ 80 w 221"/>
                <a:gd name="T17" fmla="*/ 0 h 187"/>
                <a:gd name="T18" fmla="*/ 0 w 221"/>
                <a:gd name="T19" fmla="*/ 80 h 187"/>
                <a:gd name="T20" fmla="*/ 29 w 221"/>
                <a:gd name="T21" fmla="*/ 108 h 187"/>
                <a:gd name="T22" fmla="*/ 34 w 221"/>
                <a:gd name="T23" fmla="*/ 102 h 187"/>
                <a:gd name="T24" fmla="*/ 119 w 221"/>
                <a:gd name="T25" fmla="*/ 187 h 187"/>
                <a:gd name="T26" fmla="*/ 187 w 221"/>
                <a:gd name="T27" fmla="*/ 119 h 187"/>
                <a:gd name="T28" fmla="*/ 176 w 221"/>
                <a:gd name="T29" fmla="*/ 108 h 187"/>
                <a:gd name="T30" fmla="*/ 187 w 221"/>
                <a:gd name="T31" fmla="*/ 96 h 187"/>
                <a:gd name="T32" fmla="*/ 193 w 221"/>
                <a:gd name="T33" fmla="*/ 102 h 187"/>
                <a:gd name="T34" fmla="*/ 12 w 221"/>
                <a:gd name="T35" fmla="*/ 80 h 187"/>
                <a:gd name="T36" fmla="*/ 80 w 221"/>
                <a:gd name="T37" fmla="*/ 12 h 187"/>
                <a:gd name="T38" fmla="*/ 97 w 221"/>
                <a:gd name="T39" fmla="*/ 29 h 187"/>
                <a:gd name="T40" fmla="*/ 29 w 221"/>
                <a:gd name="T41" fmla="*/ 96 h 187"/>
                <a:gd name="T42" fmla="*/ 12 w 221"/>
                <a:gd name="T43" fmla="*/ 80 h 187"/>
                <a:gd name="T44" fmla="*/ 167 w 221"/>
                <a:gd name="T45" fmla="*/ 128 h 187"/>
                <a:gd name="T46" fmla="*/ 142 w 221"/>
                <a:gd name="T47" fmla="*/ 102 h 187"/>
                <a:gd name="T48" fmla="*/ 136 w 221"/>
                <a:gd name="T49" fmla="*/ 102 h 187"/>
                <a:gd name="T50" fmla="*/ 136 w 221"/>
                <a:gd name="T51" fmla="*/ 108 h 187"/>
                <a:gd name="T52" fmla="*/ 162 w 221"/>
                <a:gd name="T53" fmla="*/ 133 h 187"/>
                <a:gd name="T54" fmla="*/ 150 w 221"/>
                <a:gd name="T55" fmla="*/ 145 h 187"/>
                <a:gd name="T56" fmla="*/ 125 w 221"/>
                <a:gd name="T57" fmla="*/ 119 h 187"/>
                <a:gd name="T58" fmla="*/ 119 w 221"/>
                <a:gd name="T59" fmla="*/ 119 h 187"/>
                <a:gd name="T60" fmla="*/ 119 w 221"/>
                <a:gd name="T61" fmla="*/ 125 h 187"/>
                <a:gd name="T62" fmla="*/ 145 w 221"/>
                <a:gd name="T63" fmla="*/ 150 h 187"/>
                <a:gd name="T64" fmla="*/ 145 w 221"/>
                <a:gd name="T65" fmla="*/ 150 h 187"/>
                <a:gd name="T66" fmla="*/ 133 w 221"/>
                <a:gd name="T67" fmla="*/ 162 h 187"/>
                <a:gd name="T68" fmla="*/ 108 w 221"/>
                <a:gd name="T69" fmla="*/ 136 h 187"/>
                <a:gd name="T70" fmla="*/ 102 w 221"/>
                <a:gd name="T71" fmla="*/ 136 h 187"/>
                <a:gd name="T72" fmla="*/ 102 w 221"/>
                <a:gd name="T73" fmla="*/ 142 h 187"/>
                <a:gd name="T74" fmla="*/ 128 w 221"/>
                <a:gd name="T75" fmla="*/ 167 h 187"/>
                <a:gd name="T76" fmla="*/ 128 w 221"/>
                <a:gd name="T77" fmla="*/ 167 h 187"/>
                <a:gd name="T78" fmla="*/ 119 w 221"/>
                <a:gd name="T79" fmla="*/ 176 h 187"/>
                <a:gd name="T80" fmla="*/ 40 w 221"/>
                <a:gd name="T81" fmla="*/ 96 h 187"/>
                <a:gd name="T82" fmla="*/ 97 w 221"/>
                <a:gd name="T83" fmla="*/ 40 h 187"/>
                <a:gd name="T84" fmla="*/ 108 w 221"/>
                <a:gd name="T85" fmla="*/ 51 h 187"/>
                <a:gd name="T86" fmla="*/ 77 w 221"/>
                <a:gd name="T87" fmla="*/ 82 h 187"/>
                <a:gd name="T88" fmla="*/ 99 w 221"/>
                <a:gd name="T89" fmla="*/ 105 h 187"/>
                <a:gd name="T90" fmla="*/ 130 w 221"/>
                <a:gd name="T91" fmla="*/ 74 h 187"/>
                <a:gd name="T92" fmla="*/ 176 w 221"/>
                <a:gd name="T93" fmla="*/ 119 h 187"/>
                <a:gd name="T94" fmla="*/ 167 w 221"/>
                <a:gd name="T95" fmla="*/ 128 h 187"/>
                <a:gd name="T96" fmla="*/ 170 w 221"/>
                <a:gd name="T97" fmla="*/ 102 h 187"/>
                <a:gd name="T98" fmla="*/ 133 w 221"/>
                <a:gd name="T99" fmla="*/ 65 h 187"/>
                <a:gd name="T100" fmla="*/ 128 w 221"/>
                <a:gd name="T101" fmla="*/ 65 h 187"/>
                <a:gd name="T102" fmla="*/ 99 w 221"/>
                <a:gd name="T103" fmla="*/ 94 h 187"/>
                <a:gd name="T104" fmla="*/ 88 w 221"/>
                <a:gd name="T105" fmla="*/ 82 h 187"/>
                <a:gd name="T106" fmla="*/ 116 w 221"/>
                <a:gd name="T107" fmla="*/ 54 h 187"/>
                <a:gd name="T108" fmla="*/ 130 w 221"/>
                <a:gd name="T109" fmla="*/ 40 h 187"/>
                <a:gd name="T110" fmla="*/ 181 w 221"/>
                <a:gd name="T111" fmla="*/ 91 h 187"/>
                <a:gd name="T112" fmla="*/ 170 w 221"/>
                <a:gd name="T113" fmla="*/ 102 h 187"/>
                <a:gd name="T114" fmla="*/ 147 w 221"/>
                <a:gd name="T115" fmla="*/ 12 h 187"/>
                <a:gd name="T116" fmla="*/ 210 w 221"/>
                <a:gd name="T117" fmla="*/ 74 h 187"/>
                <a:gd name="T118" fmla="*/ 193 w 221"/>
                <a:gd name="T119" fmla="*/ 91 h 187"/>
                <a:gd name="T120" fmla="*/ 130 w 221"/>
                <a:gd name="T121" fmla="*/ 29 h 187"/>
                <a:gd name="T122" fmla="*/ 147 w 221"/>
                <a:gd name="T123" fmla="*/ 1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21" h="187">
                  <a:moveTo>
                    <a:pt x="193" y="102"/>
                  </a:moveTo>
                  <a:cubicBezTo>
                    <a:pt x="221" y="74"/>
                    <a:pt x="221" y="74"/>
                    <a:pt x="221" y="74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19" y="29"/>
                    <a:pt x="119" y="29"/>
                    <a:pt x="119" y="29"/>
                  </a:cubicBezTo>
                  <a:cubicBezTo>
                    <a:pt x="125" y="34"/>
                    <a:pt x="125" y="34"/>
                    <a:pt x="125" y="34"/>
                  </a:cubicBezTo>
                  <a:cubicBezTo>
                    <a:pt x="114" y="46"/>
                    <a:pt x="114" y="46"/>
                    <a:pt x="114" y="46"/>
                  </a:cubicBezTo>
                  <a:cubicBezTo>
                    <a:pt x="102" y="34"/>
                    <a:pt x="102" y="34"/>
                    <a:pt x="102" y="34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29" y="108"/>
                    <a:pt x="29" y="108"/>
                    <a:pt x="29" y="108"/>
                  </a:cubicBezTo>
                  <a:cubicBezTo>
                    <a:pt x="34" y="102"/>
                    <a:pt x="34" y="102"/>
                    <a:pt x="34" y="102"/>
                  </a:cubicBezTo>
                  <a:cubicBezTo>
                    <a:pt x="119" y="187"/>
                    <a:pt x="119" y="187"/>
                    <a:pt x="119" y="187"/>
                  </a:cubicBezTo>
                  <a:cubicBezTo>
                    <a:pt x="187" y="119"/>
                    <a:pt x="187" y="119"/>
                    <a:pt x="187" y="119"/>
                  </a:cubicBezTo>
                  <a:cubicBezTo>
                    <a:pt x="176" y="108"/>
                    <a:pt x="176" y="108"/>
                    <a:pt x="176" y="108"/>
                  </a:cubicBezTo>
                  <a:cubicBezTo>
                    <a:pt x="187" y="96"/>
                    <a:pt x="187" y="96"/>
                    <a:pt x="187" y="96"/>
                  </a:cubicBezTo>
                  <a:lnTo>
                    <a:pt x="193" y="102"/>
                  </a:lnTo>
                  <a:close/>
                  <a:moveTo>
                    <a:pt x="12" y="80"/>
                  </a:moveTo>
                  <a:cubicBezTo>
                    <a:pt x="80" y="12"/>
                    <a:pt x="80" y="12"/>
                    <a:pt x="80" y="12"/>
                  </a:cubicBezTo>
                  <a:cubicBezTo>
                    <a:pt x="97" y="29"/>
                    <a:pt x="97" y="29"/>
                    <a:pt x="97" y="29"/>
                  </a:cubicBezTo>
                  <a:cubicBezTo>
                    <a:pt x="29" y="96"/>
                    <a:pt x="29" y="96"/>
                    <a:pt x="29" y="96"/>
                  </a:cubicBezTo>
                  <a:lnTo>
                    <a:pt x="12" y="80"/>
                  </a:lnTo>
                  <a:close/>
                  <a:moveTo>
                    <a:pt x="167" y="128"/>
                  </a:moveTo>
                  <a:cubicBezTo>
                    <a:pt x="142" y="102"/>
                    <a:pt x="142" y="102"/>
                    <a:pt x="142" y="102"/>
                  </a:cubicBezTo>
                  <a:cubicBezTo>
                    <a:pt x="140" y="101"/>
                    <a:pt x="138" y="101"/>
                    <a:pt x="136" y="102"/>
                  </a:cubicBezTo>
                  <a:cubicBezTo>
                    <a:pt x="135" y="104"/>
                    <a:pt x="135" y="106"/>
                    <a:pt x="136" y="108"/>
                  </a:cubicBezTo>
                  <a:cubicBezTo>
                    <a:pt x="162" y="133"/>
                    <a:pt x="162" y="133"/>
                    <a:pt x="162" y="133"/>
                  </a:cubicBezTo>
                  <a:cubicBezTo>
                    <a:pt x="150" y="145"/>
                    <a:pt x="150" y="145"/>
                    <a:pt x="150" y="145"/>
                  </a:cubicBezTo>
                  <a:cubicBezTo>
                    <a:pt x="125" y="119"/>
                    <a:pt x="125" y="119"/>
                    <a:pt x="125" y="119"/>
                  </a:cubicBezTo>
                  <a:cubicBezTo>
                    <a:pt x="123" y="118"/>
                    <a:pt x="121" y="118"/>
                    <a:pt x="119" y="119"/>
                  </a:cubicBezTo>
                  <a:cubicBezTo>
                    <a:pt x="118" y="121"/>
                    <a:pt x="118" y="123"/>
                    <a:pt x="119" y="125"/>
                  </a:cubicBezTo>
                  <a:cubicBezTo>
                    <a:pt x="145" y="150"/>
                    <a:pt x="145" y="150"/>
                    <a:pt x="145" y="150"/>
                  </a:cubicBezTo>
                  <a:cubicBezTo>
                    <a:pt x="145" y="150"/>
                    <a:pt x="145" y="150"/>
                    <a:pt x="145" y="150"/>
                  </a:cubicBezTo>
                  <a:cubicBezTo>
                    <a:pt x="133" y="162"/>
                    <a:pt x="133" y="162"/>
                    <a:pt x="133" y="162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06" y="135"/>
                    <a:pt x="104" y="135"/>
                    <a:pt x="102" y="136"/>
                  </a:cubicBezTo>
                  <a:cubicBezTo>
                    <a:pt x="101" y="138"/>
                    <a:pt x="101" y="140"/>
                    <a:pt x="102" y="142"/>
                  </a:cubicBezTo>
                  <a:cubicBezTo>
                    <a:pt x="128" y="167"/>
                    <a:pt x="128" y="167"/>
                    <a:pt x="128" y="167"/>
                  </a:cubicBezTo>
                  <a:cubicBezTo>
                    <a:pt x="128" y="167"/>
                    <a:pt x="128" y="167"/>
                    <a:pt x="128" y="167"/>
                  </a:cubicBezTo>
                  <a:cubicBezTo>
                    <a:pt x="119" y="176"/>
                    <a:pt x="119" y="176"/>
                    <a:pt x="119" y="17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8" y="51"/>
                    <a:pt x="108" y="51"/>
                    <a:pt x="108" y="51"/>
                  </a:cubicBezTo>
                  <a:cubicBezTo>
                    <a:pt x="77" y="82"/>
                    <a:pt x="77" y="82"/>
                    <a:pt x="77" y="82"/>
                  </a:cubicBezTo>
                  <a:cubicBezTo>
                    <a:pt x="99" y="105"/>
                    <a:pt x="99" y="105"/>
                    <a:pt x="99" y="105"/>
                  </a:cubicBezTo>
                  <a:cubicBezTo>
                    <a:pt x="130" y="74"/>
                    <a:pt x="130" y="74"/>
                    <a:pt x="130" y="74"/>
                  </a:cubicBezTo>
                  <a:cubicBezTo>
                    <a:pt x="176" y="119"/>
                    <a:pt x="176" y="119"/>
                    <a:pt x="176" y="119"/>
                  </a:cubicBezTo>
                  <a:lnTo>
                    <a:pt x="167" y="128"/>
                  </a:lnTo>
                  <a:close/>
                  <a:moveTo>
                    <a:pt x="170" y="102"/>
                  </a:moveTo>
                  <a:cubicBezTo>
                    <a:pt x="133" y="65"/>
                    <a:pt x="133" y="65"/>
                    <a:pt x="133" y="65"/>
                  </a:cubicBezTo>
                  <a:cubicBezTo>
                    <a:pt x="132" y="64"/>
                    <a:pt x="129" y="64"/>
                    <a:pt x="128" y="65"/>
                  </a:cubicBezTo>
                  <a:cubicBezTo>
                    <a:pt x="99" y="94"/>
                    <a:pt x="99" y="94"/>
                    <a:pt x="99" y="94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116" y="54"/>
                    <a:pt x="116" y="54"/>
                    <a:pt x="116" y="54"/>
                  </a:cubicBezTo>
                  <a:cubicBezTo>
                    <a:pt x="130" y="40"/>
                    <a:pt x="130" y="40"/>
                    <a:pt x="130" y="40"/>
                  </a:cubicBezTo>
                  <a:cubicBezTo>
                    <a:pt x="181" y="91"/>
                    <a:pt x="181" y="91"/>
                    <a:pt x="181" y="91"/>
                  </a:cubicBezTo>
                  <a:lnTo>
                    <a:pt x="170" y="102"/>
                  </a:lnTo>
                  <a:close/>
                  <a:moveTo>
                    <a:pt x="147" y="12"/>
                  </a:moveTo>
                  <a:cubicBezTo>
                    <a:pt x="210" y="74"/>
                    <a:pt x="210" y="74"/>
                    <a:pt x="210" y="74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30" y="29"/>
                    <a:pt x="130" y="29"/>
                    <a:pt x="130" y="29"/>
                  </a:cubicBezTo>
                  <a:lnTo>
                    <a:pt x="147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C217123-DE15-7857-6024-1AACA772FD24}"/>
              </a:ext>
            </a:extLst>
          </p:cNvPr>
          <p:cNvGrpSpPr/>
          <p:nvPr/>
        </p:nvGrpSpPr>
        <p:grpSpPr>
          <a:xfrm>
            <a:off x="5705083" y="1593531"/>
            <a:ext cx="5670641" cy="1226521"/>
            <a:chOff x="7392727" y="2751424"/>
            <a:chExt cx="5670641" cy="1226521"/>
          </a:xfrm>
        </p:grpSpPr>
        <p:sp>
          <p:nvSpPr>
            <p:cNvPr id="31" name="TextBox 34">
              <a:extLst>
                <a:ext uri="{FF2B5EF4-FFF2-40B4-BE49-F238E27FC236}">
                  <a16:creationId xmlns:a16="http://schemas.microsoft.com/office/drawing/2014/main" id="{99FEC69C-ED87-6DDB-7F62-215C38DE59B2}"/>
                </a:ext>
              </a:extLst>
            </p:cNvPr>
            <p:cNvSpPr txBox="1"/>
            <p:nvPr/>
          </p:nvSpPr>
          <p:spPr>
            <a:xfrm>
              <a:off x="7392727" y="3190293"/>
              <a:ext cx="5670641" cy="7876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id-ID"/>
              </a:defPPr>
              <a:lvl1pPr marL="0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67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32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98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664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30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994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160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327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defTabSz="914400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单击此处添加合适的文字加以说明，可根据自己的需要适当地调整文字大小或者颜色等属性，祝你使用愉快。</a:t>
              </a: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51ABEC0C-6780-46B9-9649-8712B1A94C7E}"/>
                </a:ext>
              </a:extLst>
            </p:cNvPr>
            <p:cNvSpPr/>
            <p:nvPr/>
          </p:nvSpPr>
          <p:spPr>
            <a:xfrm>
              <a:off x="7427830" y="2751424"/>
              <a:ext cx="1332000" cy="396000"/>
            </a:xfrm>
            <a:prstGeom prst="roundRect">
              <a:avLst>
                <a:gd name="adj" fmla="val 50000"/>
              </a:avLst>
            </a:prstGeom>
            <a:solidFill>
              <a:srgbClr val="7E8A7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1B48CD0-C7AF-D086-DDD5-28BFCDEDF806}"/>
              </a:ext>
            </a:extLst>
          </p:cNvPr>
          <p:cNvGrpSpPr/>
          <p:nvPr/>
        </p:nvGrpSpPr>
        <p:grpSpPr>
          <a:xfrm>
            <a:off x="5705083" y="3021351"/>
            <a:ext cx="5670641" cy="1226521"/>
            <a:chOff x="7392727" y="2751424"/>
            <a:chExt cx="5670641" cy="1226521"/>
          </a:xfrm>
        </p:grpSpPr>
        <p:sp>
          <p:nvSpPr>
            <p:cNvPr id="29" name="TextBox 34">
              <a:extLst>
                <a:ext uri="{FF2B5EF4-FFF2-40B4-BE49-F238E27FC236}">
                  <a16:creationId xmlns:a16="http://schemas.microsoft.com/office/drawing/2014/main" id="{3ACE9EE0-D74A-451C-DB8E-DFAF8B7F093C}"/>
                </a:ext>
              </a:extLst>
            </p:cNvPr>
            <p:cNvSpPr txBox="1"/>
            <p:nvPr/>
          </p:nvSpPr>
          <p:spPr>
            <a:xfrm>
              <a:off x="7392727" y="3190293"/>
              <a:ext cx="5670641" cy="7876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id-ID"/>
              </a:defPPr>
              <a:lvl1pPr marL="0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67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32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98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664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30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994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160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327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defTabSz="914400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单击此处添加合适的文字加以说明，可根据自己的需要适当地调整文字大小或者颜色等属性，祝你使用愉快。</a:t>
              </a: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5A971844-0CFF-837A-D951-2DA9CB633919}"/>
                </a:ext>
              </a:extLst>
            </p:cNvPr>
            <p:cNvSpPr/>
            <p:nvPr/>
          </p:nvSpPr>
          <p:spPr>
            <a:xfrm>
              <a:off x="7427830" y="2751424"/>
              <a:ext cx="1332000" cy="396000"/>
            </a:xfrm>
            <a:prstGeom prst="roundRect">
              <a:avLst>
                <a:gd name="adj" fmla="val 50000"/>
              </a:avLst>
            </a:prstGeom>
            <a:solidFill>
              <a:srgbClr val="DA9A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EB2C3E2-9434-7B30-F2A2-2C441B5C2460}"/>
              </a:ext>
            </a:extLst>
          </p:cNvPr>
          <p:cNvGrpSpPr/>
          <p:nvPr/>
        </p:nvGrpSpPr>
        <p:grpSpPr>
          <a:xfrm>
            <a:off x="5705083" y="4449171"/>
            <a:ext cx="5670640" cy="1242563"/>
            <a:chOff x="7392728" y="2751424"/>
            <a:chExt cx="5670640" cy="1242563"/>
          </a:xfrm>
        </p:grpSpPr>
        <p:sp>
          <p:nvSpPr>
            <p:cNvPr id="27" name="TextBox 34">
              <a:extLst>
                <a:ext uri="{FF2B5EF4-FFF2-40B4-BE49-F238E27FC236}">
                  <a16:creationId xmlns:a16="http://schemas.microsoft.com/office/drawing/2014/main" id="{853D4313-74A5-C284-1DAB-05B3C57BAB83}"/>
                </a:ext>
              </a:extLst>
            </p:cNvPr>
            <p:cNvSpPr txBox="1"/>
            <p:nvPr/>
          </p:nvSpPr>
          <p:spPr>
            <a:xfrm>
              <a:off x="7392728" y="3206335"/>
              <a:ext cx="5670640" cy="7876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id-ID"/>
              </a:defPPr>
              <a:lvl1pPr marL="0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67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32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98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664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30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994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160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327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defTabSz="914400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单击此处添加合适的文字加以说明，可根据自己的需要适当地调整文字大小或者颜色等属性，祝你使用愉快。</a:t>
              </a: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C1BC396B-E356-6B3B-0F00-C09938F08867}"/>
                </a:ext>
              </a:extLst>
            </p:cNvPr>
            <p:cNvSpPr/>
            <p:nvPr/>
          </p:nvSpPr>
          <p:spPr>
            <a:xfrm>
              <a:off x="7427830" y="2751424"/>
              <a:ext cx="1332000" cy="396000"/>
            </a:xfrm>
            <a:prstGeom prst="roundRect">
              <a:avLst>
                <a:gd name="adj" fmla="val 50000"/>
              </a:avLst>
            </a:prstGeom>
            <a:solidFill>
              <a:srgbClr val="7E8A7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8457541"/>
      </p:ext>
    </p:extLst>
  </p:cSld>
  <p:clrMapOvr>
    <a:masterClrMapping/>
  </p:clrMapOvr>
  <p:transition spd="med" advTm="0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背景图案&#10;&#10;描述已自动生成">
            <a:extLst>
              <a:ext uri="{FF2B5EF4-FFF2-40B4-BE49-F238E27FC236}">
                <a16:creationId xmlns:a16="http://schemas.microsoft.com/office/drawing/2014/main" id="{0AF6DC58-7829-119A-03A1-5F2D0DDA9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4A3363E5-FE6A-B7E4-0E38-3FD12C5D4ABB}"/>
              </a:ext>
            </a:extLst>
          </p:cNvPr>
          <p:cNvSpPr/>
          <p:nvPr/>
        </p:nvSpPr>
        <p:spPr>
          <a:xfrm>
            <a:off x="4558535" y="1945759"/>
            <a:ext cx="3051544" cy="905602"/>
          </a:xfrm>
          <a:prstGeom prst="roundRect">
            <a:avLst>
              <a:gd name="adj" fmla="val 50000"/>
            </a:avLst>
          </a:prstGeom>
          <a:solidFill>
            <a:srgbClr val="DA9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  <a:cs typeface="+mn-ea"/>
                <a:sym typeface="+mn-lt"/>
              </a:rPr>
              <a:t>Part 03</a:t>
            </a:r>
            <a:endParaRPr lang="zh-CN" altLang="en-US" sz="4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5DF8351-A567-05CC-1E54-B0F7EDB7E764}"/>
              </a:ext>
            </a:extLst>
          </p:cNvPr>
          <p:cNvSpPr/>
          <p:nvPr/>
        </p:nvSpPr>
        <p:spPr>
          <a:xfrm>
            <a:off x="4145315" y="3123733"/>
            <a:ext cx="387798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480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存在主要问题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4CCCD8-878C-4082-6EEB-2AAF1945629C}"/>
              </a:ext>
            </a:extLst>
          </p:cNvPr>
          <p:cNvSpPr/>
          <p:nvPr/>
        </p:nvSpPr>
        <p:spPr>
          <a:xfrm>
            <a:off x="3097362" y="4179969"/>
            <a:ext cx="5973890" cy="658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Please click here to add appropriate text to explain, you can directly copy and paste the text content.</a:t>
            </a:r>
          </a:p>
        </p:txBody>
      </p:sp>
    </p:spTree>
    <p:extLst>
      <p:ext uri="{BB962C8B-B14F-4D97-AF65-F5344CB8AC3E}">
        <p14:creationId xmlns:p14="http://schemas.microsoft.com/office/powerpoint/2010/main" val="2980607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0">
        <p14:vortex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9F24ACDB-E4C3-F8CF-EFD6-8AACA7589203}"/>
              </a:ext>
            </a:extLst>
          </p:cNvPr>
          <p:cNvSpPr/>
          <p:nvPr/>
        </p:nvSpPr>
        <p:spPr>
          <a:xfrm rot="13309666" flipH="1">
            <a:off x="-543961" y="-452225"/>
            <a:ext cx="1261549" cy="1560327"/>
          </a:xfrm>
          <a:custGeom>
            <a:avLst/>
            <a:gdLst>
              <a:gd name="connsiteX0" fmla="*/ 2291801 w 2659024"/>
              <a:gd name="connsiteY0" fmla="*/ 2285896 h 3739830"/>
              <a:gd name="connsiteX1" fmla="*/ 2038521 w 2659024"/>
              <a:gd name="connsiteY1" fmla="*/ 1784080 h 3739830"/>
              <a:gd name="connsiteX2" fmla="*/ 2231828 w 2659024"/>
              <a:gd name="connsiteY2" fmla="*/ 1284775 h 3739830"/>
              <a:gd name="connsiteX3" fmla="*/ 2388036 w 2659024"/>
              <a:gd name="connsiteY3" fmla="*/ 764270 h 3739830"/>
              <a:gd name="connsiteX4" fmla="*/ 2233502 w 2659024"/>
              <a:gd name="connsiteY4" fmla="*/ 269148 h 3739830"/>
              <a:gd name="connsiteX5" fmla="*/ 2050236 w 2659024"/>
              <a:gd name="connsiteY5" fmla="*/ 82536 h 3739830"/>
              <a:gd name="connsiteX6" fmla="*/ 1947585 w 2659024"/>
              <a:gd name="connsiteY6" fmla="*/ 80863 h 3739830"/>
              <a:gd name="connsiteX7" fmla="*/ 1938659 w 2659024"/>
              <a:gd name="connsiteY7" fmla="*/ 83094 h 3739830"/>
              <a:gd name="connsiteX8" fmla="*/ 1899328 w 2659024"/>
              <a:gd name="connsiteY8" fmla="*/ 63290 h 3739830"/>
              <a:gd name="connsiteX9" fmla="*/ 827352 w 2659024"/>
              <a:gd name="connsiteY9" fmla="*/ 150319 h 3739830"/>
              <a:gd name="connsiteX10" fmla="*/ 386622 w 2659024"/>
              <a:gd name="connsiteY10" fmla="*/ 500112 h 3739830"/>
              <a:gd name="connsiteX11" fmla="*/ 270582 w 2659024"/>
              <a:gd name="connsiteY11" fmla="*/ 1054648 h 3739830"/>
              <a:gd name="connsiteX12" fmla="*/ 337529 w 2659024"/>
              <a:gd name="connsiteY12" fmla="*/ 1627594 h 3739830"/>
              <a:gd name="connsiteX13" fmla="*/ 59981 w 2659024"/>
              <a:gd name="connsiteY13" fmla="*/ 2164557 h 3739830"/>
              <a:gd name="connsiteX14" fmla="*/ 66117 w 2659024"/>
              <a:gd name="connsiteY14" fmla="*/ 2707656 h 3739830"/>
              <a:gd name="connsiteX15" fmla="*/ 477558 w 2659024"/>
              <a:gd name="connsiteY15" fmla="*/ 2965677 h 3739830"/>
              <a:gd name="connsiteX16" fmla="*/ 1027911 w 2659024"/>
              <a:gd name="connsiteY16" fmla="*/ 2985203 h 3739830"/>
              <a:gd name="connsiteX17" fmla="*/ 1425126 w 2659024"/>
              <a:gd name="connsiteY17" fmla="*/ 3214772 h 3739830"/>
              <a:gd name="connsiteX18" fmla="*/ 2143961 w 2659024"/>
              <a:gd name="connsiteY18" fmla="*/ 3732766 h 3739830"/>
              <a:gd name="connsiteX19" fmla="*/ 2615374 w 2659024"/>
              <a:gd name="connsiteY19" fmla="*/ 2799428 h 3739830"/>
              <a:gd name="connsiteX20" fmla="*/ 2291801 w 2659024"/>
              <a:gd name="connsiteY20" fmla="*/ 2285896 h 37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659024" h="3739830">
                <a:moveTo>
                  <a:pt x="2291801" y="2285896"/>
                </a:moveTo>
                <a:cubicBezTo>
                  <a:pt x="2174087" y="2139173"/>
                  <a:pt x="2045494" y="1980176"/>
                  <a:pt x="2038521" y="1784080"/>
                </a:cubicBezTo>
                <a:cubicBezTo>
                  <a:pt x="2042147" y="1599421"/>
                  <a:pt x="2147308" y="1442377"/>
                  <a:pt x="2231828" y="1284775"/>
                </a:cubicBezTo>
                <a:cubicBezTo>
                  <a:pt x="2318858" y="1121873"/>
                  <a:pt x="2388873" y="951998"/>
                  <a:pt x="2388036" y="764270"/>
                </a:cubicBezTo>
                <a:cubicBezTo>
                  <a:pt x="2387199" y="590489"/>
                  <a:pt x="2333084" y="411967"/>
                  <a:pt x="2233502" y="269148"/>
                </a:cubicBezTo>
                <a:cubicBezTo>
                  <a:pt x="2188313" y="204434"/>
                  <a:pt x="2125551" y="114057"/>
                  <a:pt x="2050236" y="82536"/>
                </a:cubicBezTo>
                <a:cubicBezTo>
                  <a:pt x="2013695" y="67195"/>
                  <a:pt x="1984127" y="75284"/>
                  <a:pt x="1947585" y="80863"/>
                </a:cubicBezTo>
                <a:cubicBezTo>
                  <a:pt x="1944796" y="81421"/>
                  <a:pt x="1941728" y="81979"/>
                  <a:pt x="1938659" y="83094"/>
                </a:cubicBezTo>
                <a:cubicBezTo>
                  <a:pt x="1935312" y="77237"/>
                  <a:pt x="1914670" y="68032"/>
                  <a:pt x="1899328" y="63290"/>
                </a:cubicBezTo>
                <a:cubicBezTo>
                  <a:pt x="1547860" y="-47729"/>
                  <a:pt x="1157620" y="-8956"/>
                  <a:pt x="827352" y="150319"/>
                </a:cubicBezTo>
                <a:cubicBezTo>
                  <a:pt x="659149" y="231491"/>
                  <a:pt x="499873" y="350042"/>
                  <a:pt x="386622" y="500112"/>
                </a:cubicBezTo>
                <a:cubicBezTo>
                  <a:pt x="261656" y="665524"/>
                  <a:pt x="233204" y="853531"/>
                  <a:pt x="270582" y="1054648"/>
                </a:cubicBezTo>
                <a:cubicBezTo>
                  <a:pt x="306287" y="1245723"/>
                  <a:pt x="398338" y="1431777"/>
                  <a:pt x="337529" y="1627594"/>
                </a:cubicBezTo>
                <a:cubicBezTo>
                  <a:pt x="277277" y="1820343"/>
                  <a:pt x="134737" y="1977108"/>
                  <a:pt x="59981" y="2164557"/>
                </a:cubicBezTo>
                <a:cubicBezTo>
                  <a:pt x="-8639" y="2336943"/>
                  <a:pt x="-32907" y="2541407"/>
                  <a:pt x="66117" y="2707656"/>
                </a:cubicBezTo>
                <a:cubicBezTo>
                  <a:pt x="153426" y="2854379"/>
                  <a:pt x="313818" y="2936109"/>
                  <a:pt x="477558" y="2965677"/>
                </a:cubicBezTo>
                <a:cubicBezTo>
                  <a:pt x="660823" y="2998871"/>
                  <a:pt x="843530" y="2972929"/>
                  <a:pt x="1027911" y="2985203"/>
                </a:cubicBezTo>
                <a:cubicBezTo>
                  <a:pt x="1204203" y="2996918"/>
                  <a:pt x="1326101" y="3071396"/>
                  <a:pt x="1425126" y="3214772"/>
                </a:cubicBezTo>
                <a:cubicBezTo>
                  <a:pt x="1603928" y="3473908"/>
                  <a:pt x="1772967" y="3791344"/>
                  <a:pt x="2143961" y="3732766"/>
                </a:cubicBezTo>
                <a:cubicBezTo>
                  <a:pt x="2582180" y="3663868"/>
                  <a:pt x="2745919" y="3181299"/>
                  <a:pt x="2615374" y="2799428"/>
                </a:cubicBezTo>
                <a:cubicBezTo>
                  <a:pt x="2548428" y="2603332"/>
                  <a:pt x="2419835" y="2445451"/>
                  <a:pt x="2291801" y="2285896"/>
                </a:cubicBezTo>
                <a:close/>
              </a:path>
            </a:pathLst>
          </a:custGeom>
          <a:solidFill>
            <a:srgbClr val="7E8A72"/>
          </a:solidFill>
          <a:ln w="244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7CA7EB-8ACF-75BE-3668-5D331A747F12}"/>
              </a:ext>
            </a:extLst>
          </p:cNvPr>
          <p:cNvGrpSpPr/>
          <p:nvPr/>
        </p:nvGrpSpPr>
        <p:grpSpPr>
          <a:xfrm>
            <a:off x="9539785" y="5610004"/>
            <a:ext cx="2884102" cy="2495992"/>
            <a:chOff x="8899022" y="5317131"/>
            <a:chExt cx="3438309" cy="297562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52D97EF-FFB4-7E97-621A-3EF96724ECEB}"/>
                </a:ext>
              </a:extLst>
            </p:cNvPr>
            <p:cNvSpPr/>
            <p:nvPr/>
          </p:nvSpPr>
          <p:spPr>
            <a:xfrm rot="10800000">
              <a:off x="10618177" y="5317131"/>
              <a:ext cx="1573823" cy="1540869"/>
            </a:xfrm>
            <a:custGeom>
              <a:avLst/>
              <a:gdLst>
                <a:gd name="connsiteX0" fmla="*/ 0 w 7004667"/>
                <a:gd name="connsiteY0" fmla="*/ 0 h 6858002"/>
                <a:gd name="connsiteX1" fmla="*/ 7004667 w 7004667"/>
                <a:gd name="connsiteY1" fmla="*/ 0 h 6858002"/>
                <a:gd name="connsiteX2" fmla="*/ 6927890 w 7004667"/>
                <a:gd name="connsiteY2" fmla="*/ 13049 h 6858002"/>
                <a:gd name="connsiteX3" fmla="*/ 4016144 w 7004667"/>
                <a:gd name="connsiteY3" fmla="*/ 3524955 h 6858002"/>
                <a:gd name="connsiteX4" fmla="*/ 980784 w 7004667"/>
                <a:gd name="connsiteY4" fmla="*/ 6858002 h 6858002"/>
                <a:gd name="connsiteX5" fmla="*/ 0 w 7004667"/>
                <a:gd name="connsiteY5" fmla="*/ 6858002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4667" h="6858002">
                  <a:moveTo>
                    <a:pt x="0" y="0"/>
                  </a:moveTo>
                  <a:lnTo>
                    <a:pt x="7004667" y="0"/>
                  </a:lnTo>
                  <a:lnTo>
                    <a:pt x="6927890" y="13049"/>
                  </a:lnTo>
                  <a:cubicBezTo>
                    <a:pt x="5094667" y="437170"/>
                    <a:pt x="6918515" y="3313232"/>
                    <a:pt x="4016144" y="3524955"/>
                  </a:cubicBezTo>
                  <a:cubicBezTo>
                    <a:pt x="933197" y="3670782"/>
                    <a:pt x="3682935" y="6027461"/>
                    <a:pt x="980784" y="6858002"/>
                  </a:cubicBezTo>
                  <a:lnTo>
                    <a:pt x="0" y="6858002"/>
                  </a:lnTo>
                  <a:close/>
                </a:path>
              </a:pathLst>
            </a:custGeom>
            <a:solidFill>
              <a:srgbClr val="CDC0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2AB46ADB-D1E6-D7E0-C3E1-1AEA17EF9883}"/>
                </a:ext>
              </a:extLst>
            </p:cNvPr>
            <p:cNvSpPr/>
            <p:nvPr/>
          </p:nvSpPr>
          <p:spPr>
            <a:xfrm rot="19222550" flipH="1">
              <a:off x="8899022" y="5832618"/>
              <a:ext cx="3438309" cy="2460133"/>
            </a:xfrm>
            <a:custGeom>
              <a:avLst/>
              <a:gdLst>
                <a:gd name="connsiteX0" fmla="*/ 6749971 w 6815402"/>
                <a:gd name="connsiteY0" fmla="*/ 786590 h 4876466"/>
                <a:gd name="connsiteX1" fmla="*/ 6748018 w 6815402"/>
                <a:gd name="connsiteY1" fmla="*/ 782405 h 4876466"/>
                <a:gd name="connsiteX2" fmla="*/ 6746902 w 6815402"/>
                <a:gd name="connsiteY2" fmla="*/ 779058 h 4876466"/>
                <a:gd name="connsiteX3" fmla="*/ 5340753 w 6815402"/>
                <a:gd name="connsiteY3" fmla="*/ 22847 h 4876466"/>
                <a:gd name="connsiteX4" fmla="*/ 3376439 w 6815402"/>
                <a:gd name="connsiteY4" fmla="*/ 789100 h 4876466"/>
                <a:gd name="connsiteX5" fmla="*/ 2839474 w 6815402"/>
                <a:gd name="connsiteY5" fmla="*/ 604441 h 4876466"/>
                <a:gd name="connsiteX6" fmla="*/ 2428592 w 6815402"/>
                <a:gd name="connsiteY6" fmla="*/ 310994 h 4876466"/>
                <a:gd name="connsiteX7" fmla="*/ 1587301 w 6815402"/>
                <a:gd name="connsiteY7" fmla="*/ 209459 h 4876466"/>
                <a:gd name="connsiteX8" fmla="*/ 968327 w 6815402"/>
                <a:gd name="connsiteY8" fmla="*/ 927455 h 4876466"/>
                <a:gd name="connsiteX9" fmla="*/ 850613 w 6815402"/>
                <a:gd name="connsiteY9" fmla="*/ 1348657 h 4876466"/>
                <a:gd name="connsiteX10" fmla="*/ 865118 w 6815402"/>
                <a:gd name="connsiteY10" fmla="*/ 1927182 h 4876466"/>
                <a:gd name="connsiteX11" fmla="*/ 441126 w 6815402"/>
                <a:gd name="connsiteY11" fmla="*/ 2960103 h 4876466"/>
                <a:gd name="connsiteX12" fmla="*/ 9601 w 6815402"/>
                <a:gd name="connsiteY12" fmla="*/ 3785212 h 4876466"/>
                <a:gd name="connsiteX13" fmla="*/ 267902 w 6815402"/>
                <a:gd name="connsiteY13" fmla="*/ 4615063 h 4876466"/>
                <a:gd name="connsiteX14" fmla="*/ 993432 w 6815402"/>
                <a:gd name="connsiteY14" fmla="*/ 4866111 h 4876466"/>
                <a:gd name="connsiteX15" fmla="*/ 1735140 w 6815402"/>
                <a:gd name="connsiteY15" fmla="*/ 4339469 h 4876466"/>
                <a:gd name="connsiteX16" fmla="*/ 2458718 w 6815402"/>
                <a:gd name="connsiteY16" fmla="*/ 3563732 h 4876466"/>
                <a:gd name="connsiteX17" fmla="*/ 3529299 w 6815402"/>
                <a:gd name="connsiteY17" fmla="*/ 3364847 h 4876466"/>
                <a:gd name="connsiteX18" fmla="*/ 4506156 w 6815402"/>
                <a:gd name="connsiteY18" fmla="*/ 3185487 h 4876466"/>
                <a:gd name="connsiteX19" fmla="*/ 4941307 w 6815402"/>
                <a:gd name="connsiteY19" fmla="*/ 2434855 h 4876466"/>
                <a:gd name="connsiteX20" fmla="*/ 5349679 w 6815402"/>
                <a:gd name="connsiteY20" fmla="*/ 1522158 h 4876466"/>
                <a:gd name="connsiteX21" fmla="*/ 5795987 w 6815402"/>
                <a:gd name="connsiteY21" fmla="*/ 1314068 h 4876466"/>
                <a:gd name="connsiteX22" fmla="*/ 6122071 w 6815402"/>
                <a:gd name="connsiteY22" fmla="*/ 1349773 h 4876466"/>
                <a:gd name="connsiteX23" fmla="*/ 6307847 w 6815402"/>
                <a:gd name="connsiteY23" fmla="*/ 1476412 h 4876466"/>
                <a:gd name="connsiteX24" fmla="*/ 6805202 w 6815402"/>
                <a:gd name="connsiteY24" fmla="*/ 1200539 h 4876466"/>
                <a:gd name="connsiteX25" fmla="*/ 6749971 w 6815402"/>
                <a:gd name="connsiteY25" fmla="*/ 786590 h 487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815402" h="4876466">
                  <a:moveTo>
                    <a:pt x="6749971" y="786590"/>
                  </a:moveTo>
                  <a:cubicBezTo>
                    <a:pt x="6749413" y="785195"/>
                    <a:pt x="6748576" y="783800"/>
                    <a:pt x="6748018" y="782405"/>
                  </a:cubicBezTo>
                  <a:cubicBezTo>
                    <a:pt x="6747739" y="781290"/>
                    <a:pt x="6747460" y="780174"/>
                    <a:pt x="6746902" y="779058"/>
                  </a:cubicBezTo>
                  <a:cubicBezTo>
                    <a:pt x="6515101" y="236796"/>
                    <a:pt x="5922348" y="-92076"/>
                    <a:pt x="5340753" y="22847"/>
                  </a:cubicBezTo>
                  <a:cubicBezTo>
                    <a:pt x="4643675" y="160645"/>
                    <a:pt x="4114521" y="803047"/>
                    <a:pt x="3376439" y="789100"/>
                  </a:cubicBezTo>
                  <a:cubicBezTo>
                    <a:pt x="3178111" y="785474"/>
                    <a:pt x="3001261" y="716854"/>
                    <a:pt x="2839474" y="604441"/>
                  </a:cubicBezTo>
                  <a:cubicBezTo>
                    <a:pt x="2701119" y="508206"/>
                    <a:pt x="2575316" y="395234"/>
                    <a:pt x="2428592" y="310994"/>
                  </a:cubicBezTo>
                  <a:cubicBezTo>
                    <a:pt x="2178380" y="167339"/>
                    <a:pt x="1861501" y="80030"/>
                    <a:pt x="1587301" y="209459"/>
                  </a:cubicBezTo>
                  <a:cubicBezTo>
                    <a:pt x="1311984" y="339446"/>
                    <a:pt x="1093572" y="659671"/>
                    <a:pt x="968327" y="927455"/>
                  </a:cubicBezTo>
                  <a:cubicBezTo>
                    <a:pt x="906123" y="1060510"/>
                    <a:pt x="863166" y="1201934"/>
                    <a:pt x="850613" y="1348657"/>
                  </a:cubicBezTo>
                  <a:cubicBezTo>
                    <a:pt x="834156" y="1541405"/>
                    <a:pt x="872092" y="1734154"/>
                    <a:pt x="865118" y="1927182"/>
                  </a:cubicBezTo>
                  <a:cubicBezTo>
                    <a:pt x="850892" y="2320210"/>
                    <a:pt x="686037" y="2659961"/>
                    <a:pt x="441126" y="2960103"/>
                  </a:cubicBezTo>
                  <a:cubicBezTo>
                    <a:pt x="237776" y="3209476"/>
                    <a:pt x="52558" y="3456619"/>
                    <a:pt x="9601" y="3785212"/>
                  </a:cubicBezTo>
                  <a:cubicBezTo>
                    <a:pt x="-29730" y="4085632"/>
                    <a:pt x="50885" y="4397210"/>
                    <a:pt x="267902" y="4615063"/>
                  </a:cubicBezTo>
                  <a:cubicBezTo>
                    <a:pt x="455631" y="4803628"/>
                    <a:pt x="727321" y="4911578"/>
                    <a:pt x="993432" y="4866111"/>
                  </a:cubicBezTo>
                  <a:cubicBezTo>
                    <a:pt x="1305011" y="4813111"/>
                    <a:pt x="1546854" y="4578243"/>
                    <a:pt x="1735140" y="4339469"/>
                  </a:cubicBezTo>
                  <a:cubicBezTo>
                    <a:pt x="1956342" y="4058853"/>
                    <a:pt x="2145744" y="3753133"/>
                    <a:pt x="2458718" y="3563732"/>
                  </a:cubicBezTo>
                  <a:cubicBezTo>
                    <a:pt x="2792333" y="3361778"/>
                    <a:pt x="3149380" y="3339463"/>
                    <a:pt x="3529299" y="3364847"/>
                  </a:cubicBezTo>
                  <a:cubicBezTo>
                    <a:pt x="3871562" y="3387720"/>
                    <a:pt x="4215219" y="3393578"/>
                    <a:pt x="4506156" y="3185487"/>
                  </a:cubicBezTo>
                  <a:cubicBezTo>
                    <a:pt x="4761389" y="3003059"/>
                    <a:pt x="4883566" y="2736112"/>
                    <a:pt x="4941307" y="2434855"/>
                  </a:cubicBezTo>
                  <a:cubicBezTo>
                    <a:pt x="5007695" y="2088689"/>
                    <a:pt x="5061531" y="1758980"/>
                    <a:pt x="5349679" y="1522158"/>
                  </a:cubicBezTo>
                  <a:cubicBezTo>
                    <a:pt x="5477156" y="1417277"/>
                    <a:pt x="5633085" y="1342241"/>
                    <a:pt x="5795987" y="1314068"/>
                  </a:cubicBezTo>
                  <a:cubicBezTo>
                    <a:pt x="5903380" y="1295379"/>
                    <a:pt x="6022488" y="1302910"/>
                    <a:pt x="6122071" y="1349773"/>
                  </a:cubicBezTo>
                  <a:cubicBezTo>
                    <a:pt x="6191528" y="1382409"/>
                    <a:pt x="6240900" y="1441823"/>
                    <a:pt x="6307847" y="1476412"/>
                  </a:cubicBezTo>
                  <a:cubicBezTo>
                    <a:pt x="6526538" y="1589104"/>
                    <a:pt x="6762244" y="1420624"/>
                    <a:pt x="6805202" y="1200539"/>
                  </a:cubicBezTo>
                  <a:cubicBezTo>
                    <a:pt x="6832817" y="1060789"/>
                    <a:pt x="6801017" y="916855"/>
                    <a:pt x="6749971" y="786590"/>
                  </a:cubicBezTo>
                  <a:close/>
                </a:path>
              </a:pathLst>
            </a:custGeom>
            <a:solidFill>
              <a:srgbClr val="DA9AA5"/>
            </a:solidFill>
            <a:ln w="244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8" name="文本框 20">
            <a:extLst>
              <a:ext uri="{FF2B5EF4-FFF2-40B4-BE49-F238E27FC236}">
                <a16:creationId xmlns:a16="http://schemas.microsoft.com/office/drawing/2014/main" id="{8F5CBAC2-D21F-C779-31FA-D9E0BD246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647" y="388099"/>
            <a:ext cx="27673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存在主要问题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8FEFA1-1C22-A2E3-D2F2-1EFD5F283E1B}"/>
              </a:ext>
            </a:extLst>
          </p:cNvPr>
          <p:cNvGrpSpPr/>
          <p:nvPr/>
        </p:nvGrpSpPr>
        <p:grpSpPr>
          <a:xfrm>
            <a:off x="517710" y="1814608"/>
            <a:ext cx="2550695" cy="3505821"/>
            <a:chOff x="497305" y="1868284"/>
            <a:chExt cx="2550695" cy="3505821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FF3029A2-73DF-2353-9FAE-957BDFA87BDB}"/>
                </a:ext>
              </a:extLst>
            </p:cNvPr>
            <p:cNvSpPr/>
            <p:nvPr/>
          </p:nvSpPr>
          <p:spPr>
            <a:xfrm>
              <a:off x="497305" y="1868284"/>
              <a:ext cx="2550695" cy="3505821"/>
            </a:xfrm>
            <a:prstGeom prst="roundRect">
              <a:avLst>
                <a:gd name="adj" fmla="val 0"/>
              </a:avLst>
            </a:prstGeom>
            <a:solidFill>
              <a:srgbClr val="DA9AA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algn="ctr" rotWithShape="0">
                <a:schemeClr val="bg1">
                  <a:lumMod val="50000"/>
                  <a:alpha val="15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8B292B81-F8EC-2D17-04D3-63359DC5C96C}"/>
                </a:ext>
              </a:extLst>
            </p:cNvPr>
            <p:cNvSpPr/>
            <p:nvPr/>
          </p:nvSpPr>
          <p:spPr>
            <a:xfrm>
              <a:off x="1066800" y="2262554"/>
              <a:ext cx="1411705" cy="40105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264E558-F8F7-47C8-BAAF-B70109C7C220}"/>
                </a:ext>
              </a:extLst>
            </p:cNvPr>
            <p:cNvSpPr/>
            <p:nvPr/>
          </p:nvSpPr>
          <p:spPr>
            <a:xfrm>
              <a:off x="591826" y="3140242"/>
              <a:ext cx="2361652" cy="15263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单击此处添加合适文字加以说明，可根据自己的需要适当地调整文字大小或者颜色等属性。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50BB778-B7A2-C283-463D-190D88333659}"/>
              </a:ext>
            </a:extLst>
          </p:cNvPr>
          <p:cNvGrpSpPr/>
          <p:nvPr/>
        </p:nvGrpSpPr>
        <p:grpSpPr>
          <a:xfrm>
            <a:off x="3349142" y="1814608"/>
            <a:ext cx="2550695" cy="3505821"/>
            <a:chOff x="497305" y="1868284"/>
            <a:chExt cx="2550695" cy="3505821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3E11A51F-B7AF-71AC-A75B-D008F205A28F}"/>
                </a:ext>
              </a:extLst>
            </p:cNvPr>
            <p:cNvSpPr/>
            <p:nvPr/>
          </p:nvSpPr>
          <p:spPr>
            <a:xfrm>
              <a:off x="497305" y="1868284"/>
              <a:ext cx="2550695" cy="3505821"/>
            </a:xfrm>
            <a:prstGeom prst="roundRect">
              <a:avLst>
                <a:gd name="adj" fmla="val 0"/>
              </a:avLst>
            </a:prstGeom>
            <a:solidFill>
              <a:srgbClr val="7E8A7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algn="ctr" rotWithShape="0">
                <a:schemeClr val="bg1">
                  <a:lumMod val="50000"/>
                  <a:alpha val="15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2AF83092-6F60-C971-A36D-813B19BB28A0}"/>
                </a:ext>
              </a:extLst>
            </p:cNvPr>
            <p:cNvSpPr/>
            <p:nvPr/>
          </p:nvSpPr>
          <p:spPr>
            <a:xfrm>
              <a:off x="1066800" y="2262554"/>
              <a:ext cx="1411705" cy="40105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8D6BCCD-D9CD-449A-A847-7D5ECBCBDC07}"/>
                </a:ext>
              </a:extLst>
            </p:cNvPr>
            <p:cNvSpPr/>
            <p:nvPr/>
          </p:nvSpPr>
          <p:spPr>
            <a:xfrm>
              <a:off x="591826" y="3140242"/>
              <a:ext cx="2361652" cy="15263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单击此处添加合适文字加以说明，可根据自己的需要适当地调整文字大小或者颜色等属性。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410DBBF-B885-C389-B4EF-EF12F0F9A7F8}"/>
              </a:ext>
            </a:extLst>
          </p:cNvPr>
          <p:cNvGrpSpPr/>
          <p:nvPr/>
        </p:nvGrpSpPr>
        <p:grpSpPr>
          <a:xfrm>
            <a:off x="6180575" y="1766481"/>
            <a:ext cx="5642457" cy="3602074"/>
            <a:chOff x="6180575" y="1728381"/>
            <a:chExt cx="5642457" cy="3602074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A23D0542-FCB6-50BE-8B6E-F2DF530A09DC}"/>
                </a:ext>
              </a:extLst>
            </p:cNvPr>
            <p:cNvSpPr/>
            <p:nvPr/>
          </p:nvSpPr>
          <p:spPr>
            <a:xfrm>
              <a:off x="6180575" y="1728381"/>
              <a:ext cx="5642457" cy="3602074"/>
            </a:xfrm>
            <a:prstGeom prst="roundRect">
              <a:avLst>
                <a:gd name="adj" fmla="val 6228"/>
              </a:avLst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sx="90000" sy="90000" algn="ctr" rotWithShape="0">
                <a:schemeClr val="bg1">
                  <a:lumMod val="50000"/>
                  <a:alpha val="15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BEC1C1CF-211E-0962-8716-09C9C847378F}"/>
                </a:ext>
              </a:extLst>
            </p:cNvPr>
            <p:cNvGrpSpPr/>
            <p:nvPr/>
          </p:nvGrpSpPr>
          <p:grpSpPr>
            <a:xfrm>
              <a:off x="6641430" y="1802024"/>
              <a:ext cx="4716378" cy="1618648"/>
              <a:chOff x="6481010" y="1963209"/>
              <a:chExt cx="4716378" cy="1618648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FB650BA7-85BD-E0A4-2244-C643D607213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481010" y="2291086"/>
                <a:ext cx="1074822" cy="1074822"/>
              </a:xfrm>
              <a:prstGeom prst="ellipse">
                <a:avLst/>
              </a:prstGeom>
              <a:solidFill>
                <a:sysClr val="window" lastClr="FFFFFF"/>
              </a:solidFill>
              <a:ln>
                <a:noFill/>
              </a:ln>
              <a:effectLst/>
            </p:spPr>
          </p:pic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E03AA5FF-EE0C-128D-E6E2-669CCB72C6BC}"/>
                  </a:ext>
                </a:extLst>
              </p:cNvPr>
              <p:cNvSpPr/>
              <p:nvPr/>
            </p:nvSpPr>
            <p:spPr>
              <a:xfrm>
                <a:off x="7646693" y="1963209"/>
                <a:ext cx="3550695" cy="16186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添加标题</a:t>
                </a:r>
                <a:endPara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请您单击此处添加合适文字加以说明，可根据自己的需要适当地调整文字大小或者颜色等属性。</a:t>
                </a: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74FCCED8-84E0-2E27-ED16-D949205C5FFF}"/>
                </a:ext>
              </a:extLst>
            </p:cNvPr>
            <p:cNvGrpSpPr/>
            <p:nvPr/>
          </p:nvGrpSpPr>
          <p:grpSpPr>
            <a:xfrm>
              <a:off x="6641430" y="3534570"/>
              <a:ext cx="4716378" cy="1618648"/>
              <a:chOff x="6481010" y="1963209"/>
              <a:chExt cx="4716378" cy="1618648"/>
            </a:xfrm>
          </p:grpSpPr>
          <p:pic>
            <p:nvPicPr>
              <p:cNvPr id="19" name="图片 18">
                <a:extLst>
                  <a:ext uri="{FF2B5EF4-FFF2-40B4-BE49-F238E27FC236}">
                    <a16:creationId xmlns:a16="http://schemas.microsoft.com/office/drawing/2014/main" id="{BDA185AC-0025-0285-6112-277E02F7440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481010" y="2291086"/>
                <a:ext cx="1074822" cy="1074822"/>
              </a:xfrm>
              <a:prstGeom prst="ellipse">
                <a:avLst/>
              </a:prstGeom>
              <a:solidFill>
                <a:sysClr val="window" lastClr="FFFFFF"/>
              </a:solidFill>
              <a:ln>
                <a:noFill/>
              </a:ln>
              <a:effectLst/>
            </p:spPr>
          </p:pic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FD0CA65-86FE-02FE-0B83-0E0A7BEC003D}"/>
                  </a:ext>
                </a:extLst>
              </p:cNvPr>
              <p:cNvSpPr/>
              <p:nvPr/>
            </p:nvSpPr>
            <p:spPr>
              <a:xfrm>
                <a:off x="7646693" y="1963209"/>
                <a:ext cx="3550695" cy="16186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添加标题</a:t>
                </a:r>
                <a:endPara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请您单击此处添加合适文字加以说明，可根据自己的需要适当地调整文字大小或者颜色等属性。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557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:blinds dir="vert"/>
      </p:transition>
    </mc:Choice>
    <mc:Fallback xmlns="">
      <p:transition spd="slow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9F24ACDB-E4C3-F8CF-EFD6-8AACA7589203}"/>
              </a:ext>
            </a:extLst>
          </p:cNvPr>
          <p:cNvSpPr/>
          <p:nvPr/>
        </p:nvSpPr>
        <p:spPr>
          <a:xfrm rot="13309666" flipH="1">
            <a:off x="-543961" y="-452225"/>
            <a:ext cx="1261549" cy="1560327"/>
          </a:xfrm>
          <a:custGeom>
            <a:avLst/>
            <a:gdLst>
              <a:gd name="connsiteX0" fmla="*/ 2291801 w 2659024"/>
              <a:gd name="connsiteY0" fmla="*/ 2285896 h 3739830"/>
              <a:gd name="connsiteX1" fmla="*/ 2038521 w 2659024"/>
              <a:gd name="connsiteY1" fmla="*/ 1784080 h 3739830"/>
              <a:gd name="connsiteX2" fmla="*/ 2231828 w 2659024"/>
              <a:gd name="connsiteY2" fmla="*/ 1284775 h 3739830"/>
              <a:gd name="connsiteX3" fmla="*/ 2388036 w 2659024"/>
              <a:gd name="connsiteY3" fmla="*/ 764270 h 3739830"/>
              <a:gd name="connsiteX4" fmla="*/ 2233502 w 2659024"/>
              <a:gd name="connsiteY4" fmla="*/ 269148 h 3739830"/>
              <a:gd name="connsiteX5" fmla="*/ 2050236 w 2659024"/>
              <a:gd name="connsiteY5" fmla="*/ 82536 h 3739830"/>
              <a:gd name="connsiteX6" fmla="*/ 1947585 w 2659024"/>
              <a:gd name="connsiteY6" fmla="*/ 80863 h 3739830"/>
              <a:gd name="connsiteX7" fmla="*/ 1938659 w 2659024"/>
              <a:gd name="connsiteY7" fmla="*/ 83094 h 3739830"/>
              <a:gd name="connsiteX8" fmla="*/ 1899328 w 2659024"/>
              <a:gd name="connsiteY8" fmla="*/ 63290 h 3739830"/>
              <a:gd name="connsiteX9" fmla="*/ 827352 w 2659024"/>
              <a:gd name="connsiteY9" fmla="*/ 150319 h 3739830"/>
              <a:gd name="connsiteX10" fmla="*/ 386622 w 2659024"/>
              <a:gd name="connsiteY10" fmla="*/ 500112 h 3739830"/>
              <a:gd name="connsiteX11" fmla="*/ 270582 w 2659024"/>
              <a:gd name="connsiteY11" fmla="*/ 1054648 h 3739830"/>
              <a:gd name="connsiteX12" fmla="*/ 337529 w 2659024"/>
              <a:gd name="connsiteY12" fmla="*/ 1627594 h 3739830"/>
              <a:gd name="connsiteX13" fmla="*/ 59981 w 2659024"/>
              <a:gd name="connsiteY13" fmla="*/ 2164557 h 3739830"/>
              <a:gd name="connsiteX14" fmla="*/ 66117 w 2659024"/>
              <a:gd name="connsiteY14" fmla="*/ 2707656 h 3739830"/>
              <a:gd name="connsiteX15" fmla="*/ 477558 w 2659024"/>
              <a:gd name="connsiteY15" fmla="*/ 2965677 h 3739830"/>
              <a:gd name="connsiteX16" fmla="*/ 1027911 w 2659024"/>
              <a:gd name="connsiteY16" fmla="*/ 2985203 h 3739830"/>
              <a:gd name="connsiteX17" fmla="*/ 1425126 w 2659024"/>
              <a:gd name="connsiteY17" fmla="*/ 3214772 h 3739830"/>
              <a:gd name="connsiteX18" fmla="*/ 2143961 w 2659024"/>
              <a:gd name="connsiteY18" fmla="*/ 3732766 h 3739830"/>
              <a:gd name="connsiteX19" fmla="*/ 2615374 w 2659024"/>
              <a:gd name="connsiteY19" fmla="*/ 2799428 h 3739830"/>
              <a:gd name="connsiteX20" fmla="*/ 2291801 w 2659024"/>
              <a:gd name="connsiteY20" fmla="*/ 2285896 h 37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659024" h="3739830">
                <a:moveTo>
                  <a:pt x="2291801" y="2285896"/>
                </a:moveTo>
                <a:cubicBezTo>
                  <a:pt x="2174087" y="2139173"/>
                  <a:pt x="2045494" y="1980176"/>
                  <a:pt x="2038521" y="1784080"/>
                </a:cubicBezTo>
                <a:cubicBezTo>
                  <a:pt x="2042147" y="1599421"/>
                  <a:pt x="2147308" y="1442377"/>
                  <a:pt x="2231828" y="1284775"/>
                </a:cubicBezTo>
                <a:cubicBezTo>
                  <a:pt x="2318858" y="1121873"/>
                  <a:pt x="2388873" y="951998"/>
                  <a:pt x="2388036" y="764270"/>
                </a:cubicBezTo>
                <a:cubicBezTo>
                  <a:pt x="2387199" y="590489"/>
                  <a:pt x="2333084" y="411967"/>
                  <a:pt x="2233502" y="269148"/>
                </a:cubicBezTo>
                <a:cubicBezTo>
                  <a:pt x="2188313" y="204434"/>
                  <a:pt x="2125551" y="114057"/>
                  <a:pt x="2050236" y="82536"/>
                </a:cubicBezTo>
                <a:cubicBezTo>
                  <a:pt x="2013695" y="67195"/>
                  <a:pt x="1984127" y="75284"/>
                  <a:pt x="1947585" y="80863"/>
                </a:cubicBezTo>
                <a:cubicBezTo>
                  <a:pt x="1944796" y="81421"/>
                  <a:pt x="1941728" y="81979"/>
                  <a:pt x="1938659" y="83094"/>
                </a:cubicBezTo>
                <a:cubicBezTo>
                  <a:pt x="1935312" y="77237"/>
                  <a:pt x="1914670" y="68032"/>
                  <a:pt x="1899328" y="63290"/>
                </a:cubicBezTo>
                <a:cubicBezTo>
                  <a:pt x="1547860" y="-47729"/>
                  <a:pt x="1157620" y="-8956"/>
                  <a:pt x="827352" y="150319"/>
                </a:cubicBezTo>
                <a:cubicBezTo>
                  <a:pt x="659149" y="231491"/>
                  <a:pt x="499873" y="350042"/>
                  <a:pt x="386622" y="500112"/>
                </a:cubicBezTo>
                <a:cubicBezTo>
                  <a:pt x="261656" y="665524"/>
                  <a:pt x="233204" y="853531"/>
                  <a:pt x="270582" y="1054648"/>
                </a:cubicBezTo>
                <a:cubicBezTo>
                  <a:pt x="306287" y="1245723"/>
                  <a:pt x="398338" y="1431777"/>
                  <a:pt x="337529" y="1627594"/>
                </a:cubicBezTo>
                <a:cubicBezTo>
                  <a:pt x="277277" y="1820343"/>
                  <a:pt x="134737" y="1977108"/>
                  <a:pt x="59981" y="2164557"/>
                </a:cubicBezTo>
                <a:cubicBezTo>
                  <a:pt x="-8639" y="2336943"/>
                  <a:pt x="-32907" y="2541407"/>
                  <a:pt x="66117" y="2707656"/>
                </a:cubicBezTo>
                <a:cubicBezTo>
                  <a:pt x="153426" y="2854379"/>
                  <a:pt x="313818" y="2936109"/>
                  <a:pt x="477558" y="2965677"/>
                </a:cubicBezTo>
                <a:cubicBezTo>
                  <a:pt x="660823" y="2998871"/>
                  <a:pt x="843530" y="2972929"/>
                  <a:pt x="1027911" y="2985203"/>
                </a:cubicBezTo>
                <a:cubicBezTo>
                  <a:pt x="1204203" y="2996918"/>
                  <a:pt x="1326101" y="3071396"/>
                  <a:pt x="1425126" y="3214772"/>
                </a:cubicBezTo>
                <a:cubicBezTo>
                  <a:pt x="1603928" y="3473908"/>
                  <a:pt x="1772967" y="3791344"/>
                  <a:pt x="2143961" y="3732766"/>
                </a:cubicBezTo>
                <a:cubicBezTo>
                  <a:pt x="2582180" y="3663868"/>
                  <a:pt x="2745919" y="3181299"/>
                  <a:pt x="2615374" y="2799428"/>
                </a:cubicBezTo>
                <a:cubicBezTo>
                  <a:pt x="2548428" y="2603332"/>
                  <a:pt x="2419835" y="2445451"/>
                  <a:pt x="2291801" y="2285896"/>
                </a:cubicBezTo>
                <a:close/>
              </a:path>
            </a:pathLst>
          </a:custGeom>
          <a:solidFill>
            <a:srgbClr val="7E8A72"/>
          </a:solidFill>
          <a:ln w="244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7CA7EB-8ACF-75BE-3668-5D331A747F12}"/>
              </a:ext>
            </a:extLst>
          </p:cNvPr>
          <p:cNvGrpSpPr/>
          <p:nvPr/>
        </p:nvGrpSpPr>
        <p:grpSpPr>
          <a:xfrm>
            <a:off x="9539785" y="5610004"/>
            <a:ext cx="2884102" cy="2495992"/>
            <a:chOff x="8899022" y="5317131"/>
            <a:chExt cx="3438309" cy="297562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52D97EF-FFB4-7E97-621A-3EF96724ECEB}"/>
                </a:ext>
              </a:extLst>
            </p:cNvPr>
            <p:cNvSpPr/>
            <p:nvPr/>
          </p:nvSpPr>
          <p:spPr>
            <a:xfrm rot="10800000">
              <a:off x="10618177" y="5317131"/>
              <a:ext cx="1573823" cy="1540869"/>
            </a:xfrm>
            <a:custGeom>
              <a:avLst/>
              <a:gdLst>
                <a:gd name="connsiteX0" fmla="*/ 0 w 7004667"/>
                <a:gd name="connsiteY0" fmla="*/ 0 h 6858002"/>
                <a:gd name="connsiteX1" fmla="*/ 7004667 w 7004667"/>
                <a:gd name="connsiteY1" fmla="*/ 0 h 6858002"/>
                <a:gd name="connsiteX2" fmla="*/ 6927890 w 7004667"/>
                <a:gd name="connsiteY2" fmla="*/ 13049 h 6858002"/>
                <a:gd name="connsiteX3" fmla="*/ 4016144 w 7004667"/>
                <a:gd name="connsiteY3" fmla="*/ 3524955 h 6858002"/>
                <a:gd name="connsiteX4" fmla="*/ 980784 w 7004667"/>
                <a:gd name="connsiteY4" fmla="*/ 6858002 h 6858002"/>
                <a:gd name="connsiteX5" fmla="*/ 0 w 7004667"/>
                <a:gd name="connsiteY5" fmla="*/ 6858002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4667" h="6858002">
                  <a:moveTo>
                    <a:pt x="0" y="0"/>
                  </a:moveTo>
                  <a:lnTo>
                    <a:pt x="7004667" y="0"/>
                  </a:lnTo>
                  <a:lnTo>
                    <a:pt x="6927890" y="13049"/>
                  </a:lnTo>
                  <a:cubicBezTo>
                    <a:pt x="5094667" y="437170"/>
                    <a:pt x="6918515" y="3313232"/>
                    <a:pt x="4016144" y="3524955"/>
                  </a:cubicBezTo>
                  <a:cubicBezTo>
                    <a:pt x="933197" y="3670782"/>
                    <a:pt x="3682935" y="6027461"/>
                    <a:pt x="980784" y="6858002"/>
                  </a:cubicBezTo>
                  <a:lnTo>
                    <a:pt x="0" y="6858002"/>
                  </a:lnTo>
                  <a:close/>
                </a:path>
              </a:pathLst>
            </a:custGeom>
            <a:solidFill>
              <a:srgbClr val="CDC0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2AB46ADB-D1E6-D7E0-C3E1-1AEA17EF9883}"/>
                </a:ext>
              </a:extLst>
            </p:cNvPr>
            <p:cNvSpPr/>
            <p:nvPr/>
          </p:nvSpPr>
          <p:spPr>
            <a:xfrm rot="19222550" flipH="1">
              <a:off x="8899022" y="5832618"/>
              <a:ext cx="3438309" cy="2460133"/>
            </a:xfrm>
            <a:custGeom>
              <a:avLst/>
              <a:gdLst>
                <a:gd name="connsiteX0" fmla="*/ 6749971 w 6815402"/>
                <a:gd name="connsiteY0" fmla="*/ 786590 h 4876466"/>
                <a:gd name="connsiteX1" fmla="*/ 6748018 w 6815402"/>
                <a:gd name="connsiteY1" fmla="*/ 782405 h 4876466"/>
                <a:gd name="connsiteX2" fmla="*/ 6746902 w 6815402"/>
                <a:gd name="connsiteY2" fmla="*/ 779058 h 4876466"/>
                <a:gd name="connsiteX3" fmla="*/ 5340753 w 6815402"/>
                <a:gd name="connsiteY3" fmla="*/ 22847 h 4876466"/>
                <a:gd name="connsiteX4" fmla="*/ 3376439 w 6815402"/>
                <a:gd name="connsiteY4" fmla="*/ 789100 h 4876466"/>
                <a:gd name="connsiteX5" fmla="*/ 2839474 w 6815402"/>
                <a:gd name="connsiteY5" fmla="*/ 604441 h 4876466"/>
                <a:gd name="connsiteX6" fmla="*/ 2428592 w 6815402"/>
                <a:gd name="connsiteY6" fmla="*/ 310994 h 4876466"/>
                <a:gd name="connsiteX7" fmla="*/ 1587301 w 6815402"/>
                <a:gd name="connsiteY7" fmla="*/ 209459 h 4876466"/>
                <a:gd name="connsiteX8" fmla="*/ 968327 w 6815402"/>
                <a:gd name="connsiteY8" fmla="*/ 927455 h 4876466"/>
                <a:gd name="connsiteX9" fmla="*/ 850613 w 6815402"/>
                <a:gd name="connsiteY9" fmla="*/ 1348657 h 4876466"/>
                <a:gd name="connsiteX10" fmla="*/ 865118 w 6815402"/>
                <a:gd name="connsiteY10" fmla="*/ 1927182 h 4876466"/>
                <a:gd name="connsiteX11" fmla="*/ 441126 w 6815402"/>
                <a:gd name="connsiteY11" fmla="*/ 2960103 h 4876466"/>
                <a:gd name="connsiteX12" fmla="*/ 9601 w 6815402"/>
                <a:gd name="connsiteY12" fmla="*/ 3785212 h 4876466"/>
                <a:gd name="connsiteX13" fmla="*/ 267902 w 6815402"/>
                <a:gd name="connsiteY13" fmla="*/ 4615063 h 4876466"/>
                <a:gd name="connsiteX14" fmla="*/ 993432 w 6815402"/>
                <a:gd name="connsiteY14" fmla="*/ 4866111 h 4876466"/>
                <a:gd name="connsiteX15" fmla="*/ 1735140 w 6815402"/>
                <a:gd name="connsiteY15" fmla="*/ 4339469 h 4876466"/>
                <a:gd name="connsiteX16" fmla="*/ 2458718 w 6815402"/>
                <a:gd name="connsiteY16" fmla="*/ 3563732 h 4876466"/>
                <a:gd name="connsiteX17" fmla="*/ 3529299 w 6815402"/>
                <a:gd name="connsiteY17" fmla="*/ 3364847 h 4876466"/>
                <a:gd name="connsiteX18" fmla="*/ 4506156 w 6815402"/>
                <a:gd name="connsiteY18" fmla="*/ 3185487 h 4876466"/>
                <a:gd name="connsiteX19" fmla="*/ 4941307 w 6815402"/>
                <a:gd name="connsiteY19" fmla="*/ 2434855 h 4876466"/>
                <a:gd name="connsiteX20" fmla="*/ 5349679 w 6815402"/>
                <a:gd name="connsiteY20" fmla="*/ 1522158 h 4876466"/>
                <a:gd name="connsiteX21" fmla="*/ 5795987 w 6815402"/>
                <a:gd name="connsiteY21" fmla="*/ 1314068 h 4876466"/>
                <a:gd name="connsiteX22" fmla="*/ 6122071 w 6815402"/>
                <a:gd name="connsiteY22" fmla="*/ 1349773 h 4876466"/>
                <a:gd name="connsiteX23" fmla="*/ 6307847 w 6815402"/>
                <a:gd name="connsiteY23" fmla="*/ 1476412 h 4876466"/>
                <a:gd name="connsiteX24" fmla="*/ 6805202 w 6815402"/>
                <a:gd name="connsiteY24" fmla="*/ 1200539 h 4876466"/>
                <a:gd name="connsiteX25" fmla="*/ 6749971 w 6815402"/>
                <a:gd name="connsiteY25" fmla="*/ 786590 h 487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815402" h="4876466">
                  <a:moveTo>
                    <a:pt x="6749971" y="786590"/>
                  </a:moveTo>
                  <a:cubicBezTo>
                    <a:pt x="6749413" y="785195"/>
                    <a:pt x="6748576" y="783800"/>
                    <a:pt x="6748018" y="782405"/>
                  </a:cubicBezTo>
                  <a:cubicBezTo>
                    <a:pt x="6747739" y="781290"/>
                    <a:pt x="6747460" y="780174"/>
                    <a:pt x="6746902" y="779058"/>
                  </a:cubicBezTo>
                  <a:cubicBezTo>
                    <a:pt x="6515101" y="236796"/>
                    <a:pt x="5922348" y="-92076"/>
                    <a:pt x="5340753" y="22847"/>
                  </a:cubicBezTo>
                  <a:cubicBezTo>
                    <a:pt x="4643675" y="160645"/>
                    <a:pt x="4114521" y="803047"/>
                    <a:pt x="3376439" y="789100"/>
                  </a:cubicBezTo>
                  <a:cubicBezTo>
                    <a:pt x="3178111" y="785474"/>
                    <a:pt x="3001261" y="716854"/>
                    <a:pt x="2839474" y="604441"/>
                  </a:cubicBezTo>
                  <a:cubicBezTo>
                    <a:pt x="2701119" y="508206"/>
                    <a:pt x="2575316" y="395234"/>
                    <a:pt x="2428592" y="310994"/>
                  </a:cubicBezTo>
                  <a:cubicBezTo>
                    <a:pt x="2178380" y="167339"/>
                    <a:pt x="1861501" y="80030"/>
                    <a:pt x="1587301" y="209459"/>
                  </a:cubicBezTo>
                  <a:cubicBezTo>
                    <a:pt x="1311984" y="339446"/>
                    <a:pt x="1093572" y="659671"/>
                    <a:pt x="968327" y="927455"/>
                  </a:cubicBezTo>
                  <a:cubicBezTo>
                    <a:pt x="906123" y="1060510"/>
                    <a:pt x="863166" y="1201934"/>
                    <a:pt x="850613" y="1348657"/>
                  </a:cubicBezTo>
                  <a:cubicBezTo>
                    <a:pt x="834156" y="1541405"/>
                    <a:pt x="872092" y="1734154"/>
                    <a:pt x="865118" y="1927182"/>
                  </a:cubicBezTo>
                  <a:cubicBezTo>
                    <a:pt x="850892" y="2320210"/>
                    <a:pt x="686037" y="2659961"/>
                    <a:pt x="441126" y="2960103"/>
                  </a:cubicBezTo>
                  <a:cubicBezTo>
                    <a:pt x="237776" y="3209476"/>
                    <a:pt x="52558" y="3456619"/>
                    <a:pt x="9601" y="3785212"/>
                  </a:cubicBezTo>
                  <a:cubicBezTo>
                    <a:pt x="-29730" y="4085632"/>
                    <a:pt x="50885" y="4397210"/>
                    <a:pt x="267902" y="4615063"/>
                  </a:cubicBezTo>
                  <a:cubicBezTo>
                    <a:pt x="455631" y="4803628"/>
                    <a:pt x="727321" y="4911578"/>
                    <a:pt x="993432" y="4866111"/>
                  </a:cubicBezTo>
                  <a:cubicBezTo>
                    <a:pt x="1305011" y="4813111"/>
                    <a:pt x="1546854" y="4578243"/>
                    <a:pt x="1735140" y="4339469"/>
                  </a:cubicBezTo>
                  <a:cubicBezTo>
                    <a:pt x="1956342" y="4058853"/>
                    <a:pt x="2145744" y="3753133"/>
                    <a:pt x="2458718" y="3563732"/>
                  </a:cubicBezTo>
                  <a:cubicBezTo>
                    <a:pt x="2792333" y="3361778"/>
                    <a:pt x="3149380" y="3339463"/>
                    <a:pt x="3529299" y="3364847"/>
                  </a:cubicBezTo>
                  <a:cubicBezTo>
                    <a:pt x="3871562" y="3387720"/>
                    <a:pt x="4215219" y="3393578"/>
                    <a:pt x="4506156" y="3185487"/>
                  </a:cubicBezTo>
                  <a:cubicBezTo>
                    <a:pt x="4761389" y="3003059"/>
                    <a:pt x="4883566" y="2736112"/>
                    <a:pt x="4941307" y="2434855"/>
                  </a:cubicBezTo>
                  <a:cubicBezTo>
                    <a:pt x="5007695" y="2088689"/>
                    <a:pt x="5061531" y="1758980"/>
                    <a:pt x="5349679" y="1522158"/>
                  </a:cubicBezTo>
                  <a:cubicBezTo>
                    <a:pt x="5477156" y="1417277"/>
                    <a:pt x="5633085" y="1342241"/>
                    <a:pt x="5795987" y="1314068"/>
                  </a:cubicBezTo>
                  <a:cubicBezTo>
                    <a:pt x="5903380" y="1295379"/>
                    <a:pt x="6022488" y="1302910"/>
                    <a:pt x="6122071" y="1349773"/>
                  </a:cubicBezTo>
                  <a:cubicBezTo>
                    <a:pt x="6191528" y="1382409"/>
                    <a:pt x="6240900" y="1441823"/>
                    <a:pt x="6307847" y="1476412"/>
                  </a:cubicBezTo>
                  <a:cubicBezTo>
                    <a:pt x="6526538" y="1589104"/>
                    <a:pt x="6762244" y="1420624"/>
                    <a:pt x="6805202" y="1200539"/>
                  </a:cubicBezTo>
                  <a:cubicBezTo>
                    <a:pt x="6832817" y="1060789"/>
                    <a:pt x="6801017" y="916855"/>
                    <a:pt x="6749971" y="786590"/>
                  </a:cubicBezTo>
                  <a:close/>
                </a:path>
              </a:pathLst>
            </a:custGeom>
            <a:solidFill>
              <a:srgbClr val="DA9AA5"/>
            </a:solidFill>
            <a:ln w="244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8" name="文本框 20">
            <a:extLst>
              <a:ext uri="{FF2B5EF4-FFF2-40B4-BE49-F238E27FC236}">
                <a16:creationId xmlns:a16="http://schemas.microsoft.com/office/drawing/2014/main" id="{8F5CBAC2-D21F-C779-31FA-D9E0BD246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647" y="388099"/>
            <a:ext cx="27673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存在主要问题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BD917AE-E306-C7D4-8E20-33A201241892}"/>
              </a:ext>
            </a:extLst>
          </p:cNvPr>
          <p:cNvGrpSpPr/>
          <p:nvPr/>
        </p:nvGrpSpPr>
        <p:grpSpPr>
          <a:xfrm>
            <a:off x="4358537" y="1377033"/>
            <a:ext cx="3474925" cy="4351583"/>
            <a:chOff x="3065161" y="1058618"/>
            <a:chExt cx="2667002" cy="3339836"/>
          </a:xfrm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E20CC4EB-7696-B57F-72A5-4155D67A5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377" y="3441616"/>
              <a:ext cx="778640" cy="956838"/>
            </a:xfrm>
            <a:custGeom>
              <a:avLst/>
              <a:gdLst>
                <a:gd name="T0" fmla="*/ 586 w 586"/>
                <a:gd name="T1" fmla="*/ 155 h 966"/>
                <a:gd name="T2" fmla="*/ 0 w 586"/>
                <a:gd name="T3" fmla="*/ 0 h 966"/>
                <a:gd name="T4" fmla="*/ 586 w 586"/>
                <a:gd name="T5" fmla="*/ 966 h 966"/>
                <a:gd name="T6" fmla="*/ 586 w 586"/>
                <a:gd name="T7" fmla="*/ 155 h 966"/>
                <a:gd name="connsiteX0" fmla="*/ 19010 w 19010"/>
                <a:gd name="connsiteY0" fmla="*/ 3054 h 11449"/>
                <a:gd name="connsiteX1" fmla="*/ 0 w 19010"/>
                <a:gd name="connsiteY1" fmla="*/ 0 h 11449"/>
                <a:gd name="connsiteX2" fmla="*/ 19010 w 19010"/>
                <a:gd name="connsiteY2" fmla="*/ 11449 h 11449"/>
                <a:gd name="connsiteX3" fmla="*/ 19010 w 19010"/>
                <a:gd name="connsiteY3" fmla="*/ 3054 h 11449"/>
                <a:gd name="connsiteX0" fmla="*/ 11160 w 11160"/>
                <a:gd name="connsiteY0" fmla="*/ 2433 h 10828"/>
                <a:gd name="connsiteX1" fmla="*/ 0 w 11160"/>
                <a:gd name="connsiteY1" fmla="*/ 0 h 10828"/>
                <a:gd name="connsiteX2" fmla="*/ 11160 w 11160"/>
                <a:gd name="connsiteY2" fmla="*/ 10828 h 10828"/>
                <a:gd name="connsiteX3" fmla="*/ 11160 w 11160"/>
                <a:gd name="connsiteY3" fmla="*/ 2433 h 10828"/>
                <a:gd name="connsiteX0" fmla="*/ 11160 w 11160"/>
                <a:gd name="connsiteY0" fmla="*/ 2433 h 7226"/>
                <a:gd name="connsiteX1" fmla="*/ 0 w 11160"/>
                <a:gd name="connsiteY1" fmla="*/ 0 h 7226"/>
                <a:gd name="connsiteX2" fmla="*/ 11160 w 11160"/>
                <a:gd name="connsiteY2" fmla="*/ 7226 h 7226"/>
                <a:gd name="connsiteX3" fmla="*/ 11160 w 11160"/>
                <a:gd name="connsiteY3" fmla="*/ 2433 h 7226"/>
                <a:gd name="connsiteX0" fmla="*/ 10000 w 10000"/>
                <a:gd name="connsiteY0" fmla="*/ 3367 h 11513"/>
                <a:gd name="connsiteX1" fmla="*/ 0 w 10000"/>
                <a:gd name="connsiteY1" fmla="*/ 0 h 11513"/>
                <a:gd name="connsiteX2" fmla="*/ 9927 w 10000"/>
                <a:gd name="connsiteY2" fmla="*/ 11513 h 11513"/>
                <a:gd name="connsiteX3" fmla="*/ 10000 w 10000"/>
                <a:gd name="connsiteY3" fmla="*/ 3367 h 11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1513">
                  <a:moveTo>
                    <a:pt x="10000" y="3367"/>
                  </a:moveTo>
                  <a:lnTo>
                    <a:pt x="0" y="0"/>
                  </a:lnTo>
                  <a:lnTo>
                    <a:pt x="9927" y="11513"/>
                  </a:lnTo>
                  <a:cubicBezTo>
                    <a:pt x="9951" y="8798"/>
                    <a:pt x="9976" y="6082"/>
                    <a:pt x="10000" y="3367"/>
                  </a:cubicBezTo>
                  <a:close/>
                </a:path>
              </a:pathLst>
            </a:custGeom>
            <a:solidFill>
              <a:srgbClr val="7E8A72"/>
            </a:solidFill>
            <a:ln w="57150">
              <a:solidFill>
                <a:srgbClr val="FFFFFF"/>
              </a:solidFill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" name="Freeform: Shape 3">
              <a:extLst>
                <a:ext uri="{FF2B5EF4-FFF2-40B4-BE49-F238E27FC236}">
                  <a16:creationId xmlns:a16="http://schemas.microsoft.com/office/drawing/2014/main" id="{D5E2ED2D-83FA-0BDC-DD58-5922D7CC2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241" y="1058618"/>
              <a:ext cx="1040606" cy="1371600"/>
            </a:xfrm>
            <a:custGeom>
              <a:avLst/>
              <a:gdLst>
                <a:gd name="T0" fmla="*/ 0 w 874"/>
                <a:gd name="T1" fmla="*/ 0 h 1152"/>
                <a:gd name="T2" fmla="*/ 874 w 874"/>
                <a:gd name="T3" fmla="*/ 507 h 1152"/>
                <a:gd name="T4" fmla="*/ 0 w 874"/>
                <a:gd name="T5" fmla="*/ 1152 h 1152"/>
                <a:gd name="T6" fmla="*/ 0 w 874"/>
                <a:gd name="T7" fmla="*/ 0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74" h="1152">
                  <a:moveTo>
                    <a:pt x="0" y="0"/>
                  </a:moveTo>
                  <a:lnTo>
                    <a:pt x="874" y="507"/>
                  </a:lnTo>
                  <a:lnTo>
                    <a:pt x="0" y="1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8A72"/>
            </a:solidFill>
            <a:ln w="57150">
              <a:solidFill>
                <a:srgbClr val="FFFFFF"/>
              </a:solidFill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Freeform: Shape 4">
              <a:extLst>
                <a:ext uri="{FF2B5EF4-FFF2-40B4-BE49-F238E27FC236}">
                  <a16:creationId xmlns:a16="http://schemas.microsoft.com/office/drawing/2014/main" id="{EB5A7232-0866-E494-6C72-F6E56DA4E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6866" y="1662264"/>
              <a:ext cx="2135981" cy="1181100"/>
            </a:xfrm>
            <a:custGeom>
              <a:avLst/>
              <a:gdLst>
                <a:gd name="T0" fmla="*/ 1500 w 1794"/>
                <a:gd name="T1" fmla="*/ 992 h 992"/>
                <a:gd name="T2" fmla="*/ 1794 w 1794"/>
                <a:gd name="T3" fmla="*/ 0 h 992"/>
                <a:gd name="T4" fmla="*/ 0 w 1794"/>
                <a:gd name="T5" fmla="*/ 493 h 992"/>
                <a:gd name="T6" fmla="*/ 1500 w 1794"/>
                <a:gd name="T7" fmla="*/ 992 h 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94" h="992">
                  <a:moveTo>
                    <a:pt x="1500" y="992"/>
                  </a:moveTo>
                  <a:lnTo>
                    <a:pt x="1794" y="0"/>
                  </a:lnTo>
                  <a:lnTo>
                    <a:pt x="0" y="493"/>
                  </a:lnTo>
                  <a:lnTo>
                    <a:pt x="1500" y="992"/>
                  </a:lnTo>
                  <a:close/>
                </a:path>
              </a:pathLst>
            </a:custGeom>
            <a:solidFill>
              <a:srgbClr val="DA9AA5"/>
            </a:solidFill>
            <a:ln w="57150">
              <a:solidFill>
                <a:srgbClr val="FFFFFF"/>
              </a:solidFill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CA86B1E2-ADB7-47E3-158D-B47048A10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6841" y="2639769"/>
              <a:ext cx="2575322" cy="1091431"/>
            </a:xfrm>
            <a:custGeom>
              <a:avLst/>
              <a:gdLst>
                <a:gd name="T0" fmla="*/ 1628 w 2163"/>
                <a:gd name="T1" fmla="*/ 858 h 858"/>
                <a:gd name="T2" fmla="*/ 2163 w 2163"/>
                <a:gd name="T3" fmla="*/ 0 h 858"/>
                <a:gd name="T4" fmla="*/ 0 w 2163"/>
                <a:gd name="T5" fmla="*/ 426 h 858"/>
                <a:gd name="T6" fmla="*/ 1628 w 2163"/>
                <a:gd name="T7" fmla="*/ 858 h 858"/>
                <a:gd name="connsiteX0" fmla="*/ 6787 w 10000"/>
                <a:gd name="connsiteY0" fmla="*/ 10684 h 10684"/>
                <a:gd name="connsiteX1" fmla="*/ 10000 w 10000"/>
                <a:gd name="connsiteY1" fmla="*/ 0 h 10684"/>
                <a:gd name="connsiteX2" fmla="*/ 0 w 10000"/>
                <a:gd name="connsiteY2" fmla="*/ 4965 h 10684"/>
                <a:gd name="connsiteX3" fmla="*/ 6787 w 10000"/>
                <a:gd name="connsiteY3" fmla="*/ 10684 h 10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684">
                  <a:moveTo>
                    <a:pt x="6787" y="10684"/>
                  </a:moveTo>
                  <a:lnTo>
                    <a:pt x="10000" y="0"/>
                  </a:lnTo>
                  <a:lnTo>
                    <a:pt x="0" y="4965"/>
                  </a:lnTo>
                  <a:lnTo>
                    <a:pt x="6787" y="10684"/>
                  </a:lnTo>
                  <a:close/>
                </a:path>
              </a:pathLst>
            </a:custGeom>
            <a:solidFill>
              <a:srgbClr val="DA9AA5"/>
            </a:solidFill>
            <a:ln w="57150">
              <a:solidFill>
                <a:srgbClr val="FFFFFF"/>
              </a:solidFill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5C3A1A02-9730-7A55-FC87-700A43EB5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161" y="2249244"/>
              <a:ext cx="2667000" cy="1309687"/>
            </a:xfrm>
            <a:custGeom>
              <a:avLst/>
              <a:gdLst>
                <a:gd name="T0" fmla="*/ 2240 w 2240"/>
                <a:gd name="T1" fmla="*/ 328 h 1100"/>
                <a:gd name="T2" fmla="*/ 0 w 2240"/>
                <a:gd name="T3" fmla="*/ 1100 h 1100"/>
                <a:gd name="T4" fmla="*/ 245 w 2240"/>
                <a:gd name="T5" fmla="*/ 0 h 1100"/>
                <a:gd name="T6" fmla="*/ 2240 w 2240"/>
                <a:gd name="T7" fmla="*/ 328 h 1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40" h="1100">
                  <a:moveTo>
                    <a:pt x="2240" y="328"/>
                  </a:moveTo>
                  <a:lnTo>
                    <a:pt x="0" y="1100"/>
                  </a:lnTo>
                  <a:lnTo>
                    <a:pt x="245" y="0"/>
                  </a:lnTo>
                  <a:lnTo>
                    <a:pt x="2240" y="328"/>
                  </a:lnTo>
                  <a:close/>
                </a:path>
              </a:pathLst>
            </a:custGeom>
            <a:solidFill>
              <a:srgbClr val="7E8A72"/>
            </a:solidFill>
            <a:ln w="57150">
              <a:solidFill>
                <a:srgbClr val="FFFFFF"/>
              </a:solidFill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Freeform: Shape 24">
              <a:extLst>
                <a:ext uri="{FF2B5EF4-FFF2-40B4-BE49-F238E27FC236}">
                  <a16:creationId xmlns:a16="http://schemas.microsoft.com/office/drawing/2014/main" id="{B7AB6BEE-ED0C-82C4-A734-DB4DD20C3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021" y="2573607"/>
              <a:ext cx="412226" cy="412226"/>
            </a:xfrm>
            <a:custGeom>
              <a:avLst/>
              <a:gdLst>
                <a:gd name="T0" fmla="*/ 118 w 236"/>
                <a:gd name="T1" fmla="*/ 0 h 236"/>
                <a:gd name="T2" fmla="*/ 0 w 236"/>
                <a:gd name="T3" fmla="*/ 118 h 236"/>
                <a:gd name="T4" fmla="*/ 118 w 236"/>
                <a:gd name="T5" fmla="*/ 236 h 236"/>
                <a:gd name="T6" fmla="*/ 236 w 236"/>
                <a:gd name="T7" fmla="*/ 118 h 236"/>
                <a:gd name="T8" fmla="*/ 118 w 236"/>
                <a:gd name="T9" fmla="*/ 0 h 236"/>
                <a:gd name="T10" fmla="*/ 106 w 236"/>
                <a:gd name="T11" fmla="*/ 171 h 236"/>
                <a:gd name="T12" fmla="*/ 54 w 236"/>
                <a:gd name="T13" fmla="*/ 163 h 236"/>
                <a:gd name="T14" fmla="*/ 54 w 236"/>
                <a:gd name="T15" fmla="*/ 121 h 236"/>
                <a:gd name="T16" fmla="*/ 106 w 236"/>
                <a:gd name="T17" fmla="*/ 121 h 236"/>
                <a:gd name="T18" fmla="*/ 106 w 236"/>
                <a:gd name="T19" fmla="*/ 171 h 236"/>
                <a:gd name="T20" fmla="*/ 106 w 236"/>
                <a:gd name="T21" fmla="*/ 114 h 236"/>
                <a:gd name="T22" fmla="*/ 54 w 236"/>
                <a:gd name="T23" fmla="*/ 114 h 236"/>
                <a:gd name="T24" fmla="*/ 54 w 236"/>
                <a:gd name="T25" fmla="*/ 72 h 236"/>
                <a:gd name="T26" fmla="*/ 106 w 236"/>
                <a:gd name="T27" fmla="*/ 64 h 236"/>
                <a:gd name="T28" fmla="*/ 106 w 236"/>
                <a:gd name="T29" fmla="*/ 114 h 236"/>
                <a:gd name="T30" fmla="*/ 182 w 236"/>
                <a:gd name="T31" fmla="*/ 182 h 236"/>
                <a:gd name="T32" fmla="*/ 113 w 236"/>
                <a:gd name="T33" fmla="*/ 172 h 236"/>
                <a:gd name="T34" fmla="*/ 113 w 236"/>
                <a:gd name="T35" fmla="*/ 121 h 236"/>
                <a:gd name="T36" fmla="*/ 182 w 236"/>
                <a:gd name="T37" fmla="*/ 121 h 236"/>
                <a:gd name="T38" fmla="*/ 182 w 236"/>
                <a:gd name="T39" fmla="*/ 182 h 236"/>
                <a:gd name="T40" fmla="*/ 182 w 236"/>
                <a:gd name="T41" fmla="*/ 114 h 236"/>
                <a:gd name="T42" fmla="*/ 113 w 236"/>
                <a:gd name="T43" fmla="*/ 114 h 236"/>
                <a:gd name="T44" fmla="*/ 113 w 236"/>
                <a:gd name="T45" fmla="*/ 63 h 236"/>
                <a:gd name="T46" fmla="*/ 182 w 236"/>
                <a:gd name="T47" fmla="*/ 53 h 236"/>
                <a:gd name="T48" fmla="*/ 182 w 236"/>
                <a:gd name="T49" fmla="*/ 11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6" h="236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06" y="171"/>
                  </a:moveTo>
                  <a:cubicBezTo>
                    <a:pt x="54" y="163"/>
                    <a:pt x="54" y="163"/>
                    <a:pt x="54" y="163"/>
                  </a:cubicBezTo>
                  <a:cubicBezTo>
                    <a:pt x="54" y="121"/>
                    <a:pt x="54" y="121"/>
                    <a:pt x="54" y="121"/>
                  </a:cubicBezTo>
                  <a:cubicBezTo>
                    <a:pt x="106" y="121"/>
                    <a:pt x="106" y="121"/>
                    <a:pt x="106" y="121"/>
                  </a:cubicBezTo>
                  <a:lnTo>
                    <a:pt x="106" y="171"/>
                  </a:lnTo>
                  <a:close/>
                  <a:moveTo>
                    <a:pt x="106" y="114"/>
                  </a:moveTo>
                  <a:cubicBezTo>
                    <a:pt x="54" y="114"/>
                    <a:pt x="54" y="114"/>
                    <a:pt x="54" y="114"/>
                  </a:cubicBezTo>
                  <a:cubicBezTo>
                    <a:pt x="54" y="72"/>
                    <a:pt x="54" y="72"/>
                    <a:pt x="54" y="72"/>
                  </a:cubicBezTo>
                  <a:cubicBezTo>
                    <a:pt x="106" y="64"/>
                    <a:pt x="106" y="64"/>
                    <a:pt x="106" y="64"/>
                  </a:cubicBezTo>
                  <a:lnTo>
                    <a:pt x="106" y="114"/>
                  </a:lnTo>
                  <a:close/>
                  <a:moveTo>
                    <a:pt x="182" y="182"/>
                  </a:moveTo>
                  <a:cubicBezTo>
                    <a:pt x="113" y="172"/>
                    <a:pt x="113" y="172"/>
                    <a:pt x="113" y="172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82" y="121"/>
                    <a:pt x="182" y="121"/>
                    <a:pt x="182" y="121"/>
                  </a:cubicBezTo>
                  <a:lnTo>
                    <a:pt x="182" y="182"/>
                  </a:lnTo>
                  <a:close/>
                  <a:moveTo>
                    <a:pt x="182" y="114"/>
                  </a:moveTo>
                  <a:cubicBezTo>
                    <a:pt x="113" y="114"/>
                    <a:pt x="113" y="114"/>
                    <a:pt x="113" y="114"/>
                  </a:cubicBezTo>
                  <a:cubicBezTo>
                    <a:pt x="113" y="63"/>
                    <a:pt x="113" y="63"/>
                    <a:pt x="113" y="63"/>
                  </a:cubicBezTo>
                  <a:cubicBezTo>
                    <a:pt x="182" y="53"/>
                    <a:pt x="182" y="53"/>
                    <a:pt x="182" y="53"/>
                  </a:cubicBezTo>
                  <a:lnTo>
                    <a:pt x="182" y="1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Freeform: Shape 25">
              <a:extLst>
                <a:ext uri="{FF2B5EF4-FFF2-40B4-BE49-F238E27FC236}">
                  <a16:creationId xmlns:a16="http://schemas.microsoft.com/office/drawing/2014/main" id="{592801C5-37E9-8325-8BE0-046438881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001" y="1360699"/>
              <a:ext cx="412226" cy="412226"/>
            </a:xfrm>
            <a:custGeom>
              <a:avLst/>
              <a:gdLst>
                <a:gd name="T0" fmla="*/ 223 w 228"/>
                <a:gd name="T1" fmla="*/ 95 h 228"/>
                <a:gd name="T2" fmla="*/ 196 w 228"/>
                <a:gd name="T3" fmla="*/ 90 h 228"/>
                <a:gd name="T4" fmla="*/ 189 w 228"/>
                <a:gd name="T5" fmla="*/ 74 h 228"/>
                <a:gd name="T6" fmla="*/ 205 w 228"/>
                <a:gd name="T7" fmla="*/ 50 h 228"/>
                <a:gd name="T8" fmla="*/ 205 w 228"/>
                <a:gd name="T9" fmla="*/ 43 h 228"/>
                <a:gd name="T10" fmla="*/ 185 w 228"/>
                <a:gd name="T11" fmla="*/ 24 h 228"/>
                <a:gd name="T12" fmla="*/ 178 w 228"/>
                <a:gd name="T13" fmla="*/ 23 h 228"/>
                <a:gd name="T14" fmla="*/ 155 w 228"/>
                <a:gd name="T15" fmla="*/ 39 h 228"/>
                <a:gd name="T16" fmla="*/ 138 w 228"/>
                <a:gd name="T17" fmla="*/ 32 h 228"/>
                <a:gd name="T18" fmla="*/ 133 w 228"/>
                <a:gd name="T19" fmla="*/ 5 h 228"/>
                <a:gd name="T20" fmla="*/ 127 w 228"/>
                <a:gd name="T21" fmla="*/ 0 h 228"/>
                <a:gd name="T22" fmla="*/ 100 w 228"/>
                <a:gd name="T23" fmla="*/ 0 h 228"/>
                <a:gd name="T24" fmla="*/ 94 w 228"/>
                <a:gd name="T25" fmla="*/ 5 h 228"/>
                <a:gd name="T26" fmla="*/ 89 w 228"/>
                <a:gd name="T27" fmla="*/ 32 h 228"/>
                <a:gd name="T28" fmla="*/ 73 w 228"/>
                <a:gd name="T29" fmla="*/ 39 h 228"/>
                <a:gd name="T30" fmla="*/ 50 w 228"/>
                <a:gd name="T31" fmla="*/ 23 h 228"/>
                <a:gd name="T32" fmla="*/ 43 w 228"/>
                <a:gd name="T33" fmla="*/ 24 h 228"/>
                <a:gd name="T34" fmla="*/ 23 w 228"/>
                <a:gd name="T35" fmla="*/ 43 h 228"/>
                <a:gd name="T36" fmla="*/ 23 w 228"/>
                <a:gd name="T37" fmla="*/ 51 h 228"/>
                <a:gd name="T38" fmla="*/ 39 w 228"/>
                <a:gd name="T39" fmla="*/ 74 h 228"/>
                <a:gd name="T40" fmla="*/ 32 w 228"/>
                <a:gd name="T41" fmla="*/ 90 h 228"/>
                <a:gd name="T42" fmla="*/ 5 w 228"/>
                <a:gd name="T43" fmla="*/ 95 h 228"/>
                <a:gd name="T44" fmla="*/ 0 w 228"/>
                <a:gd name="T45" fmla="*/ 100 h 228"/>
                <a:gd name="T46" fmla="*/ 0 w 228"/>
                <a:gd name="T47" fmla="*/ 128 h 228"/>
                <a:gd name="T48" fmla="*/ 5 w 228"/>
                <a:gd name="T49" fmla="*/ 134 h 228"/>
                <a:gd name="T50" fmla="*/ 32 w 228"/>
                <a:gd name="T51" fmla="*/ 139 h 228"/>
                <a:gd name="T52" fmla="*/ 39 w 228"/>
                <a:gd name="T53" fmla="*/ 155 h 228"/>
                <a:gd name="T54" fmla="*/ 23 w 228"/>
                <a:gd name="T55" fmla="*/ 178 h 228"/>
                <a:gd name="T56" fmla="*/ 24 w 228"/>
                <a:gd name="T57" fmla="*/ 185 h 228"/>
                <a:gd name="T58" fmla="*/ 43 w 228"/>
                <a:gd name="T59" fmla="*/ 204 h 228"/>
                <a:gd name="T60" fmla="*/ 51 w 228"/>
                <a:gd name="T61" fmla="*/ 205 h 228"/>
                <a:gd name="T62" fmla="*/ 73 w 228"/>
                <a:gd name="T63" fmla="*/ 189 h 228"/>
                <a:gd name="T64" fmla="*/ 89 w 228"/>
                <a:gd name="T65" fmla="*/ 196 h 228"/>
                <a:gd name="T66" fmla="*/ 94 w 228"/>
                <a:gd name="T67" fmla="*/ 223 h 228"/>
                <a:gd name="T68" fmla="*/ 100 w 228"/>
                <a:gd name="T69" fmla="*/ 228 h 228"/>
                <a:gd name="T70" fmla="*/ 127 w 228"/>
                <a:gd name="T71" fmla="*/ 228 h 228"/>
                <a:gd name="T72" fmla="*/ 133 w 228"/>
                <a:gd name="T73" fmla="*/ 223 h 228"/>
                <a:gd name="T74" fmla="*/ 138 w 228"/>
                <a:gd name="T75" fmla="*/ 196 h 228"/>
                <a:gd name="T76" fmla="*/ 154 w 228"/>
                <a:gd name="T77" fmla="*/ 190 h 228"/>
                <a:gd name="T78" fmla="*/ 177 w 228"/>
                <a:gd name="T79" fmla="*/ 205 h 228"/>
                <a:gd name="T80" fmla="*/ 185 w 228"/>
                <a:gd name="T81" fmla="*/ 205 h 228"/>
                <a:gd name="T82" fmla="*/ 204 w 228"/>
                <a:gd name="T83" fmla="*/ 185 h 228"/>
                <a:gd name="T84" fmla="*/ 205 w 228"/>
                <a:gd name="T85" fmla="*/ 178 h 228"/>
                <a:gd name="T86" fmla="*/ 189 w 228"/>
                <a:gd name="T87" fmla="*/ 155 h 228"/>
                <a:gd name="T88" fmla="*/ 196 w 228"/>
                <a:gd name="T89" fmla="*/ 139 h 228"/>
                <a:gd name="T90" fmla="*/ 223 w 228"/>
                <a:gd name="T91" fmla="*/ 134 h 228"/>
                <a:gd name="T92" fmla="*/ 228 w 228"/>
                <a:gd name="T93" fmla="*/ 128 h 228"/>
                <a:gd name="T94" fmla="*/ 228 w 228"/>
                <a:gd name="T95" fmla="*/ 100 h 228"/>
                <a:gd name="T96" fmla="*/ 223 w 228"/>
                <a:gd name="T97" fmla="*/ 95 h 228"/>
                <a:gd name="T98" fmla="*/ 114 w 228"/>
                <a:gd name="T99" fmla="*/ 149 h 228"/>
                <a:gd name="T100" fmla="*/ 79 w 228"/>
                <a:gd name="T101" fmla="*/ 114 h 228"/>
                <a:gd name="T102" fmla="*/ 114 w 228"/>
                <a:gd name="T103" fmla="*/ 79 h 228"/>
                <a:gd name="T104" fmla="*/ 149 w 228"/>
                <a:gd name="T105" fmla="*/ 114 h 228"/>
                <a:gd name="T106" fmla="*/ 114 w 228"/>
                <a:gd name="T107" fmla="*/ 14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228">
                  <a:moveTo>
                    <a:pt x="223" y="95"/>
                  </a:moveTo>
                  <a:cubicBezTo>
                    <a:pt x="196" y="90"/>
                    <a:pt x="196" y="90"/>
                    <a:pt x="196" y="90"/>
                  </a:cubicBezTo>
                  <a:cubicBezTo>
                    <a:pt x="194" y="84"/>
                    <a:pt x="192" y="79"/>
                    <a:pt x="189" y="74"/>
                  </a:cubicBezTo>
                  <a:cubicBezTo>
                    <a:pt x="205" y="50"/>
                    <a:pt x="205" y="50"/>
                    <a:pt x="205" y="50"/>
                  </a:cubicBezTo>
                  <a:cubicBezTo>
                    <a:pt x="207" y="48"/>
                    <a:pt x="206" y="45"/>
                    <a:pt x="205" y="43"/>
                  </a:cubicBezTo>
                  <a:cubicBezTo>
                    <a:pt x="185" y="24"/>
                    <a:pt x="185" y="24"/>
                    <a:pt x="185" y="24"/>
                  </a:cubicBezTo>
                  <a:cubicBezTo>
                    <a:pt x="183" y="22"/>
                    <a:pt x="180" y="21"/>
                    <a:pt x="178" y="23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49" y="36"/>
                    <a:pt x="144" y="34"/>
                    <a:pt x="138" y="32"/>
                  </a:cubicBezTo>
                  <a:cubicBezTo>
                    <a:pt x="133" y="5"/>
                    <a:pt x="133" y="5"/>
                    <a:pt x="133" y="5"/>
                  </a:cubicBezTo>
                  <a:cubicBezTo>
                    <a:pt x="133" y="2"/>
                    <a:pt x="130" y="0"/>
                    <a:pt x="127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0"/>
                    <a:pt x="95" y="2"/>
                    <a:pt x="94" y="5"/>
                  </a:cubicBezTo>
                  <a:cubicBezTo>
                    <a:pt x="89" y="32"/>
                    <a:pt x="89" y="32"/>
                    <a:pt x="89" y="32"/>
                  </a:cubicBezTo>
                  <a:cubicBezTo>
                    <a:pt x="83" y="34"/>
                    <a:pt x="78" y="36"/>
                    <a:pt x="73" y="3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48" y="22"/>
                    <a:pt x="45" y="22"/>
                    <a:pt x="43" y="24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2" y="45"/>
                    <a:pt x="21" y="49"/>
                    <a:pt x="23" y="51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36" y="79"/>
                    <a:pt x="34" y="84"/>
                    <a:pt x="32" y="90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2" y="95"/>
                    <a:pt x="0" y="98"/>
                    <a:pt x="0" y="10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31"/>
                    <a:pt x="2" y="133"/>
                    <a:pt x="5" y="134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4" y="144"/>
                    <a:pt x="36" y="150"/>
                    <a:pt x="39" y="155"/>
                  </a:cubicBezTo>
                  <a:cubicBezTo>
                    <a:pt x="23" y="178"/>
                    <a:pt x="23" y="178"/>
                    <a:pt x="23" y="178"/>
                  </a:cubicBezTo>
                  <a:cubicBezTo>
                    <a:pt x="22" y="180"/>
                    <a:pt x="22" y="183"/>
                    <a:pt x="24" y="185"/>
                  </a:cubicBezTo>
                  <a:cubicBezTo>
                    <a:pt x="43" y="204"/>
                    <a:pt x="43" y="204"/>
                    <a:pt x="43" y="204"/>
                  </a:cubicBezTo>
                  <a:cubicBezTo>
                    <a:pt x="45" y="206"/>
                    <a:pt x="48" y="207"/>
                    <a:pt x="51" y="205"/>
                  </a:cubicBezTo>
                  <a:cubicBezTo>
                    <a:pt x="73" y="189"/>
                    <a:pt x="73" y="189"/>
                    <a:pt x="73" y="189"/>
                  </a:cubicBezTo>
                  <a:cubicBezTo>
                    <a:pt x="78" y="192"/>
                    <a:pt x="84" y="194"/>
                    <a:pt x="89" y="196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5" y="226"/>
                    <a:pt x="97" y="228"/>
                    <a:pt x="100" y="228"/>
                  </a:cubicBezTo>
                  <a:cubicBezTo>
                    <a:pt x="127" y="228"/>
                    <a:pt x="127" y="228"/>
                    <a:pt x="127" y="228"/>
                  </a:cubicBezTo>
                  <a:cubicBezTo>
                    <a:pt x="130" y="228"/>
                    <a:pt x="133" y="226"/>
                    <a:pt x="133" y="223"/>
                  </a:cubicBezTo>
                  <a:cubicBezTo>
                    <a:pt x="138" y="196"/>
                    <a:pt x="138" y="196"/>
                    <a:pt x="138" y="196"/>
                  </a:cubicBezTo>
                  <a:cubicBezTo>
                    <a:pt x="144" y="194"/>
                    <a:pt x="149" y="192"/>
                    <a:pt x="154" y="190"/>
                  </a:cubicBezTo>
                  <a:cubicBezTo>
                    <a:pt x="177" y="205"/>
                    <a:pt x="177" y="205"/>
                    <a:pt x="177" y="205"/>
                  </a:cubicBezTo>
                  <a:cubicBezTo>
                    <a:pt x="180" y="207"/>
                    <a:pt x="183" y="207"/>
                    <a:pt x="185" y="205"/>
                  </a:cubicBezTo>
                  <a:cubicBezTo>
                    <a:pt x="204" y="185"/>
                    <a:pt x="204" y="185"/>
                    <a:pt x="204" y="185"/>
                  </a:cubicBezTo>
                  <a:cubicBezTo>
                    <a:pt x="206" y="183"/>
                    <a:pt x="206" y="180"/>
                    <a:pt x="205" y="178"/>
                  </a:cubicBezTo>
                  <a:cubicBezTo>
                    <a:pt x="189" y="155"/>
                    <a:pt x="189" y="155"/>
                    <a:pt x="189" y="155"/>
                  </a:cubicBezTo>
                  <a:cubicBezTo>
                    <a:pt x="192" y="150"/>
                    <a:pt x="194" y="144"/>
                    <a:pt x="196" y="139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6" y="133"/>
                    <a:pt x="228" y="131"/>
                    <a:pt x="228" y="128"/>
                  </a:cubicBezTo>
                  <a:cubicBezTo>
                    <a:pt x="228" y="100"/>
                    <a:pt x="228" y="100"/>
                    <a:pt x="228" y="100"/>
                  </a:cubicBezTo>
                  <a:cubicBezTo>
                    <a:pt x="228" y="98"/>
                    <a:pt x="226" y="95"/>
                    <a:pt x="223" y="95"/>
                  </a:cubicBezTo>
                  <a:close/>
                  <a:moveTo>
                    <a:pt x="114" y="149"/>
                  </a:moveTo>
                  <a:cubicBezTo>
                    <a:pt x="95" y="149"/>
                    <a:pt x="79" y="133"/>
                    <a:pt x="79" y="114"/>
                  </a:cubicBezTo>
                  <a:cubicBezTo>
                    <a:pt x="79" y="95"/>
                    <a:pt x="95" y="79"/>
                    <a:pt x="114" y="79"/>
                  </a:cubicBezTo>
                  <a:cubicBezTo>
                    <a:pt x="133" y="79"/>
                    <a:pt x="149" y="95"/>
                    <a:pt x="149" y="114"/>
                  </a:cubicBezTo>
                  <a:cubicBezTo>
                    <a:pt x="149" y="133"/>
                    <a:pt x="133" y="149"/>
                    <a:pt x="114" y="1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Freeform: Shape 26">
              <a:extLst>
                <a:ext uri="{FF2B5EF4-FFF2-40B4-BE49-F238E27FC236}">
                  <a16:creationId xmlns:a16="http://schemas.microsoft.com/office/drawing/2014/main" id="{2AECED00-B79C-B420-14AD-3BF59EDC0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903" y="1953465"/>
              <a:ext cx="412226" cy="412226"/>
            </a:xfrm>
            <a:custGeom>
              <a:avLst/>
              <a:gdLst>
                <a:gd name="T0" fmla="*/ 130 w 236"/>
                <a:gd name="T1" fmla="*/ 1 h 236"/>
                <a:gd name="T2" fmla="*/ 118 w 236"/>
                <a:gd name="T3" fmla="*/ 0 h 236"/>
                <a:gd name="T4" fmla="*/ 30 w 236"/>
                <a:gd name="T5" fmla="*/ 40 h 236"/>
                <a:gd name="T6" fmla="*/ 68 w 236"/>
                <a:gd name="T7" fmla="*/ 105 h 236"/>
                <a:gd name="T8" fmla="*/ 130 w 236"/>
                <a:gd name="T9" fmla="*/ 1 h 236"/>
                <a:gd name="T10" fmla="*/ 20 w 236"/>
                <a:gd name="T11" fmla="*/ 52 h 236"/>
                <a:gd name="T12" fmla="*/ 0 w 236"/>
                <a:gd name="T13" fmla="*/ 118 h 236"/>
                <a:gd name="T14" fmla="*/ 5 w 236"/>
                <a:gd name="T15" fmla="*/ 153 h 236"/>
                <a:gd name="T16" fmla="*/ 81 w 236"/>
                <a:gd name="T17" fmla="*/ 153 h 236"/>
                <a:gd name="T18" fmla="*/ 20 w 236"/>
                <a:gd name="T19" fmla="*/ 52 h 236"/>
                <a:gd name="T20" fmla="*/ 225 w 236"/>
                <a:gd name="T21" fmla="*/ 68 h 236"/>
                <a:gd name="T22" fmla="*/ 145 w 236"/>
                <a:gd name="T23" fmla="*/ 3 h 236"/>
                <a:gd name="T24" fmla="*/ 106 w 236"/>
                <a:gd name="T25" fmla="*/ 68 h 236"/>
                <a:gd name="T26" fmla="*/ 225 w 236"/>
                <a:gd name="T27" fmla="*/ 68 h 236"/>
                <a:gd name="T28" fmla="*/ 130 w 236"/>
                <a:gd name="T29" fmla="*/ 167 h 236"/>
                <a:gd name="T30" fmla="*/ 11 w 236"/>
                <a:gd name="T31" fmla="*/ 167 h 236"/>
                <a:gd name="T32" fmla="*/ 96 w 236"/>
                <a:gd name="T33" fmla="*/ 234 h 236"/>
                <a:gd name="T34" fmla="*/ 93 w 236"/>
                <a:gd name="T35" fmla="*/ 232 h 236"/>
                <a:gd name="T36" fmla="*/ 130 w 236"/>
                <a:gd name="T37" fmla="*/ 167 h 236"/>
                <a:gd name="T38" fmla="*/ 230 w 236"/>
                <a:gd name="T39" fmla="*/ 82 h 236"/>
                <a:gd name="T40" fmla="*/ 155 w 236"/>
                <a:gd name="T41" fmla="*/ 82 h 236"/>
                <a:gd name="T42" fmla="*/ 215 w 236"/>
                <a:gd name="T43" fmla="*/ 186 h 236"/>
                <a:gd name="T44" fmla="*/ 236 w 236"/>
                <a:gd name="T45" fmla="*/ 118 h 236"/>
                <a:gd name="T46" fmla="*/ 230 w 236"/>
                <a:gd name="T47" fmla="*/ 82 h 236"/>
                <a:gd name="T48" fmla="*/ 108 w 236"/>
                <a:gd name="T49" fmla="*/ 236 h 236"/>
                <a:gd name="T50" fmla="*/ 118 w 236"/>
                <a:gd name="T51" fmla="*/ 236 h 236"/>
                <a:gd name="T52" fmla="*/ 205 w 236"/>
                <a:gd name="T53" fmla="*/ 198 h 236"/>
                <a:gd name="T54" fmla="*/ 167 w 236"/>
                <a:gd name="T55" fmla="*/ 132 h 236"/>
                <a:gd name="T56" fmla="*/ 108 w 236"/>
                <a:gd name="T5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36">
                  <a:moveTo>
                    <a:pt x="130" y="1"/>
                  </a:moveTo>
                  <a:cubicBezTo>
                    <a:pt x="126" y="0"/>
                    <a:pt x="122" y="0"/>
                    <a:pt x="118" y="0"/>
                  </a:cubicBezTo>
                  <a:cubicBezTo>
                    <a:pt x="83" y="0"/>
                    <a:pt x="51" y="16"/>
                    <a:pt x="30" y="40"/>
                  </a:cubicBezTo>
                  <a:cubicBezTo>
                    <a:pt x="68" y="105"/>
                    <a:pt x="68" y="105"/>
                    <a:pt x="68" y="105"/>
                  </a:cubicBezTo>
                  <a:lnTo>
                    <a:pt x="130" y="1"/>
                  </a:lnTo>
                  <a:close/>
                  <a:moveTo>
                    <a:pt x="20" y="52"/>
                  </a:moveTo>
                  <a:cubicBezTo>
                    <a:pt x="7" y="71"/>
                    <a:pt x="0" y="94"/>
                    <a:pt x="0" y="118"/>
                  </a:cubicBezTo>
                  <a:cubicBezTo>
                    <a:pt x="0" y="130"/>
                    <a:pt x="2" y="142"/>
                    <a:pt x="5" y="153"/>
                  </a:cubicBezTo>
                  <a:cubicBezTo>
                    <a:pt x="81" y="153"/>
                    <a:pt x="81" y="153"/>
                    <a:pt x="81" y="153"/>
                  </a:cubicBezTo>
                  <a:lnTo>
                    <a:pt x="20" y="52"/>
                  </a:lnTo>
                  <a:close/>
                  <a:moveTo>
                    <a:pt x="225" y="68"/>
                  </a:moveTo>
                  <a:cubicBezTo>
                    <a:pt x="210" y="36"/>
                    <a:pt x="180" y="11"/>
                    <a:pt x="145" y="3"/>
                  </a:cubicBezTo>
                  <a:cubicBezTo>
                    <a:pt x="106" y="68"/>
                    <a:pt x="106" y="68"/>
                    <a:pt x="106" y="68"/>
                  </a:cubicBezTo>
                  <a:lnTo>
                    <a:pt x="225" y="68"/>
                  </a:lnTo>
                  <a:close/>
                  <a:moveTo>
                    <a:pt x="130" y="167"/>
                  </a:moveTo>
                  <a:cubicBezTo>
                    <a:pt x="11" y="167"/>
                    <a:pt x="11" y="167"/>
                    <a:pt x="11" y="167"/>
                  </a:cubicBezTo>
                  <a:cubicBezTo>
                    <a:pt x="26" y="201"/>
                    <a:pt x="58" y="227"/>
                    <a:pt x="96" y="234"/>
                  </a:cubicBezTo>
                  <a:cubicBezTo>
                    <a:pt x="93" y="232"/>
                    <a:pt x="93" y="232"/>
                    <a:pt x="93" y="232"/>
                  </a:cubicBezTo>
                  <a:lnTo>
                    <a:pt x="130" y="167"/>
                  </a:lnTo>
                  <a:close/>
                  <a:moveTo>
                    <a:pt x="230" y="82"/>
                  </a:moveTo>
                  <a:cubicBezTo>
                    <a:pt x="155" y="82"/>
                    <a:pt x="155" y="82"/>
                    <a:pt x="155" y="82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28" y="167"/>
                    <a:pt x="236" y="143"/>
                    <a:pt x="236" y="118"/>
                  </a:cubicBezTo>
                  <a:cubicBezTo>
                    <a:pt x="236" y="106"/>
                    <a:pt x="234" y="94"/>
                    <a:pt x="230" y="82"/>
                  </a:cubicBezTo>
                  <a:close/>
                  <a:moveTo>
                    <a:pt x="108" y="236"/>
                  </a:moveTo>
                  <a:cubicBezTo>
                    <a:pt x="111" y="236"/>
                    <a:pt x="115" y="236"/>
                    <a:pt x="118" y="236"/>
                  </a:cubicBezTo>
                  <a:cubicBezTo>
                    <a:pt x="152" y="236"/>
                    <a:pt x="183" y="221"/>
                    <a:pt x="205" y="198"/>
                  </a:cubicBezTo>
                  <a:cubicBezTo>
                    <a:pt x="167" y="132"/>
                    <a:pt x="167" y="132"/>
                    <a:pt x="167" y="132"/>
                  </a:cubicBezTo>
                  <a:lnTo>
                    <a:pt x="108" y="2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Freeform: Shape 27">
              <a:extLst>
                <a:ext uri="{FF2B5EF4-FFF2-40B4-BE49-F238E27FC236}">
                  <a16:creationId xmlns:a16="http://schemas.microsoft.com/office/drawing/2014/main" id="{7B9B28D4-9837-A4F4-11C3-AF618554D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226" y="3111183"/>
              <a:ext cx="417000" cy="417000"/>
            </a:xfrm>
            <a:custGeom>
              <a:avLst/>
              <a:gdLst>
                <a:gd name="T0" fmla="*/ 119 w 236"/>
                <a:gd name="T1" fmla="*/ 123 h 236"/>
                <a:gd name="T2" fmla="*/ 111 w 236"/>
                <a:gd name="T3" fmla="*/ 131 h 236"/>
                <a:gd name="T4" fmla="*/ 115 w 236"/>
                <a:gd name="T5" fmla="*/ 138 h 236"/>
                <a:gd name="T6" fmla="*/ 115 w 236"/>
                <a:gd name="T7" fmla="*/ 150 h 236"/>
                <a:gd name="T8" fmla="*/ 118 w 236"/>
                <a:gd name="T9" fmla="*/ 154 h 236"/>
                <a:gd name="T10" fmla="*/ 119 w 236"/>
                <a:gd name="T11" fmla="*/ 154 h 236"/>
                <a:gd name="T12" fmla="*/ 122 w 236"/>
                <a:gd name="T13" fmla="*/ 150 h 236"/>
                <a:gd name="T14" fmla="*/ 122 w 236"/>
                <a:gd name="T15" fmla="*/ 138 h 236"/>
                <a:gd name="T16" fmla="*/ 126 w 236"/>
                <a:gd name="T17" fmla="*/ 131 h 236"/>
                <a:gd name="T18" fmla="*/ 119 w 236"/>
                <a:gd name="T19" fmla="*/ 123 h 236"/>
                <a:gd name="T20" fmla="*/ 119 w 236"/>
                <a:gd name="T21" fmla="*/ 66 h 236"/>
                <a:gd name="T22" fmla="*/ 100 w 236"/>
                <a:gd name="T23" fmla="*/ 84 h 236"/>
                <a:gd name="T24" fmla="*/ 100 w 236"/>
                <a:gd name="T25" fmla="*/ 102 h 236"/>
                <a:gd name="T26" fmla="*/ 137 w 236"/>
                <a:gd name="T27" fmla="*/ 102 h 236"/>
                <a:gd name="T28" fmla="*/ 137 w 236"/>
                <a:gd name="T29" fmla="*/ 84 h 236"/>
                <a:gd name="T30" fmla="*/ 119 w 236"/>
                <a:gd name="T31" fmla="*/ 66 h 236"/>
                <a:gd name="T32" fmla="*/ 118 w 236"/>
                <a:gd name="T33" fmla="*/ 0 h 236"/>
                <a:gd name="T34" fmla="*/ 0 w 236"/>
                <a:gd name="T35" fmla="*/ 118 h 236"/>
                <a:gd name="T36" fmla="*/ 118 w 236"/>
                <a:gd name="T37" fmla="*/ 236 h 236"/>
                <a:gd name="T38" fmla="*/ 236 w 236"/>
                <a:gd name="T39" fmla="*/ 118 h 236"/>
                <a:gd name="T40" fmla="*/ 118 w 236"/>
                <a:gd name="T41" fmla="*/ 0 h 236"/>
                <a:gd name="T42" fmla="*/ 164 w 236"/>
                <a:gd name="T43" fmla="*/ 161 h 236"/>
                <a:gd name="T44" fmla="*/ 149 w 236"/>
                <a:gd name="T45" fmla="*/ 176 h 236"/>
                <a:gd name="T46" fmla="*/ 88 w 236"/>
                <a:gd name="T47" fmla="*/ 176 h 236"/>
                <a:gd name="T48" fmla="*/ 73 w 236"/>
                <a:gd name="T49" fmla="*/ 161 h 236"/>
                <a:gd name="T50" fmla="*/ 73 w 236"/>
                <a:gd name="T51" fmla="*/ 105 h 236"/>
                <a:gd name="T52" fmla="*/ 76 w 236"/>
                <a:gd name="T53" fmla="*/ 102 h 236"/>
                <a:gd name="T54" fmla="*/ 86 w 236"/>
                <a:gd name="T55" fmla="*/ 102 h 236"/>
                <a:gd name="T56" fmla="*/ 86 w 236"/>
                <a:gd name="T57" fmla="*/ 84 h 236"/>
                <a:gd name="T58" fmla="*/ 118 w 236"/>
                <a:gd name="T59" fmla="*/ 51 h 236"/>
                <a:gd name="T60" fmla="*/ 119 w 236"/>
                <a:gd name="T61" fmla="*/ 51 h 236"/>
                <a:gd name="T62" fmla="*/ 152 w 236"/>
                <a:gd name="T63" fmla="*/ 84 h 236"/>
                <a:gd name="T64" fmla="*/ 152 w 236"/>
                <a:gd name="T65" fmla="*/ 102 h 236"/>
                <a:gd name="T66" fmla="*/ 161 w 236"/>
                <a:gd name="T67" fmla="*/ 102 h 236"/>
                <a:gd name="T68" fmla="*/ 164 w 236"/>
                <a:gd name="T69" fmla="*/ 105 h 236"/>
                <a:gd name="T70" fmla="*/ 164 w 236"/>
                <a:gd name="T71" fmla="*/ 161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6" h="236">
                  <a:moveTo>
                    <a:pt x="119" y="123"/>
                  </a:moveTo>
                  <a:cubicBezTo>
                    <a:pt x="114" y="123"/>
                    <a:pt x="111" y="127"/>
                    <a:pt x="111" y="131"/>
                  </a:cubicBezTo>
                  <a:cubicBezTo>
                    <a:pt x="111" y="134"/>
                    <a:pt x="112" y="136"/>
                    <a:pt x="115" y="138"/>
                  </a:cubicBezTo>
                  <a:cubicBezTo>
                    <a:pt x="115" y="150"/>
                    <a:pt x="115" y="150"/>
                    <a:pt x="115" y="150"/>
                  </a:cubicBezTo>
                  <a:cubicBezTo>
                    <a:pt x="115" y="152"/>
                    <a:pt x="116" y="154"/>
                    <a:pt x="118" y="154"/>
                  </a:cubicBezTo>
                  <a:cubicBezTo>
                    <a:pt x="119" y="154"/>
                    <a:pt x="119" y="154"/>
                    <a:pt x="119" y="154"/>
                  </a:cubicBezTo>
                  <a:cubicBezTo>
                    <a:pt x="121" y="154"/>
                    <a:pt x="122" y="152"/>
                    <a:pt x="122" y="150"/>
                  </a:cubicBezTo>
                  <a:cubicBezTo>
                    <a:pt x="122" y="138"/>
                    <a:pt x="122" y="138"/>
                    <a:pt x="122" y="138"/>
                  </a:cubicBezTo>
                  <a:cubicBezTo>
                    <a:pt x="125" y="136"/>
                    <a:pt x="126" y="134"/>
                    <a:pt x="126" y="131"/>
                  </a:cubicBezTo>
                  <a:cubicBezTo>
                    <a:pt x="126" y="126"/>
                    <a:pt x="123" y="123"/>
                    <a:pt x="119" y="123"/>
                  </a:cubicBezTo>
                  <a:close/>
                  <a:moveTo>
                    <a:pt x="119" y="66"/>
                  </a:moveTo>
                  <a:cubicBezTo>
                    <a:pt x="108" y="66"/>
                    <a:pt x="100" y="74"/>
                    <a:pt x="100" y="84"/>
                  </a:cubicBezTo>
                  <a:cubicBezTo>
                    <a:pt x="100" y="102"/>
                    <a:pt x="100" y="102"/>
                    <a:pt x="100" y="102"/>
                  </a:cubicBezTo>
                  <a:cubicBezTo>
                    <a:pt x="137" y="102"/>
                    <a:pt x="137" y="102"/>
                    <a:pt x="137" y="102"/>
                  </a:cubicBezTo>
                  <a:cubicBezTo>
                    <a:pt x="137" y="84"/>
                    <a:pt x="137" y="84"/>
                    <a:pt x="137" y="84"/>
                  </a:cubicBezTo>
                  <a:cubicBezTo>
                    <a:pt x="137" y="74"/>
                    <a:pt x="129" y="66"/>
                    <a:pt x="119" y="66"/>
                  </a:cubicBezTo>
                  <a:close/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64" y="161"/>
                  </a:moveTo>
                  <a:cubicBezTo>
                    <a:pt x="164" y="169"/>
                    <a:pt x="157" y="176"/>
                    <a:pt x="149" y="176"/>
                  </a:cubicBezTo>
                  <a:cubicBezTo>
                    <a:pt x="88" y="176"/>
                    <a:pt x="88" y="176"/>
                    <a:pt x="88" y="176"/>
                  </a:cubicBezTo>
                  <a:cubicBezTo>
                    <a:pt x="80" y="176"/>
                    <a:pt x="73" y="169"/>
                    <a:pt x="73" y="161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73" y="103"/>
                    <a:pt x="74" y="102"/>
                    <a:pt x="76" y="102"/>
                  </a:cubicBezTo>
                  <a:cubicBezTo>
                    <a:pt x="86" y="102"/>
                    <a:pt x="86" y="102"/>
                    <a:pt x="86" y="102"/>
                  </a:cubicBezTo>
                  <a:cubicBezTo>
                    <a:pt x="86" y="84"/>
                    <a:pt x="86" y="84"/>
                    <a:pt x="86" y="84"/>
                  </a:cubicBezTo>
                  <a:cubicBezTo>
                    <a:pt x="86" y="66"/>
                    <a:pt x="100" y="52"/>
                    <a:pt x="118" y="51"/>
                  </a:cubicBezTo>
                  <a:cubicBezTo>
                    <a:pt x="119" y="51"/>
                    <a:pt x="119" y="51"/>
                    <a:pt x="119" y="51"/>
                  </a:cubicBezTo>
                  <a:cubicBezTo>
                    <a:pt x="137" y="52"/>
                    <a:pt x="152" y="66"/>
                    <a:pt x="152" y="84"/>
                  </a:cubicBezTo>
                  <a:cubicBezTo>
                    <a:pt x="152" y="102"/>
                    <a:pt x="152" y="102"/>
                    <a:pt x="152" y="102"/>
                  </a:cubicBezTo>
                  <a:cubicBezTo>
                    <a:pt x="161" y="102"/>
                    <a:pt x="161" y="102"/>
                    <a:pt x="161" y="102"/>
                  </a:cubicBezTo>
                  <a:cubicBezTo>
                    <a:pt x="163" y="102"/>
                    <a:pt x="164" y="103"/>
                    <a:pt x="164" y="105"/>
                  </a:cubicBezTo>
                  <a:lnTo>
                    <a:pt x="164" y="1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4CB464E-8010-DDDE-45F2-6ED5AEB33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9208" y="1755662"/>
            <a:ext cx="33578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添加标题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793D1F61-224F-12EF-66CB-C023AB464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9208" y="3744881"/>
            <a:ext cx="3357811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添加标题</a:t>
            </a:r>
            <a:endParaRPr lang="en-US" altLang="zh-CN" sz="2000" b="1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09808C66-8C7A-901D-D401-ACD09679E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8" y="1755662"/>
            <a:ext cx="3160294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添加标题</a:t>
            </a:r>
            <a:endParaRPr lang="en-US" altLang="zh-CN" sz="2000" b="1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  <a:p>
            <a:pPr lvl="0" algn="r">
              <a:lnSpc>
                <a:spcPct val="150000"/>
              </a:lnSpc>
            </a:pPr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A0BA8E1D-78AB-5B8B-F926-B5E2D1009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8" y="3744881"/>
            <a:ext cx="3160294" cy="152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添加标题</a:t>
            </a:r>
            <a:endParaRPr lang="en-US" altLang="zh-CN" sz="2000" b="1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  <a:p>
            <a:pPr lvl="0" algn="r">
              <a:lnSpc>
                <a:spcPct val="150000"/>
              </a:lnSpc>
            </a:pPr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请您单击此处输入文本内容加以解释说明，可根据自己的需要适当地调整文字的颜色或者大小等属性。</a:t>
            </a:r>
          </a:p>
        </p:txBody>
      </p:sp>
    </p:spTree>
    <p:extLst>
      <p:ext uri="{BB962C8B-B14F-4D97-AF65-F5344CB8AC3E}">
        <p14:creationId xmlns:p14="http://schemas.microsoft.com/office/powerpoint/2010/main" val="118172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Tm="0">
        <p14:warp dir="in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750"/>
                            </p:stCondLst>
                            <p:childTnLst>
                              <p:par>
                                <p:cTn id="2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9F24ACDB-E4C3-F8CF-EFD6-8AACA7589203}"/>
              </a:ext>
            </a:extLst>
          </p:cNvPr>
          <p:cNvSpPr/>
          <p:nvPr/>
        </p:nvSpPr>
        <p:spPr>
          <a:xfrm rot="13309666" flipH="1">
            <a:off x="-543961" y="-452225"/>
            <a:ext cx="1261549" cy="1560327"/>
          </a:xfrm>
          <a:custGeom>
            <a:avLst/>
            <a:gdLst>
              <a:gd name="connsiteX0" fmla="*/ 2291801 w 2659024"/>
              <a:gd name="connsiteY0" fmla="*/ 2285896 h 3739830"/>
              <a:gd name="connsiteX1" fmla="*/ 2038521 w 2659024"/>
              <a:gd name="connsiteY1" fmla="*/ 1784080 h 3739830"/>
              <a:gd name="connsiteX2" fmla="*/ 2231828 w 2659024"/>
              <a:gd name="connsiteY2" fmla="*/ 1284775 h 3739830"/>
              <a:gd name="connsiteX3" fmla="*/ 2388036 w 2659024"/>
              <a:gd name="connsiteY3" fmla="*/ 764270 h 3739830"/>
              <a:gd name="connsiteX4" fmla="*/ 2233502 w 2659024"/>
              <a:gd name="connsiteY4" fmla="*/ 269148 h 3739830"/>
              <a:gd name="connsiteX5" fmla="*/ 2050236 w 2659024"/>
              <a:gd name="connsiteY5" fmla="*/ 82536 h 3739830"/>
              <a:gd name="connsiteX6" fmla="*/ 1947585 w 2659024"/>
              <a:gd name="connsiteY6" fmla="*/ 80863 h 3739830"/>
              <a:gd name="connsiteX7" fmla="*/ 1938659 w 2659024"/>
              <a:gd name="connsiteY7" fmla="*/ 83094 h 3739830"/>
              <a:gd name="connsiteX8" fmla="*/ 1899328 w 2659024"/>
              <a:gd name="connsiteY8" fmla="*/ 63290 h 3739830"/>
              <a:gd name="connsiteX9" fmla="*/ 827352 w 2659024"/>
              <a:gd name="connsiteY9" fmla="*/ 150319 h 3739830"/>
              <a:gd name="connsiteX10" fmla="*/ 386622 w 2659024"/>
              <a:gd name="connsiteY10" fmla="*/ 500112 h 3739830"/>
              <a:gd name="connsiteX11" fmla="*/ 270582 w 2659024"/>
              <a:gd name="connsiteY11" fmla="*/ 1054648 h 3739830"/>
              <a:gd name="connsiteX12" fmla="*/ 337529 w 2659024"/>
              <a:gd name="connsiteY12" fmla="*/ 1627594 h 3739830"/>
              <a:gd name="connsiteX13" fmla="*/ 59981 w 2659024"/>
              <a:gd name="connsiteY13" fmla="*/ 2164557 h 3739830"/>
              <a:gd name="connsiteX14" fmla="*/ 66117 w 2659024"/>
              <a:gd name="connsiteY14" fmla="*/ 2707656 h 3739830"/>
              <a:gd name="connsiteX15" fmla="*/ 477558 w 2659024"/>
              <a:gd name="connsiteY15" fmla="*/ 2965677 h 3739830"/>
              <a:gd name="connsiteX16" fmla="*/ 1027911 w 2659024"/>
              <a:gd name="connsiteY16" fmla="*/ 2985203 h 3739830"/>
              <a:gd name="connsiteX17" fmla="*/ 1425126 w 2659024"/>
              <a:gd name="connsiteY17" fmla="*/ 3214772 h 3739830"/>
              <a:gd name="connsiteX18" fmla="*/ 2143961 w 2659024"/>
              <a:gd name="connsiteY18" fmla="*/ 3732766 h 3739830"/>
              <a:gd name="connsiteX19" fmla="*/ 2615374 w 2659024"/>
              <a:gd name="connsiteY19" fmla="*/ 2799428 h 3739830"/>
              <a:gd name="connsiteX20" fmla="*/ 2291801 w 2659024"/>
              <a:gd name="connsiteY20" fmla="*/ 2285896 h 37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659024" h="3739830">
                <a:moveTo>
                  <a:pt x="2291801" y="2285896"/>
                </a:moveTo>
                <a:cubicBezTo>
                  <a:pt x="2174087" y="2139173"/>
                  <a:pt x="2045494" y="1980176"/>
                  <a:pt x="2038521" y="1784080"/>
                </a:cubicBezTo>
                <a:cubicBezTo>
                  <a:pt x="2042147" y="1599421"/>
                  <a:pt x="2147308" y="1442377"/>
                  <a:pt x="2231828" y="1284775"/>
                </a:cubicBezTo>
                <a:cubicBezTo>
                  <a:pt x="2318858" y="1121873"/>
                  <a:pt x="2388873" y="951998"/>
                  <a:pt x="2388036" y="764270"/>
                </a:cubicBezTo>
                <a:cubicBezTo>
                  <a:pt x="2387199" y="590489"/>
                  <a:pt x="2333084" y="411967"/>
                  <a:pt x="2233502" y="269148"/>
                </a:cubicBezTo>
                <a:cubicBezTo>
                  <a:pt x="2188313" y="204434"/>
                  <a:pt x="2125551" y="114057"/>
                  <a:pt x="2050236" y="82536"/>
                </a:cubicBezTo>
                <a:cubicBezTo>
                  <a:pt x="2013695" y="67195"/>
                  <a:pt x="1984127" y="75284"/>
                  <a:pt x="1947585" y="80863"/>
                </a:cubicBezTo>
                <a:cubicBezTo>
                  <a:pt x="1944796" y="81421"/>
                  <a:pt x="1941728" y="81979"/>
                  <a:pt x="1938659" y="83094"/>
                </a:cubicBezTo>
                <a:cubicBezTo>
                  <a:pt x="1935312" y="77237"/>
                  <a:pt x="1914670" y="68032"/>
                  <a:pt x="1899328" y="63290"/>
                </a:cubicBezTo>
                <a:cubicBezTo>
                  <a:pt x="1547860" y="-47729"/>
                  <a:pt x="1157620" y="-8956"/>
                  <a:pt x="827352" y="150319"/>
                </a:cubicBezTo>
                <a:cubicBezTo>
                  <a:pt x="659149" y="231491"/>
                  <a:pt x="499873" y="350042"/>
                  <a:pt x="386622" y="500112"/>
                </a:cubicBezTo>
                <a:cubicBezTo>
                  <a:pt x="261656" y="665524"/>
                  <a:pt x="233204" y="853531"/>
                  <a:pt x="270582" y="1054648"/>
                </a:cubicBezTo>
                <a:cubicBezTo>
                  <a:pt x="306287" y="1245723"/>
                  <a:pt x="398338" y="1431777"/>
                  <a:pt x="337529" y="1627594"/>
                </a:cubicBezTo>
                <a:cubicBezTo>
                  <a:pt x="277277" y="1820343"/>
                  <a:pt x="134737" y="1977108"/>
                  <a:pt x="59981" y="2164557"/>
                </a:cubicBezTo>
                <a:cubicBezTo>
                  <a:pt x="-8639" y="2336943"/>
                  <a:pt x="-32907" y="2541407"/>
                  <a:pt x="66117" y="2707656"/>
                </a:cubicBezTo>
                <a:cubicBezTo>
                  <a:pt x="153426" y="2854379"/>
                  <a:pt x="313818" y="2936109"/>
                  <a:pt x="477558" y="2965677"/>
                </a:cubicBezTo>
                <a:cubicBezTo>
                  <a:pt x="660823" y="2998871"/>
                  <a:pt x="843530" y="2972929"/>
                  <a:pt x="1027911" y="2985203"/>
                </a:cubicBezTo>
                <a:cubicBezTo>
                  <a:pt x="1204203" y="2996918"/>
                  <a:pt x="1326101" y="3071396"/>
                  <a:pt x="1425126" y="3214772"/>
                </a:cubicBezTo>
                <a:cubicBezTo>
                  <a:pt x="1603928" y="3473908"/>
                  <a:pt x="1772967" y="3791344"/>
                  <a:pt x="2143961" y="3732766"/>
                </a:cubicBezTo>
                <a:cubicBezTo>
                  <a:pt x="2582180" y="3663868"/>
                  <a:pt x="2745919" y="3181299"/>
                  <a:pt x="2615374" y="2799428"/>
                </a:cubicBezTo>
                <a:cubicBezTo>
                  <a:pt x="2548428" y="2603332"/>
                  <a:pt x="2419835" y="2445451"/>
                  <a:pt x="2291801" y="2285896"/>
                </a:cubicBezTo>
                <a:close/>
              </a:path>
            </a:pathLst>
          </a:custGeom>
          <a:solidFill>
            <a:srgbClr val="7E8A72"/>
          </a:solidFill>
          <a:ln w="244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7CA7EB-8ACF-75BE-3668-5D331A747F12}"/>
              </a:ext>
            </a:extLst>
          </p:cNvPr>
          <p:cNvGrpSpPr/>
          <p:nvPr/>
        </p:nvGrpSpPr>
        <p:grpSpPr>
          <a:xfrm>
            <a:off x="9539785" y="5610004"/>
            <a:ext cx="2884102" cy="2495992"/>
            <a:chOff x="8899022" y="5317131"/>
            <a:chExt cx="3438309" cy="297562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52D97EF-FFB4-7E97-621A-3EF96724ECEB}"/>
                </a:ext>
              </a:extLst>
            </p:cNvPr>
            <p:cNvSpPr/>
            <p:nvPr/>
          </p:nvSpPr>
          <p:spPr>
            <a:xfrm rot="10800000">
              <a:off x="10618177" y="5317131"/>
              <a:ext cx="1573823" cy="1540869"/>
            </a:xfrm>
            <a:custGeom>
              <a:avLst/>
              <a:gdLst>
                <a:gd name="connsiteX0" fmla="*/ 0 w 7004667"/>
                <a:gd name="connsiteY0" fmla="*/ 0 h 6858002"/>
                <a:gd name="connsiteX1" fmla="*/ 7004667 w 7004667"/>
                <a:gd name="connsiteY1" fmla="*/ 0 h 6858002"/>
                <a:gd name="connsiteX2" fmla="*/ 6927890 w 7004667"/>
                <a:gd name="connsiteY2" fmla="*/ 13049 h 6858002"/>
                <a:gd name="connsiteX3" fmla="*/ 4016144 w 7004667"/>
                <a:gd name="connsiteY3" fmla="*/ 3524955 h 6858002"/>
                <a:gd name="connsiteX4" fmla="*/ 980784 w 7004667"/>
                <a:gd name="connsiteY4" fmla="*/ 6858002 h 6858002"/>
                <a:gd name="connsiteX5" fmla="*/ 0 w 7004667"/>
                <a:gd name="connsiteY5" fmla="*/ 6858002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4667" h="6858002">
                  <a:moveTo>
                    <a:pt x="0" y="0"/>
                  </a:moveTo>
                  <a:lnTo>
                    <a:pt x="7004667" y="0"/>
                  </a:lnTo>
                  <a:lnTo>
                    <a:pt x="6927890" y="13049"/>
                  </a:lnTo>
                  <a:cubicBezTo>
                    <a:pt x="5094667" y="437170"/>
                    <a:pt x="6918515" y="3313232"/>
                    <a:pt x="4016144" y="3524955"/>
                  </a:cubicBezTo>
                  <a:cubicBezTo>
                    <a:pt x="933197" y="3670782"/>
                    <a:pt x="3682935" y="6027461"/>
                    <a:pt x="980784" y="6858002"/>
                  </a:cubicBezTo>
                  <a:lnTo>
                    <a:pt x="0" y="6858002"/>
                  </a:lnTo>
                  <a:close/>
                </a:path>
              </a:pathLst>
            </a:custGeom>
            <a:solidFill>
              <a:srgbClr val="CDC0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2AB46ADB-D1E6-D7E0-C3E1-1AEA17EF9883}"/>
                </a:ext>
              </a:extLst>
            </p:cNvPr>
            <p:cNvSpPr/>
            <p:nvPr/>
          </p:nvSpPr>
          <p:spPr>
            <a:xfrm rot="19222550" flipH="1">
              <a:off x="8899022" y="5832618"/>
              <a:ext cx="3438309" cy="2460133"/>
            </a:xfrm>
            <a:custGeom>
              <a:avLst/>
              <a:gdLst>
                <a:gd name="connsiteX0" fmla="*/ 6749971 w 6815402"/>
                <a:gd name="connsiteY0" fmla="*/ 786590 h 4876466"/>
                <a:gd name="connsiteX1" fmla="*/ 6748018 w 6815402"/>
                <a:gd name="connsiteY1" fmla="*/ 782405 h 4876466"/>
                <a:gd name="connsiteX2" fmla="*/ 6746902 w 6815402"/>
                <a:gd name="connsiteY2" fmla="*/ 779058 h 4876466"/>
                <a:gd name="connsiteX3" fmla="*/ 5340753 w 6815402"/>
                <a:gd name="connsiteY3" fmla="*/ 22847 h 4876466"/>
                <a:gd name="connsiteX4" fmla="*/ 3376439 w 6815402"/>
                <a:gd name="connsiteY4" fmla="*/ 789100 h 4876466"/>
                <a:gd name="connsiteX5" fmla="*/ 2839474 w 6815402"/>
                <a:gd name="connsiteY5" fmla="*/ 604441 h 4876466"/>
                <a:gd name="connsiteX6" fmla="*/ 2428592 w 6815402"/>
                <a:gd name="connsiteY6" fmla="*/ 310994 h 4876466"/>
                <a:gd name="connsiteX7" fmla="*/ 1587301 w 6815402"/>
                <a:gd name="connsiteY7" fmla="*/ 209459 h 4876466"/>
                <a:gd name="connsiteX8" fmla="*/ 968327 w 6815402"/>
                <a:gd name="connsiteY8" fmla="*/ 927455 h 4876466"/>
                <a:gd name="connsiteX9" fmla="*/ 850613 w 6815402"/>
                <a:gd name="connsiteY9" fmla="*/ 1348657 h 4876466"/>
                <a:gd name="connsiteX10" fmla="*/ 865118 w 6815402"/>
                <a:gd name="connsiteY10" fmla="*/ 1927182 h 4876466"/>
                <a:gd name="connsiteX11" fmla="*/ 441126 w 6815402"/>
                <a:gd name="connsiteY11" fmla="*/ 2960103 h 4876466"/>
                <a:gd name="connsiteX12" fmla="*/ 9601 w 6815402"/>
                <a:gd name="connsiteY12" fmla="*/ 3785212 h 4876466"/>
                <a:gd name="connsiteX13" fmla="*/ 267902 w 6815402"/>
                <a:gd name="connsiteY13" fmla="*/ 4615063 h 4876466"/>
                <a:gd name="connsiteX14" fmla="*/ 993432 w 6815402"/>
                <a:gd name="connsiteY14" fmla="*/ 4866111 h 4876466"/>
                <a:gd name="connsiteX15" fmla="*/ 1735140 w 6815402"/>
                <a:gd name="connsiteY15" fmla="*/ 4339469 h 4876466"/>
                <a:gd name="connsiteX16" fmla="*/ 2458718 w 6815402"/>
                <a:gd name="connsiteY16" fmla="*/ 3563732 h 4876466"/>
                <a:gd name="connsiteX17" fmla="*/ 3529299 w 6815402"/>
                <a:gd name="connsiteY17" fmla="*/ 3364847 h 4876466"/>
                <a:gd name="connsiteX18" fmla="*/ 4506156 w 6815402"/>
                <a:gd name="connsiteY18" fmla="*/ 3185487 h 4876466"/>
                <a:gd name="connsiteX19" fmla="*/ 4941307 w 6815402"/>
                <a:gd name="connsiteY19" fmla="*/ 2434855 h 4876466"/>
                <a:gd name="connsiteX20" fmla="*/ 5349679 w 6815402"/>
                <a:gd name="connsiteY20" fmla="*/ 1522158 h 4876466"/>
                <a:gd name="connsiteX21" fmla="*/ 5795987 w 6815402"/>
                <a:gd name="connsiteY21" fmla="*/ 1314068 h 4876466"/>
                <a:gd name="connsiteX22" fmla="*/ 6122071 w 6815402"/>
                <a:gd name="connsiteY22" fmla="*/ 1349773 h 4876466"/>
                <a:gd name="connsiteX23" fmla="*/ 6307847 w 6815402"/>
                <a:gd name="connsiteY23" fmla="*/ 1476412 h 4876466"/>
                <a:gd name="connsiteX24" fmla="*/ 6805202 w 6815402"/>
                <a:gd name="connsiteY24" fmla="*/ 1200539 h 4876466"/>
                <a:gd name="connsiteX25" fmla="*/ 6749971 w 6815402"/>
                <a:gd name="connsiteY25" fmla="*/ 786590 h 487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815402" h="4876466">
                  <a:moveTo>
                    <a:pt x="6749971" y="786590"/>
                  </a:moveTo>
                  <a:cubicBezTo>
                    <a:pt x="6749413" y="785195"/>
                    <a:pt x="6748576" y="783800"/>
                    <a:pt x="6748018" y="782405"/>
                  </a:cubicBezTo>
                  <a:cubicBezTo>
                    <a:pt x="6747739" y="781290"/>
                    <a:pt x="6747460" y="780174"/>
                    <a:pt x="6746902" y="779058"/>
                  </a:cubicBezTo>
                  <a:cubicBezTo>
                    <a:pt x="6515101" y="236796"/>
                    <a:pt x="5922348" y="-92076"/>
                    <a:pt x="5340753" y="22847"/>
                  </a:cubicBezTo>
                  <a:cubicBezTo>
                    <a:pt x="4643675" y="160645"/>
                    <a:pt x="4114521" y="803047"/>
                    <a:pt x="3376439" y="789100"/>
                  </a:cubicBezTo>
                  <a:cubicBezTo>
                    <a:pt x="3178111" y="785474"/>
                    <a:pt x="3001261" y="716854"/>
                    <a:pt x="2839474" y="604441"/>
                  </a:cubicBezTo>
                  <a:cubicBezTo>
                    <a:pt x="2701119" y="508206"/>
                    <a:pt x="2575316" y="395234"/>
                    <a:pt x="2428592" y="310994"/>
                  </a:cubicBezTo>
                  <a:cubicBezTo>
                    <a:pt x="2178380" y="167339"/>
                    <a:pt x="1861501" y="80030"/>
                    <a:pt x="1587301" y="209459"/>
                  </a:cubicBezTo>
                  <a:cubicBezTo>
                    <a:pt x="1311984" y="339446"/>
                    <a:pt x="1093572" y="659671"/>
                    <a:pt x="968327" y="927455"/>
                  </a:cubicBezTo>
                  <a:cubicBezTo>
                    <a:pt x="906123" y="1060510"/>
                    <a:pt x="863166" y="1201934"/>
                    <a:pt x="850613" y="1348657"/>
                  </a:cubicBezTo>
                  <a:cubicBezTo>
                    <a:pt x="834156" y="1541405"/>
                    <a:pt x="872092" y="1734154"/>
                    <a:pt x="865118" y="1927182"/>
                  </a:cubicBezTo>
                  <a:cubicBezTo>
                    <a:pt x="850892" y="2320210"/>
                    <a:pt x="686037" y="2659961"/>
                    <a:pt x="441126" y="2960103"/>
                  </a:cubicBezTo>
                  <a:cubicBezTo>
                    <a:pt x="237776" y="3209476"/>
                    <a:pt x="52558" y="3456619"/>
                    <a:pt x="9601" y="3785212"/>
                  </a:cubicBezTo>
                  <a:cubicBezTo>
                    <a:pt x="-29730" y="4085632"/>
                    <a:pt x="50885" y="4397210"/>
                    <a:pt x="267902" y="4615063"/>
                  </a:cubicBezTo>
                  <a:cubicBezTo>
                    <a:pt x="455631" y="4803628"/>
                    <a:pt x="727321" y="4911578"/>
                    <a:pt x="993432" y="4866111"/>
                  </a:cubicBezTo>
                  <a:cubicBezTo>
                    <a:pt x="1305011" y="4813111"/>
                    <a:pt x="1546854" y="4578243"/>
                    <a:pt x="1735140" y="4339469"/>
                  </a:cubicBezTo>
                  <a:cubicBezTo>
                    <a:pt x="1956342" y="4058853"/>
                    <a:pt x="2145744" y="3753133"/>
                    <a:pt x="2458718" y="3563732"/>
                  </a:cubicBezTo>
                  <a:cubicBezTo>
                    <a:pt x="2792333" y="3361778"/>
                    <a:pt x="3149380" y="3339463"/>
                    <a:pt x="3529299" y="3364847"/>
                  </a:cubicBezTo>
                  <a:cubicBezTo>
                    <a:pt x="3871562" y="3387720"/>
                    <a:pt x="4215219" y="3393578"/>
                    <a:pt x="4506156" y="3185487"/>
                  </a:cubicBezTo>
                  <a:cubicBezTo>
                    <a:pt x="4761389" y="3003059"/>
                    <a:pt x="4883566" y="2736112"/>
                    <a:pt x="4941307" y="2434855"/>
                  </a:cubicBezTo>
                  <a:cubicBezTo>
                    <a:pt x="5007695" y="2088689"/>
                    <a:pt x="5061531" y="1758980"/>
                    <a:pt x="5349679" y="1522158"/>
                  </a:cubicBezTo>
                  <a:cubicBezTo>
                    <a:pt x="5477156" y="1417277"/>
                    <a:pt x="5633085" y="1342241"/>
                    <a:pt x="5795987" y="1314068"/>
                  </a:cubicBezTo>
                  <a:cubicBezTo>
                    <a:pt x="5903380" y="1295379"/>
                    <a:pt x="6022488" y="1302910"/>
                    <a:pt x="6122071" y="1349773"/>
                  </a:cubicBezTo>
                  <a:cubicBezTo>
                    <a:pt x="6191528" y="1382409"/>
                    <a:pt x="6240900" y="1441823"/>
                    <a:pt x="6307847" y="1476412"/>
                  </a:cubicBezTo>
                  <a:cubicBezTo>
                    <a:pt x="6526538" y="1589104"/>
                    <a:pt x="6762244" y="1420624"/>
                    <a:pt x="6805202" y="1200539"/>
                  </a:cubicBezTo>
                  <a:cubicBezTo>
                    <a:pt x="6832817" y="1060789"/>
                    <a:pt x="6801017" y="916855"/>
                    <a:pt x="6749971" y="786590"/>
                  </a:cubicBezTo>
                  <a:close/>
                </a:path>
              </a:pathLst>
            </a:custGeom>
            <a:solidFill>
              <a:srgbClr val="DA9AA5"/>
            </a:solidFill>
            <a:ln w="244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8" name="文本框 20">
            <a:extLst>
              <a:ext uri="{FF2B5EF4-FFF2-40B4-BE49-F238E27FC236}">
                <a16:creationId xmlns:a16="http://schemas.microsoft.com/office/drawing/2014/main" id="{8F5CBAC2-D21F-C779-31FA-D9E0BD246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647" y="388099"/>
            <a:ext cx="27673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存在主要问题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C2BB5A4-29F4-AE3F-13B9-0012F337CCC2}"/>
              </a:ext>
            </a:extLst>
          </p:cNvPr>
          <p:cNvGrpSpPr/>
          <p:nvPr/>
        </p:nvGrpSpPr>
        <p:grpSpPr>
          <a:xfrm>
            <a:off x="940052" y="1671312"/>
            <a:ext cx="1817902" cy="2050525"/>
            <a:chOff x="1971409" y="2139368"/>
            <a:chExt cx="1817902" cy="2050525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66E35ED7-ED05-A9FD-7ED8-D14519DE3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409" y="2139368"/>
              <a:ext cx="1817902" cy="2050525"/>
            </a:xfrm>
            <a:custGeom>
              <a:avLst/>
              <a:gdLst>
                <a:gd name="T0" fmla="*/ 311 w 622"/>
                <a:gd name="T1" fmla="*/ 702 h 702"/>
                <a:gd name="T2" fmla="*/ 91 w 622"/>
                <a:gd name="T3" fmla="*/ 512 h 702"/>
                <a:gd name="T4" fmla="*/ 0 w 622"/>
                <a:gd name="T5" fmla="*/ 159 h 702"/>
                <a:gd name="T6" fmla="*/ 7 w 622"/>
                <a:gd name="T7" fmla="*/ 29 h 702"/>
                <a:gd name="T8" fmla="*/ 146 w 622"/>
                <a:gd name="T9" fmla="*/ 84 h 702"/>
                <a:gd name="T10" fmla="*/ 312 w 622"/>
                <a:gd name="T11" fmla="*/ 0 h 702"/>
                <a:gd name="T12" fmla="*/ 477 w 622"/>
                <a:gd name="T13" fmla="*/ 84 h 702"/>
                <a:gd name="T14" fmla="*/ 616 w 622"/>
                <a:gd name="T15" fmla="*/ 29 h 702"/>
                <a:gd name="T16" fmla="*/ 622 w 622"/>
                <a:gd name="T17" fmla="*/ 159 h 702"/>
                <a:gd name="T18" fmla="*/ 532 w 622"/>
                <a:gd name="T19" fmla="*/ 512 h 702"/>
                <a:gd name="T20" fmla="*/ 311 w 622"/>
                <a:gd name="T21" fmla="*/ 702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2" h="702">
                  <a:moveTo>
                    <a:pt x="311" y="702"/>
                  </a:moveTo>
                  <a:cubicBezTo>
                    <a:pt x="225" y="675"/>
                    <a:pt x="147" y="607"/>
                    <a:pt x="91" y="512"/>
                  </a:cubicBezTo>
                  <a:cubicBezTo>
                    <a:pt x="33" y="412"/>
                    <a:pt x="0" y="287"/>
                    <a:pt x="0" y="159"/>
                  </a:cubicBezTo>
                  <a:cubicBezTo>
                    <a:pt x="0" y="123"/>
                    <a:pt x="3" y="71"/>
                    <a:pt x="7" y="29"/>
                  </a:cubicBezTo>
                  <a:cubicBezTo>
                    <a:pt x="44" y="64"/>
                    <a:pt x="94" y="84"/>
                    <a:pt x="146" y="84"/>
                  </a:cubicBezTo>
                  <a:cubicBezTo>
                    <a:pt x="212" y="84"/>
                    <a:pt x="273" y="52"/>
                    <a:pt x="312" y="0"/>
                  </a:cubicBezTo>
                  <a:cubicBezTo>
                    <a:pt x="350" y="52"/>
                    <a:pt x="412" y="84"/>
                    <a:pt x="477" y="84"/>
                  </a:cubicBezTo>
                  <a:cubicBezTo>
                    <a:pt x="529" y="84"/>
                    <a:pt x="578" y="64"/>
                    <a:pt x="616" y="29"/>
                  </a:cubicBezTo>
                  <a:cubicBezTo>
                    <a:pt x="620" y="71"/>
                    <a:pt x="622" y="124"/>
                    <a:pt x="622" y="159"/>
                  </a:cubicBezTo>
                  <a:cubicBezTo>
                    <a:pt x="622" y="287"/>
                    <a:pt x="590" y="412"/>
                    <a:pt x="532" y="512"/>
                  </a:cubicBezTo>
                  <a:cubicBezTo>
                    <a:pt x="475" y="607"/>
                    <a:pt x="397" y="675"/>
                    <a:pt x="311" y="702"/>
                  </a:cubicBezTo>
                  <a:close/>
                </a:path>
              </a:pathLst>
            </a:custGeom>
            <a:solidFill>
              <a:srgbClr val="7E8A72"/>
            </a:solidFill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224D9DB6-1625-1F14-B79E-DD3C99A3B411}"/>
                </a:ext>
              </a:extLst>
            </p:cNvPr>
            <p:cNvGrpSpPr/>
            <p:nvPr/>
          </p:nvGrpSpPr>
          <p:grpSpPr>
            <a:xfrm>
              <a:off x="2567900" y="2822256"/>
              <a:ext cx="606631" cy="601073"/>
              <a:chOff x="8185151" y="600075"/>
              <a:chExt cx="1212850" cy="1201738"/>
            </a:xfrm>
          </p:grpSpPr>
          <p:sp>
            <p:nvSpPr>
              <p:cNvPr id="10" name="Freeform 13">
                <a:extLst>
                  <a:ext uri="{FF2B5EF4-FFF2-40B4-BE49-F238E27FC236}">
                    <a16:creationId xmlns:a16="http://schemas.microsoft.com/office/drawing/2014/main" id="{DC2F3307-A3F9-D467-3C93-750EC6C3C8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0088" y="828675"/>
                <a:ext cx="919163" cy="973138"/>
              </a:xfrm>
              <a:custGeom>
                <a:avLst/>
                <a:gdLst>
                  <a:gd name="T0" fmla="*/ 123 w 245"/>
                  <a:gd name="T1" fmla="*/ 0 h 259"/>
                  <a:gd name="T2" fmla="*/ 0 w 245"/>
                  <a:gd name="T3" fmla="*/ 155 h 259"/>
                  <a:gd name="T4" fmla="*/ 0 w 245"/>
                  <a:gd name="T5" fmla="*/ 246 h 259"/>
                  <a:gd name="T6" fmla="*/ 16 w 245"/>
                  <a:gd name="T7" fmla="*/ 259 h 259"/>
                  <a:gd name="T8" fmla="*/ 96 w 245"/>
                  <a:gd name="T9" fmla="*/ 259 h 259"/>
                  <a:gd name="T10" fmla="*/ 96 w 245"/>
                  <a:gd name="T11" fmla="*/ 167 h 259"/>
                  <a:gd name="T12" fmla="*/ 151 w 245"/>
                  <a:gd name="T13" fmla="*/ 167 h 259"/>
                  <a:gd name="T14" fmla="*/ 151 w 245"/>
                  <a:gd name="T15" fmla="*/ 259 h 259"/>
                  <a:gd name="T16" fmla="*/ 230 w 245"/>
                  <a:gd name="T17" fmla="*/ 259 h 259"/>
                  <a:gd name="T18" fmla="*/ 245 w 245"/>
                  <a:gd name="T19" fmla="*/ 246 h 259"/>
                  <a:gd name="T20" fmla="*/ 245 w 245"/>
                  <a:gd name="T21" fmla="*/ 144 h 259"/>
                  <a:gd name="T22" fmla="*/ 123 w 245"/>
                  <a:gd name="T23" fmla="*/ 0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5" h="259">
                    <a:moveTo>
                      <a:pt x="123" y="0"/>
                    </a:moveTo>
                    <a:cubicBezTo>
                      <a:pt x="0" y="155"/>
                      <a:pt x="0" y="155"/>
                      <a:pt x="0" y="155"/>
                    </a:cubicBezTo>
                    <a:cubicBezTo>
                      <a:pt x="0" y="246"/>
                      <a:pt x="0" y="246"/>
                      <a:pt x="0" y="246"/>
                    </a:cubicBezTo>
                    <a:cubicBezTo>
                      <a:pt x="0" y="253"/>
                      <a:pt x="7" y="259"/>
                      <a:pt x="16" y="259"/>
                    </a:cubicBezTo>
                    <a:cubicBezTo>
                      <a:pt x="96" y="259"/>
                      <a:pt x="96" y="259"/>
                      <a:pt x="96" y="259"/>
                    </a:cubicBezTo>
                    <a:cubicBezTo>
                      <a:pt x="96" y="167"/>
                      <a:pt x="96" y="167"/>
                      <a:pt x="96" y="167"/>
                    </a:cubicBezTo>
                    <a:cubicBezTo>
                      <a:pt x="151" y="167"/>
                      <a:pt x="151" y="167"/>
                      <a:pt x="151" y="167"/>
                    </a:cubicBezTo>
                    <a:cubicBezTo>
                      <a:pt x="151" y="259"/>
                      <a:pt x="151" y="259"/>
                      <a:pt x="151" y="259"/>
                    </a:cubicBezTo>
                    <a:cubicBezTo>
                      <a:pt x="230" y="259"/>
                      <a:pt x="230" y="259"/>
                      <a:pt x="230" y="259"/>
                    </a:cubicBezTo>
                    <a:cubicBezTo>
                      <a:pt x="238" y="259"/>
                      <a:pt x="245" y="253"/>
                      <a:pt x="245" y="246"/>
                    </a:cubicBezTo>
                    <a:cubicBezTo>
                      <a:pt x="245" y="144"/>
                      <a:pt x="245" y="144"/>
                      <a:pt x="245" y="144"/>
                    </a:cubicBezTo>
                    <a:cubicBezTo>
                      <a:pt x="245" y="137"/>
                      <a:pt x="123" y="0"/>
                      <a:pt x="12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1" name="Freeform 14">
                <a:extLst>
                  <a:ext uri="{FF2B5EF4-FFF2-40B4-BE49-F238E27FC236}">
                    <a16:creationId xmlns:a16="http://schemas.microsoft.com/office/drawing/2014/main" id="{19548C71-F283-3D75-107C-FEB01C12E6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85151" y="600075"/>
                <a:ext cx="1212850" cy="811213"/>
              </a:xfrm>
              <a:custGeom>
                <a:avLst/>
                <a:gdLst>
                  <a:gd name="T0" fmla="*/ 319 w 323"/>
                  <a:gd name="T1" fmla="*/ 184 h 216"/>
                  <a:gd name="T2" fmla="*/ 169 w 323"/>
                  <a:gd name="T3" fmla="*/ 5 h 216"/>
                  <a:gd name="T4" fmla="*/ 158 w 323"/>
                  <a:gd name="T5" fmla="*/ 0 h 216"/>
                  <a:gd name="T6" fmla="*/ 147 w 323"/>
                  <a:gd name="T7" fmla="*/ 5 h 216"/>
                  <a:gd name="T8" fmla="*/ 4 w 323"/>
                  <a:gd name="T9" fmla="*/ 188 h 216"/>
                  <a:gd name="T10" fmla="*/ 6 w 323"/>
                  <a:gd name="T11" fmla="*/ 209 h 216"/>
                  <a:gd name="T12" fmla="*/ 24 w 323"/>
                  <a:gd name="T13" fmla="*/ 211 h 216"/>
                  <a:gd name="T14" fmla="*/ 159 w 323"/>
                  <a:gd name="T15" fmla="*/ 42 h 216"/>
                  <a:gd name="T16" fmla="*/ 299 w 323"/>
                  <a:gd name="T17" fmla="*/ 207 h 216"/>
                  <a:gd name="T18" fmla="*/ 317 w 323"/>
                  <a:gd name="T19" fmla="*/ 205 h 216"/>
                  <a:gd name="T20" fmla="*/ 319 w 323"/>
                  <a:gd name="T21" fmla="*/ 184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23" h="216">
                    <a:moveTo>
                      <a:pt x="319" y="184"/>
                    </a:moveTo>
                    <a:cubicBezTo>
                      <a:pt x="319" y="184"/>
                      <a:pt x="171" y="7"/>
                      <a:pt x="169" y="5"/>
                    </a:cubicBezTo>
                    <a:cubicBezTo>
                      <a:pt x="166" y="1"/>
                      <a:pt x="162" y="0"/>
                      <a:pt x="158" y="0"/>
                    </a:cubicBezTo>
                    <a:cubicBezTo>
                      <a:pt x="154" y="0"/>
                      <a:pt x="150" y="1"/>
                      <a:pt x="147" y="5"/>
                    </a:cubicBezTo>
                    <a:cubicBezTo>
                      <a:pt x="145" y="8"/>
                      <a:pt x="4" y="188"/>
                      <a:pt x="4" y="188"/>
                    </a:cubicBezTo>
                    <a:cubicBezTo>
                      <a:pt x="0" y="194"/>
                      <a:pt x="1" y="203"/>
                      <a:pt x="6" y="209"/>
                    </a:cubicBezTo>
                    <a:cubicBezTo>
                      <a:pt x="12" y="215"/>
                      <a:pt x="20" y="216"/>
                      <a:pt x="24" y="211"/>
                    </a:cubicBezTo>
                    <a:cubicBezTo>
                      <a:pt x="159" y="42"/>
                      <a:pt x="159" y="42"/>
                      <a:pt x="159" y="42"/>
                    </a:cubicBezTo>
                    <a:cubicBezTo>
                      <a:pt x="299" y="207"/>
                      <a:pt x="299" y="207"/>
                      <a:pt x="299" y="207"/>
                    </a:cubicBezTo>
                    <a:cubicBezTo>
                      <a:pt x="304" y="213"/>
                      <a:pt x="312" y="212"/>
                      <a:pt x="317" y="205"/>
                    </a:cubicBezTo>
                    <a:cubicBezTo>
                      <a:pt x="323" y="199"/>
                      <a:pt x="323" y="189"/>
                      <a:pt x="319" y="18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6AA8DF1-6EF5-B3C9-A8CB-246E805BE56E}"/>
              </a:ext>
            </a:extLst>
          </p:cNvPr>
          <p:cNvGrpSpPr/>
          <p:nvPr/>
        </p:nvGrpSpPr>
        <p:grpSpPr>
          <a:xfrm>
            <a:off x="3742901" y="1671312"/>
            <a:ext cx="1817902" cy="2050525"/>
            <a:chOff x="4189467" y="2139368"/>
            <a:chExt cx="1817902" cy="2050525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9A3CB49C-CF36-B765-E39B-06EF9D8B5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9467" y="2139368"/>
              <a:ext cx="1817902" cy="2050525"/>
            </a:xfrm>
            <a:custGeom>
              <a:avLst/>
              <a:gdLst>
                <a:gd name="T0" fmla="*/ 311 w 622"/>
                <a:gd name="T1" fmla="*/ 702 h 702"/>
                <a:gd name="T2" fmla="*/ 91 w 622"/>
                <a:gd name="T3" fmla="*/ 512 h 702"/>
                <a:gd name="T4" fmla="*/ 0 w 622"/>
                <a:gd name="T5" fmla="*/ 159 h 702"/>
                <a:gd name="T6" fmla="*/ 7 w 622"/>
                <a:gd name="T7" fmla="*/ 29 h 702"/>
                <a:gd name="T8" fmla="*/ 146 w 622"/>
                <a:gd name="T9" fmla="*/ 84 h 702"/>
                <a:gd name="T10" fmla="*/ 312 w 622"/>
                <a:gd name="T11" fmla="*/ 0 h 702"/>
                <a:gd name="T12" fmla="*/ 477 w 622"/>
                <a:gd name="T13" fmla="*/ 84 h 702"/>
                <a:gd name="T14" fmla="*/ 616 w 622"/>
                <a:gd name="T15" fmla="*/ 29 h 702"/>
                <a:gd name="T16" fmla="*/ 622 w 622"/>
                <a:gd name="T17" fmla="*/ 159 h 702"/>
                <a:gd name="T18" fmla="*/ 532 w 622"/>
                <a:gd name="T19" fmla="*/ 512 h 702"/>
                <a:gd name="T20" fmla="*/ 311 w 622"/>
                <a:gd name="T21" fmla="*/ 702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2" h="702">
                  <a:moveTo>
                    <a:pt x="311" y="702"/>
                  </a:moveTo>
                  <a:cubicBezTo>
                    <a:pt x="225" y="675"/>
                    <a:pt x="147" y="607"/>
                    <a:pt x="91" y="512"/>
                  </a:cubicBezTo>
                  <a:cubicBezTo>
                    <a:pt x="33" y="412"/>
                    <a:pt x="0" y="287"/>
                    <a:pt x="0" y="159"/>
                  </a:cubicBezTo>
                  <a:cubicBezTo>
                    <a:pt x="0" y="123"/>
                    <a:pt x="3" y="71"/>
                    <a:pt x="7" y="29"/>
                  </a:cubicBezTo>
                  <a:cubicBezTo>
                    <a:pt x="44" y="64"/>
                    <a:pt x="94" y="84"/>
                    <a:pt x="146" y="84"/>
                  </a:cubicBezTo>
                  <a:cubicBezTo>
                    <a:pt x="212" y="84"/>
                    <a:pt x="273" y="52"/>
                    <a:pt x="312" y="0"/>
                  </a:cubicBezTo>
                  <a:cubicBezTo>
                    <a:pt x="350" y="52"/>
                    <a:pt x="412" y="84"/>
                    <a:pt x="477" y="84"/>
                  </a:cubicBezTo>
                  <a:cubicBezTo>
                    <a:pt x="529" y="84"/>
                    <a:pt x="578" y="64"/>
                    <a:pt x="616" y="29"/>
                  </a:cubicBezTo>
                  <a:cubicBezTo>
                    <a:pt x="620" y="71"/>
                    <a:pt x="622" y="124"/>
                    <a:pt x="622" y="159"/>
                  </a:cubicBezTo>
                  <a:cubicBezTo>
                    <a:pt x="622" y="287"/>
                    <a:pt x="590" y="412"/>
                    <a:pt x="532" y="512"/>
                  </a:cubicBezTo>
                  <a:cubicBezTo>
                    <a:pt x="475" y="607"/>
                    <a:pt x="397" y="675"/>
                    <a:pt x="311" y="702"/>
                  </a:cubicBezTo>
                  <a:close/>
                </a:path>
              </a:pathLst>
            </a:custGeom>
            <a:solidFill>
              <a:srgbClr val="DA9AA5"/>
            </a:solidFill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E1A5CF27-982C-454A-4E6A-15BD68355C7F}"/>
                </a:ext>
              </a:extLst>
            </p:cNvPr>
            <p:cNvGrpSpPr/>
            <p:nvPr/>
          </p:nvGrpSpPr>
          <p:grpSpPr>
            <a:xfrm>
              <a:off x="4671224" y="2798188"/>
              <a:ext cx="749522" cy="625141"/>
              <a:chOff x="2760663" y="5032375"/>
              <a:chExt cx="1473200" cy="1228726"/>
            </a:xfrm>
          </p:grpSpPr>
          <p:sp>
            <p:nvSpPr>
              <p:cNvPr id="15" name="Freeform 15">
                <a:extLst>
                  <a:ext uri="{FF2B5EF4-FFF2-40B4-BE49-F238E27FC236}">
                    <a16:creationId xmlns:a16="http://schemas.microsoft.com/office/drawing/2014/main" id="{6815B128-609C-6FC7-BE42-F72B4D534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5138" y="5856288"/>
                <a:ext cx="285750" cy="404813"/>
              </a:xfrm>
              <a:custGeom>
                <a:avLst/>
                <a:gdLst>
                  <a:gd name="T0" fmla="*/ 76 w 76"/>
                  <a:gd name="T1" fmla="*/ 103 h 108"/>
                  <a:gd name="T2" fmla="*/ 62 w 76"/>
                  <a:gd name="T3" fmla="*/ 108 h 108"/>
                  <a:gd name="T4" fmla="*/ 13 w 76"/>
                  <a:gd name="T5" fmla="*/ 108 h 108"/>
                  <a:gd name="T6" fmla="*/ 0 w 76"/>
                  <a:gd name="T7" fmla="*/ 103 h 108"/>
                  <a:gd name="T8" fmla="*/ 0 w 76"/>
                  <a:gd name="T9" fmla="*/ 5 h 108"/>
                  <a:gd name="T10" fmla="*/ 13 w 76"/>
                  <a:gd name="T11" fmla="*/ 0 h 108"/>
                  <a:gd name="T12" fmla="*/ 62 w 76"/>
                  <a:gd name="T13" fmla="*/ 0 h 108"/>
                  <a:gd name="T14" fmla="*/ 76 w 76"/>
                  <a:gd name="T15" fmla="*/ 5 h 108"/>
                  <a:gd name="T16" fmla="*/ 76 w 76"/>
                  <a:gd name="T17" fmla="*/ 103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108">
                    <a:moveTo>
                      <a:pt x="76" y="103"/>
                    </a:moveTo>
                    <a:cubicBezTo>
                      <a:pt x="76" y="106"/>
                      <a:pt x="70" y="108"/>
                      <a:pt x="62" y="108"/>
                    </a:cubicBezTo>
                    <a:cubicBezTo>
                      <a:pt x="13" y="108"/>
                      <a:pt x="13" y="108"/>
                      <a:pt x="13" y="108"/>
                    </a:cubicBezTo>
                    <a:cubicBezTo>
                      <a:pt x="6" y="108"/>
                      <a:pt x="0" y="106"/>
                      <a:pt x="0" y="103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6" y="0"/>
                      <a:pt x="13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70" y="0"/>
                      <a:pt x="76" y="2"/>
                      <a:pt x="76" y="5"/>
                    </a:cubicBezTo>
                    <a:lnTo>
                      <a:pt x="76" y="1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61768D86-A14A-4187-A96D-EA7D6BDEC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1051" y="5645150"/>
                <a:ext cx="284163" cy="615950"/>
              </a:xfrm>
              <a:custGeom>
                <a:avLst/>
                <a:gdLst>
                  <a:gd name="T0" fmla="*/ 76 w 76"/>
                  <a:gd name="T1" fmla="*/ 156 h 164"/>
                  <a:gd name="T2" fmla="*/ 62 w 76"/>
                  <a:gd name="T3" fmla="*/ 164 h 164"/>
                  <a:gd name="T4" fmla="*/ 13 w 76"/>
                  <a:gd name="T5" fmla="*/ 164 h 164"/>
                  <a:gd name="T6" fmla="*/ 0 w 76"/>
                  <a:gd name="T7" fmla="*/ 156 h 164"/>
                  <a:gd name="T8" fmla="*/ 0 w 76"/>
                  <a:gd name="T9" fmla="*/ 7 h 164"/>
                  <a:gd name="T10" fmla="*/ 13 w 76"/>
                  <a:gd name="T11" fmla="*/ 0 h 164"/>
                  <a:gd name="T12" fmla="*/ 62 w 76"/>
                  <a:gd name="T13" fmla="*/ 0 h 164"/>
                  <a:gd name="T14" fmla="*/ 76 w 76"/>
                  <a:gd name="T15" fmla="*/ 7 h 164"/>
                  <a:gd name="T16" fmla="*/ 76 w 76"/>
                  <a:gd name="T17" fmla="*/ 156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164">
                    <a:moveTo>
                      <a:pt x="76" y="156"/>
                    </a:moveTo>
                    <a:cubicBezTo>
                      <a:pt x="76" y="160"/>
                      <a:pt x="70" y="164"/>
                      <a:pt x="62" y="164"/>
                    </a:cubicBezTo>
                    <a:cubicBezTo>
                      <a:pt x="13" y="164"/>
                      <a:pt x="13" y="164"/>
                      <a:pt x="13" y="164"/>
                    </a:cubicBezTo>
                    <a:cubicBezTo>
                      <a:pt x="6" y="164"/>
                      <a:pt x="0" y="160"/>
                      <a:pt x="0" y="15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6" y="0"/>
                      <a:pt x="13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70" y="0"/>
                      <a:pt x="76" y="3"/>
                      <a:pt x="76" y="7"/>
                    </a:cubicBezTo>
                    <a:lnTo>
                      <a:pt x="76" y="1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2CA9D66B-B084-00B8-3A6A-C34E114654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5376" y="5397500"/>
                <a:ext cx="282575" cy="863600"/>
              </a:xfrm>
              <a:custGeom>
                <a:avLst/>
                <a:gdLst>
                  <a:gd name="T0" fmla="*/ 75 w 75"/>
                  <a:gd name="T1" fmla="*/ 219 h 230"/>
                  <a:gd name="T2" fmla="*/ 62 w 75"/>
                  <a:gd name="T3" fmla="*/ 230 h 230"/>
                  <a:gd name="T4" fmla="*/ 13 w 75"/>
                  <a:gd name="T5" fmla="*/ 230 h 230"/>
                  <a:gd name="T6" fmla="*/ 0 w 75"/>
                  <a:gd name="T7" fmla="*/ 219 h 230"/>
                  <a:gd name="T8" fmla="*/ 0 w 75"/>
                  <a:gd name="T9" fmla="*/ 10 h 230"/>
                  <a:gd name="T10" fmla="*/ 13 w 75"/>
                  <a:gd name="T11" fmla="*/ 0 h 230"/>
                  <a:gd name="T12" fmla="*/ 62 w 75"/>
                  <a:gd name="T13" fmla="*/ 0 h 230"/>
                  <a:gd name="T14" fmla="*/ 75 w 75"/>
                  <a:gd name="T15" fmla="*/ 10 h 230"/>
                  <a:gd name="T16" fmla="*/ 75 w 75"/>
                  <a:gd name="T17" fmla="*/ 219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230">
                    <a:moveTo>
                      <a:pt x="75" y="219"/>
                    </a:moveTo>
                    <a:cubicBezTo>
                      <a:pt x="75" y="225"/>
                      <a:pt x="70" y="230"/>
                      <a:pt x="62" y="230"/>
                    </a:cubicBezTo>
                    <a:cubicBezTo>
                      <a:pt x="13" y="230"/>
                      <a:pt x="13" y="230"/>
                      <a:pt x="13" y="230"/>
                    </a:cubicBezTo>
                    <a:cubicBezTo>
                      <a:pt x="6" y="230"/>
                      <a:pt x="0" y="225"/>
                      <a:pt x="0" y="21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6" y="0"/>
                      <a:pt x="13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70" y="0"/>
                      <a:pt x="75" y="4"/>
                      <a:pt x="75" y="10"/>
                    </a:cubicBezTo>
                    <a:lnTo>
                      <a:pt x="75" y="21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" name="Freeform 18">
                <a:extLst>
                  <a:ext uri="{FF2B5EF4-FFF2-40B4-BE49-F238E27FC236}">
                    <a16:creationId xmlns:a16="http://schemas.microsoft.com/office/drawing/2014/main" id="{5576BDA6-B22B-32F0-DADB-B11BFD17E0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1288" y="5205413"/>
                <a:ext cx="282575" cy="1055688"/>
              </a:xfrm>
              <a:custGeom>
                <a:avLst/>
                <a:gdLst>
                  <a:gd name="T0" fmla="*/ 75 w 75"/>
                  <a:gd name="T1" fmla="*/ 268 h 281"/>
                  <a:gd name="T2" fmla="*/ 62 w 75"/>
                  <a:gd name="T3" fmla="*/ 281 h 281"/>
                  <a:gd name="T4" fmla="*/ 13 w 75"/>
                  <a:gd name="T5" fmla="*/ 281 h 281"/>
                  <a:gd name="T6" fmla="*/ 0 w 75"/>
                  <a:gd name="T7" fmla="*/ 268 h 281"/>
                  <a:gd name="T8" fmla="*/ 0 w 75"/>
                  <a:gd name="T9" fmla="*/ 13 h 281"/>
                  <a:gd name="T10" fmla="*/ 13 w 75"/>
                  <a:gd name="T11" fmla="*/ 0 h 281"/>
                  <a:gd name="T12" fmla="*/ 62 w 75"/>
                  <a:gd name="T13" fmla="*/ 0 h 281"/>
                  <a:gd name="T14" fmla="*/ 75 w 75"/>
                  <a:gd name="T15" fmla="*/ 13 h 281"/>
                  <a:gd name="T16" fmla="*/ 75 w 75"/>
                  <a:gd name="T17" fmla="*/ 268 h 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281">
                    <a:moveTo>
                      <a:pt x="75" y="268"/>
                    </a:moveTo>
                    <a:cubicBezTo>
                      <a:pt x="75" y="275"/>
                      <a:pt x="69" y="281"/>
                      <a:pt x="62" y="281"/>
                    </a:cubicBezTo>
                    <a:cubicBezTo>
                      <a:pt x="13" y="281"/>
                      <a:pt x="13" y="281"/>
                      <a:pt x="13" y="281"/>
                    </a:cubicBezTo>
                    <a:cubicBezTo>
                      <a:pt x="6" y="281"/>
                      <a:pt x="0" y="275"/>
                      <a:pt x="0" y="268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6"/>
                      <a:pt x="6" y="0"/>
                      <a:pt x="13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9" y="0"/>
                      <a:pt x="75" y="6"/>
                      <a:pt x="75" y="13"/>
                    </a:cubicBezTo>
                    <a:lnTo>
                      <a:pt x="75" y="26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08933FA7-12FF-6AF3-3DAB-70DE799F97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0663" y="5116513"/>
                <a:ext cx="1063625" cy="682625"/>
              </a:xfrm>
              <a:custGeom>
                <a:avLst/>
                <a:gdLst>
                  <a:gd name="T0" fmla="*/ 14 w 283"/>
                  <a:gd name="T1" fmla="*/ 182 h 182"/>
                  <a:gd name="T2" fmla="*/ 5 w 283"/>
                  <a:gd name="T3" fmla="*/ 179 h 182"/>
                  <a:gd name="T4" fmla="*/ 5 w 283"/>
                  <a:gd name="T5" fmla="*/ 163 h 182"/>
                  <a:gd name="T6" fmla="*/ 140 w 283"/>
                  <a:gd name="T7" fmla="*/ 46 h 182"/>
                  <a:gd name="T8" fmla="*/ 154 w 283"/>
                  <a:gd name="T9" fmla="*/ 44 h 182"/>
                  <a:gd name="T10" fmla="*/ 162 w 283"/>
                  <a:gd name="T11" fmla="*/ 54 h 182"/>
                  <a:gd name="T12" fmla="*/ 162 w 283"/>
                  <a:gd name="T13" fmla="*/ 88 h 182"/>
                  <a:gd name="T14" fmla="*/ 259 w 283"/>
                  <a:gd name="T15" fmla="*/ 5 h 182"/>
                  <a:gd name="T16" fmla="*/ 278 w 283"/>
                  <a:gd name="T17" fmla="*/ 5 h 182"/>
                  <a:gd name="T18" fmla="*/ 278 w 283"/>
                  <a:gd name="T19" fmla="*/ 20 h 182"/>
                  <a:gd name="T20" fmla="*/ 158 w 283"/>
                  <a:gd name="T21" fmla="*/ 123 h 182"/>
                  <a:gd name="T22" fmla="*/ 144 w 283"/>
                  <a:gd name="T23" fmla="*/ 125 h 182"/>
                  <a:gd name="T24" fmla="*/ 136 w 283"/>
                  <a:gd name="T25" fmla="*/ 115 h 182"/>
                  <a:gd name="T26" fmla="*/ 136 w 283"/>
                  <a:gd name="T27" fmla="*/ 82 h 182"/>
                  <a:gd name="T28" fmla="*/ 23 w 283"/>
                  <a:gd name="T29" fmla="*/ 179 h 182"/>
                  <a:gd name="T30" fmla="*/ 14 w 283"/>
                  <a:gd name="T31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3" h="182">
                    <a:moveTo>
                      <a:pt x="14" y="182"/>
                    </a:moveTo>
                    <a:cubicBezTo>
                      <a:pt x="11" y="182"/>
                      <a:pt x="7" y="181"/>
                      <a:pt x="5" y="179"/>
                    </a:cubicBezTo>
                    <a:cubicBezTo>
                      <a:pt x="0" y="174"/>
                      <a:pt x="0" y="167"/>
                      <a:pt x="5" y="163"/>
                    </a:cubicBezTo>
                    <a:cubicBezTo>
                      <a:pt x="140" y="46"/>
                      <a:pt x="140" y="46"/>
                      <a:pt x="140" y="46"/>
                    </a:cubicBezTo>
                    <a:cubicBezTo>
                      <a:pt x="143" y="43"/>
                      <a:pt x="149" y="42"/>
                      <a:pt x="154" y="44"/>
                    </a:cubicBezTo>
                    <a:cubicBezTo>
                      <a:pt x="159" y="46"/>
                      <a:pt x="162" y="50"/>
                      <a:pt x="162" y="54"/>
                    </a:cubicBezTo>
                    <a:cubicBezTo>
                      <a:pt x="162" y="88"/>
                      <a:pt x="162" y="88"/>
                      <a:pt x="162" y="88"/>
                    </a:cubicBezTo>
                    <a:cubicBezTo>
                      <a:pt x="259" y="5"/>
                      <a:pt x="259" y="5"/>
                      <a:pt x="259" y="5"/>
                    </a:cubicBezTo>
                    <a:cubicBezTo>
                      <a:pt x="264" y="0"/>
                      <a:pt x="273" y="0"/>
                      <a:pt x="278" y="5"/>
                    </a:cubicBezTo>
                    <a:cubicBezTo>
                      <a:pt x="283" y="9"/>
                      <a:pt x="283" y="16"/>
                      <a:pt x="278" y="20"/>
                    </a:cubicBezTo>
                    <a:cubicBezTo>
                      <a:pt x="158" y="123"/>
                      <a:pt x="158" y="123"/>
                      <a:pt x="158" y="123"/>
                    </a:cubicBezTo>
                    <a:cubicBezTo>
                      <a:pt x="154" y="126"/>
                      <a:pt x="149" y="127"/>
                      <a:pt x="144" y="125"/>
                    </a:cubicBezTo>
                    <a:cubicBezTo>
                      <a:pt x="139" y="124"/>
                      <a:pt x="136" y="120"/>
                      <a:pt x="136" y="115"/>
                    </a:cubicBezTo>
                    <a:cubicBezTo>
                      <a:pt x="136" y="82"/>
                      <a:pt x="136" y="82"/>
                      <a:pt x="136" y="82"/>
                    </a:cubicBezTo>
                    <a:cubicBezTo>
                      <a:pt x="23" y="179"/>
                      <a:pt x="23" y="179"/>
                      <a:pt x="23" y="179"/>
                    </a:cubicBezTo>
                    <a:cubicBezTo>
                      <a:pt x="21" y="181"/>
                      <a:pt x="17" y="182"/>
                      <a:pt x="14" y="18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3CE09C92-EFC2-2490-49F1-C6B61AF5CD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5376" y="5032375"/>
                <a:ext cx="282575" cy="244475"/>
              </a:xfrm>
              <a:custGeom>
                <a:avLst/>
                <a:gdLst>
                  <a:gd name="T0" fmla="*/ 131 w 178"/>
                  <a:gd name="T1" fmla="*/ 154 h 154"/>
                  <a:gd name="T2" fmla="*/ 178 w 178"/>
                  <a:gd name="T3" fmla="*/ 0 h 154"/>
                  <a:gd name="T4" fmla="*/ 0 w 178"/>
                  <a:gd name="T5" fmla="*/ 43 h 154"/>
                  <a:gd name="T6" fmla="*/ 131 w 178"/>
                  <a:gd name="T7" fmla="*/ 154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8" h="154">
                    <a:moveTo>
                      <a:pt x="131" y="154"/>
                    </a:moveTo>
                    <a:lnTo>
                      <a:pt x="178" y="0"/>
                    </a:lnTo>
                    <a:lnTo>
                      <a:pt x="0" y="43"/>
                    </a:lnTo>
                    <a:lnTo>
                      <a:pt x="131" y="1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96A572A-9BCA-2168-8950-39FD5EA27CCA}"/>
              </a:ext>
            </a:extLst>
          </p:cNvPr>
          <p:cNvGrpSpPr/>
          <p:nvPr/>
        </p:nvGrpSpPr>
        <p:grpSpPr>
          <a:xfrm>
            <a:off x="6545750" y="1671312"/>
            <a:ext cx="1817902" cy="2050525"/>
            <a:chOff x="6407525" y="2139368"/>
            <a:chExt cx="1817902" cy="2050525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07878B8B-7130-8DDC-E4FA-A1486EE66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7525" y="2139368"/>
              <a:ext cx="1817902" cy="2050525"/>
            </a:xfrm>
            <a:custGeom>
              <a:avLst/>
              <a:gdLst>
                <a:gd name="T0" fmla="*/ 311 w 622"/>
                <a:gd name="T1" fmla="*/ 702 h 702"/>
                <a:gd name="T2" fmla="*/ 91 w 622"/>
                <a:gd name="T3" fmla="*/ 512 h 702"/>
                <a:gd name="T4" fmla="*/ 0 w 622"/>
                <a:gd name="T5" fmla="*/ 159 h 702"/>
                <a:gd name="T6" fmla="*/ 7 w 622"/>
                <a:gd name="T7" fmla="*/ 29 h 702"/>
                <a:gd name="T8" fmla="*/ 146 w 622"/>
                <a:gd name="T9" fmla="*/ 84 h 702"/>
                <a:gd name="T10" fmla="*/ 312 w 622"/>
                <a:gd name="T11" fmla="*/ 0 h 702"/>
                <a:gd name="T12" fmla="*/ 477 w 622"/>
                <a:gd name="T13" fmla="*/ 84 h 702"/>
                <a:gd name="T14" fmla="*/ 616 w 622"/>
                <a:gd name="T15" fmla="*/ 29 h 702"/>
                <a:gd name="T16" fmla="*/ 622 w 622"/>
                <a:gd name="T17" fmla="*/ 159 h 702"/>
                <a:gd name="T18" fmla="*/ 532 w 622"/>
                <a:gd name="T19" fmla="*/ 512 h 702"/>
                <a:gd name="T20" fmla="*/ 311 w 622"/>
                <a:gd name="T21" fmla="*/ 702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2" h="702">
                  <a:moveTo>
                    <a:pt x="311" y="702"/>
                  </a:moveTo>
                  <a:cubicBezTo>
                    <a:pt x="225" y="675"/>
                    <a:pt x="147" y="607"/>
                    <a:pt x="91" y="512"/>
                  </a:cubicBezTo>
                  <a:cubicBezTo>
                    <a:pt x="33" y="412"/>
                    <a:pt x="0" y="287"/>
                    <a:pt x="0" y="159"/>
                  </a:cubicBezTo>
                  <a:cubicBezTo>
                    <a:pt x="0" y="123"/>
                    <a:pt x="3" y="71"/>
                    <a:pt x="7" y="29"/>
                  </a:cubicBezTo>
                  <a:cubicBezTo>
                    <a:pt x="44" y="64"/>
                    <a:pt x="94" y="84"/>
                    <a:pt x="146" y="84"/>
                  </a:cubicBezTo>
                  <a:cubicBezTo>
                    <a:pt x="212" y="84"/>
                    <a:pt x="273" y="52"/>
                    <a:pt x="312" y="0"/>
                  </a:cubicBezTo>
                  <a:cubicBezTo>
                    <a:pt x="350" y="52"/>
                    <a:pt x="412" y="84"/>
                    <a:pt x="477" y="84"/>
                  </a:cubicBezTo>
                  <a:cubicBezTo>
                    <a:pt x="529" y="84"/>
                    <a:pt x="578" y="64"/>
                    <a:pt x="616" y="29"/>
                  </a:cubicBezTo>
                  <a:cubicBezTo>
                    <a:pt x="620" y="71"/>
                    <a:pt x="622" y="124"/>
                    <a:pt x="622" y="159"/>
                  </a:cubicBezTo>
                  <a:cubicBezTo>
                    <a:pt x="622" y="287"/>
                    <a:pt x="590" y="412"/>
                    <a:pt x="532" y="512"/>
                  </a:cubicBezTo>
                  <a:cubicBezTo>
                    <a:pt x="475" y="607"/>
                    <a:pt x="397" y="675"/>
                    <a:pt x="311" y="702"/>
                  </a:cubicBezTo>
                  <a:close/>
                </a:path>
              </a:pathLst>
            </a:custGeom>
            <a:solidFill>
              <a:srgbClr val="7E8A72"/>
            </a:solidFill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0C872642-7673-FA02-7070-31769BBF8132}"/>
                </a:ext>
              </a:extLst>
            </p:cNvPr>
            <p:cNvGrpSpPr/>
            <p:nvPr/>
          </p:nvGrpSpPr>
          <p:grpSpPr>
            <a:xfrm>
              <a:off x="6953353" y="2758666"/>
              <a:ext cx="707958" cy="664662"/>
              <a:chOff x="5554663" y="4919663"/>
              <a:chExt cx="1401763" cy="1316037"/>
            </a:xfrm>
          </p:grpSpPr>
          <p:sp>
            <p:nvSpPr>
              <p:cNvPr id="24" name="Freeform 10">
                <a:extLst>
                  <a:ext uri="{FF2B5EF4-FFF2-40B4-BE49-F238E27FC236}">
                    <a16:creationId xmlns:a16="http://schemas.microsoft.com/office/drawing/2014/main" id="{6746BE69-87D2-2730-9DE2-A33A9D4FCD6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54663" y="5438775"/>
                <a:ext cx="796925" cy="796925"/>
              </a:xfrm>
              <a:custGeom>
                <a:avLst/>
                <a:gdLst>
                  <a:gd name="T0" fmla="*/ 190 w 212"/>
                  <a:gd name="T1" fmla="*/ 93 h 212"/>
                  <a:gd name="T2" fmla="*/ 188 w 212"/>
                  <a:gd name="T3" fmla="*/ 82 h 212"/>
                  <a:gd name="T4" fmla="*/ 205 w 212"/>
                  <a:gd name="T5" fmla="*/ 67 h 212"/>
                  <a:gd name="T6" fmla="*/ 195 w 212"/>
                  <a:gd name="T7" fmla="*/ 48 h 212"/>
                  <a:gd name="T8" fmla="*/ 173 w 212"/>
                  <a:gd name="T9" fmla="*/ 53 h 212"/>
                  <a:gd name="T10" fmla="*/ 165 w 212"/>
                  <a:gd name="T11" fmla="*/ 44 h 212"/>
                  <a:gd name="T12" fmla="*/ 172 w 212"/>
                  <a:gd name="T13" fmla="*/ 23 h 212"/>
                  <a:gd name="T14" fmla="*/ 163 w 212"/>
                  <a:gd name="T15" fmla="*/ 17 h 212"/>
                  <a:gd name="T16" fmla="*/ 154 w 212"/>
                  <a:gd name="T17" fmla="*/ 12 h 212"/>
                  <a:gd name="T18" fmla="*/ 138 w 212"/>
                  <a:gd name="T19" fmla="*/ 27 h 212"/>
                  <a:gd name="T20" fmla="*/ 127 w 212"/>
                  <a:gd name="T21" fmla="*/ 23 h 212"/>
                  <a:gd name="T22" fmla="*/ 122 w 212"/>
                  <a:gd name="T23" fmla="*/ 1 h 212"/>
                  <a:gd name="T24" fmla="*/ 101 w 212"/>
                  <a:gd name="T25" fmla="*/ 0 h 212"/>
                  <a:gd name="T26" fmla="*/ 94 w 212"/>
                  <a:gd name="T27" fmla="*/ 22 h 212"/>
                  <a:gd name="T28" fmla="*/ 83 w 212"/>
                  <a:gd name="T29" fmla="*/ 24 h 212"/>
                  <a:gd name="T30" fmla="*/ 68 w 212"/>
                  <a:gd name="T31" fmla="*/ 8 h 212"/>
                  <a:gd name="T32" fmla="*/ 49 w 212"/>
                  <a:gd name="T33" fmla="*/ 17 h 212"/>
                  <a:gd name="T34" fmla="*/ 54 w 212"/>
                  <a:gd name="T35" fmla="*/ 39 h 212"/>
                  <a:gd name="T36" fmla="*/ 45 w 212"/>
                  <a:gd name="T37" fmla="*/ 47 h 212"/>
                  <a:gd name="T38" fmla="*/ 24 w 212"/>
                  <a:gd name="T39" fmla="*/ 40 h 212"/>
                  <a:gd name="T40" fmla="*/ 17 w 212"/>
                  <a:gd name="T41" fmla="*/ 49 h 212"/>
                  <a:gd name="T42" fmla="*/ 12 w 212"/>
                  <a:gd name="T43" fmla="*/ 58 h 212"/>
                  <a:gd name="T44" fmla="*/ 28 w 212"/>
                  <a:gd name="T45" fmla="*/ 75 h 212"/>
                  <a:gd name="T46" fmla="*/ 24 w 212"/>
                  <a:gd name="T47" fmla="*/ 86 h 212"/>
                  <a:gd name="T48" fmla="*/ 2 w 212"/>
                  <a:gd name="T49" fmla="*/ 90 h 212"/>
                  <a:gd name="T50" fmla="*/ 1 w 212"/>
                  <a:gd name="T51" fmla="*/ 111 h 212"/>
                  <a:gd name="T52" fmla="*/ 23 w 212"/>
                  <a:gd name="T53" fmla="*/ 118 h 212"/>
                  <a:gd name="T54" fmla="*/ 25 w 212"/>
                  <a:gd name="T55" fmla="*/ 129 h 212"/>
                  <a:gd name="T56" fmla="*/ 8 w 212"/>
                  <a:gd name="T57" fmla="*/ 145 h 212"/>
                  <a:gd name="T58" fmla="*/ 18 w 212"/>
                  <a:gd name="T59" fmla="*/ 164 h 212"/>
                  <a:gd name="T60" fmla="*/ 40 w 212"/>
                  <a:gd name="T61" fmla="*/ 158 h 212"/>
                  <a:gd name="T62" fmla="*/ 48 w 212"/>
                  <a:gd name="T63" fmla="*/ 167 h 212"/>
                  <a:gd name="T64" fmla="*/ 41 w 212"/>
                  <a:gd name="T65" fmla="*/ 189 h 212"/>
                  <a:gd name="T66" fmla="*/ 49 w 212"/>
                  <a:gd name="T67" fmla="*/ 195 h 212"/>
                  <a:gd name="T68" fmla="*/ 59 w 212"/>
                  <a:gd name="T69" fmla="*/ 200 h 212"/>
                  <a:gd name="T70" fmla="*/ 76 w 212"/>
                  <a:gd name="T71" fmla="*/ 184 h 212"/>
                  <a:gd name="T72" fmla="*/ 87 w 212"/>
                  <a:gd name="T73" fmla="*/ 188 h 212"/>
                  <a:gd name="T74" fmla="*/ 91 w 212"/>
                  <a:gd name="T75" fmla="*/ 210 h 212"/>
                  <a:gd name="T76" fmla="*/ 112 w 212"/>
                  <a:gd name="T77" fmla="*/ 211 h 212"/>
                  <a:gd name="T78" fmla="*/ 119 w 212"/>
                  <a:gd name="T79" fmla="*/ 189 h 212"/>
                  <a:gd name="T80" fmla="*/ 130 w 212"/>
                  <a:gd name="T81" fmla="*/ 187 h 212"/>
                  <a:gd name="T82" fmla="*/ 146 w 212"/>
                  <a:gd name="T83" fmla="*/ 204 h 212"/>
                  <a:gd name="T84" fmla="*/ 165 w 212"/>
                  <a:gd name="T85" fmla="*/ 194 h 212"/>
                  <a:gd name="T86" fmla="*/ 159 w 212"/>
                  <a:gd name="T87" fmla="*/ 172 h 212"/>
                  <a:gd name="T88" fmla="*/ 168 w 212"/>
                  <a:gd name="T89" fmla="*/ 164 h 212"/>
                  <a:gd name="T90" fmla="*/ 189 w 212"/>
                  <a:gd name="T91" fmla="*/ 171 h 212"/>
                  <a:gd name="T92" fmla="*/ 195 w 212"/>
                  <a:gd name="T93" fmla="*/ 163 h 212"/>
                  <a:gd name="T94" fmla="*/ 201 w 212"/>
                  <a:gd name="T95" fmla="*/ 153 h 212"/>
                  <a:gd name="T96" fmla="*/ 185 w 212"/>
                  <a:gd name="T97" fmla="*/ 137 h 212"/>
                  <a:gd name="T98" fmla="*/ 189 w 212"/>
                  <a:gd name="T99" fmla="*/ 126 h 212"/>
                  <a:gd name="T100" fmla="*/ 211 w 212"/>
                  <a:gd name="T101" fmla="*/ 121 h 212"/>
                  <a:gd name="T102" fmla="*/ 212 w 212"/>
                  <a:gd name="T103" fmla="*/ 100 h 212"/>
                  <a:gd name="T104" fmla="*/ 190 w 212"/>
                  <a:gd name="T105" fmla="*/ 93 h 212"/>
                  <a:gd name="T106" fmla="*/ 163 w 212"/>
                  <a:gd name="T107" fmla="*/ 142 h 212"/>
                  <a:gd name="T108" fmla="*/ 70 w 212"/>
                  <a:gd name="T109" fmla="*/ 163 h 212"/>
                  <a:gd name="T110" fmla="*/ 49 w 212"/>
                  <a:gd name="T111" fmla="*/ 70 h 212"/>
                  <a:gd name="T112" fmla="*/ 143 w 212"/>
                  <a:gd name="T113" fmla="*/ 49 h 212"/>
                  <a:gd name="T114" fmla="*/ 163 w 212"/>
                  <a:gd name="T115" fmla="*/ 142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12" h="212">
                    <a:moveTo>
                      <a:pt x="190" y="93"/>
                    </a:moveTo>
                    <a:cubicBezTo>
                      <a:pt x="190" y="89"/>
                      <a:pt x="189" y="86"/>
                      <a:pt x="188" y="82"/>
                    </a:cubicBezTo>
                    <a:cubicBezTo>
                      <a:pt x="205" y="67"/>
                      <a:pt x="205" y="67"/>
                      <a:pt x="205" y="67"/>
                    </a:cubicBezTo>
                    <a:cubicBezTo>
                      <a:pt x="202" y="60"/>
                      <a:pt x="199" y="54"/>
                      <a:pt x="195" y="48"/>
                    </a:cubicBezTo>
                    <a:cubicBezTo>
                      <a:pt x="173" y="53"/>
                      <a:pt x="173" y="53"/>
                      <a:pt x="173" y="53"/>
                    </a:cubicBezTo>
                    <a:cubicBezTo>
                      <a:pt x="170" y="50"/>
                      <a:pt x="168" y="47"/>
                      <a:pt x="165" y="44"/>
                    </a:cubicBezTo>
                    <a:cubicBezTo>
                      <a:pt x="172" y="23"/>
                      <a:pt x="172" y="23"/>
                      <a:pt x="172" y="23"/>
                    </a:cubicBezTo>
                    <a:cubicBezTo>
                      <a:pt x="169" y="21"/>
                      <a:pt x="166" y="19"/>
                      <a:pt x="163" y="17"/>
                    </a:cubicBezTo>
                    <a:cubicBezTo>
                      <a:pt x="160" y="15"/>
                      <a:pt x="157" y="13"/>
                      <a:pt x="154" y="12"/>
                    </a:cubicBezTo>
                    <a:cubicBezTo>
                      <a:pt x="138" y="27"/>
                      <a:pt x="138" y="27"/>
                      <a:pt x="138" y="27"/>
                    </a:cubicBezTo>
                    <a:cubicBezTo>
                      <a:pt x="134" y="26"/>
                      <a:pt x="130" y="24"/>
                      <a:pt x="127" y="23"/>
                    </a:cubicBezTo>
                    <a:cubicBezTo>
                      <a:pt x="122" y="1"/>
                      <a:pt x="122" y="1"/>
                      <a:pt x="122" y="1"/>
                    </a:cubicBezTo>
                    <a:cubicBezTo>
                      <a:pt x="115" y="0"/>
                      <a:pt x="108" y="0"/>
                      <a:pt x="101" y="0"/>
                    </a:cubicBezTo>
                    <a:cubicBezTo>
                      <a:pt x="94" y="22"/>
                      <a:pt x="94" y="22"/>
                      <a:pt x="94" y="22"/>
                    </a:cubicBezTo>
                    <a:cubicBezTo>
                      <a:pt x="90" y="23"/>
                      <a:pt x="87" y="23"/>
                      <a:pt x="83" y="24"/>
                    </a:cubicBezTo>
                    <a:cubicBezTo>
                      <a:pt x="68" y="8"/>
                      <a:pt x="68" y="8"/>
                      <a:pt x="68" y="8"/>
                    </a:cubicBezTo>
                    <a:cubicBezTo>
                      <a:pt x="61" y="10"/>
                      <a:pt x="55" y="13"/>
                      <a:pt x="49" y="17"/>
                    </a:cubicBezTo>
                    <a:cubicBezTo>
                      <a:pt x="54" y="39"/>
                      <a:pt x="54" y="39"/>
                      <a:pt x="54" y="39"/>
                    </a:cubicBezTo>
                    <a:cubicBezTo>
                      <a:pt x="51" y="42"/>
                      <a:pt x="48" y="44"/>
                      <a:pt x="45" y="47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2" y="43"/>
                      <a:pt x="19" y="46"/>
                      <a:pt x="17" y="49"/>
                    </a:cubicBezTo>
                    <a:cubicBezTo>
                      <a:pt x="15" y="52"/>
                      <a:pt x="14" y="55"/>
                      <a:pt x="12" y="58"/>
                    </a:cubicBezTo>
                    <a:cubicBezTo>
                      <a:pt x="28" y="75"/>
                      <a:pt x="28" y="75"/>
                      <a:pt x="28" y="75"/>
                    </a:cubicBezTo>
                    <a:cubicBezTo>
                      <a:pt x="27" y="78"/>
                      <a:pt x="25" y="82"/>
                      <a:pt x="24" y="86"/>
                    </a:cubicBezTo>
                    <a:cubicBezTo>
                      <a:pt x="2" y="90"/>
                      <a:pt x="2" y="90"/>
                      <a:pt x="2" y="90"/>
                    </a:cubicBezTo>
                    <a:cubicBezTo>
                      <a:pt x="1" y="97"/>
                      <a:pt x="0" y="104"/>
                      <a:pt x="1" y="111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4" y="122"/>
                      <a:pt x="24" y="126"/>
                      <a:pt x="25" y="129"/>
                    </a:cubicBezTo>
                    <a:cubicBezTo>
                      <a:pt x="8" y="145"/>
                      <a:pt x="8" y="145"/>
                      <a:pt x="8" y="145"/>
                    </a:cubicBezTo>
                    <a:cubicBezTo>
                      <a:pt x="11" y="151"/>
                      <a:pt x="14" y="158"/>
                      <a:pt x="18" y="164"/>
                    </a:cubicBezTo>
                    <a:cubicBezTo>
                      <a:pt x="40" y="158"/>
                      <a:pt x="40" y="158"/>
                      <a:pt x="40" y="158"/>
                    </a:cubicBezTo>
                    <a:cubicBezTo>
                      <a:pt x="43" y="161"/>
                      <a:pt x="45" y="164"/>
                      <a:pt x="48" y="167"/>
                    </a:cubicBezTo>
                    <a:cubicBezTo>
                      <a:pt x="41" y="189"/>
                      <a:pt x="41" y="189"/>
                      <a:pt x="41" y="189"/>
                    </a:cubicBezTo>
                    <a:cubicBezTo>
                      <a:pt x="44" y="191"/>
                      <a:pt x="46" y="193"/>
                      <a:pt x="49" y="195"/>
                    </a:cubicBezTo>
                    <a:cubicBezTo>
                      <a:pt x="52" y="197"/>
                      <a:pt x="56" y="199"/>
                      <a:pt x="59" y="200"/>
                    </a:cubicBezTo>
                    <a:cubicBezTo>
                      <a:pt x="76" y="184"/>
                      <a:pt x="76" y="184"/>
                      <a:pt x="76" y="184"/>
                    </a:cubicBezTo>
                    <a:cubicBezTo>
                      <a:pt x="79" y="186"/>
                      <a:pt x="83" y="187"/>
                      <a:pt x="87" y="188"/>
                    </a:cubicBezTo>
                    <a:cubicBezTo>
                      <a:pt x="91" y="210"/>
                      <a:pt x="91" y="210"/>
                      <a:pt x="91" y="210"/>
                    </a:cubicBezTo>
                    <a:cubicBezTo>
                      <a:pt x="98" y="212"/>
                      <a:pt x="105" y="212"/>
                      <a:pt x="112" y="211"/>
                    </a:cubicBezTo>
                    <a:cubicBezTo>
                      <a:pt x="119" y="189"/>
                      <a:pt x="119" y="189"/>
                      <a:pt x="119" y="189"/>
                    </a:cubicBezTo>
                    <a:cubicBezTo>
                      <a:pt x="123" y="189"/>
                      <a:pt x="127" y="188"/>
                      <a:pt x="130" y="187"/>
                    </a:cubicBezTo>
                    <a:cubicBezTo>
                      <a:pt x="146" y="204"/>
                      <a:pt x="146" y="204"/>
                      <a:pt x="146" y="204"/>
                    </a:cubicBezTo>
                    <a:cubicBezTo>
                      <a:pt x="152" y="201"/>
                      <a:pt x="159" y="198"/>
                      <a:pt x="165" y="194"/>
                    </a:cubicBezTo>
                    <a:cubicBezTo>
                      <a:pt x="159" y="172"/>
                      <a:pt x="159" y="172"/>
                      <a:pt x="159" y="172"/>
                    </a:cubicBezTo>
                    <a:cubicBezTo>
                      <a:pt x="162" y="169"/>
                      <a:pt x="165" y="167"/>
                      <a:pt x="168" y="164"/>
                    </a:cubicBezTo>
                    <a:cubicBezTo>
                      <a:pt x="189" y="171"/>
                      <a:pt x="189" y="171"/>
                      <a:pt x="189" y="171"/>
                    </a:cubicBezTo>
                    <a:cubicBezTo>
                      <a:pt x="191" y="169"/>
                      <a:pt x="193" y="166"/>
                      <a:pt x="195" y="163"/>
                    </a:cubicBezTo>
                    <a:cubicBezTo>
                      <a:pt x="197" y="160"/>
                      <a:pt x="199" y="156"/>
                      <a:pt x="201" y="153"/>
                    </a:cubicBezTo>
                    <a:cubicBezTo>
                      <a:pt x="185" y="137"/>
                      <a:pt x="185" y="137"/>
                      <a:pt x="185" y="137"/>
                    </a:cubicBezTo>
                    <a:cubicBezTo>
                      <a:pt x="187" y="133"/>
                      <a:pt x="188" y="129"/>
                      <a:pt x="189" y="126"/>
                    </a:cubicBezTo>
                    <a:cubicBezTo>
                      <a:pt x="211" y="121"/>
                      <a:pt x="211" y="121"/>
                      <a:pt x="211" y="121"/>
                    </a:cubicBezTo>
                    <a:cubicBezTo>
                      <a:pt x="212" y="114"/>
                      <a:pt x="212" y="107"/>
                      <a:pt x="212" y="100"/>
                    </a:cubicBezTo>
                    <a:lnTo>
                      <a:pt x="190" y="93"/>
                    </a:lnTo>
                    <a:close/>
                    <a:moveTo>
                      <a:pt x="163" y="142"/>
                    </a:moveTo>
                    <a:cubicBezTo>
                      <a:pt x="143" y="174"/>
                      <a:pt x="101" y="183"/>
                      <a:pt x="70" y="163"/>
                    </a:cubicBezTo>
                    <a:cubicBezTo>
                      <a:pt x="38" y="143"/>
                      <a:pt x="29" y="101"/>
                      <a:pt x="49" y="70"/>
                    </a:cubicBezTo>
                    <a:cubicBezTo>
                      <a:pt x="70" y="38"/>
                      <a:pt x="111" y="29"/>
                      <a:pt x="143" y="49"/>
                    </a:cubicBezTo>
                    <a:cubicBezTo>
                      <a:pt x="174" y="69"/>
                      <a:pt x="183" y="111"/>
                      <a:pt x="163" y="14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" name="Freeform 11">
                <a:extLst>
                  <a:ext uri="{FF2B5EF4-FFF2-40B4-BE49-F238E27FC236}">
                    <a16:creationId xmlns:a16="http://schemas.microsoft.com/office/drawing/2014/main" id="{545B6133-DF47-6C4E-0002-B73E4FAE186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96026" y="5364163"/>
                <a:ext cx="660400" cy="660400"/>
              </a:xfrm>
              <a:custGeom>
                <a:avLst/>
                <a:gdLst>
                  <a:gd name="T0" fmla="*/ 156 w 176"/>
                  <a:gd name="T1" fmla="*/ 88 h 176"/>
                  <a:gd name="T2" fmla="*/ 176 w 176"/>
                  <a:gd name="T3" fmla="*/ 75 h 176"/>
                  <a:gd name="T4" fmla="*/ 172 w 176"/>
                  <a:gd name="T5" fmla="*/ 58 h 176"/>
                  <a:gd name="T6" fmla="*/ 147 w 176"/>
                  <a:gd name="T7" fmla="*/ 55 h 176"/>
                  <a:gd name="T8" fmla="*/ 138 w 176"/>
                  <a:gd name="T9" fmla="*/ 43 h 176"/>
                  <a:gd name="T10" fmla="*/ 144 w 176"/>
                  <a:gd name="T11" fmla="*/ 20 h 176"/>
                  <a:gd name="T12" fmla="*/ 136 w 176"/>
                  <a:gd name="T13" fmla="*/ 14 h 176"/>
                  <a:gd name="T14" fmla="*/ 128 w 176"/>
                  <a:gd name="T15" fmla="*/ 10 h 176"/>
                  <a:gd name="T16" fmla="*/ 109 w 176"/>
                  <a:gd name="T17" fmla="*/ 24 h 176"/>
                  <a:gd name="T18" fmla="*/ 94 w 176"/>
                  <a:gd name="T19" fmla="*/ 21 h 176"/>
                  <a:gd name="T20" fmla="*/ 81 w 176"/>
                  <a:gd name="T21" fmla="*/ 0 h 176"/>
                  <a:gd name="T22" fmla="*/ 64 w 176"/>
                  <a:gd name="T23" fmla="*/ 4 h 176"/>
                  <a:gd name="T24" fmla="*/ 61 w 176"/>
                  <a:gd name="T25" fmla="*/ 27 h 176"/>
                  <a:gd name="T26" fmla="*/ 45 w 176"/>
                  <a:gd name="T27" fmla="*/ 37 h 176"/>
                  <a:gd name="T28" fmla="*/ 21 w 176"/>
                  <a:gd name="T29" fmla="*/ 31 h 176"/>
                  <a:gd name="T30" fmla="*/ 14 w 176"/>
                  <a:gd name="T31" fmla="*/ 41 h 176"/>
                  <a:gd name="T32" fmla="*/ 12 w 176"/>
                  <a:gd name="T33" fmla="*/ 44 h 176"/>
                  <a:gd name="T34" fmla="*/ 26 w 176"/>
                  <a:gd name="T35" fmla="*/ 62 h 176"/>
                  <a:gd name="T36" fmla="*/ 21 w 176"/>
                  <a:gd name="T37" fmla="*/ 85 h 176"/>
                  <a:gd name="T38" fmla="*/ 0 w 176"/>
                  <a:gd name="T39" fmla="*/ 98 h 176"/>
                  <a:gd name="T40" fmla="*/ 3 w 176"/>
                  <a:gd name="T41" fmla="*/ 111 h 176"/>
                  <a:gd name="T42" fmla="*/ 26 w 176"/>
                  <a:gd name="T43" fmla="*/ 114 h 176"/>
                  <a:gd name="T44" fmla="*/ 41 w 176"/>
                  <a:gd name="T45" fmla="*/ 137 h 176"/>
                  <a:gd name="T46" fmla="*/ 36 w 176"/>
                  <a:gd name="T47" fmla="*/ 160 h 176"/>
                  <a:gd name="T48" fmla="*/ 41 w 176"/>
                  <a:gd name="T49" fmla="*/ 164 h 176"/>
                  <a:gd name="T50" fmla="*/ 46 w 176"/>
                  <a:gd name="T51" fmla="*/ 167 h 176"/>
                  <a:gd name="T52" fmla="*/ 65 w 176"/>
                  <a:gd name="T53" fmla="*/ 152 h 176"/>
                  <a:gd name="T54" fmla="*/ 92 w 176"/>
                  <a:gd name="T55" fmla="*/ 156 h 176"/>
                  <a:gd name="T56" fmla="*/ 104 w 176"/>
                  <a:gd name="T57" fmla="*/ 176 h 176"/>
                  <a:gd name="T58" fmla="*/ 117 w 176"/>
                  <a:gd name="T59" fmla="*/ 173 h 176"/>
                  <a:gd name="T60" fmla="*/ 120 w 176"/>
                  <a:gd name="T61" fmla="*/ 149 h 176"/>
                  <a:gd name="T62" fmla="*/ 139 w 176"/>
                  <a:gd name="T63" fmla="*/ 134 h 176"/>
                  <a:gd name="T64" fmla="*/ 162 w 176"/>
                  <a:gd name="T65" fmla="*/ 139 h 176"/>
                  <a:gd name="T66" fmla="*/ 163 w 176"/>
                  <a:gd name="T67" fmla="*/ 137 h 176"/>
                  <a:gd name="T68" fmla="*/ 169 w 176"/>
                  <a:gd name="T69" fmla="*/ 126 h 176"/>
                  <a:gd name="T70" fmla="*/ 154 w 176"/>
                  <a:gd name="T71" fmla="*/ 106 h 176"/>
                  <a:gd name="T72" fmla="*/ 156 w 176"/>
                  <a:gd name="T73" fmla="*/ 88 h 176"/>
                  <a:gd name="T74" fmla="*/ 131 w 176"/>
                  <a:gd name="T75" fmla="*/ 116 h 176"/>
                  <a:gd name="T76" fmla="*/ 61 w 176"/>
                  <a:gd name="T77" fmla="*/ 131 h 176"/>
                  <a:gd name="T78" fmla="*/ 46 w 176"/>
                  <a:gd name="T79" fmla="*/ 61 h 176"/>
                  <a:gd name="T80" fmla="*/ 116 w 176"/>
                  <a:gd name="T81" fmla="*/ 46 h 176"/>
                  <a:gd name="T82" fmla="*/ 131 w 176"/>
                  <a:gd name="T83" fmla="*/ 116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6" h="176">
                    <a:moveTo>
                      <a:pt x="156" y="88"/>
                    </a:moveTo>
                    <a:cubicBezTo>
                      <a:pt x="176" y="75"/>
                      <a:pt x="176" y="75"/>
                      <a:pt x="176" y="75"/>
                    </a:cubicBezTo>
                    <a:cubicBezTo>
                      <a:pt x="175" y="69"/>
                      <a:pt x="174" y="64"/>
                      <a:pt x="172" y="58"/>
                    </a:cubicBezTo>
                    <a:cubicBezTo>
                      <a:pt x="147" y="55"/>
                      <a:pt x="147" y="55"/>
                      <a:pt x="147" y="55"/>
                    </a:cubicBezTo>
                    <a:cubicBezTo>
                      <a:pt x="145" y="51"/>
                      <a:pt x="142" y="47"/>
                      <a:pt x="138" y="43"/>
                    </a:cubicBezTo>
                    <a:cubicBezTo>
                      <a:pt x="144" y="20"/>
                      <a:pt x="144" y="20"/>
                      <a:pt x="144" y="20"/>
                    </a:cubicBezTo>
                    <a:cubicBezTo>
                      <a:pt x="141" y="18"/>
                      <a:pt x="139" y="16"/>
                      <a:pt x="136" y="14"/>
                    </a:cubicBezTo>
                    <a:cubicBezTo>
                      <a:pt x="134" y="12"/>
                      <a:pt x="131" y="11"/>
                      <a:pt x="128" y="10"/>
                    </a:cubicBezTo>
                    <a:cubicBezTo>
                      <a:pt x="109" y="24"/>
                      <a:pt x="109" y="24"/>
                      <a:pt x="109" y="24"/>
                    </a:cubicBezTo>
                    <a:cubicBezTo>
                      <a:pt x="104" y="23"/>
                      <a:pt x="99" y="22"/>
                      <a:pt x="94" y="21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76" y="1"/>
                      <a:pt x="70" y="2"/>
                      <a:pt x="64" y="4"/>
                    </a:cubicBezTo>
                    <a:cubicBezTo>
                      <a:pt x="61" y="27"/>
                      <a:pt x="61" y="27"/>
                      <a:pt x="61" y="27"/>
                    </a:cubicBezTo>
                    <a:cubicBezTo>
                      <a:pt x="55" y="29"/>
                      <a:pt x="50" y="33"/>
                      <a:pt x="45" y="37"/>
                    </a:cubicBezTo>
                    <a:cubicBezTo>
                      <a:pt x="21" y="31"/>
                      <a:pt x="21" y="31"/>
                      <a:pt x="21" y="31"/>
                    </a:cubicBezTo>
                    <a:cubicBezTo>
                      <a:pt x="18" y="34"/>
                      <a:pt x="16" y="38"/>
                      <a:pt x="14" y="41"/>
                    </a:cubicBezTo>
                    <a:cubicBezTo>
                      <a:pt x="13" y="42"/>
                      <a:pt x="13" y="43"/>
                      <a:pt x="12" y="44"/>
                    </a:cubicBezTo>
                    <a:cubicBezTo>
                      <a:pt x="26" y="62"/>
                      <a:pt x="26" y="62"/>
                      <a:pt x="26" y="62"/>
                    </a:cubicBezTo>
                    <a:cubicBezTo>
                      <a:pt x="23" y="70"/>
                      <a:pt x="22" y="77"/>
                      <a:pt x="21" y="85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1" y="103"/>
                      <a:pt x="1" y="107"/>
                      <a:pt x="3" y="111"/>
                    </a:cubicBezTo>
                    <a:cubicBezTo>
                      <a:pt x="26" y="114"/>
                      <a:pt x="26" y="114"/>
                      <a:pt x="26" y="114"/>
                    </a:cubicBezTo>
                    <a:cubicBezTo>
                      <a:pt x="29" y="122"/>
                      <a:pt x="34" y="130"/>
                      <a:pt x="41" y="137"/>
                    </a:cubicBezTo>
                    <a:cubicBezTo>
                      <a:pt x="36" y="160"/>
                      <a:pt x="36" y="160"/>
                      <a:pt x="36" y="160"/>
                    </a:cubicBezTo>
                    <a:cubicBezTo>
                      <a:pt x="37" y="161"/>
                      <a:pt x="39" y="163"/>
                      <a:pt x="41" y="164"/>
                    </a:cubicBezTo>
                    <a:cubicBezTo>
                      <a:pt x="42" y="165"/>
                      <a:pt x="44" y="166"/>
                      <a:pt x="46" y="167"/>
                    </a:cubicBezTo>
                    <a:cubicBezTo>
                      <a:pt x="65" y="152"/>
                      <a:pt x="65" y="152"/>
                      <a:pt x="65" y="152"/>
                    </a:cubicBezTo>
                    <a:cubicBezTo>
                      <a:pt x="74" y="155"/>
                      <a:pt x="83" y="157"/>
                      <a:pt x="92" y="156"/>
                    </a:cubicBezTo>
                    <a:cubicBezTo>
                      <a:pt x="104" y="176"/>
                      <a:pt x="104" y="176"/>
                      <a:pt x="104" y="176"/>
                    </a:cubicBezTo>
                    <a:cubicBezTo>
                      <a:pt x="109" y="175"/>
                      <a:pt x="113" y="174"/>
                      <a:pt x="117" y="173"/>
                    </a:cubicBezTo>
                    <a:cubicBezTo>
                      <a:pt x="120" y="149"/>
                      <a:pt x="120" y="149"/>
                      <a:pt x="120" y="149"/>
                    </a:cubicBezTo>
                    <a:cubicBezTo>
                      <a:pt x="127" y="145"/>
                      <a:pt x="133" y="140"/>
                      <a:pt x="139" y="134"/>
                    </a:cubicBezTo>
                    <a:cubicBezTo>
                      <a:pt x="162" y="139"/>
                      <a:pt x="162" y="139"/>
                      <a:pt x="162" y="139"/>
                    </a:cubicBezTo>
                    <a:cubicBezTo>
                      <a:pt x="162" y="138"/>
                      <a:pt x="163" y="138"/>
                      <a:pt x="163" y="137"/>
                    </a:cubicBezTo>
                    <a:cubicBezTo>
                      <a:pt x="165" y="133"/>
                      <a:pt x="167" y="130"/>
                      <a:pt x="169" y="126"/>
                    </a:cubicBezTo>
                    <a:cubicBezTo>
                      <a:pt x="154" y="106"/>
                      <a:pt x="154" y="106"/>
                      <a:pt x="154" y="106"/>
                    </a:cubicBezTo>
                    <a:cubicBezTo>
                      <a:pt x="156" y="100"/>
                      <a:pt x="156" y="94"/>
                      <a:pt x="156" y="88"/>
                    </a:cubicBezTo>
                    <a:close/>
                    <a:moveTo>
                      <a:pt x="131" y="116"/>
                    </a:moveTo>
                    <a:cubicBezTo>
                      <a:pt x="116" y="140"/>
                      <a:pt x="85" y="146"/>
                      <a:pt x="61" y="131"/>
                    </a:cubicBezTo>
                    <a:cubicBezTo>
                      <a:pt x="38" y="116"/>
                      <a:pt x="31" y="85"/>
                      <a:pt x="46" y="61"/>
                    </a:cubicBezTo>
                    <a:cubicBezTo>
                      <a:pt x="61" y="38"/>
                      <a:pt x="92" y="31"/>
                      <a:pt x="116" y="46"/>
                    </a:cubicBezTo>
                    <a:cubicBezTo>
                      <a:pt x="140" y="61"/>
                      <a:pt x="146" y="92"/>
                      <a:pt x="131" y="11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" name="Freeform 12">
                <a:extLst>
                  <a:ext uri="{FF2B5EF4-FFF2-40B4-BE49-F238E27FC236}">
                    <a16:creationId xmlns:a16="http://schemas.microsoft.com/office/drawing/2014/main" id="{E90DCD87-58A6-1D89-375B-5C64AA5850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65863" y="4919663"/>
                <a:ext cx="492125" cy="504825"/>
              </a:xfrm>
              <a:custGeom>
                <a:avLst/>
                <a:gdLst>
                  <a:gd name="T0" fmla="*/ 14 w 131"/>
                  <a:gd name="T1" fmla="*/ 79 h 134"/>
                  <a:gd name="T2" fmla="*/ 2 w 131"/>
                  <a:gd name="T3" fmla="*/ 94 h 134"/>
                  <a:gd name="T4" fmla="*/ 7 w 131"/>
                  <a:gd name="T5" fmla="*/ 104 h 134"/>
                  <a:gd name="T6" fmla="*/ 27 w 131"/>
                  <a:gd name="T7" fmla="*/ 102 h 134"/>
                  <a:gd name="T8" fmla="*/ 34 w 131"/>
                  <a:gd name="T9" fmla="*/ 108 h 134"/>
                  <a:gd name="T10" fmla="*/ 42 w 131"/>
                  <a:gd name="T11" fmla="*/ 113 h 134"/>
                  <a:gd name="T12" fmla="*/ 46 w 131"/>
                  <a:gd name="T13" fmla="*/ 132 h 134"/>
                  <a:gd name="T14" fmla="*/ 58 w 131"/>
                  <a:gd name="T15" fmla="*/ 134 h 134"/>
                  <a:gd name="T16" fmla="*/ 68 w 131"/>
                  <a:gd name="T17" fmla="*/ 117 h 134"/>
                  <a:gd name="T18" fmla="*/ 87 w 131"/>
                  <a:gd name="T19" fmla="*/ 112 h 134"/>
                  <a:gd name="T20" fmla="*/ 104 w 131"/>
                  <a:gd name="T21" fmla="*/ 121 h 134"/>
                  <a:gd name="T22" fmla="*/ 113 w 131"/>
                  <a:gd name="T23" fmla="*/ 113 h 134"/>
                  <a:gd name="T24" fmla="*/ 107 w 131"/>
                  <a:gd name="T25" fmla="*/ 94 h 134"/>
                  <a:gd name="T26" fmla="*/ 113 w 131"/>
                  <a:gd name="T27" fmla="*/ 76 h 134"/>
                  <a:gd name="T28" fmla="*/ 131 w 131"/>
                  <a:gd name="T29" fmla="*/ 68 h 134"/>
                  <a:gd name="T30" fmla="*/ 130 w 131"/>
                  <a:gd name="T31" fmla="*/ 55 h 134"/>
                  <a:gd name="T32" fmla="*/ 111 w 131"/>
                  <a:gd name="T33" fmla="*/ 48 h 134"/>
                  <a:gd name="T34" fmla="*/ 104 w 131"/>
                  <a:gd name="T35" fmla="*/ 36 h 134"/>
                  <a:gd name="T36" fmla="*/ 109 w 131"/>
                  <a:gd name="T37" fmla="*/ 17 h 134"/>
                  <a:gd name="T38" fmla="*/ 103 w 131"/>
                  <a:gd name="T39" fmla="*/ 12 h 134"/>
                  <a:gd name="T40" fmla="*/ 97 w 131"/>
                  <a:gd name="T41" fmla="*/ 8 h 134"/>
                  <a:gd name="T42" fmla="*/ 80 w 131"/>
                  <a:gd name="T43" fmla="*/ 19 h 134"/>
                  <a:gd name="T44" fmla="*/ 66 w 131"/>
                  <a:gd name="T45" fmla="*/ 16 h 134"/>
                  <a:gd name="T46" fmla="*/ 54 w 131"/>
                  <a:gd name="T47" fmla="*/ 0 h 134"/>
                  <a:gd name="T48" fmla="*/ 41 w 131"/>
                  <a:gd name="T49" fmla="*/ 3 h 134"/>
                  <a:gd name="T50" fmla="*/ 39 w 131"/>
                  <a:gd name="T51" fmla="*/ 23 h 134"/>
                  <a:gd name="T52" fmla="*/ 25 w 131"/>
                  <a:gd name="T53" fmla="*/ 34 h 134"/>
                  <a:gd name="T54" fmla="*/ 4 w 131"/>
                  <a:gd name="T55" fmla="*/ 34 h 134"/>
                  <a:gd name="T56" fmla="*/ 0 w 131"/>
                  <a:gd name="T57" fmla="*/ 45 h 134"/>
                  <a:gd name="T58" fmla="*/ 14 w 131"/>
                  <a:gd name="T59" fmla="*/ 59 h 134"/>
                  <a:gd name="T60" fmla="*/ 14 w 131"/>
                  <a:gd name="T61" fmla="*/ 79 h 134"/>
                  <a:gd name="T62" fmla="*/ 32 w 131"/>
                  <a:gd name="T63" fmla="*/ 45 h 134"/>
                  <a:gd name="T64" fmla="*/ 86 w 131"/>
                  <a:gd name="T65" fmla="*/ 36 h 134"/>
                  <a:gd name="T66" fmla="*/ 94 w 131"/>
                  <a:gd name="T67" fmla="*/ 89 h 134"/>
                  <a:gd name="T68" fmla="*/ 41 w 131"/>
                  <a:gd name="T69" fmla="*/ 98 h 134"/>
                  <a:gd name="T70" fmla="*/ 32 w 131"/>
                  <a:gd name="T71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31" h="134">
                    <a:moveTo>
                      <a:pt x="14" y="79"/>
                    </a:moveTo>
                    <a:cubicBezTo>
                      <a:pt x="2" y="94"/>
                      <a:pt x="2" y="94"/>
                      <a:pt x="2" y="94"/>
                    </a:cubicBezTo>
                    <a:cubicBezTo>
                      <a:pt x="3" y="97"/>
                      <a:pt x="5" y="101"/>
                      <a:pt x="7" y="104"/>
                    </a:cubicBezTo>
                    <a:cubicBezTo>
                      <a:pt x="27" y="102"/>
                      <a:pt x="27" y="102"/>
                      <a:pt x="27" y="102"/>
                    </a:cubicBezTo>
                    <a:cubicBezTo>
                      <a:pt x="29" y="104"/>
                      <a:pt x="31" y="106"/>
                      <a:pt x="34" y="108"/>
                    </a:cubicBezTo>
                    <a:cubicBezTo>
                      <a:pt x="37" y="110"/>
                      <a:pt x="39" y="111"/>
                      <a:pt x="42" y="113"/>
                    </a:cubicBezTo>
                    <a:cubicBezTo>
                      <a:pt x="46" y="132"/>
                      <a:pt x="46" y="132"/>
                      <a:pt x="46" y="132"/>
                    </a:cubicBezTo>
                    <a:cubicBezTo>
                      <a:pt x="50" y="133"/>
                      <a:pt x="54" y="134"/>
                      <a:pt x="58" y="134"/>
                    </a:cubicBezTo>
                    <a:cubicBezTo>
                      <a:pt x="68" y="117"/>
                      <a:pt x="68" y="117"/>
                      <a:pt x="68" y="117"/>
                    </a:cubicBezTo>
                    <a:cubicBezTo>
                      <a:pt x="75" y="117"/>
                      <a:pt x="81" y="115"/>
                      <a:pt x="87" y="112"/>
                    </a:cubicBezTo>
                    <a:cubicBezTo>
                      <a:pt x="104" y="121"/>
                      <a:pt x="104" y="121"/>
                      <a:pt x="104" y="121"/>
                    </a:cubicBezTo>
                    <a:cubicBezTo>
                      <a:pt x="108" y="118"/>
                      <a:pt x="111" y="116"/>
                      <a:pt x="113" y="113"/>
                    </a:cubicBezTo>
                    <a:cubicBezTo>
                      <a:pt x="107" y="94"/>
                      <a:pt x="107" y="94"/>
                      <a:pt x="107" y="94"/>
                    </a:cubicBezTo>
                    <a:cubicBezTo>
                      <a:pt x="110" y="88"/>
                      <a:pt x="112" y="82"/>
                      <a:pt x="113" y="76"/>
                    </a:cubicBezTo>
                    <a:cubicBezTo>
                      <a:pt x="131" y="68"/>
                      <a:pt x="131" y="68"/>
                      <a:pt x="131" y="68"/>
                    </a:cubicBezTo>
                    <a:cubicBezTo>
                      <a:pt x="131" y="64"/>
                      <a:pt x="131" y="59"/>
                      <a:pt x="130" y="55"/>
                    </a:cubicBezTo>
                    <a:cubicBezTo>
                      <a:pt x="111" y="48"/>
                      <a:pt x="111" y="48"/>
                      <a:pt x="111" y="48"/>
                    </a:cubicBezTo>
                    <a:cubicBezTo>
                      <a:pt x="109" y="44"/>
                      <a:pt x="107" y="40"/>
                      <a:pt x="104" y="36"/>
                    </a:cubicBezTo>
                    <a:cubicBezTo>
                      <a:pt x="109" y="17"/>
                      <a:pt x="109" y="17"/>
                      <a:pt x="109" y="17"/>
                    </a:cubicBezTo>
                    <a:cubicBezTo>
                      <a:pt x="107" y="15"/>
                      <a:pt x="105" y="13"/>
                      <a:pt x="103" y="12"/>
                    </a:cubicBezTo>
                    <a:cubicBezTo>
                      <a:pt x="101" y="11"/>
                      <a:pt x="99" y="9"/>
                      <a:pt x="97" y="8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76" y="17"/>
                      <a:pt x="71" y="16"/>
                      <a:pt x="66" y="16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0" y="1"/>
                      <a:pt x="45" y="2"/>
                      <a:pt x="41" y="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3" y="26"/>
                      <a:pt x="29" y="30"/>
                      <a:pt x="25" y="34"/>
                    </a:cubicBezTo>
                    <a:cubicBezTo>
                      <a:pt x="4" y="34"/>
                      <a:pt x="4" y="34"/>
                      <a:pt x="4" y="34"/>
                    </a:cubicBezTo>
                    <a:cubicBezTo>
                      <a:pt x="2" y="38"/>
                      <a:pt x="1" y="41"/>
                      <a:pt x="0" y="45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3" y="65"/>
                      <a:pt x="13" y="72"/>
                      <a:pt x="14" y="79"/>
                    </a:cubicBezTo>
                    <a:close/>
                    <a:moveTo>
                      <a:pt x="32" y="45"/>
                    </a:moveTo>
                    <a:cubicBezTo>
                      <a:pt x="45" y="28"/>
                      <a:pt x="69" y="24"/>
                      <a:pt x="86" y="36"/>
                    </a:cubicBezTo>
                    <a:cubicBezTo>
                      <a:pt x="103" y="49"/>
                      <a:pt x="106" y="72"/>
                      <a:pt x="94" y="89"/>
                    </a:cubicBezTo>
                    <a:cubicBezTo>
                      <a:pt x="82" y="106"/>
                      <a:pt x="58" y="110"/>
                      <a:pt x="41" y="98"/>
                    </a:cubicBezTo>
                    <a:cubicBezTo>
                      <a:pt x="24" y="86"/>
                      <a:pt x="20" y="62"/>
                      <a:pt x="32" y="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DC6F8AA-DA45-401D-BA80-3AC89D38397E}"/>
              </a:ext>
            </a:extLst>
          </p:cNvPr>
          <p:cNvGrpSpPr/>
          <p:nvPr/>
        </p:nvGrpSpPr>
        <p:grpSpPr>
          <a:xfrm>
            <a:off x="9348600" y="1671312"/>
            <a:ext cx="1817902" cy="2050525"/>
            <a:chOff x="8625583" y="2139368"/>
            <a:chExt cx="1817902" cy="2050525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46629829-3478-3388-A4D5-0947ABF64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5583" y="2139368"/>
              <a:ext cx="1817902" cy="2050525"/>
            </a:xfrm>
            <a:custGeom>
              <a:avLst/>
              <a:gdLst>
                <a:gd name="T0" fmla="*/ 311 w 622"/>
                <a:gd name="T1" fmla="*/ 702 h 702"/>
                <a:gd name="T2" fmla="*/ 91 w 622"/>
                <a:gd name="T3" fmla="*/ 512 h 702"/>
                <a:gd name="T4" fmla="*/ 0 w 622"/>
                <a:gd name="T5" fmla="*/ 159 h 702"/>
                <a:gd name="T6" fmla="*/ 7 w 622"/>
                <a:gd name="T7" fmla="*/ 29 h 702"/>
                <a:gd name="T8" fmla="*/ 146 w 622"/>
                <a:gd name="T9" fmla="*/ 84 h 702"/>
                <a:gd name="T10" fmla="*/ 312 w 622"/>
                <a:gd name="T11" fmla="*/ 0 h 702"/>
                <a:gd name="T12" fmla="*/ 477 w 622"/>
                <a:gd name="T13" fmla="*/ 84 h 702"/>
                <a:gd name="T14" fmla="*/ 616 w 622"/>
                <a:gd name="T15" fmla="*/ 29 h 702"/>
                <a:gd name="T16" fmla="*/ 622 w 622"/>
                <a:gd name="T17" fmla="*/ 159 h 702"/>
                <a:gd name="T18" fmla="*/ 532 w 622"/>
                <a:gd name="T19" fmla="*/ 512 h 702"/>
                <a:gd name="T20" fmla="*/ 311 w 622"/>
                <a:gd name="T21" fmla="*/ 702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2" h="702">
                  <a:moveTo>
                    <a:pt x="311" y="702"/>
                  </a:moveTo>
                  <a:cubicBezTo>
                    <a:pt x="225" y="675"/>
                    <a:pt x="147" y="607"/>
                    <a:pt x="91" y="512"/>
                  </a:cubicBezTo>
                  <a:cubicBezTo>
                    <a:pt x="33" y="412"/>
                    <a:pt x="0" y="287"/>
                    <a:pt x="0" y="159"/>
                  </a:cubicBezTo>
                  <a:cubicBezTo>
                    <a:pt x="0" y="123"/>
                    <a:pt x="3" y="71"/>
                    <a:pt x="7" y="29"/>
                  </a:cubicBezTo>
                  <a:cubicBezTo>
                    <a:pt x="44" y="64"/>
                    <a:pt x="94" y="84"/>
                    <a:pt x="146" y="84"/>
                  </a:cubicBezTo>
                  <a:cubicBezTo>
                    <a:pt x="212" y="84"/>
                    <a:pt x="273" y="52"/>
                    <a:pt x="312" y="0"/>
                  </a:cubicBezTo>
                  <a:cubicBezTo>
                    <a:pt x="350" y="52"/>
                    <a:pt x="412" y="84"/>
                    <a:pt x="477" y="84"/>
                  </a:cubicBezTo>
                  <a:cubicBezTo>
                    <a:pt x="529" y="84"/>
                    <a:pt x="578" y="64"/>
                    <a:pt x="616" y="29"/>
                  </a:cubicBezTo>
                  <a:cubicBezTo>
                    <a:pt x="620" y="71"/>
                    <a:pt x="622" y="124"/>
                    <a:pt x="622" y="159"/>
                  </a:cubicBezTo>
                  <a:cubicBezTo>
                    <a:pt x="622" y="287"/>
                    <a:pt x="590" y="412"/>
                    <a:pt x="532" y="512"/>
                  </a:cubicBezTo>
                  <a:cubicBezTo>
                    <a:pt x="475" y="607"/>
                    <a:pt x="397" y="675"/>
                    <a:pt x="311" y="702"/>
                  </a:cubicBezTo>
                  <a:close/>
                </a:path>
              </a:pathLst>
            </a:custGeom>
            <a:solidFill>
              <a:srgbClr val="DA9AA5"/>
            </a:solidFill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FB7F966A-68B9-50CD-669A-45D0E1A32E07}"/>
                </a:ext>
              </a:extLst>
            </p:cNvPr>
            <p:cNvGrpSpPr/>
            <p:nvPr/>
          </p:nvGrpSpPr>
          <p:grpSpPr>
            <a:xfrm>
              <a:off x="9191041" y="2731210"/>
              <a:ext cx="668697" cy="692118"/>
              <a:chOff x="9191041" y="2486659"/>
              <a:chExt cx="668697" cy="692118"/>
            </a:xfrm>
          </p:grpSpPr>
          <p:sp>
            <p:nvSpPr>
              <p:cNvPr id="30" name="Freeform 21">
                <a:extLst>
                  <a:ext uri="{FF2B5EF4-FFF2-40B4-BE49-F238E27FC236}">
                    <a16:creationId xmlns:a16="http://schemas.microsoft.com/office/drawing/2014/main" id="{B1D92BD5-AB8F-5385-E702-A85CCCB135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61446" y="2653026"/>
                <a:ext cx="331926" cy="370691"/>
              </a:xfrm>
              <a:custGeom>
                <a:avLst/>
                <a:gdLst>
                  <a:gd name="T0" fmla="*/ 174 w 174"/>
                  <a:gd name="T1" fmla="*/ 87 h 194"/>
                  <a:gd name="T2" fmla="*/ 87 w 174"/>
                  <a:gd name="T3" fmla="*/ 0 h 194"/>
                  <a:gd name="T4" fmla="*/ 0 w 174"/>
                  <a:gd name="T5" fmla="*/ 87 h 194"/>
                  <a:gd name="T6" fmla="*/ 47 w 174"/>
                  <a:gd name="T7" fmla="*/ 165 h 194"/>
                  <a:gd name="T8" fmla="*/ 47 w 174"/>
                  <a:gd name="T9" fmla="*/ 194 h 194"/>
                  <a:gd name="T10" fmla="*/ 127 w 174"/>
                  <a:gd name="T11" fmla="*/ 194 h 194"/>
                  <a:gd name="T12" fmla="*/ 127 w 174"/>
                  <a:gd name="T13" fmla="*/ 165 h 194"/>
                  <a:gd name="T14" fmla="*/ 174 w 174"/>
                  <a:gd name="T15" fmla="*/ 87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4" h="194">
                    <a:moveTo>
                      <a:pt x="174" y="87"/>
                    </a:moveTo>
                    <a:cubicBezTo>
                      <a:pt x="174" y="39"/>
                      <a:pt x="135" y="0"/>
                      <a:pt x="87" y="0"/>
                    </a:cubicBezTo>
                    <a:cubicBezTo>
                      <a:pt x="39" y="0"/>
                      <a:pt x="0" y="39"/>
                      <a:pt x="0" y="87"/>
                    </a:cubicBezTo>
                    <a:cubicBezTo>
                      <a:pt x="0" y="121"/>
                      <a:pt x="19" y="150"/>
                      <a:pt x="47" y="165"/>
                    </a:cubicBezTo>
                    <a:cubicBezTo>
                      <a:pt x="47" y="194"/>
                      <a:pt x="47" y="194"/>
                      <a:pt x="47" y="194"/>
                    </a:cubicBezTo>
                    <a:cubicBezTo>
                      <a:pt x="127" y="194"/>
                      <a:pt x="127" y="194"/>
                      <a:pt x="127" y="194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55" y="150"/>
                      <a:pt x="174" y="121"/>
                      <a:pt x="174" y="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" name="Freeform 22">
                <a:extLst>
                  <a:ext uri="{FF2B5EF4-FFF2-40B4-BE49-F238E27FC236}">
                    <a16:creationId xmlns:a16="http://schemas.microsoft.com/office/drawing/2014/main" id="{81324A3C-1A54-6FEA-06B2-2A601BBBD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51090" y="3041484"/>
                <a:ext cx="152638" cy="26651"/>
              </a:xfrm>
              <a:custGeom>
                <a:avLst/>
                <a:gdLst>
                  <a:gd name="T0" fmla="*/ 80 w 80"/>
                  <a:gd name="T1" fmla="*/ 7 h 14"/>
                  <a:gd name="T2" fmla="*/ 73 w 80"/>
                  <a:gd name="T3" fmla="*/ 14 h 14"/>
                  <a:gd name="T4" fmla="*/ 7 w 80"/>
                  <a:gd name="T5" fmla="*/ 14 h 14"/>
                  <a:gd name="T6" fmla="*/ 0 w 80"/>
                  <a:gd name="T7" fmla="*/ 7 h 14"/>
                  <a:gd name="T8" fmla="*/ 0 w 80"/>
                  <a:gd name="T9" fmla="*/ 7 h 14"/>
                  <a:gd name="T10" fmla="*/ 7 w 80"/>
                  <a:gd name="T11" fmla="*/ 0 h 14"/>
                  <a:gd name="T12" fmla="*/ 73 w 80"/>
                  <a:gd name="T13" fmla="*/ 0 h 14"/>
                  <a:gd name="T14" fmla="*/ 80 w 80"/>
                  <a:gd name="T15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0" h="14">
                    <a:moveTo>
                      <a:pt x="80" y="7"/>
                    </a:moveTo>
                    <a:cubicBezTo>
                      <a:pt x="80" y="11"/>
                      <a:pt x="77" y="14"/>
                      <a:pt x="73" y="14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77" y="0"/>
                      <a:pt x="80" y="3"/>
                      <a:pt x="80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" name="Freeform 23">
                <a:extLst>
                  <a:ext uri="{FF2B5EF4-FFF2-40B4-BE49-F238E27FC236}">
                    <a16:creationId xmlns:a16="http://schemas.microsoft.com/office/drawing/2014/main" id="{2E157CCE-E3AD-62AE-FFCA-EED9074E65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51090" y="3077018"/>
                <a:ext cx="152638" cy="27459"/>
              </a:xfrm>
              <a:custGeom>
                <a:avLst/>
                <a:gdLst>
                  <a:gd name="T0" fmla="*/ 80 w 80"/>
                  <a:gd name="T1" fmla="*/ 7 h 14"/>
                  <a:gd name="T2" fmla="*/ 73 w 80"/>
                  <a:gd name="T3" fmla="*/ 14 h 14"/>
                  <a:gd name="T4" fmla="*/ 7 w 80"/>
                  <a:gd name="T5" fmla="*/ 14 h 14"/>
                  <a:gd name="T6" fmla="*/ 0 w 80"/>
                  <a:gd name="T7" fmla="*/ 7 h 14"/>
                  <a:gd name="T8" fmla="*/ 0 w 80"/>
                  <a:gd name="T9" fmla="*/ 7 h 14"/>
                  <a:gd name="T10" fmla="*/ 7 w 80"/>
                  <a:gd name="T11" fmla="*/ 0 h 14"/>
                  <a:gd name="T12" fmla="*/ 73 w 80"/>
                  <a:gd name="T13" fmla="*/ 0 h 14"/>
                  <a:gd name="T14" fmla="*/ 80 w 80"/>
                  <a:gd name="T15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0" h="14">
                    <a:moveTo>
                      <a:pt x="80" y="7"/>
                    </a:moveTo>
                    <a:cubicBezTo>
                      <a:pt x="80" y="11"/>
                      <a:pt x="77" y="14"/>
                      <a:pt x="73" y="14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77" y="0"/>
                      <a:pt x="80" y="3"/>
                      <a:pt x="80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" name="Freeform 24">
                <a:extLst>
                  <a:ext uri="{FF2B5EF4-FFF2-40B4-BE49-F238E27FC236}">
                    <a16:creationId xmlns:a16="http://schemas.microsoft.com/office/drawing/2014/main" id="{92F91EB0-2EAA-5A83-D315-B11737DA47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68050" y="3113361"/>
                <a:ext cx="116295" cy="27459"/>
              </a:xfrm>
              <a:custGeom>
                <a:avLst/>
                <a:gdLst>
                  <a:gd name="T0" fmla="*/ 61 w 61"/>
                  <a:gd name="T1" fmla="*/ 7 h 14"/>
                  <a:gd name="T2" fmla="*/ 56 w 61"/>
                  <a:gd name="T3" fmla="*/ 14 h 14"/>
                  <a:gd name="T4" fmla="*/ 5 w 61"/>
                  <a:gd name="T5" fmla="*/ 14 h 14"/>
                  <a:gd name="T6" fmla="*/ 0 w 61"/>
                  <a:gd name="T7" fmla="*/ 7 h 14"/>
                  <a:gd name="T8" fmla="*/ 0 w 61"/>
                  <a:gd name="T9" fmla="*/ 7 h 14"/>
                  <a:gd name="T10" fmla="*/ 5 w 61"/>
                  <a:gd name="T11" fmla="*/ 0 h 14"/>
                  <a:gd name="T12" fmla="*/ 56 w 61"/>
                  <a:gd name="T13" fmla="*/ 0 h 14"/>
                  <a:gd name="T14" fmla="*/ 61 w 61"/>
                  <a:gd name="T15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14">
                    <a:moveTo>
                      <a:pt x="61" y="7"/>
                    </a:moveTo>
                    <a:cubicBezTo>
                      <a:pt x="61" y="11"/>
                      <a:pt x="59" y="14"/>
                      <a:pt x="56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1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9" y="0"/>
                      <a:pt x="61" y="3"/>
                      <a:pt x="61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" name="Freeform 25">
                <a:extLst>
                  <a:ext uri="{FF2B5EF4-FFF2-40B4-BE49-F238E27FC236}">
                    <a16:creationId xmlns:a16="http://schemas.microsoft.com/office/drawing/2014/main" id="{068B04EF-26C3-564B-9D12-E6301DC5C6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4701" y="3152126"/>
                <a:ext cx="61378" cy="26651"/>
              </a:xfrm>
              <a:custGeom>
                <a:avLst/>
                <a:gdLst>
                  <a:gd name="T0" fmla="*/ 32 w 32"/>
                  <a:gd name="T1" fmla="*/ 7 h 14"/>
                  <a:gd name="T2" fmla="*/ 30 w 32"/>
                  <a:gd name="T3" fmla="*/ 14 h 14"/>
                  <a:gd name="T4" fmla="*/ 3 w 32"/>
                  <a:gd name="T5" fmla="*/ 14 h 14"/>
                  <a:gd name="T6" fmla="*/ 0 w 32"/>
                  <a:gd name="T7" fmla="*/ 7 h 14"/>
                  <a:gd name="T8" fmla="*/ 0 w 32"/>
                  <a:gd name="T9" fmla="*/ 7 h 14"/>
                  <a:gd name="T10" fmla="*/ 3 w 32"/>
                  <a:gd name="T11" fmla="*/ 0 h 14"/>
                  <a:gd name="T12" fmla="*/ 30 w 32"/>
                  <a:gd name="T13" fmla="*/ 0 h 14"/>
                  <a:gd name="T14" fmla="*/ 32 w 32"/>
                  <a:gd name="T15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2" h="14">
                    <a:moveTo>
                      <a:pt x="32" y="7"/>
                    </a:moveTo>
                    <a:cubicBezTo>
                      <a:pt x="32" y="10"/>
                      <a:pt x="31" y="14"/>
                      <a:pt x="30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2" y="14"/>
                      <a:pt x="0" y="10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2" y="0"/>
                      <a:pt x="3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0"/>
                      <a:pt x="32" y="3"/>
                      <a:pt x="32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" name="Freeform 26">
                <a:extLst>
                  <a:ext uri="{FF2B5EF4-FFF2-40B4-BE49-F238E27FC236}">
                    <a16:creationId xmlns:a16="http://schemas.microsoft.com/office/drawing/2014/main" id="{45EB8082-D12D-FB8C-0D65-79825E7E98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8430" y="2486659"/>
                <a:ext cx="36342" cy="135678"/>
              </a:xfrm>
              <a:custGeom>
                <a:avLst/>
                <a:gdLst>
                  <a:gd name="T0" fmla="*/ 19 w 19"/>
                  <a:gd name="T1" fmla="*/ 63 h 71"/>
                  <a:gd name="T2" fmla="*/ 9 w 19"/>
                  <a:gd name="T3" fmla="*/ 71 h 71"/>
                  <a:gd name="T4" fmla="*/ 9 w 19"/>
                  <a:gd name="T5" fmla="*/ 71 h 71"/>
                  <a:gd name="T6" fmla="*/ 0 w 19"/>
                  <a:gd name="T7" fmla="*/ 63 h 71"/>
                  <a:gd name="T8" fmla="*/ 0 w 19"/>
                  <a:gd name="T9" fmla="*/ 8 h 71"/>
                  <a:gd name="T10" fmla="*/ 9 w 19"/>
                  <a:gd name="T11" fmla="*/ 0 h 71"/>
                  <a:gd name="T12" fmla="*/ 9 w 19"/>
                  <a:gd name="T13" fmla="*/ 0 h 71"/>
                  <a:gd name="T14" fmla="*/ 19 w 19"/>
                  <a:gd name="T15" fmla="*/ 8 h 71"/>
                  <a:gd name="T16" fmla="*/ 19 w 19"/>
                  <a:gd name="T17" fmla="*/ 63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71">
                    <a:moveTo>
                      <a:pt x="19" y="63"/>
                    </a:moveTo>
                    <a:cubicBezTo>
                      <a:pt x="19" y="67"/>
                      <a:pt x="15" y="71"/>
                      <a:pt x="9" y="71"/>
                    </a:cubicBezTo>
                    <a:cubicBezTo>
                      <a:pt x="9" y="71"/>
                      <a:pt x="9" y="71"/>
                      <a:pt x="9" y="71"/>
                    </a:cubicBezTo>
                    <a:cubicBezTo>
                      <a:pt x="4" y="71"/>
                      <a:pt x="0" y="67"/>
                      <a:pt x="0" y="63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5" y="0"/>
                      <a:pt x="19" y="4"/>
                      <a:pt x="19" y="8"/>
                    </a:cubicBezTo>
                    <a:lnTo>
                      <a:pt x="19" y="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" name="Freeform 27">
                <a:extLst>
                  <a:ext uri="{FF2B5EF4-FFF2-40B4-BE49-F238E27FC236}">
                    <a16:creationId xmlns:a16="http://schemas.microsoft.com/office/drawing/2014/main" id="{812A6297-6AD3-C3C0-0C0E-446E4DC088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75032" y="2584379"/>
                <a:ext cx="110642" cy="110642"/>
              </a:xfrm>
              <a:custGeom>
                <a:avLst/>
                <a:gdLst>
                  <a:gd name="T0" fmla="*/ 55 w 58"/>
                  <a:gd name="T1" fmla="*/ 42 h 58"/>
                  <a:gd name="T2" fmla="*/ 54 w 58"/>
                  <a:gd name="T3" fmla="*/ 54 h 58"/>
                  <a:gd name="T4" fmla="*/ 54 w 58"/>
                  <a:gd name="T5" fmla="*/ 54 h 58"/>
                  <a:gd name="T6" fmla="*/ 42 w 58"/>
                  <a:gd name="T7" fmla="*/ 55 h 58"/>
                  <a:gd name="T8" fmla="*/ 3 w 58"/>
                  <a:gd name="T9" fmla="*/ 16 h 58"/>
                  <a:gd name="T10" fmla="*/ 4 w 58"/>
                  <a:gd name="T11" fmla="*/ 4 h 58"/>
                  <a:gd name="T12" fmla="*/ 4 w 58"/>
                  <a:gd name="T13" fmla="*/ 4 h 58"/>
                  <a:gd name="T14" fmla="*/ 16 w 58"/>
                  <a:gd name="T15" fmla="*/ 3 h 58"/>
                  <a:gd name="T16" fmla="*/ 55 w 58"/>
                  <a:gd name="T17" fmla="*/ 42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" h="58">
                    <a:moveTo>
                      <a:pt x="55" y="42"/>
                    </a:moveTo>
                    <a:cubicBezTo>
                      <a:pt x="58" y="45"/>
                      <a:pt x="58" y="50"/>
                      <a:pt x="54" y="54"/>
                    </a:cubicBezTo>
                    <a:cubicBezTo>
                      <a:pt x="54" y="54"/>
                      <a:pt x="54" y="54"/>
                      <a:pt x="54" y="54"/>
                    </a:cubicBezTo>
                    <a:cubicBezTo>
                      <a:pt x="50" y="57"/>
                      <a:pt x="45" y="58"/>
                      <a:pt x="42" y="55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0" y="13"/>
                      <a:pt x="0" y="7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7" y="0"/>
                      <a:pt x="13" y="0"/>
                      <a:pt x="16" y="3"/>
                    </a:cubicBezTo>
                    <a:lnTo>
                      <a:pt x="55" y="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" name="Freeform 28">
                <a:extLst>
                  <a:ext uri="{FF2B5EF4-FFF2-40B4-BE49-F238E27FC236}">
                    <a16:creationId xmlns:a16="http://schemas.microsoft.com/office/drawing/2014/main" id="{9745ADF8-597E-3469-7AB6-AB4BB55542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0758" y="2584379"/>
                <a:ext cx="110642" cy="110642"/>
              </a:xfrm>
              <a:custGeom>
                <a:avLst/>
                <a:gdLst>
                  <a:gd name="T0" fmla="*/ 16 w 58"/>
                  <a:gd name="T1" fmla="*/ 55 h 58"/>
                  <a:gd name="T2" fmla="*/ 4 w 58"/>
                  <a:gd name="T3" fmla="*/ 54 h 58"/>
                  <a:gd name="T4" fmla="*/ 4 w 58"/>
                  <a:gd name="T5" fmla="*/ 54 h 58"/>
                  <a:gd name="T6" fmla="*/ 3 w 58"/>
                  <a:gd name="T7" fmla="*/ 42 h 58"/>
                  <a:gd name="T8" fmla="*/ 42 w 58"/>
                  <a:gd name="T9" fmla="*/ 3 h 58"/>
                  <a:gd name="T10" fmla="*/ 54 w 58"/>
                  <a:gd name="T11" fmla="*/ 4 h 58"/>
                  <a:gd name="T12" fmla="*/ 54 w 58"/>
                  <a:gd name="T13" fmla="*/ 4 h 58"/>
                  <a:gd name="T14" fmla="*/ 55 w 58"/>
                  <a:gd name="T15" fmla="*/ 16 h 58"/>
                  <a:gd name="T16" fmla="*/ 16 w 58"/>
                  <a:gd name="T17" fmla="*/ 55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" h="58">
                    <a:moveTo>
                      <a:pt x="16" y="55"/>
                    </a:moveTo>
                    <a:cubicBezTo>
                      <a:pt x="13" y="58"/>
                      <a:pt x="7" y="57"/>
                      <a:pt x="4" y="54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0" y="50"/>
                      <a:pt x="0" y="45"/>
                      <a:pt x="3" y="42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45" y="0"/>
                      <a:pt x="50" y="0"/>
                      <a:pt x="54" y="4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7" y="7"/>
                      <a:pt x="58" y="13"/>
                      <a:pt x="55" y="16"/>
                    </a:cubicBezTo>
                    <a:lnTo>
                      <a:pt x="16" y="5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" name="Freeform 29">
                <a:extLst>
                  <a:ext uri="{FF2B5EF4-FFF2-40B4-BE49-F238E27FC236}">
                    <a16:creationId xmlns:a16="http://schemas.microsoft.com/office/drawing/2014/main" id="{0979EB8E-6AB3-670D-8C65-DF30C254BA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24060" y="2821008"/>
                <a:ext cx="135678" cy="34727"/>
              </a:xfrm>
              <a:custGeom>
                <a:avLst/>
                <a:gdLst>
                  <a:gd name="T0" fmla="*/ 8 w 71"/>
                  <a:gd name="T1" fmla="*/ 18 h 18"/>
                  <a:gd name="T2" fmla="*/ 0 w 71"/>
                  <a:gd name="T3" fmla="*/ 9 h 18"/>
                  <a:gd name="T4" fmla="*/ 0 w 71"/>
                  <a:gd name="T5" fmla="*/ 9 h 18"/>
                  <a:gd name="T6" fmla="*/ 8 w 71"/>
                  <a:gd name="T7" fmla="*/ 0 h 18"/>
                  <a:gd name="T8" fmla="*/ 63 w 71"/>
                  <a:gd name="T9" fmla="*/ 0 h 18"/>
                  <a:gd name="T10" fmla="*/ 71 w 71"/>
                  <a:gd name="T11" fmla="*/ 9 h 18"/>
                  <a:gd name="T12" fmla="*/ 71 w 71"/>
                  <a:gd name="T13" fmla="*/ 9 h 18"/>
                  <a:gd name="T14" fmla="*/ 63 w 71"/>
                  <a:gd name="T15" fmla="*/ 18 h 18"/>
                  <a:gd name="T16" fmla="*/ 8 w 71"/>
                  <a:gd name="T17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18">
                    <a:moveTo>
                      <a:pt x="8" y="18"/>
                    </a:moveTo>
                    <a:cubicBezTo>
                      <a:pt x="4" y="18"/>
                      <a:pt x="0" y="14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8" y="0"/>
                      <a:pt x="71" y="4"/>
                      <a:pt x="71" y="9"/>
                    </a:cubicBezTo>
                    <a:cubicBezTo>
                      <a:pt x="71" y="9"/>
                      <a:pt x="71" y="9"/>
                      <a:pt x="71" y="9"/>
                    </a:cubicBezTo>
                    <a:cubicBezTo>
                      <a:pt x="71" y="14"/>
                      <a:pt x="68" y="18"/>
                      <a:pt x="63" y="18"/>
                    </a:cubicBezTo>
                    <a:lnTo>
                      <a:pt x="8" y="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" name="Freeform 30">
                <a:extLst>
                  <a:ext uri="{FF2B5EF4-FFF2-40B4-BE49-F238E27FC236}">
                    <a16:creationId xmlns:a16="http://schemas.microsoft.com/office/drawing/2014/main" id="{367CC7AE-4AB2-3BFF-93C8-4A6A18FF3D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91041" y="2821008"/>
                <a:ext cx="135678" cy="34727"/>
              </a:xfrm>
              <a:custGeom>
                <a:avLst/>
                <a:gdLst>
                  <a:gd name="T0" fmla="*/ 63 w 71"/>
                  <a:gd name="T1" fmla="*/ 0 h 18"/>
                  <a:gd name="T2" fmla="*/ 71 w 71"/>
                  <a:gd name="T3" fmla="*/ 9 h 18"/>
                  <a:gd name="T4" fmla="*/ 71 w 71"/>
                  <a:gd name="T5" fmla="*/ 9 h 18"/>
                  <a:gd name="T6" fmla="*/ 63 w 71"/>
                  <a:gd name="T7" fmla="*/ 18 h 18"/>
                  <a:gd name="T8" fmla="*/ 8 w 71"/>
                  <a:gd name="T9" fmla="*/ 18 h 18"/>
                  <a:gd name="T10" fmla="*/ 0 w 71"/>
                  <a:gd name="T11" fmla="*/ 9 h 18"/>
                  <a:gd name="T12" fmla="*/ 0 w 71"/>
                  <a:gd name="T13" fmla="*/ 9 h 18"/>
                  <a:gd name="T14" fmla="*/ 8 w 71"/>
                  <a:gd name="T15" fmla="*/ 0 h 18"/>
                  <a:gd name="T16" fmla="*/ 63 w 71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18">
                    <a:moveTo>
                      <a:pt x="63" y="0"/>
                    </a:moveTo>
                    <a:cubicBezTo>
                      <a:pt x="68" y="0"/>
                      <a:pt x="71" y="4"/>
                      <a:pt x="71" y="9"/>
                    </a:cubicBezTo>
                    <a:cubicBezTo>
                      <a:pt x="71" y="9"/>
                      <a:pt x="71" y="9"/>
                      <a:pt x="71" y="9"/>
                    </a:cubicBezTo>
                    <a:cubicBezTo>
                      <a:pt x="71" y="14"/>
                      <a:pt x="68" y="18"/>
                      <a:pt x="63" y="18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4" y="18"/>
                      <a:pt x="0" y="14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8" y="0"/>
                    </a:cubicBez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Freeform 31">
                <a:extLst>
                  <a:ext uri="{FF2B5EF4-FFF2-40B4-BE49-F238E27FC236}">
                    <a16:creationId xmlns:a16="http://schemas.microsoft.com/office/drawing/2014/main" id="{4BD4B934-9E14-7F06-190C-2D1C310FA5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7338" y="2953455"/>
                <a:ext cx="107412" cy="112257"/>
              </a:xfrm>
              <a:custGeom>
                <a:avLst/>
                <a:gdLst>
                  <a:gd name="T0" fmla="*/ 53 w 56"/>
                  <a:gd name="T1" fmla="*/ 43 h 59"/>
                  <a:gd name="T2" fmla="*/ 52 w 56"/>
                  <a:gd name="T3" fmla="*/ 56 h 59"/>
                  <a:gd name="T4" fmla="*/ 52 w 56"/>
                  <a:gd name="T5" fmla="*/ 56 h 59"/>
                  <a:gd name="T6" fmla="*/ 40 w 56"/>
                  <a:gd name="T7" fmla="*/ 56 h 59"/>
                  <a:gd name="T8" fmla="*/ 3 w 56"/>
                  <a:gd name="T9" fmla="*/ 15 h 59"/>
                  <a:gd name="T10" fmla="*/ 4 w 56"/>
                  <a:gd name="T11" fmla="*/ 3 h 59"/>
                  <a:gd name="T12" fmla="*/ 4 w 56"/>
                  <a:gd name="T13" fmla="*/ 3 h 59"/>
                  <a:gd name="T14" fmla="*/ 16 w 56"/>
                  <a:gd name="T15" fmla="*/ 3 h 59"/>
                  <a:gd name="T16" fmla="*/ 53 w 56"/>
                  <a:gd name="T17" fmla="*/ 43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59">
                    <a:moveTo>
                      <a:pt x="53" y="43"/>
                    </a:moveTo>
                    <a:cubicBezTo>
                      <a:pt x="56" y="47"/>
                      <a:pt x="56" y="52"/>
                      <a:pt x="52" y="56"/>
                    </a:cubicBezTo>
                    <a:cubicBezTo>
                      <a:pt x="52" y="56"/>
                      <a:pt x="52" y="56"/>
                      <a:pt x="52" y="56"/>
                    </a:cubicBezTo>
                    <a:cubicBezTo>
                      <a:pt x="48" y="59"/>
                      <a:pt x="43" y="59"/>
                      <a:pt x="40" y="5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0" y="12"/>
                      <a:pt x="0" y="7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8" y="0"/>
                      <a:pt x="13" y="0"/>
                      <a:pt x="16" y="3"/>
                    </a:cubicBezTo>
                    <a:lnTo>
                      <a:pt x="53" y="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" name="Freeform 32">
                <a:extLst>
                  <a:ext uri="{FF2B5EF4-FFF2-40B4-BE49-F238E27FC236}">
                    <a16:creationId xmlns:a16="http://schemas.microsoft.com/office/drawing/2014/main" id="{C309B8C0-587C-DEC6-3085-FC62FF2626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94414" y="2953455"/>
                <a:ext cx="109027" cy="112257"/>
              </a:xfrm>
              <a:custGeom>
                <a:avLst/>
                <a:gdLst>
                  <a:gd name="T0" fmla="*/ 16 w 57"/>
                  <a:gd name="T1" fmla="*/ 56 h 59"/>
                  <a:gd name="T2" fmla="*/ 4 w 57"/>
                  <a:gd name="T3" fmla="*/ 55 h 59"/>
                  <a:gd name="T4" fmla="*/ 4 w 57"/>
                  <a:gd name="T5" fmla="*/ 55 h 59"/>
                  <a:gd name="T6" fmla="*/ 3 w 57"/>
                  <a:gd name="T7" fmla="*/ 43 h 59"/>
                  <a:gd name="T8" fmla="*/ 40 w 57"/>
                  <a:gd name="T9" fmla="*/ 3 h 59"/>
                  <a:gd name="T10" fmla="*/ 52 w 57"/>
                  <a:gd name="T11" fmla="*/ 4 h 59"/>
                  <a:gd name="T12" fmla="*/ 52 w 57"/>
                  <a:gd name="T13" fmla="*/ 4 h 59"/>
                  <a:gd name="T14" fmla="*/ 54 w 57"/>
                  <a:gd name="T15" fmla="*/ 16 h 59"/>
                  <a:gd name="T16" fmla="*/ 16 w 57"/>
                  <a:gd name="T17" fmla="*/ 56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7" h="59">
                    <a:moveTo>
                      <a:pt x="16" y="56"/>
                    </a:moveTo>
                    <a:cubicBezTo>
                      <a:pt x="13" y="59"/>
                      <a:pt x="7" y="59"/>
                      <a:pt x="4" y="55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0" y="52"/>
                      <a:pt x="0" y="46"/>
                      <a:pt x="3" y="43"/>
                    </a:cubicBezTo>
                    <a:cubicBezTo>
                      <a:pt x="40" y="3"/>
                      <a:pt x="40" y="3"/>
                      <a:pt x="40" y="3"/>
                    </a:cubicBezTo>
                    <a:cubicBezTo>
                      <a:pt x="43" y="0"/>
                      <a:pt x="49" y="0"/>
                      <a:pt x="52" y="4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6" y="7"/>
                      <a:pt x="57" y="12"/>
                      <a:pt x="54" y="16"/>
                    </a:cubicBezTo>
                    <a:lnTo>
                      <a:pt x="16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EBF3EDD3-6EA2-DAA3-F4B3-6914B791DFF0}"/>
              </a:ext>
            </a:extLst>
          </p:cNvPr>
          <p:cNvGrpSpPr/>
          <p:nvPr/>
        </p:nvGrpSpPr>
        <p:grpSpPr>
          <a:xfrm>
            <a:off x="723562" y="3845454"/>
            <a:ext cx="10651321" cy="1895199"/>
            <a:chOff x="723562" y="3845454"/>
            <a:chExt cx="10651321" cy="1895199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17435406-969D-A0C8-14EB-DAE4F96C7D5D}"/>
                </a:ext>
              </a:extLst>
            </p:cNvPr>
            <p:cNvSpPr/>
            <p:nvPr/>
          </p:nvSpPr>
          <p:spPr>
            <a:xfrm>
              <a:off x="723562" y="3845454"/>
              <a:ext cx="2220682" cy="18951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2000" b="1" kern="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en-US" altLang="zh-CN" sz="2000" b="1" kern="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zh-CN" altLang="en-US" sz="16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请您单击此处输入文本内容，可根据需要适当地调整文字的颜色或者大小等属性。</a:t>
              </a: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EAD04F48-5EC6-46C7-DCB9-492B95E062BB}"/>
                </a:ext>
              </a:extLst>
            </p:cNvPr>
            <p:cNvSpPr/>
            <p:nvPr/>
          </p:nvSpPr>
          <p:spPr>
            <a:xfrm>
              <a:off x="3533775" y="3845454"/>
              <a:ext cx="2220682" cy="18951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2000" b="1" kern="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en-US" altLang="zh-CN" sz="2000" b="1" kern="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zh-CN" altLang="en-US" sz="16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请您单击此处输入文本内容，可根据需要适当地调整文字的颜色或者大小等属性。</a:t>
              </a: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4B1C1DA5-D65B-1344-94CC-3E3EFB057C97}"/>
                </a:ext>
              </a:extLst>
            </p:cNvPr>
            <p:cNvSpPr/>
            <p:nvPr/>
          </p:nvSpPr>
          <p:spPr>
            <a:xfrm>
              <a:off x="6343988" y="3845454"/>
              <a:ext cx="2220682" cy="18951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2000" b="1" kern="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en-US" altLang="zh-CN" sz="2000" b="1" kern="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zh-CN" altLang="en-US" sz="16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请您单击此处输入文本内容，可根据需要适当地调整文字的颜色或者大小等属性。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7BD6BB12-EE27-7E70-1EBE-CA927E7B8895}"/>
                </a:ext>
              </a:extLst>
            </p:cNvPr>
            <p:cNvSpPr/>
            <p:nvPr/>
          </p:nvSpPr>
          <p:spPr>
            <a:xfrm>
              <a:off x="9154201" y="3845454"/>
              <a:ext cx="2220682" cy="18951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2000" b="1" kern="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en-US" altLang="zh-CN" sz="2000" b="1" kern="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zh-CN" altLang="en-US" sz="16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请您单击此处输入文本内容，可根据需要适当地调整文字的颜色或者大小等属性。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7110031"/>
      </p:ext>
    </p:extLst>
  </p:cSld>
  <p:clrMapOvr>
    <a:masterClrMapping/>
  </p:clrMapOvr>
  <p:transition spd="slow" advTm="0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9F24ACDB-E4C3-F8CF-EFD6-8AACA7589203}"/>
              </a:ext>
            </a:extLst>
          </p:cNvPr>
          <p:cNvSpPr/>
          <p:nvPr/>
        </p:nvSpPr>
        <p:spPr>
          <a:xfrm rot="13309666" flipH="1">
            <a:off x="-543961" y="-452225"/>
            <a:ext cx="1261549" cy="1560327"/>
          </a:xfrm>
          <a:custGeom>
            <a:avLst/>
            <a:gdLst>
              <a:gd name="connsiteX0" fmla="*/ 2291801 w 2659024"/>
              <a:gd name="connsiteY0" fmla="*/ 2285896 h 3739830"/>
              <a:gd name="connsiteX1" fmla="*/ 2038521 w 2659024"/>
              <a:gd name="connsiteY1" fmla="*/ 1784080 h 3739830"/>
              <a:gd name="connsiteX2" fmla="*/ 2231828 w 2659024"/>
              <a:gd name="connsiteY2" fmla="*/ 1284775 h 3739830"/>
              <a:gd name="connsiteX3" fmla="*/ 2388036 w 2659024"/>
              <a:gd name="connsiteY3" fmla="*/ 764270 h 3739830"/>
              <a:gd name="connsiteX4" fmla="*/ 2233502 w 2659024"/>
              <a:gd name="connsiteY4" fmla="*/ 269148 h 3739830"/>
              <a:gd name="connsiteX5" fmla="*/ 2050236 w 2659024"/>
              <a:gd name="connsiteY5" fmla="*/ 82536 h 3739830"/>
              <a:gd name="connsiteX6" fmla="*/ 1947585 w 2659024"/>
              <a:gd name="connsiteY6" fmla="*/ 80863 h 3739830"/>
              <a:gd name="connsiteX7" fmla="*/ 1938659 w 2659024"/>
              <a:gd name="connsiteY7" fmla="*/ 83094 h 3739830"/>
              <a:gd name="connsiteX8" fmla="*/ 1899328 w 2659024"/>
              <a:gd name="connsiteY8" fmla="*/ 63290 h 3739830"/>
              <a:gd name="connsiteX9" fmla="*/ 827352 w 2659024"/>
              <a:gd name="connsiteY9" fmla="*/ 150319 h 3739830"/>
              <a:gd name="connsiteX10" fmla="*/ 386622 w 2659024"/>
              <a:gd name="connsiteY10" fmla="*/ 500112 h 3739830"/>
              <a:gd name="connsiteX11" fmla="*/ 270582 w 2659024"/>
              <a:gd name="connsiteY11" fmla="*/ 1054648 h 3739830"/>
              <a:gd name="connsiteX12" fmla="*/ 337529 w 2659024"/>
              <a:gd name="connsiteY12" fmla="*/ 1627594 h 3739830"/>
              <a:gd name="connsiteX13" fmla="*/ 59981 w 2659024"/>
              <a:gd name="connsiteY13" fmla="*/ 2164557 h 3739830"/>
              <a:gd name="connsiteX14" fmla="*/ 66117 w 2659024"/>
              <a:gd name="connsiteY14" fmla="*/ 2707656 h 3739830"/>
              <a:gd name="connsiteX15" fmla="*/ 477558 w 2659024"/>
              <a:gd name="connsiteY15" fmla="*/ 2965677 h 3739830"/>
              <a:gd name="connsiteX16" fmla="*/ 1027911 w 2659024"/>
              <a:gd name="connsiteY16" fmla="*/ 2985203 h 3739830"/>
              <a:gd name="connsiteX17" fmla="*/ 1425126 w 2659024"/>
              <a:gd name="connsiteY17" fmla="*/ 3214772 h 3739830"/>
              <a:gd name="connsiteX18" fmla="*/ 2143961 w 2659024"/>
              <a:gd name="connsiteY18" fmla="*/ 3732766 h 3739830"/>
              <a:gd name="connsiteX19" fmla="*/ 2615374 w 2659024"/>
              <a:gd name="connsiteY19" fmla="*/ 2799428 h 3739830"/>
              <a:gd name="connsiteX20" fmla="*/ 2291801 w 2659024"/>
              <a:gd name="connsiteY20" fmla="*/ 2285896 h 37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659024" h="3739830">
                <a:moveTo>
                  <a:pt x="2291801" y="2285896"/>
                </a:moveTo>
                <a:cubicBezTo>
                  <a:pt x="2174087" y="2139173"/>
                  <a:pt x="2045494" y="1980176"/>
                  <a:pt x="2038521" y="1784080"/>
                </a:cubicBezTo>
                <a:cubicBezTo>
                  <a:pt x="2042147" y="1599421"/>
                  <a:pt x="2147308" y="1442377"/>
                  <a:pt x="2231828" y="1284775"/>
                </a:cubicBezTo>
                <a:cubicBezTo>
                  <a:pt x="2318858" y="1121873"/>
                  <a:pt x="2388873" y="951998"/>
                  <a:pt x="2388036" y="764270"/>
                </a:cubicBezTo>
                <a:cubicBezTo>
                  <a:pt x="2387199" y="590489"/>
                  <a:pt x="2333084" y="411967"/>
                  <a:pt x="2233502" y="269148"/>
                </a:cubicBezTo>
                <a:cubicBezTo>
                  <a:pt x="2188313" y="204434"/>
                  <a:pt x="2125551" y="114057"/>
                  <a:pt x="2050236" y="82536"/>
                </a:cubicBezTo>
                <a:cubicBezTo>
                  <a:pt x="2013695" y="67195"/>
                  <a:pt x="1984127" y="75284"/>
                  <a:pt x="1947585" y="80863"/>
                </a:cubicBezTo>
                <a:cubicBezTo>
                  <a:pt x="1944796" y="81421"/>
                  <a:pt x="1941728" y="81979"/>
                  <a:pt x="1938659" y="83094"/>
                </a:cubicBezTo>
                <a:cubicBezTo>
                  <a:pt x="1935312" y="77237"/>
                  <a:pt x="1914670" y="68032"/>
                  <a:pt x="1899328" y="63290"/>
                </a:cubicBezTo>
                <a:cubicBezTo>
                  <a:pt x="1547860" y="-47729"/>
                  <a:pt x="1157620" y="-8956"/>
                  <a:pt x="827352" y="150319"/>
                </a:cubicBezTo>
                <a:cubicBezTo>
                  <a:pt x="659149" y="231491"/>
                  <a:pt x="499873" y="350042"/>
                  <a:pt x="386622" y="500112"/>
                </a:cubicBezTo>
                <a:cubicBezTo>
                  <a:pt x="261656" y="665524"/>
                  <a:pt x="233204" y="853531"/>
                  <a:pt x="270582" y="1054648"/>
                </a:cubicBezTo>
                <a:cubicBezTo>
                  <a:pt x="306287" y="1245723"/>
                  <a:pt x="398338" y="1431777"/>
                  <a:pt x="337529" y="1627594"/>
                </a:cubicBezTo>
                <a:cubicBezTo>
                  <a:pt x="277277" y="1820343"/>
                  <a:pt x="134737" y="1977108"/>
                  <a:pt x="59981" y="2164557"/>
                </a:cubicBezTo>
                <a:cubicBezTo>
                  <a:pt x="-8639" y="2336943"/>
                  <a:pt x="-32907" y="2541407"/>
                  <a:pt x="66117" y="2707656"/>
                </a:cubicBezTo>
                <a:cubicBezTo>
                  <a:pt x="153426" y="2854379"/>
                  <a:pt x="313818" y="2936109"/>
                  <a:pt x="477558" y="2965677"/>
                </a:cubicBezTo>
                <a:cubicBezTo>
                  <a:pt x="660823" y="2998871"/>
                  <a:pt x="843530" y="2972929"/>
                  <a:pt x="1027911" y="2985203"/>
                </a:cubicBezTo>
                <a:cubicBezTo>
                  <a:pt x="1204203" y="2996918"/>
                  <a:pt x="1326101" y="3071396"/>
                  <a:pt x="1425126" y="3214772"/>
                </a:cubicBezTo>
                <a:cubicBezTo>
                  <a:pt x="1603928" y="3473908"/>
                  <a:pt x="1772967" y="3791344"/>
                  <a:pt x="2143961" y="3732766"/>
                </a:cubicBezTo>
                <a:cubicBezTo>
                  <a:pt x="2582180" y="3663868"/>
                  <a:pt x="2745919" y="3181299"/>
                  <a:pt x="2615374" y="2799428"/>
                </a:cubicBezTo>
                <a:cubicBezTo>
                  <a:pt x="2548428" y="2603332"/>
                  <a:pt x="2419835" y="2445451"/>
                  <a:pt x="2291801" y="2285896"/>
                </a:cubicBezTo>
                <a:close/>
              </a:path>
            </a:pathLst>
          </a:custGeom>
          <a:solidFill>
            <a:srgbClr val="7E8A72"/>
          </a:solidFill>
          <a:ln w="244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7CA7EB-8ACF-75BE-3668-5D331A747F12}"/>
              </a:ext>
            </a:extLst>
          </p:cNvPr>
          <p:cNvGrpSpPr/>
          <p:nvPr/>
        </p:nvGrpSpPr>
        <p:grpSpPr>
          <a:xfrm>
            <a:off x="9539785" y="5610004"/>
            <a:ext cx="2884102" cy="2495992"/>
            <a:chOff x="8899022" y="5317131"/>
            <a:chExt cx="3438309" cy="297562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52D97EF-FFB4-7E97-621A-3EF96724ECEB}"/>
                </a:ext>
              </a:extLst>
            </p:cNvPr>
            <p:cNvSpPr/>
            <p:nvPr/>
          </p:nvSpPr>
          <p:spPr>
            <a:xfrm rot="10800000">
              <a:off x="10618177" y="5317131"/>
              <a:ext cx="1573823" cy="1540869"/>
            </a:xfrm>
            <a:custGeom>
              <a:avLst/>
              <a:gdLst>
                <a:gd name="connsiteX0" fmla="*/ 0 w 7004667"/>
                <a:gd name="connsiteY0" fmla="*/ 0 h 6858002"/>
                <a:gd name="connsiteX1" fmla="*/ 7004667 w 7004667"/>
                <a:gd name="connsiteY1" fmla="*/ 0 h 6858002"/>
                <a:gd name="connsiteX2" fmla="*/ 6927890 w 7004667"/>
                <a:gd name="connsiteY2" fmla="*/ 13049 h 6858002"/>
                <a:gd name="connsiteX3" fmla="*/ 4016144 w 7004667"/>
                <a:gd name="connsiteY3" fmla="*/ 3524955 h 6858002"/>
                <a:gd name="connsiteX4" fmla="*/ 980784 w 7004667"/>
                <a:gd name="connsiteY4" fmla="*/ 6858002 h 6858002"/>
                <a:gd name="connsiteX5" fmla="*/ 0 w 7004667"/>
                <a:gd name="connsiteY5" fmla="*/ 6858002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4667" h="6858002">
                  <a:moveTo>
                    <a:pt x="0" y="0"/>
                  </a:moveTo>
                  <a:lnTo>
                    <a:pt x="7004667" y="0"/>
                  </a:lnTo>
                  <a:lnTo>
                    <a:pt x="6927890" y="13049"/>
                  </a:lnTo>
                  <a:cubicBezTo>
                    <a:pt x="5094667" y="437170"/>
                    <a:pt x="6918515" y="3313232"/>
                    <a:pt x="4016144" y="3524955"/>
                  </a:cubicBezTo>
                  <a:cubicBezTo>
                    <a:pt x="933197" y="3670782"/>
                    <a:pt x="3682935" y="6027461"/>
                    <a:pt x="980784" y="6858002"/>
                  </a:cubicBezTo>
                  <a:lnTo>
                    <a:pt x="0" y="6858002"/>
                  </a:lnTo>
                  <a:close/>
                </a:path>
              </a:pathLst>
            </a:custGeom>
            <a:solidFill>
              <a:srgbClr val="CDC0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2AB46ADB-D1E6-D7E0-C3E1-1AEA17EF9883}"/>
                </a:ext>
              </a:extLst>
            </p:cNvPr>
            <p:cNvSpPr/>
            <p:nvPr/>
          </p:nvSpPr>
          <p:spPr>
            <a:xfrm rot="19222550" flipH="1">
              <a:off x="8899022" y="5832618"/>
              <a:ext cx="3438309" cy="2460133"/>
            </a:xfrm>
            <a:custGeom>
              <a:avLst/>
              <a:gdLst>
                <a:gd name="connsiteX0" fmla="*/ 6749971 w 6815402"/>
                <a:gd name="connsiteY0" fmla="*/ 786590 h 4876466"/>
                <a:gd name="connsiteX1" fmla="*/ 6748018 w 6815402"/>
                <a:gd name="connsiteY1" fmla="*/ 782405 h 4876466"/>
                <a:gd name="connsiteX2" fmla="*/ 6746902 w 6815402"/>
                <a:gd name="connsiteY2" fmla="*/ 779058 h 4876466"/>
                <a:gd name="connsiteX3" fmla="*/ 5340753 w 6815402"/>
                <a:gd name="connsiteY3" fmla="*/ 22847 h 4876466"/>
                <a:gd name="connsiteX4" fmla="*/ 3376439 w 6815402"/>
                <a:gd name="connsiteY4" fmla="*/ 789100 h 4876466"/>
                <a:gd name="connsiteX5" fmla="*/ 2839474 w 6815402"/>
                <a:gd name="connsiteY5" fmla="*/ 604441 h 4876466"/>
                <a:gd name="connsiteX6" fmla="*/ 2428592 w 6815402"/>
                <a:gd name="connsiteY6" fmla="*/ 310994 h 4876466"/>
                <a:gd name="connsiteX7" fmla="*/ 1587301 w 6815402"/>
                <a:gd name="connsiteY7" fmla="*/ 209459 h 4876466"/>
                <a:gd name="connsiteX8" fmla="*/ 968327 w 6815402"/>
                <a:gd name="connsiteY8" fmla="*/ 927455 h 4876466"/>
                <a:gd name="connsiteX9" fmla="*/ 850613 w 6815402"/>
                <a:gd name="connsiteY9" fmla="*/ 1348657 h 4876466"/>
                <a:gd name="connsiteX10" fmla="*/ 865118 w 6815402"/>
                <a:gd name="connsiteY10" fmla="*/ 1927182 h 4876466"/>
                <a:gd name="connsiteX11" fmla="*/ 441126 w 6815402"/>
                <a:gd name="connsiteY11" fmla="*/ 2960103 h 4876466"/>
                <a:gd name="connsiteX12" fmla="*/ 9601 w 6815402"/>
                <a:gd name="connsiteY12" fmla="*/ 3785212 h 4876466"/>
                <a:gd name="connsiteX13" fmla="*/ 267902 w 6815402"/>
                <a:gd name="connsiteY13" fmla="*/ 4615063 h 4876466"/>
                <a:gd name="connsiteX14" fmla="*/ 993432 w 6815402"/>
                <a:gd name="connsiteY14" fmla="*/ 4866111 h 4876466"/>
                <a:gd name="connsiteX15" fmla="*/ 1735140 w 6815402"/>
                <a:gd name="connsiteY15" fmla="*/ 4339469 h 4876466"/>
                <a:gd name="connsiteX16" fmla="*/ 2458718 w 6815402"/>
                <a:gd name="connsiteY16" fmla="*/ 3563732 h 4876466"/>
                <a:gd name="connsiteX17" fmla="*/ 3529299 w 6815402"/>
                <a:gd name="connsiteY17" fmla="*/ 3364847 h 4876466"/>
                <a:gd name="connsiteX18" fmla="*/ 4506156 w 6815402"/>
                <a:gd name="connsiteY18" fmla="*/ 3185487 h 4876466"/>
                <a:gd name="connsiteX19" fmla="*/ 4941307 w 6815402"/>
                <a:gd name="connsiteY19" fmla="*/ 2434855 h 4876466"/>
                <a:gd name="connsiteX20" fmla="*/ 5349679 w 6815402"/>
                <a:gd name="connsiteY20" fmla="*/ 1522158 h 4876466"/>
                <a:gd name="connsiteX21" fmla="*/ 5795987 w 6815402"/>
                <a:gd name="connsiteY21" fmla="*/ 1314068 h 4876466"/>
                <a:gd name="connsiteX22" fmla="*/ 6122071 w 6815402"/>
                <a:gd name="connsiteY22" fmla="*/ 1349773 h 4876466"/>
                <a:gd name="connsiteX23" fmla="*/ 6307847 w 6815402"/>
                <a:gd name="connsiteY23" fmla="*/ 1476412 h 4876466"/>
                <a:gd name="connsiteX24" fmla="*/ 6805202 w 6815402"/>
                <a:gd name="connsiteY24" fmla="*/ 1200539 h 4876466"/>
                <a:gd name="connsiteX25" fmla="*/ 6749971 w 6815402"/>
                <a:gd name="connsiteY25" fmla="*/ 786590 h 487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815402" h="4876466">
                  <a:moveTo>
                    <a:pt x="6749971" y="786590"/>
                  </a:moveTo>
                  <a:cubicBezTo>
                    <a:pt x="6749413" y="785195"/>
                    <a:pt x="6748576" y="783800"/>
                    <a:pt x="6748018" y="782405"/>
                  </a:cubicBezTo>
                  <a:cubicBezTo>
                    <a:pt x="6747739" y="781290"/>
                    <a:pt x="6747460" y="780174"/>
                    <a:pt x="6746902" y="779058"/>
                  </a:cubicBezTo>
                  <a:cubicBezTo>
                    <a:pt x="6515101" y="236796"/>
                    <a:pt x="5922348" y="-92076"/>
                    <a:pt x="5340753" y="22847"/>
                  </a:cubicBezTo>
                  <a:cubicBezTo>
                    <a:pt x="4643675" y="160645"/>
                    <a:pt x="4114521" y="803047"/>
                    <a:pt x="3376439" y="789100"/>
                  </a:cubicBezTo>
                  <a:cubicBezTo>
                    <a:pt x="3178111" y="785474"/>
                    <a:pt x="3001261" y="716854"/>
                    <a:pt x="2839474" y="604441"/>
                  </a:cubicBezTo>
                  <a:cubicBezTo>
                    <a:pt x="2701119" y="508206"/>
                    <a:pt x="2575316" y="395234"/>
                    <a:pt x="2428592" y="310994"/>
                  </a:cubicBezTo>
                  <a:cubicBezTo>
                    <a:pt x="2178380" y="167339"/>
                    <a:pt x="1861501" y="80030"/>
                    <a:pt x="1587301" y="209459"/>
                  </a:cubicBezTo>
                  <a:cubicBezTo>
                    <a:pt x="1311984" y="339446"/>
                    <a:pt x="1093572" y="659671"/>
                    <a:pt x="968327" y="927455"/>
                  </a:cubicBezTo>
                  <a:cubicBezTo>
                    <a:pt x="906123" y="1060510"/>
                    <a:pt x="863166" y="1201934"/>
                    <a:pt x="850613" y="1348657"/>
                  </a:cubicBezTo>
                  <a:cubicBezTo>
                    <a:pt x="834156" y="1541405"/>
                    <a:pt x="872092" y="1734154"/>
                    <a:pt x="865118" y="1927182"/>
                  </a:cubicBezTo>
                  <a:cubicBezTo>
                    <a:pt x="850892" y="2320210"/>
                    <a:pt x="686037" y="2659961"/>
                    <a:pt x="441126" y="2960103"/>
                  </a:cubicBezTo>
                  <a:cubicBezTo>
                    <a:pt x="237776" y="3209476"/>
                    <a:pt x="52558" y="3456619"/>
                    <a:pt x="9601" y="3785212"/>
                  </a:cubicBezTo>
                  <a:cubicBezTo>
                    <a:pt x="-29730" y="4085632"/>
                    <a:pt x="50885" y="4397210"/>
                    <a:pt x="267902" y="4615063"/>
                  </a:cubicBezTo>
                  <a:cubicBezTo>
                    <a:pt x="455631" y="4803628"/>
                    <a:pt x="727321" y="4911578"/>
                    <a:pt x="993432" y="4866111"/>
                  </a:cubicBezTo>
                  <a:cubicBezTo>
                    <a:pt x="1305011" y="4813111"/>
                    <a:pt x="1546854" y="4578243"/>
                    <a:pt x="1735140" y="4339469"/>
                  </a:cubicBezTo>
                  <a:cubicBezTo>
                    <a:pt x="1956342" y="4058853"/>
                    <a:pt x="2145744" y="3753133"/>
                    <a:pt x="2458718" y="3563732"/>
                  </a:cubicBezTo>
                  <a:cubicBezTo>
                    <a:pt x="2792333" y="3361778"/>
                    <a:pt x="3149380" y="3339463"/>
                    <a:pt x="3529299" y="3364847"/>
                  </a:cubicBezTo>
                  <a:cubicBezTo>
                    <a:pt x="3871562" y="3387720"/>
                    <a:pt x="4215219" y="3393578"/>
                    <a:pt x="4506156" y="3185487"/>
                  </a:cubicBezTo>
                  <a:cubicBezTo>
                    <a:pt x="4761389" y="3003059"/>
                    <a:pt x="4883566" y="2736112"/>
                    <a:pt x="4941307" y="2434855"/>
                  </a:cubicBezTo>
                  <a:cubicBezTo>
                    <a:pt x="5007695" y="2088689"/>
                    <a:pt x="5061531" y="1758980"/>
                    <a:pt x="5349679" y="1522158"/>
                  </a:cubicBezTo>
                  <a:cubicBezTo>
                    <a:pt x="5477156" y="1417277"/>
                    <a:pt x="5633085" y="1342241"/>
                    <a:pt x="5795987" y="1314068"/>
                  </a:cubicBezTo>
                  <a:cubicBezTo>
                    <a:pt x="5903380" y="1295379"/>
                    <a:pt x="6022488" y="1302910"/>
                    <a:pt x="6122071" y="1349773"/>
                  </a:cubicBezTo>
                  <a:cubicBezTo>
                    <a:pt x="6191528" y="1382409"/>
                    <a:pt x="6240900" y="1441823"/>
                    <a:pt x="6307847" y="1476412"/>
                  </a:cubicBezTo>
                  <a:cubicBezTo>
                    <a:pt x="6526538" y="1589104"/>
                    <a:pt x="6762244" y="1420624"/>
                    <a:pt x="6805202" y="1200539"/>
                  </a:cubicBezTo>
                  <a:cubicBezTo>
                    <a:pt x="6832817" y="1060789"/>
                    <a:pt x="6801017" y="916855"/>
                    <a:pt x="6749971" y="786590"/>
                  </a:cubicBezTo>
                  <a:close/>
                </a:path>
              </a:pathLst>
            </a:custGeom>
            <a:solidFill>
              <a:srgbClr val="DA9AA5"/>
            </a:solidFill>
            <a:ln w="244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8" name="文本框 20">
            <a:extLst>
              <a:ext uri="{FF2B5EF4-FFF2-40B4-BE49-F238E27FC236}">
                <a16:creationId xmlns:a16="http://schemas.microsoft.com/office/drawing/2014/main" id="{8F5CBAC2-D21F-C779-31FA-D9E0BD246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647" y="388099"/>
            <a:ext cx="27673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存在主要问题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FDC7841-FE91-A3CA-229E-AF3EC7D3864C}"/>
              </a:ext>
            </a:extLst>
          </p:cNvPr>
          <p:cNvGrpSpPr/>
          <p:nvPr/>
        </p:nvGrpSpPr>
        <p:grpSpPr>
          <a:xfrm>
            <a:off x="828821" y="1427957"/>
            <a:ext cx="3260127" cy="4379663"/>
            <a:chOff x="4090209" y="1411537"/>
            <a:chExt cx="3260127" cy="4379663"/>
          </a:xfrm>
        </p:grpSpPr>
        <p:pic>
          <p:nvPicPr>
            <p:cNvPr id="4" name="图片占位符 16">
              <a:extLst>
                <a:ext uri="{FF2B5EF4-FFF2-40B4-BE49-F238E27FC236}">
                  <a16:creationId xmlns:a16="http://schemas.microsoft.com/office/drawing/2014/main" id="{C2088DD4-9ACF-E515-1359-05D4AD0649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101100" y="1411537"/>
              <a:ext cx="3238404" cy="2022801"/>
            </a:xfrm>
            <a:custGeom>
              <a:avLst/>
              <a:gdLst>
                <a:gd name="connsiteX0" fmla="*/ 0 w 3042671"/>
                <a:gd name="connsiteY0" fmla="*/ 0 h 2017938"/>
                <a:gd name="connsiteX1" fmla="*/ 3042671 w 3042671"/>
                <a:gd name="connsiteY1" fmla="*/ 0 h 2017938"/>
                <a:gd name="connsiteX2" fmla="*/ 3042671 w 3042671"/>
                <a:gd name="connsiteY2" fmla="*/ 2017938 h 2017938"/>
                <a:gd name="connsiteX3" fmla="*/ 0 w 3042671"/>
                <a:gd name="connsiteY3" fmla="*/ 2017938 h 2017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2671" h="2017938">
                  <a:moveTo>
                    <a:pt x="0" y="0"/>
                  </a:moveTo>
                  <a:lnTo>
                    <a:pt x="3042671" y="0"/>
                  </a:lnTo>
                  <a:lnTo>
                    <a:pt x="3042671" y="2017938"/>
                  </a:lnTo>
                  <a:lnTo>
                    <a:pt x="0" y="2017938"/>
                  </a:lnTo>
                  <a:close/>
                </a:path>
              </a:pathLst>
            </a:custGeom>
          </p:spPr>
        </p:pic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8C8657C4-8297-38F2-5CD3-96DFCFF3D9B4}"/>
                </a:ext>
              </a:extLst>
            </p:cNvPr>
            <p:cNvGrpSpPr/>
            <p:nvPr/>
          </p:nvGrpSpPr>
          <p:grpSpPr>
            <a:xfrm>
              <a:off x="4090209" y="3439802"/>
              <a:ext cx="3260127" cy="2351398"/>
              <a:chOff x="890700" y="3867830"/>
              <a:chExt cx="3042671" cy="2194556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4FCA086-488E-9271-4FCC-C5768B173607}"/>
                  </a:ext>
                </a:extLst>
              </p:cNvPr>
              <p:cNvSpPr/>
              <p:nvPr/>
            </p:nvSpPr>
            <p:spPr>
              <a:xfrm>
                <a:off x="890700" y="3867830"/>
                <a:ext cx="3042671" cy="219455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0" sx="90000" sy="90000" algn="ctr" rotWithShape="0">
                  <a:schemeClr val="bg1">
                    <a:lumMod val="50000"/>
                    <a:alpha val="10000"/>
                  </a:scheme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7C98933-3837-9BE6-39A9-5F19EC5C36B6}"/>
                  </a:ext>
                </a:extLst>
              </p:cNvPr>
              <p:cNvSpPr/>
              <p:nvPr/>
            </p:nvSpPr>
            <p:spPr>
              <a:xfrm>
                <a:off x="1066801" y="4118923"/>
                <a:ext cx="2743200" cy="1510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添加标题</a:t>
                </a:r>
                <a:endPara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endParaRPr>
              </a:p>
              <a:p>
                <a:pPr lvl="0" algn="ctr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此处添加合适文字加以说明，可根据自己的需要适当地调整文字大小或颜色等属性。</a:t>
                </a:r>
              </a:p>
            </p:txBody>
          </p:sp>
        </p:grp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0D96194-DD2C-B45E-1CE9-C99DCEB21715}"/>
              </a:ext>
            </a:extLst>
          </p:cNvPr>
          <p:cNvGrpSpPr/>
          <p:nvPr/>
        </p:nvGrpSpPr>
        <p:grpSpPr>
          <a:xfrm>
            <a:off x="4850948" y="1512128"/>
            <a:ext cx="6569803" cy="4051442"/>
            <a:chOff x="4708073" y="1607378"/>
            <a:chExt cx="6569803" cy="4051442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1D48342B-252A-2439-BB77-1C0C101DE2B4}"/>
                </a:ext>
              </a:extLst>
            </p:cNvPr>
            <p:cNvGrpSpPr/>
            <p:nvPr/>
          </p:nvGrpSpPr>
          <p:grpSpPr>
            <a:xfrm>
              <a:off x="4708073" y="4476193"/>
              <a:ext cx="6516621" cy="1182627"/>
              <a:chOff x="4713353" y="4476193"/>
              <a:chExt cx="6516621" cy="1182627"/>
            </a:xfrm>
          </p:grpSpPr>
          <p:sp>
            <p:nvSpPr>
              <p:cNvPr id="24" name="Shape 913">
                <a:extLst>
                  <a:ext uri="{FF2B5EF4-FFF2-40B4-BE49-F238E27FC236}">
                    <a16:creationId xmlns:a16="http://schemas.microsoft.com/office/drawing/2014/main" id="{C9D86F61-6CD1-6CE4-C614-F41678B3FCD7}"/>
                  </a:ext>
                </a:extLst>
              </p:cNvPr>
              <p:cNvSpPr/>
              <p:nvPr/>
            </p:nvSpPr>
            <p:spPr>
              <a:xfrm>
                <a:off x="5877531" y="4476193"/>
                <a:ext cx="5352443" cy="118262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lc="http://schemas.openxmlformats.org/drawingml/2006/lockedCanvas" xmlns:ma14="http://schemas.microsoft.com/office/mac/drawingml/2011/main" xmlns="" val="1"/>
                </a:ext>
              </a:extLst>
            </p:spPr>
            <p:txBody>
              <a:bodyPr wrap="square" lIns="12698" tIns="12698" rIns="12698" bIns="12698" anchor="ctr">
                <a:spAutoFit/>
              </a:bodyPr>
              <a:lstStyle>
                <a:defPPr>
                  <a:defRPr lang="en-US"/>
                </a:defPPr>
                <a:lvl1pPr marL="0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46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891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43337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657783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572229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486674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401120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315566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添加标题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请您单击此处添加合适文字加以说明，可以根据自己的需要适当地调整文字大小或颜色等属性。</a:t>
                </a:r>
              </a:p>
            </p:txBody>
          </p:sp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B57A784C-6F47-2708-DBB6-45851ECE344D}"/>
                  </a:ext>
                </a:extLst>
              </p:cNvPr>
              <p:cNvGrpSpPr/>
              <p:nvPr/>
            </p:nvGrpSpPr>
            <p:grpSpPr>
              <a:xfrm>
                <a:off x="4713353" y="4613358"/>
                <a:ext cx="972000" cy="972000"/>
                <a:chOff x="4713353" y="4473329"/>
                <a:chExt cx="972000" cy="972000"/>
              </a:xfrm>
            </p:grpSpPr>
            <p:sp>
              <p:nvSpPr>
                <p:cNvPr id="26" name="Freeform 27">
                  <a:extLst>
                    <a:ext uri="{FF2B5EF4-FFF2-40B4-BE49-F238E27FC236}">
                      <a16:creationId xmlns:a16="http://schemas.microsoft.com/office/drawing/2014/main" id="{AED25CB2-886F-6DEC-2AFF-5EA979D952F8}"/>
                    </a:ext>
                  </a:extLst>
                </p:cNvPr>
                <p:cNvSpPr/>
                <p:nvPr/>
              </p:nvSpPr>
              <p:spPr>
                <a:xfrm rot="5400000">
                  <a:off x="4713353" y="4473329"/>
                  <a:ext cx="972000" cy="972000"/>
                </a:xfrm>
                <a:custGeom>
                  <a:avLst/>
                  <a:gdLst>
                    <a:gd name="connsiteX0" fmla="*/ 0 w 656305"/>
                    <a:gd name="connsiteY0" fmla="*/ 617013 h 726295"/>
                    <a:gd name="connsiteX1" fmla="*/ 0 w 656305"/>
                    <a:gd name="connsiteY1" fmla="*/ 179899 h 726295"/>
                    <a:gd name="connsiteX2" fmla="*/ 109282 w 656305"/>
                    <a:gd name="connsiteY2" fmla="*/ 70617 h 726295"/>
                    <a:gd name="connsiteX3" fmla="*/ 246327 w 656305"/>
                    <a:gd name="connsiteY3" fmla="*/ 70617 h 726295"/>
                    <a:gd name="connsiteX4" fmla="*/ 328153 w 656305"/>
                    <a:gd name="connsiteY4" fmla="*/ 0 h 726295"/>
                    <a:gd name="connsiteX5" fmla="*/ 409978 w 656305"/>
                    <a:gd name="connsiteY5" fmla="*/ 70617 h 726295"/>
                    <a:gd name="connsiteX6" fmla="*/ 547023 w 656305"/>
                    <a:gd name="connsiteY6" fmla="*/ 70617 h 726295"/>
                    <a:gd name="connsiteX7" fmla="*/ 656305 w 656305"/>
                    <a:gd name="connsiteY7" fmla="*/ 179899 h 726295"/>
                    <a:gd name="connsiteX8" fmla="*/ 656305 w 656305"/>
                    <a:gd name="connsiteY8" fmla="*/ 617013 h 726295"/>
                    <a:gd name="connsiteX9" fmla="*/ 547023 w 656305"/>
                    <a:gd name="connsiteY9" fmla="*/ 726295 h 726295"/>
                    <a:gd name="connsiteX10" fmla="*/ 109282 w 656305"/>
                    <a:gd name="connsiteY10" fmla="*/ 726295 h 726295"/>
                    <a:gd name="connsiteX11" fmla="*/ 0 w 656305"/>
                    <a:gd name="connsiteY11" fmla="*/ 617013 h 7262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56305" h="726295">
                      <a:moveTo>
                        <a:pt x="0" y="617013"/>
                      </a:moveTo>
                      <a:lnTo>
                        <a:pt x="0" y="179899"/>
                      </a:lnTo>
                      <a:cubicBezTo>
                        <a:pt x="0" y="119544"/>
                        <a:pt x="48927" y="70617"/>
                        <a:pt x="109282" y="70617"/>
                      </a:cubicBezTo>
                      <a:lnTo>
                        <a:pt x="246327" y="70617"/>
                      </a:lnTo>
                      <a:lnTo>
                        <a:pt x="328153" y="0"/>
                      </a:lnTo>
                      <a:lnTo>
                        <a:pt x="409978" y="70617"/>
                      </a:lnTo>
                      <a:lnTo>
                        <a:pt x="547023" y="70617"/>
                      </a:lnTo>
                      <a:cubicBezTo>
                        <a:pt x="607378" y="70617"/>
                        <a:pt x="656305" y="119544"/>
                        <a:pt x="656305" y="179899"/>
                      </a:cubicBezTo>
                      <a:lnTo>
                        <a:pt x="656305" y="617013"/>
                      </a:lnTo>
                      <a:cubicBezTo>
                        <a:pt x="656305" y="677368"/>
                        <a:pt x="607378" y="726295"/>
                        <a:pt x="547023" y="726295"/>
                      </a:cubicBezTo>
                      <a:lnTo>
                        <a:pt x="109282" y="726295"/>
                      </a:lnTo>
                      <a:cubicBezTo>
                        <a:pt x="48927" y="726295"/>
                        <a:pt x="0" y="677368"/>
                        <a:pt x="0" y="617013"/>
                      </a:cubicBezTo>
                      <a:close/>
                    </a:path>
                  </a:pathLst>
                </a:custGeom>
                <a:solidFill>
                  <a:srgbClr val="7E8A7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63"/>
                  <a:endParaRPr lang="id-ID" b="1" dirty="0">
                    <a:solidFill>
                      <a:srgbClr val="FFFFFF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Shape 5348">
                  <a:extLst>
                    <a:ext uri="{FF2B5EF4-FFF2-40B4-BE49-F238E27FC236}">
                      <a16:creationId xmlns:a16="http://schemas.microsoft.com/office/drawing/2014/main" id="{BC3D933C-3D0C-5961-053A-06DEC107385F}"/>
                    </a:ext>
                  </a:extLst>
                </p:cNvPr>
                <p:cNvSpPr/>
                <p:nvPr/>
              </p:nvSpPr>
              <p:spPr>
                <a:xfrm>
                  <a:off x="4946854" y="4776616"/>
                  <a:ext cx="370856" cy="3216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1012"/>
                      </a:moveTo>
                      <a:cubicBezTo>
                        <a:pt x="21600" y="11435"/>
                        <a:pt x="21234" y="11859"/>
                        <a:pt x="20868" y="11859"/>
                      </a:cubicBezTo>
                      <a:cubicBezTo>
                        <a:pt x="7322" y="13553"/>
                        <a:pt x="7322" y="13553"/>
                        <a:pt x="7322" y="13553"/>
                      </a:cubicBezTo>
                      <a:cubicBezTo>
                        <a:pt x="7322" y="13976"/>
                        <a:pt x="7322" y="14400"/>
                        <a:pt x="7322" y="14824"/>
                      </a:cubicBezTo>
                      <a:cubicBezTo>
                        <a:pt x="7322" y="15247"/>
                        <a:pt x="7322" y="15247"/>
                        <a:pt x="6956" y="15671"/>
                      </a:cubicBezTo>
                      <a:cubicBezTo>
                        <a:pt x="19037" y="15671"/>
                        <a:pt x="19037" y="15671"/>
                        <a:pt x="19037" y="15671"/>
                      </a:cubicBezTo>
                      <a:cubicBezTo>
                        <a:pt x="19769" y="15671"/>
                        <a:pt x="20136" y="16094"/>
                        <a:pt x="20136" y="16518"/>
                      </a:cubicBezTo>
                      <a:cubicBezTo>
                        <a:pt x="20136" y="17365"/>
                        <a:pt x="19769" y="17788"/>
                        <a:pt x="19037" y="17788"/>
                      </a:cubicBezTo>
                      <a:cubicBezTo>
                        <a:pt x="5858" y="17788"/>
                        <a:pt x="5858" y="17788"/>
                        <a:pt x="5858" y="17788"/>
                      </a:cubicBezTo>
                      <a:cubicBezTo>
                        <a:pt x="5492" y="17788"/>
                        <a:pt x="4759" y="17365"/>
                        <a:pt x="4759" y="16518"/>
                      </a:cubicBezTo>
                      <a:cubicBezTo>
                        <a:pt x="4759" y="16094"/>
                        <a:pt x="5492" y="14824"/>
                        <a:pt x="5858" y="14400"/>
                      </a:cubicBezTo>
                      <a:cubicBezTo>
                        <a:pt x="3295" y="2118"/>
                        <a:pt x="3295" y="2118"/>
                        <a:pt x="3295" y="2118"/>
                      </a:cubicBezTo>
                      <a:cubicBezTo>
                        <a:pt x="732" y="2118"/>
                        <a:pt x="732" y="2118"/>
                        <a:pt x="732" y="2118"/>
                      </a:cubicBezTo>
                      <a:cubicBezTo>
                        <a:pt x="366" y="2118"/>
                        <a:pt x="0" y="1694"/>
                        <a:pt x="0" y="1271"/>
                      </a:cubicBezTo>
                      <a:cubicBezTo>
                        <a:pt x="0" y="847"/>
                        <a:pt x="366" y="0"/>
                        <a:pt x="732" y="0"/>
                      </a:cubicBezTo>
                      <a:cubicBezTo>
                        <a:pt x="4027" y="0"/>
                        <a:pt x="4027" y="0"/>
                        <a:pt x="4027" y="0"/>
                      </a:cubicBezTo>
                      <a:cubicBezTo>
                        <a:pt x="5125" y="0"/>
                        <a:pt x="5125" y="1271"/>
                        <a:pt x="5125" y="2118"/>
                      </a:cubicBezTo>
                      <a:cubicBezTo>
                        <a:pt x="20868" y="2118"/>
                        <a:pt x="20868" y="2118"/>
                        <a:pt x="20868" y="2118"/>
                      </a:cubicBezTo>
                      <a:cubicBezTo>
                        <a:pt x="21234" y="2118"/>
                        <a:pt x="21600" y="2541"/>
                        <a:pt x="21600" y="2965"/>
                      </a:cubicBezTo>
                      <a:lnTo>
                        <a:pt x="21600" y="11012"/>
                      </a:lnTo>
                      <a:close/>
                      <a:moveTo>
                        <a:pt x="6590" y="21600"/>
                      </a:moveTo>
                      <a:cubicBezTo>
                        <a:pt x="5858" y="21600"/>
                        <a:pt x="4759" y="20753"/>
                        <a:pt x="4759" y="19482"/>
                      </a:cubicBezTo>
                      <a:cubicBezTo>
                        <a:pt x="4759" y="18635"/>
                        <a:pt x="5858" y="17788"/>
                        <a:pt x="6590" y="17788"/>
                      </a:cubicBezTo>
                      <a:cubicBezTo>
                        <a:pt x="7688" y="17788"/>
                        <a:pt x="8420" y="18635"/>
                        <a:pt x="8420" y="19482"/>
                      </a:cubicBezTo>
                      <a:cubicBezTo>
                        <a:pt x="8420" y="20753"/>
                        <a:pt x="7688" y="21600"/>
                        <a:pt x="6590" y="21600"/>
                      </a:cubicBezTo>
                      <a:close/>
                      <a:moveTo>
                        <a:pt x="18305" y="21600"/>
                      </a:moveTo>
                      <a:cubicBezTo>
                        <a:pt x="17207" y="21600"/>
                        <a:pt x="16475" y="20753"/>
                        <a:pt x="16475" y="19482"/>
                      </a:cubicBezTo>
                      <a:cubicBezTo>
                        <a:pt x="16475" y="18635"/>
                        <a:pt x="17207" y="17788"/>
                        <a:pt x="18305" y="17788"/>
                      </a:cubicBezTo>
                      <a:cubicBezTo>
                        <a:pt x="19403" y="17788"/>
                        <a:pt x="20136" y="18635"/>
                        <a:pt x="20136" y="19482"/>
                      </a:cubicBezTo>
                      <a:cubicBezTo>
                        <a:pt x="20136" y="20753"/>
                        <a:pt x="19403" y="21600"/>
                        <a:pt x="18305" y="2160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3" tIns="45713" rIns="45713" bIns="45713" numCol="1" anchor="t">
                  <a:noAutofit/>
                </a:bodyPr>
                <a:lstStyle>
                  <a:defPPr>
                    <a:defRPr lang="en-US"/>
                  </a:defPPr>
                  <a:lvl1pPr marL="0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914446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828891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743337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657783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4572229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5486674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6401120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7315566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457109">
                    <a:def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 sz="2400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F4C8F26-FDEE-3F49-DECB-5FC0D8ACD66F}"/>
                </a:ext>
              </a:extLst>
            </p:cNvPr>
            <p:cNvGrpSpPr/>
            <p:nvPr/>
          </p:nvGrpSpPr>
          <p:grpSpPr>
            <a:xfrm>
              <a:off x="4708073" y="3041786"/>
              <a:ext cx="6569803" cy="1182627"/>
              <a:chOff x="4708073" y="2964908"/>
              <a:chExt cx="6569803" cy="1182627"/>
            </a:xfrm>
          </p:grpSpPr>
          <p:sp>
            <p:nvSpPr>
              <p:cNvPr id="20" name="Shape 913">
                <a:extLst>
                  <a:ext uri="{FF2B5EF4-FFF2-40B4-BE49-F238E27FC236}">
                    <a16:creationId xmlns:a16="http://schemas.microsoft.com/office/drawing/2014/main" id="{6D56FA9F-88F0-35C0-96B6-9758E4A005E8}"/>
                  </a:ext>
                </a:extLst>
              </p:cNvPr>
              <p:cNvSpPr/>
              <p:nvPr/>
            </p:nvSpPr>
            <p:spPr>
              <a:xfrm>
                <a:off x="5872252" y="2964908"/>
                <a:ext cx="5405624" cy="118262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lc="http://schemas.openxmlformats.org/drawingml/2006/lockedCanvas" xmlns:ma14="http://schemas.microsoft.com/office/mac/drawingml/2011/main" xmlns="" val="1"/>
                </a:ext>
              </a:extLst>
            </p:spPr>
            <p:txBody>
              <a:bodyPr wrap="square" lIns="12698" tIns="12698" rIns="12698" bIns="12698" anchor="ctr">
                <a:spAutoFit/>
              </a:bodyPr>
              <a:lstStyle>
                <a:defPPr>
                  <a:defRPr lang="en-US"/>
                </a:defPPr>
                <a:lvl1pPr marL="0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46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891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43337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657783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572229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486674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401120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315566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添加标题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请您单击此处添加合适文字加以说明，可以根据自己的需要适当地调整文字大小或颜色等属性。</a:t>
                </a:r>
              </a:p>
            </p:txBody>
          </p: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663E26F7-AE61-98C3-9AAD-49274D219184}"/>
                  </a:ext>
                </a:extLst>
              </p:cNvPr>
              <p:cNvGrpSpPr/>
              <p:nvPr/>
            </p:nvGrpSpPr>
            <p:grpSpPr>
              <a:xfrm>
                <a:off x="4708073" y="3102073"/>
                <a:ext cx="972000" cy="972000"/>
                <a:chOff x="4708073" y="2962044"/>
                <a:chExt cx="972000" cy="972000"/>
              </a:xfrm>
            </p:grpSpPr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D0F222E1-D4B8-02BD-B1F7-BCF855BD1C69}"/>
                    </a:ext>
                  </a:extLst>
                </p:cNvPr>
                <p:cNvSpPr/>
                <p:nvPr/>
              </p:nvSpPr>
              <p:spPr>
                <a:xfrm rot="5400000">
                  <a:off x="4708073" y="2962044"/>
                  <a:ext cx="972000" cy="972000"/>
                </a:xfrm>
                <a:custGeom>
                  <a:avLst/>
                  <a:gdLst>
                    <a:gd name="connsiteX0" fmla="*/ 0 w 656305"/>
                    <a:gd name="connsiteY0" fmla="*/ 617013 h 726295"/>
                    <a:gd name="connsiteX1" fmla="*/ 0 w 656305"/>
                    <a:gd name="connsiteY1" fmla="*/ 179899 h 726295"/>
                    <a:gd name="connsiteX2" fmla="*/ 109282 w 656305"/>
                    <a:gd name="connsiteY2" fmla="*/ 70617 h 726295"/>
                    <a:gd name="connsiteX3" fmla="*/ 246327 w 656305"/>
                    <a:gd name="connsiteY3" fmla="*/ 70617 h 726295"/>
                    <a:gd name="connsiteX4" fmla="*/ 328153 w 656305"/>
                    <a:gd name="connsiteY4" fmla="*/ 0 h 726295"/>
                    <a:gd name="connsiteX5" fmla="*/ 409978 w 656305"/>
                    <a:gd name="connsiteY5" fmla="*/ 70617 h 726295"/>
                    <a:gd name="connsiteX6" fmla="*/ 547023 w 656305"/>
                    <a:gd name="connsiteY6" fmla="*/ 70617 h 726295"/>
                    <a:gd name="connsiteX7" fmla="*/ 656305 w 656305"/>
                    <a:gd name="connsiteY7" fmla="*/ 179899 h 726295"/>
                    <a:gd name="connsiteX8" fmla="*/ 656305 w 656305"/>
                    <a:gd name="connsiteY8" fmla="*/ 617013 h 726295"/>
                    <a:gd name="connsiteX9" fmla="*/ 547023 w 656305"/>
                    <a:gd name="connsiteY9" fmla="*/ 726295 h 726295"/>
                    <a:gd name="connsiteX10" fmla="*/ 109282 w 656305"/>
                    <a:gd name="connsiteY10" fmla="*/ 726295 h 726295"/>
                    <a:gd name="connsiteX11" fmla="*/ 0 w 656305"/>
                    <a:gd name="connsiteY11" fmla="*/ 617013 h 7262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56305" h="726295">
                      <a:moveTo>
                        <a:pt x="0" y="617013"/>
                      </a:moveTo>
                      <a:lnTo>
                        <a:pt x="0" y="179899"/>
                      </a:lnTo>
                      <a:cubicBezTo>
                        <a:pt x="0" y="119544"/>
                        <a:pt x="48927" y="70617"/>
                        <a:pt x="109282" y="70617"/>
                      </a:cubicBezTo>
                      <a:lnTo>
                        <a:pt x="246327" y="70617"/>
                      </a:lnTo>
                      <a:lnTo>
                        <a:pt x="328153" y="0"/>
                      </a:lnTo>
                      <a:lnTo>
                        <a:pt x="409978" y="70617"/>
                      </a:lnTo>
                      <a:lnTo>
                        <a:pt x="547023" y="70617"/>
                      </a:lnTo>
                      <a:cubicBezTo>
                        <a:pt x="607378" y="70617"/>
                        <a:pt x="656305" y="119544"/>
                        <a:pt x="656305" y="179899"/>
                      </a:cubicBezTo>
                      <a:lnTo>
                        <a:pt x="656305" y="617013"/>
                      </a:lnTo>
                      <a:cubicBezTo>
                        <a:pt x="656305" y="677368"/>
                        <a:pt x="607378" y="726295"/>
                        <a:pt x="547023" y="726295"/>
                      </a:cubicBezTo>
                      <a:lnTo>
                        <a:pt x="109282" y="726295"/>
                      </a:lnTo>
                      <a:cubicBezTo>
                        <a:pt x="48927" y="726295"/>
                        <a:pt x="0" y="677368"/>
                        <a:pt x="0" y="617013"/>
                      </a:cubicBezTo>
                      <a:close/>
                    </a:path>
                  </a:pathLst>
                </a:custGeom>
                <a:solidFill>
                  <a:srgbClr val="DA9AA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63"/>
                  <a:endParaRPr lang="id-ID" b="1" dirty="0">
                    <a:solidFill>
                      <a:srgbClr val="FFFFFF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Shape 5303">
                  <a:extLst>
                    <a:ext uri="{FF2B5EF4-FFF2-40B4-BE49-F238E27FC236}">
                      <a16:creationId xmlns:a16="http://schemas.microsoft.com/office/drawing/2014/main" id="{FD944136-1A8E-BCAD-501A-FD96D3158EA1}"/>
                    </a:ext>
                  </a:extLst>
                </p:cNvPr>
                <p:cNvSpPr/>
                <p:nvPr/>
              </p:nvSpPr>
              <p:spPr>
                <a:xfrm>
                  <a:off x="4933175" y="3246763"/>
                  <a:ext cx="421201" cy="31372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7731" y="9936"/>
                      </a:moveTo>
                      <a:cubicBezTo>
                        <a:pt x="8060" y="9936"/>
                        <a:pt x="8060" y="9936"/>
                        <a:pt x="8060" y="9936"/>
                      </a:cubicBezTo>
                      <a:cubicBezTo>
                        <a:pt x="6448" y="9936"/>
                        <a:pt x="4836" y="11232"/>
                        <a:pt x="3869" y="12528"/>
                      </a:cubicBezTo>
                      <a:cubicBezTo>
                        <a:pt x="0" y="18576"/>
                        <a:pt x="0" y="18576"/>
                        <a:pt x="0" y="18576"/>
                      </a:cubicBezTo>
                      <a:cubicBezTo>
                        <a:pt x="0" y="18576"/>
                        <a:pt x="0" y="18576"/>
                        <a:pt x="0" y="18576"/>
                      </a:cubicBezTo>
                      <a:cubicBezTo>
                        <a:pt x="0" y="18576"/>
                        <a:pt x="0" y="18576"/>
                        <a:pt x="0" y="18144"/>
                      </a:cubicBezTo>
                      <a:cubicBezTo>
                        <a:pt x="0" y="3456"/>
                        <a:pt x="0" y="3456"/>
                        <a:pt x="0" y="3456"/>
                      </a:cubicBezTo>
                      <a:cubicBezTo>
                        <a:pt x="0" y="1728"/>
                        <a:pt x="967" y="0"/>
                        <a:pt x="2579" y="0"/>
                      </a:cubicBezTo>
                      <a:cubicBezTo>
                        <a:pt x="6125" y="0"/>
                        <a:pt x="6125" y="0"/>
                        <a:pt x="6125" y="0"/>
                      </a:cubicBezTo>
                      <a:cubicBezTo>
                        <a:pt x="7737" y="0"/>
                        <a:pt x="8704" y="1728"/>
                        <a:pt x="8704" y="3456"/>
                      </a:cubicBezTo>
                      <a:cubicBezTo>
                        <a:pt x="8704" y="3888"/>
                        <a:pt x="8704" y="3888"/>
                        <a:pt x="8704" y="3888"/>
                      </a:cubicBezTo>
                      <a:cubicBezTo>
                        <a:pt x="15152" y="3888"/>
                        <a:pt x="15152" y="3888"/>
                        <a:pt x="15152" y="3888"/>
                      </a:cubicBezTo>
                      <a:cubicBezTo>
                        <a:pt x="16442" y="3888"/>
                        <a:pt x="17731" y="5616"/>
                        <a:pt x="17731" y="7344"/>
                      </a:cubicBezTo>
                      <a:lnTo>
                        <a:pt x="17731" y="9936"/>
                      </a:lnTo>
                      <a:close/>
                      <a:moveTo>
                        <a:pt x="21278" y="13824"/>
                      </a:moveTo>
                      <a:cubicBezTo>
                        <a:pt x="17409" y="19872"/>
                        <a:pt x="17409" y="19872"/>
                        <a:pt x="17409" y="19872"/>
                      </a:cubicBezTo>
                      <a:cubicBezTo>
                        <a:pt x="16764" y="20736"/>
                        <a:pt x="15152" y="21600"/>
                        <a:pt x="14185" y="21600"/>
                      </a:cubicBezTo>
                      <a:cubicBezTo>
                        <a:pt x="1612" y="21600"/>
                        <a:pt x="1612" y="21600"/>
                        <a:pt x="1612" y="21600"/>
                      </a:cubicBezTo>
                      <a:cubicBezTo>
                        <a:pt x="1290" y="21600"/>
                        <a:pt x="645" y="21600"/>
                        <a:pt x="645" y="20736"/>
                      </a:cubicBezTo>
                      <a:cubicBezTo>
                        <a:pt x="645" y="20736"/>
                        <a:pt x="967" y="20304"/>
                        <a:pt x="967" y="19872"/>
                      </a:cubicBezTo>
                      <a:cubicBezTo>
                        <a:pt x="4836" y="13824"/>
                        <a:pt x="4836" y="13824"/>
                        <a:pt x="4836" y="13824"/>
                      </a:cubicBezTo>
                      <a:cubicBezTo>
                        <a:pt x="5803" y="12528"/>
                        <a:pt x="7093" y="12096"/>
                        <a:pt x="8060" y="12096"/>
                      </a:cubicBezTo>
                      <a:cubicBezTo>
                        <a:pt x="20633" y="12096"/>
                        <a:pt x="20633" y="12096"/>
                        <a:pt x="20633" y="12096"/>
                      </a:cubicBezTo>
                      <a:cubicBezTo>
                        <a:pt x="20955" y="12096"/>
                        <a:pt x="21600" y="12096"/>
                        <a:pt x="21600" y="12960"/>
                      </a:cubicBezTo>
                      <a:cubicBezTo>
                        <a:pt x="21600" y="12960"/>
                        <a:pt x="21278" y="13392"/>
                        <a:pt x="21278" y="1382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3" tIns="45713" rIns="45713" bIns="45713" numCol="1" anchor="t">
                  <a:noAutofit/>
                </a:bodyPr>
                <a:lstStyle>
                  <a:defPPr>
                    <a:defRPr lang="en-US"/>
                  </a:defPPr>
                  <a:lvl1pPr marL="0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914446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828891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743337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657783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4572229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5486674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6401120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7315566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457109">
                    <a:def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 sz="2400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E81D9B78-1F00-6A73-23BF-2AC6BC454233}"/>
                </a:ext>
              </a:extLst>
            </p:cNvPr>
            <p:cNvGrpSpPr/>
            <p:nvPr/>
          </p:nvGrpSpPr>
          <p:grpSpPr>
            <a:xfrm>
              <a:off x="4708073" y="1607378"/>
              <a:ext cx="6516623" cy="1182627"/>
              <a:chOff x="4713352" y="1454978"/>
              <a:chExt cx="6516623" cy="1182627"/>
            </a:xfrm>
          </p:grpSpPr>
          <p:sp>
            <p:nvSpPr>
              <p:cNvPr id="16" name="Shape 913">
                <a:extLst>
                  <a:ext uri="{FF2B5EF4-FFF2-40B4-BE49-F238E27FC236}">
                    <a16:creationId xmlns:a16="http://schemas.microsoft.com/office/drawing/2014/main" id="{C5D312E7-3BD2-62D3-07BB-5197A23382F3}"/>
                  </a:ext>
                </a:extLst>
              </p:cNvPr>
              <p:cNvSpPr/>
              <p:nvPr/>
            </p:nvSpPr>
            <p:spPr>
              <a:xfrm>
                <a:off x="5877531" y="1454978"/>
                <a:ext cx="5352444" cy="118262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lc="http://schemas.openxmlformats.org/drawingml/2006/lockedCanvas" xmlns:ma14="http://schemas.microsoft.com/office/mac/drawingml/2011/main" xmlns="" val="1"/>
                </a:ext>
              </a:extLst>
            </p:spPr>
            <p:txBody>
              <a:bodyPr wrap="square" lIns="12698" tIns="12698" rIns="12698" bIns="12698" anchor="ctr">
                <a:spAutoFit/>
              </a:bodyPr>
              <a:lstStyle>
                <a:defPPr>
                  <a:defRPr lang="en-US"/>
                </a:defPPr>
                <a:lvl1pPr marL="0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46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891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43337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657783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572229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486674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401120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315566" algn="l" defTabSz="1828891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添加标题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请您单击此处添加合适文字加以说明，可以根据自己的需要适当地调整文字大小或颜色等属性。</a:t>
                </a:r>
              </a:p>
            </p:txBody>
          </p: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7CE04672-870A-9C62-4AB5-48F2EA9DD259}"/>
                  </a:ext>
                </a:extLst>
              </p:cNvPr>
              <p:cNvGrpSpPr/>
              <p:nvPr/>
            </p:nvGrpSpPr>
            <p:grpSpPr>
              <a:xfrm>
                <a:off x="4713352" y="1592143"/>
                <a:ext cx="972000" cy="972000"/>
                <a:chOff x="4713352" y="1453469"/>
                <a:chExt cx="972000" cy="972000"/>
              </a:xfrm>
            </p:grpSpPr>
            <p:sp>
              <p:nvSpPr>
                <p:cNvPr id="18" name="Freeform 24">
                  <a:extLst>
                    <a:ext uri="{FF2B5EF4-FFF2-40B4-BE49-F238E27FC236}">
                      <a16:creationId xmlns:a16="http://schemas.microsoft.com/office/drawing/2014/main" id="{AB5956CA-D360-75F9-C3A1-C61412343977}"/>
                    </a:ext>
                  </a:extLst>
                </p:cNvPr>
                <p:cNvSpPr/>
                <p:nvPr/>
              </p:nvSpPr>
              <p:spPr>
                <a:xfrm rot="5400000">
                  <a:off x="4713352" y="1453469"/>
                  <a:ext cx="972000" cy="972000"/>
                </a:xfrm>
                <a:custGeom>
                  <a:avLst/>
                  <a:gdLst>
                    <a:gd name="connsiteX0" fmla="*/ 0 w 656305"/>
                    <a:gd name="connsiteY0" fmla="*/ 617013 h 726295"/>
                    <a:gd name="connsiteX1" fmla="*/ 0 w 656305"/>
                    <a:gd name="connsiteY1" fmla="*/ 179899 h 726295"/>
                    <a:gd name="connsiteX2" fmla="*/ 109282 w 656305"/>
                    <a:gd name="connsiteY2" fmla="*/ 70617 h 726295"/>
                    <a:gd name="connsiteX3" fmla="*/ 246327 w 656305"/>
                    <a:gd name="connsiteY3" fmla="*/ 70617 h 726295"/>
                    <a:gd name="connsiteX4" fmla="*/ 328153 w 656305"/>
                    <a:gd name="connsiteY4" fmla="*/ 0 h 726295"/>
                    <a:gd name="connsiteX5" fmla="*/ 409978 w 656305"/>
                    <a:gd name="connsiteY5" fmla="*/ 70617 h 726295"/>
                    <a:gd name="connsiteX6" fmla="*/ 547023 w 656305"/>
                    <a:gd name="connsiteY6" fmla="*/ 70617 h 726295"/>
                    <a:gd name="connsiteX7" fmla="*/ 656305 w 656305"/>
                    <a:gd name="connsiteY7" fmla="*/ 179899 h 726295"/>
                    <a:gd name="connsiteX8" fmla="*/ 656305 w 656305"/>
                    <a:gd name="connsiteY8" fmla="*/ 617013 h 726295"/>
                    <a:gd name="connsiteX9" fmla="*/ 547023 w 656305"/>
                    <a:gd name="connsiteY9" fmla="*/ 726295 h 726295"/>
                    <a:gd name="connsiteX10" fmla="*/ 109282 w 656305"/>
                    <a:gd name="connsiteY10" fmla="*/ 726295 h 726295"/>
                    <a:gd name="connsiteX11" fmla="*/ 0 w 656305"/>
                    <a:gd name="connsiteY11" fmla="*/ 617013 h 7262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56305" h="726295">
                      <a:moveTo>
                        <a:pt x="0" y="617013"/>
                      </a:moveTo>
                      <a:lnTo>
                        <a:pt x="0" y="179899"/>
                      </a:lnTo>
                      <a:cubicBezTo>
                        <a:pt x="0" y="119544"/>
                        <a:pt x="48927" y="70617"/>
                        <a:pt x="109282" y="70617"/>
                      </a:cubicBezTo>
                      <a:lnTo>
                        <a:pt x="246327" y="70617"/>
                      </a:lnTo>
                      <a:lnTo>
                        <a:pt x="328153" y="0"/>
                      </a:lnTo>
                      <a:lnTo>
                        <a:pt x="409978" y="70617"/>
                      </a:lnTo>
                      <a:lnTo>
                        <a:pt x="547023" y="70617"/>
                      </a:lnTo>
                      <a:cubicBezTo>
                        <a:pt x="607378" y="70617"/>
                        <a:pt x="656305" y="119544"/>
                        <a:pt x="656305" y="179899"/>
                      </a:cubicBezTo>
                      <a:lnTo>
                        <a:pt x="656305" y="617013"/>
                      </a:lnTo>
                      <a:cubicBezTo>
                        <a:pt x="656305" y="677368"/>
                        <a:pt x="607378" y="726295"/>
                        <a:pt x="547023" y="726295"/>
                      </a:cubicBezTo>
                      <a:lnTo>
                        <a:pt x="109282" y="726295"/>
                      </a:lnTo>
                      <a:cubicBezTo>
                        <a:pt x="48927" y="726295"/>
                        <a:pt x="0" y="677368"/>
                        <a:pt x="0" y="617013"/>
                      </a:cubicBezTo>
                      <a:close/>
                    </a:path>
                  </a:pathLst>
                </a:custGeom>
                <a:solidFill>
                  <a:srgbClr val="7E8A7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263"/>
                  <a:endParaRPr lang="id-ID" b="1" dirty="0">
                    <a:solidFill>
                      <a:srgbClr val="FFFFFF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9" name="Shape 5555">
                  <a:extLst>
                    <a:ext uri="{FF2B5EF4-FFF2-40B4-BE49-F238E27FC236}">
                      <a16:creationId xmlns:a16="http://schemas.microsoft.com/office/drawing/2014/main" id="{3A3CA7E3-068C-E7D6-D76C-2A18E6A3443C}"/>
                    </a:ext>
                  </a:extLst>
                </p:cNvPr>
                <p:cNvSpPr/>
                <p:nvPr/>
              </p:nvSpPr>
              <p:spPr>
                <a:xfrm>
                  <a:off x="4935672" y="1728063"/>
                  <a:ext cx="425850" cy="33894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6835" y="8000"/>
                      </a:moveTo>
                      <a:cubicBezTo>
                        <a:pt x="16835" y="12400"/>
                        <a:pt x="13024" y="15600"/>
                        <a:pt x="8259" y="15600"/>
                      </a:cubicBezTo>
                      <a:cubicBezTo>
                        <a:pt x="7624" y="15600"/>
                        <a:pt x="6988" y="15600"/>
                        <a:pt x="6353" y="15600"/>
                      </a:cubicBezTo>
                      <a:cubicBezTo>
                        <a:pt x="5400" y="16400"/>
                        <a:pt x="4129" y="17200"/>
                        <a:pt x="2859" y="17600"/>
                      </a:cubicBezTo>
                      <a:cubicBezTo>
                        <a:pt x="2541" y="17600"/>
                        <a:pt x="2224" y="17600"/>
                        <a:pt x="1906" y="17600"/>
                      </a:cubicBezTo>
                      <a:cubicBezTo>
                        <a:pt x="1906" y="17600"/>
                        <a:pt x="1906" y="17600"/>
                        <a:pt x="1906" y="17600"/>
                      </a:cubicBezTo>
                      <a:cubicBezTo>
                        <a:pt x="1588" y="17600"/>
                        <a:pt x="1588" y="17600"/>
                        <a:pt x="1588" y="17200"/>
                      </a:cubicBezTo>
                      <a:cubicBezTo>
                        <a:pt x="1588" y="16800"/>
                        <a:pt x="1588" y="16800"/>
                        <a:pt x="1588" y="16400"/>
                      </a:cubicBezTo>
                      <a:cubicBezTo>
                        <a:pt x="2224" y="16000"/>
                        <a:pt x="2859" y="15200"/>
                        <a:pt x="3176" y="14000"/>
                      </a:cubicBezTo>
                      <a:cubicBezTo>
                        <a:pt x="1271" y="12800"/>
                        <a:pt x="0" y="10400"/>
                        <a:pt x="0" y="8000"/>
                      </a:cubicBezTo>
                      <a:cubicBezTo>
                        <a:pt x="0" y="3600"/>
                        <a:pt x="3812" y="0"/>
                        <a:pt x="8259" y="0"/>
                      </a:cubicBezTo>
                      <a:cubicBezTo>
                        <a:pt x="13024" y="0"/>
                        <a:pt x="16835" y="3600"/>
                        <a:pt x="16835" y="8000"/>
                      </a:cubicBezTo>
                      <a:close/>
                      <a:moveTo>
                        <a:pt x="1588" y="8000"/>
                      </a:moveTo>
                      <a:cubicBezTo>
                        <a:pt x="1588" y="9600"/>
                        <a:pt x="2224" y="11200"/>
                        <a:pt x="3812" y="12400"/>
                      </a:cubicBezTo>
                      <a:cubicBezTo>
                        <a:pt x="5082" y="13200"/>
                        <a:pt x="5082" y="13200"/>
                        <a:pt x="5082" y="13200"/>
                      </a:cubicBezTo>
                      <a:cubicBezTo>
                        <a:pt x="4765" y="14400"/>
                        <a:pt x="4765" y="14400"/>
                        <a:pt x="4765" y="14400"/>
                      </a:cubicBezTo>
                      <a:cubicBezTo>
                        <a:pt x="4765" y="14400"/>
                        <a:pt x="5082" y="14000"/>
                        <a:pt x="5400" y="14000"/>
                      </a:cubicBezTo>
                      <a:cubicBezTo>
                        <a:pt x="6035" y="13600"/>
                        <a:pt x="6035" y="13600"/>
                        <a:pt x="6035" y="13600"/>
                      </a:cubicBezTo>
                      <a:cubicBezTo>
                        <a:pt x="6671" y="13600"/>
                        <a:pt x="6671" y="13600"/>
                        <a:pt x="6671" y="13600"/>
                      </a:cubicBezTo>
                      <a:cubicBezTo>
                        <a:pt x="7306" y="13600"/>
                        <a:pt x="7941" y="13600"/>
                        <a:pt x="8259" y="13600"/>
                      </a:cubicBezTo>
                      <a:cubicBezTo>
                        <a:pt x="12071" y="13600"/>
                        <a:pt x="15247" y="11200"/>
                        <a:pt x="15247" y="8000"/>
                      </a:cubicBezTo>
                      <a:cubicBezTo>
                        <a:pt x="15247" y="4800"/>
                        <a:pt x="12071" y="2000"/>
                        <a:pt x="8259" y="2000"/>
                      </a:cubicBezTo>
                      <a:cubicBezTo>
                        <a:pt x="4765" y="2000"/>
                        <a:pt x="1588" y="4800"/>
                        <a:pt x="1588" y="8000"/>
                      </a:cubicBezTo>
                      <a:close/>
                      <a:moveTo>
                        <a:pt x="19694" y="20400"/>
                      </a:moveTo>
                      <a:cubicBezTo>
                        <a:pt x="20012" y="20800"/>
                        <a:pt x="20012" y="20800"/>
                        <a:pt x="20012" y="21200"/>
                      </a:cubicBezTo>
                      <a:cubicBezTo>
                        <a:pt x="20012" y="21200"/>
                        <a:pt x="19694" y="21600"/>
                        <a:pt x="19694" y="21600"/>
                      </a:cubicBezTo>
                      <a:cubicBezTo>
                        <a:pt x="19059" y="21600"/>
                        <a:pt x="18741" y="21600"/>
                        <a:pt x="18424" y="21200"/>
                      </a:cubicBezTo>
                      <a:cubicBezTo>
                        <a:pt x="17153" y="20800"/>
                        <a:pt x="16200" y="20400"/>
                        <a:pt x="15247" y="19200"/>
                      </a:cubicBezTo>
                      <a:cubicBezTo>
                        <a:pt x="14612" y="19600"/>
                        <a:pt x="13659" y="19600"/>
                        <a:pt x="13024" y="19600"/>
                      </a:cubicBezTo>
                      <a:cubicBezTo>
                        <a:pt x="10800" y="19600"/>
                        <a:pt x="8894" y="18800"/>
                        <a:pt x="7306" y="17600"/>
                      </a:cubicBezTo>
                      <a:cubicBezTo>
                        <a:pt x="7624" y="17600"/>
                        <a:pt x="7941" y="17600"/>
                        <a:pt x="8259" y="17600"/>
                      </a:cubicBezTo>
                      <a:cubicBezTo>
                        <a:pt x="11118" y="17600"/>
                        <a:pt x="13341" y="16800"/>
                        <a:pt x="15247" y="15200"/>
                      </a:cubicBezTo>
                      <a:cubicBezTo>
                        <a:pt x="17471" y="13200"/>
                        <a:pt x="18424" y="10800"/>
                        <a:pt x="18424" y="8000"/>
                      </a:cubicBezTo>
                      <a:cubicBezTo>
                        <a:pt x="18424" y="7200"/>
                        <a:pt x="18424" y="6400"/>
                        <a:pt x="18106" y="5600"/>
                      </a:cubicBezTo>
                      <a:cubicBezTo>
                        <a:pt x="20329" y="7200"/>
                        <a:pt x="21600" y="9200"/>
                        <a:pt x="21600" y="12000"/>
                      </a:cubicBezTo>
                      <a:cubicBezTo>
                        <a:pt x="21600" y="14400"/>
                        <a:pt x="20329" y="16400"/>
                        <a:pt x="18424" y="18000"/>
                      </a:cubicBezTo>
                      <a:cubicBezTo>
                        <a:pt x="18741" y="19200"/>
                        <a:pt x="19376" y="19600"/>
                        <a:pt x="19694" y="2040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3" tIns="45713" rIns="45713" bIns="45713" numCol="1" anchor="t">
                  <a:noAutofit/>
                </a:bodyPr>
                <a:lstStyle>
                  <a:defPPr>
                    <a:defRPr lang="en-US"/>
                  </a:defPPr>
                  <a:lvl1pPr marL="0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914446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828891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743337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657783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4572229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5486674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6401120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7315566" algn="l" defTabSz="1828891" rtl="0" eaLnBrk="1" latinLnBrk="0" hangingPunct="1">
                    <a:defRPr sz="3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457109">
                    <a:def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 sz="2400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05253528"/>
      </p:ext>
    </p:extLst>
  </p:cSld>
  <p:clrMapOvr>
    <a:masterClrMapping/>
  </p:clrMapOvr>
  <p:transition spd="slow" advTm="0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2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背景图案&#10;&#10;描述已自动生成">
            <a:extLst>
              <a:ext uri="{FF2B5EF4-FFF2-40B4-BE49-F238E27FC236}">
                <a16:creationId xmlns:a16="http://schemas.microsoft.com/office/drawing/2014/main" id="{D9F1B5BA-E20C-E4F8-0318-69FD2AD33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0A814B5D-0540-8CCA-803C-1E3CF2A770AD}"/>
              </a:ext>
            </a:extLst>
          </p:cNvPr>
          <p:cNvSpPr/>
          <p:nvPr/>
        </p:nvSpPr>
        <p:spPr>
          <a:xfrm>
            <a:off x="4558535" y="1945759"/>
            <a:ext cx="3051544" cy="905602"/>
          </a:xfrm>
          <a:prstGeom prst="roundRect">
            <a:avLst>
              <a:gd name="adj" fmla="val 50000"/>
            </a:avLst>
          </a:prstGeom>
          <a:solidFill>
            <a:srgbClr val="DA9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  <a:cs typeface="+mn-ea"/>
                <a:sym typeface="+mn-lt"/>
              </a:rPr>
              <a:t>Part 04</a:t>
            </a:r>
            <a:endParaRPr lang="zh-CN" altLang="en-US" sz="4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F4AAF0E-4AE5-D46F-692E-9E12BE64B496}"/>
              </a:ext>
            </a:extLst>
          </p:cNvPr>
          <p:cNvSpPr/>
          <p:nvPr/>
        </p:nvSpPr>
        <p:spPr>
          <a:xfrm>
            <a:off x="4145315" y="3123733"/>
            <a:ext cx="387798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480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未来工作规划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52175FC-A239-4294-7590-4ADD4F1E6DFF}"/>
              </a:ext>
            </a:extLst>
          </p:cNvPr>
          <p:cNvSpPr/>
          <p:nvPr/>
        </p:nvSpPr>
        <p:spPr>
          <a:xfrm>
            <a:off x="3097362" y="4179969"/>
            <a:ext cx="5973890" cy="658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Please click here to add appropriate text to explain, you can directly copy and paste the text content.</a:t>
            </a:r>
          </a:p>
        </p:txBody>
      </p:sp>
    </p:spTree>
    <p:extLst>
      <p:ext uri="{BB962C8B-B14F-4D97-AF65-F5344CB8AC3E}">
        <p14:creationId xmlns:p14="http://schemas.microsoft.com/office/powerpoint/2010/main" val="3188441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prism isInverted="1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9F24ACDB-E4C3-F8CF-EFD6-8AACA7589203}"/>
              </a:ext>
            </a:extLst>
          </p:cNvPr>
          <p:cNvSpPr/>
          <p:nvPr/>
        </p:nvSpPr>
        <p:spPr>
          <a:xfrm rot="13309666" flipH="1">
            <a:off x="-543961" y="-452225"/>
            <a:ext cx="1261549" cy="1560327"/>
          </a:xfrm>
          <a:custGeom>
            <a:avLst/>
            <a:gdLst>
              <a:gd name="connsiteX0" fmla="*/ 2291801 w 2659024"/>
              <a:gd name="connsiteY0" fmla="*/ 2285896 h 3739830"/>
              <a:gd name="connsiteX1" fmla="*/ 2038521 w 2659024"/>
              <a:gd name="connsiteY1" fmla="*/ 1784080 h 3739830"/>
              <a:gd name="connsiteX2" fmla="*/ 2231828 w 2659024"/>
              <a:gd name="connsiteY2" fmla="*/ 1284775 h 3739830"/>
              <a:gd name="connsiteX3" fmla="*/ 2388036 w 2659024"/>
              <a:gd name="connsiteY3" fmla="*/ 764270 h 3739830"/>
              <a:gd name="connsiteX4" fmla="*/ 2233502 w 2659024"/>
              <a:gd name="connsiteY4" fmla="*/ 269148 h 3739830"/>
              <a:gd name="connsiteX5" fmla="*/ 2050236 w 2659024"/>
              <a:gd name="connsiteY5" fmla="*/ 82536 h 3739830"/>
              <a:gd name="connsiteX6" fmla="*/ 1947585 w 2659024"/>
              <a:gd name="connsiteY6" fmla="*/ 80863 h 3739830"/>
              <a:gd name="connsiteX7" fmla="*/ 1938659 w 2659024"/>
              <a:gd name="connsiteY7" fmla="*/ 83094 h 3739830"/>
              <a:gd name="connsiteX8" fmla="*/ 1899328 w 2659024"/>
              <a:gd name="connsiteY8" fmla="*/ 63290 h 3739830"/>
              <a:gd name="connsiteX9" fmla="*/ 827352 w 2659024"/>
              <a:gd name="connsiteY9" fmla="*/ 150319 h 3739830"/>
              <a:gd name="connsiteX10" fmla="*/ 386622 w 2659024"/>
              <a:gd name="connsiteY10" fmla="*/ 500112 h 3739830"/>
              <a:gd name="connsiteX11" fmla="*/ 270582 w 2659024"/>
              <a:gd name="connsiteY11" fmla="*/ 1054648 h 3739830"/>
              <a:gd name="connsiteX12" fmla="*/ 337529 w 2659024"/>
              <a:gd name="connsiteY12" fmla="*/ 1627594 h 3739830"/>
              <a:gd name="connsiteX13" fmla="*/ 59981 w 2659024"/>
              <a:gd name="connsiteY13" fmla="*/ 2164557 h 3739830"/>
              <a:gd name="connsiteX14" fmla="*/ 66117 w 2659024"/>
              <a:gd name="connsiteY14" fmla="*/ 2707656 h 3739830"/>
              <a:gd name="connsiteX15" fmla="*/ 477558 w 2659024"/>
              <a:gd name="connsiteY15" fmla="*/ 2965677 h 3739830"/>
              <a:gd name="connsiteX16" fmla="*/ 1027911 w 2659024"/>
              <a:gd name="connsiteY16" fmla="*/ 2985203 h 3739830"/>
              <a:gd name="connsiteX17" fmla="*/ 1425126 w 2659024"/>
              <a:gd name="connsiteY17" fmla="*/ 3214772 h 3739830"/>
              <a:gd name="connsiteX18" fmla="*/ 2143961 w 2659024"/>
              <a:gd name="connsiteY18" fmla="*/ 3732766 h 3739830"/>
              <a:gd name="connsiteX19" fmla="*/ 2615374 w 2659024"/>
              <a:gd name="connsiteY19" fmla="*/ 2799428 h 3739830"/>
              <a:gd name="connsiteX20" fmla="*/ 2291801 w 2659024"/>
              <a:gd name="connsiteY20" fmla="*/ 2285896 h 37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659024" h="3739830">
                <a:moveTo>
                  <a:pt x="2291801" y="2285896"/>
                </a:moveTo>
                <a:cubicBezTo>
                  <a:pt x="2174087" y="2139173"/>
                  <a:pt x="2045494" y="1980176"/>
                  <a:pt x="2038521" y="1784080"/>
                </a:cubicBezTo>
                <a:cubicBezTo>
                  <a:pt x="2042147" y="1599421"/>
                  <a:pt x="2147308" y="1442377"/>
                  <a:pt x="2231828" y="1284775"/>
                </a:cubicBezTo>
                <a:cubicBezTo>
                  <a:pt x="2318858" y="1121873"/>
                  <a:pt x="2388873" y="951998"/>
                  <a:pt x="2388036" y="764270"/>
                </a:cubicBezTo>
                <a:cubicBezTo>
                  <a:pt x="2387199" y="590489"/>
                  <a:pt x="2333084" y="411967"/>
                  <a:pt x="2233502" y="269148"/>
                </a:cubicBezTo>
                <a:cubicBezTo>
                  <a:pt x="2188313" y="204434"/>
                  <a:pt x="2125551" y="114057"/>
                  <a:pt x="2050236" y="82536"/>
                </a:cubicBezTo>
                <a:cubicBezTo>
                  <a:pt x="2013695" y="67195"/>
                  <a:pt x="1984127" y="75284"/>
                  <a:pt x="1947585" y="80863"/>
                </a:cubicBezTo>
                <a:cubicBezTo>
                  <a:pt x="1944796" y="81421"/>
                  <a:pt x="1941728" y="81979"/>
                  <a:pt x="1938659" y="83094"/>
                </a:cubicBezTo>
                <a:cubicBezTo>
                  <a:pt x="1935312" y="77237"/>
                  <a:pt x="1914670" y="68032"/>
                  <a:pt x="1899328" y="63290"/>
                </a:cubicBezTo>
                <a:cubicBezTo>
                  <a:pt x="1547860" y="-47729"/>
                  <a:pt x="1157620" y="-8956"/>
                  <a:pt x="827352" y="150319"/>
                </a:cubicBezTo>
                <a:cubicBezTo>
                  <a:pt x="659149" y="231491"/>
                  <a:pt x="499873" y="350042"/>
                  <a:pt x="386622" y="500112"/>
                </a:cubicBezTo>
                <a:cubicBezTo>
                  <a:pt x="261656" y="665524"/>
                  <a:pt x="233204" y="853531"/>
                  <a:pt x="270582" y="1054648"/>
                </a:cubicBezTo>
                <a:cubicBezTo>
                  <a:pt x="306287" y="1245723"/>
                  <a:pt x="398338" y="1431777"/>
                  <a:pt x="337529" y="1627594"/>
                </a:cubicBezTo>
                <a:cubicBezTo>
                  <a:pt x="277277" y="1820343"/>
                  <a:pt x="134737" y="1977108"/>
                  <a:pt x="59981" y="2164557"/>
                </a:cubicBezTo>
                <a:cubicBezTo>
                  <a:pt x="-8639" y="2336943"/>
                  <a:pt x="-32907" y="2541407"/>
                  <a:pt x="66117" y="2707656"/>
                </a:cubicBezTo>
                <a:cubicBezTo>
                  <a:pt x="153426" y="2854379"/>
                  <a:pt x="313818" y="2936109"/>
                  <a:pt x="477558" y="2965677"/>
                </a:cubicBezTo>
                <a:cubicBezTo>
                  <a:pt x="660823" y="2998871"/>
                  <a:pt x="843530" y="2972929"/>
                  <a:pt x="1027911" y="2985203"/>
                </a:cubicBezTo>
                <a:cubicBezTo>
                  <a:pt x="1204203" y="2996918"/>
                  <a:pt x="1326101" y="3071396"/>
                  <a:pt x="1425126" y="3214772"/>
                </a:cubicBezTo>
                <a:cubicBezTo>
                  <a:pt x="1603928" y="3473908"/>
                  <a:pt x="1772967" y="3791344"/>
                  <a:pt x="2143961" y="3732766"/>
                </a:cubicBezTo>
                <a:cubicBezTo>
                  <a:pt x="2582180" y="3663868"/>
                  <a:pt x="2745919" y="3181299"/>
                  <a:pt x="2615374" y="2799428"/>
                </a:cubicBezTo>
                <a:cubicBezTo>
                  <a:pt x="2548428" y="2603332"/>
                  <a:pt x="2419835" y="2445451"/>
                  <a:pt x="2291801" y="2285896"/>
                </a:cubicBezTo>
                <a:close/>
              </a:path>
            </a:pathLst>
          </a:custGeom>
          <a:solidFill>
            <a:srgbClr val="7E8A72"/>
          </a:solidFill>
          <a:ln w="244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7CA7EB-8ACF-75BE-3668-5D331A747F12}"/>
              </a:ext>
            </a:extLst>
          </p:cNvPr>
          <p:cNvGrpSpPr/>
          <p:nvPr/>
        </p:nvGrpSpPr>
        <p:grpSpPr>
          <a:xfrm>
            <a:off x="9539785" y="5610004"/>
            <a:ext cx="2884102" cy="2495992"/>
            <a:chOff x="8899022" y="5317131"/>
            <a:chExt cx="3438309" cy="297562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52D97EF-FFB4-7E97-621A-3EF96724ECEB}"/>
                </a:ext>
              </a:extLst>
            </p:cNvPr>
            <p:cNvSpPr/>
            <p:nvPr/>
          </p:nvSpPr>
          <p:spPr>
            <a:xfrm rot="10800000">
              <a:off x="10618177" y="5317131"/>
              <a:ext cx="1573823" cy="1540869"/>
            </a:xfrm>
            <a:custGeom>
              <a:avLst/>
              <a:gdLst>
                <a:gd name="connsiteX0" fmla="*/ 0 w 7004667"/>
                <a:gd name="connsiteY0" fmla="*/ 0 h 6858002"/>
                <a:gd name="connsiteX1" fmla="*/ 7004667 w 7004667"/>
                <a:gd name="connsiteY1" fmla="*/ 0 h 6858002"/>
                <a:gd name="connsiteX2" fmla="*/ 6927890 w 7004667"/>
                <a:gd name="connsiteY2" fmla="*/ 13049 h 6858002"/>
                <a:gd name="connsiteX3" fmla="*/ 4016144 w 7004667"/>
                <a:gd name="connsiteY3" fmla="*/ 3524955 h 6858002"/>
                <a:gd name="connsiteX4" fmla="*/ 980784 w 7004667"/>
                <a:gd name="connsiteY4" fmla="*/ 6858002 h 6858002"/>
                <a:gd name="connsiteX5" fmla="*/ 0 w 7004667"/>
                <a:gd name="connsiteY5" fmla="*/ 6858002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4667" h="6858002">
                  <a:moveTo>
                    <a:pt x="0" y="0"/>
                  </a:moveTo>
                  <a:lnTo>
                    <a:pt x="7004667" y="0"/>
                  </a:lnTo>
                  <a:lnTo>
                    <a:pt x="6927890" y="13049"/>
                  </a:lnTo>
                  <a:cubicBezTo>
                    <a:pt x="5094667" y="437170"/>
                    <a:pt x="6918515" y="3313232"/>
                    <a:pt x="4016144" y="3524955"/>
                  </a:cubicBezTo>
                  <a:cubicBezTo>
                    <a:pt x="933197" y="3670782"/>
                    <a:pt x="3682935" y="6027461"/>
                    <a:pt x="980784" y="6858002"/>
                  </a:cubicBezTo>
                  <a:lnTo>
                    <a:pt x="0" y="6858002"/>
                  </a:lnTo>
                  <a:close/>
                </a:path>
              </a:pathLst>
            </a:custGeom>
            <a:solidFill>
              <a:srgbClr val="CDC0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2AB46ADB-D1E6-D7E0-C3E1-1AEA17EF9883}"/>
                </a:ext>
              </a:extLst>
            </p:cNvPr>
            <p:cNvSpPr/>
            <p:nvPr/>
          </p:nvSpPr>
          <p:spPr>
            <a:xfrm rot="19222550" flipH="1">
              <a:off x="8899022" y="5832618"/>
              <a:ext cx="3438309" cy="2460133"/>
            </a:xfrm>
            <a:custGeom>
              <a:avLst/>
              <a:gdLst>
                <a:gd name="connsiteX0" fmla="*/ 6749971 w 6815402"/>
                <a:gd name="connsiteY0" fmla="*/ 786590 h 4876466"/>
                <a:gd name="connsiteX1" fmla="*/ 6748018 w 6815402"/>
                <a:gd name="connsiteY1" fmla="*/ 782405 h 4876466"/>
                <a:gd name="connsiteX2" fmla="*/ 6746902 w 6815402"/>
                <a:gd name="connsiteY2" fmla="*/ 779058 h 4876466"/>
                <a:gd name="connsiteX3" fmla="*/ 5340753 w 6815402"/>
                <a:gd name="connsiteY3" fmla="*/ 22847 h 4876466"/>
                <a:gd name="connsiteX4" fmla="*/ 3376439 w 6815402"/>
                <a:gd name="connsiteY4" fmla="*/ 789100 h 4876466"/>
                <a:gd name="connsiteX5" fmla="*/ 2839474 w 6815402"/>
                <a:gd name="connsiteY5" fmla="*/ 604441 h 4876466"/>
                <a:gd name="connsiteX6" fmla="*/ 2428592 w 6815402"/>
                <a:gd name="connsiteY6" fmla="*/ 310994 h 4876466"/>
                <a:gd name="connsiteX7" fmla="*/ 1587301 w 6815402"/>
                <a:gd name="connsiteY7" fmla="*/ 209459 h 4876466"/>
                <a:gd name="connsiteX8" fmla="*/ 968327 w 6815402"/>
                <a:gd name="connsiteY8" fmla="*/ 927455 h 4876466"/>
                <a:gd name="connsiteX9" fmla="*/ 850613 w 6815402"/>
                <a:gd name="connsiteY9" fmla="*/ 1348657 h 4876466"/>
                <a:gd name="connsiteX10" fmla="*/ 865118 w 6815402"/>
                <a:gd name="connsiteY10" fmla="*/ 1927182 h 4876466"/>
                <a:gd name="connsiteX11" fmla="*/ 441126 w 6815402"/>
                <a:gd name="connsiteY11" fmla="*/ 2960103 h 4876466"/>
                <a:gd name="connsiteX12" fmla="*/ 9601 w 6815402"/>
                <a:gd name="connsiteY12" fmla="*/ 3785212 h 4876466"/>
                <a:gd name="connsiteX13" fmla="*/ 267902 w 6815402"/>
                <a:gd name="connsiteY13" fmla="*/ 4615063 h 4876466"/>
                <a:gd name="connsiteX14" fmla="*/ 993432 w 6815402"/>
                <a:gd name="connsiteY14" fmla="*/ 4866111 h 4876466"/>
                <a:gd name="connsiteX15" fmla="*/ 1735140 w 6815402"/>
                <a:gd name="connsiteY15" fmla="*/ 4339469 h 4876466"/>
                <a:gd name="connsiteX16" fmla="*/ 2458718 w 6815402"/>
                <a:gd name="connsiteY16" fmla="*/ 3563732 h 4876466"/>
                <a:gd name="connsiteX17" fmla="*/ 3529299 w 6815402"/>
                <a:gd name="connsiteY17" fmla="*/ 3364847 h 4876466"/>
                <a:gd name="connsiteX18" fmla="*/ 4506156 w 6815402"/>
                <a:gd name="connsiteY18" fmla="*/ 3185487 h 4876466"/>
                <a:gd name="connsiteX19" fmla="*/ 4941307 w 6815402"/>
                <a:gd name="connsiteY19" fmla="*/ 2434855 h 4876466"/>
                <a:gd name="connsiteX20" fmla="*/ 5349679 w 6815402"/>
                <a:gd name="connsiteY20" fmla="*/ 1522158 h 4876466"/>
                <a:gd name="connsiteX21" fmla="*/ 5795987 w 6815402"/>
                <a:gd name="connsiteY21" fmla="*/ 1314068 h 4876466"/>
                <a:gd name="connsiteX22" fmla="*/ 6122071 w 6815402"/>
                <a:gd name="connsiteY22" fmla="*/ 1349773 h 4876466"/>
                <a:gd name="connsiteX23" fmla="*/ 6307847 w 6815402"/>
                <a:gd name="connsiteY23" fmla="*/ 1476412 h 4876466"/>
                <a:gd name="connsiteX24" fmla="*/ 6805202 w 6815402"/>
                <a:gd name="connsiteY24" fmla="*/ 1200539 h 4876466"/>
                <a:gd name="connsiteX25" fmla="*/ 6749971 w 6815402"/>
                <a:gd name="connsiteY25" fmla="*/ 786590 h 487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815402" h="4876466">
                  <a:moveTo>
                    <a:pt x="6749971" y="786590"/>
                  </a:moveTo>
                  <a:cubicBezTo>
                    <a:pt x="6749413" y="785195"/>
                    <a:pt x="6748576" y="783800"/>
                    <a:pt x="6748018" y="782405"/>
                  </a:cubicBezTo>
                  <a:cubicBezTo>
                    <a:pt x="6747739" y="781290"/>
                    <a:pt x="6747460" y="780174"/>
                    <a:pt x="6746902" y="779058"/>
                  </a:cubicBezTo>
                  <a:cubicBezTo>
                    <a:pt x="6515101" y="236796"/>
                    <a:pt x="5922348" y="-92076"/>
                    <a:pt x="5340753" y="22847"/>
                  </a:cubicBezTo>
                  <a:cubicBezTo>
                    <a:pt x="4643675" y="160645"/>
                    <a:pt x="4114521" y="803047"/>
                    <a:pt x="3376439" y="789100"/>
                  </a:cubicBezTo>
                  <a:cubicBezTo>
                    <a:pt x="3178111" y="785474"/>
                    <a:pt x="3001261" y="716854"/>
                    <a:pt x="2839474" y="604441"/>
                  </a:cubicBezTo>
                  <a:cubicBezTo>
                    <a:pt x="2701119" y="508206"/>
                    <a:pt x="2575316" y="395234"/>
                    <a:pt x="2428592" y="310994"/>
                  </a:cubicBezTo>
                  <a:cubicBezTo>
                    <a:pt x="2178380" y="167339"/>
                    <a:pt x="1861501" y="80030"/>
                    <a:pt x="1587301" y="209459"/>
                  </a:cubicBezTo>
                  <a:cubicBezTo>
                    <a:pt x="1311984" y="339446"/>
                    <a:pt x="1093572" y="659671"/>
                    <a:pt x="968327" y="927455"/>
                  </a:cubicBezTo>
                  <a:cubicBezTo>
                    <a:pt x="906123" y="1060510"/>
                    <a:pt x="863166" y="1201934"/>
                    <a:pt x="850613" y="1348657"/>
                  </a:cubicBezTo>
                  <a:cubicBezTo>
                    <a:pt x="834156" y="1541405"/>
                    <a:pt x="872092" y="1734154"/>
                    <a:pt x="865118" y="1927182"/>
                  </a:cubicBezTo>
                  <a:cubicBezTo>
                    <a:pt x="850892" y="2320210"/>
                    <a:pt x="686037" y="2659961"/>
                    <a:pt x="441126" y="2960103"/>
                  </a:cubicBezTo>
                  <a:cubicBezTo>
                    <a:pt x="237776" y="3209476"/>
                    <a:pt x="52558" y="3456619"/>
                    <a:pt x="9601" y="3785212"/>
                  </a:cubicBezTo>
                  <a:cubicBezTo>
                    <a:pt x="-29730" y="4085632"/>
                    <a:pt x="50885" y="4397210"/>
                    <a:pt x="267902" y="4615063"/>
                  </a:cubicBezTo>
                  <a:cubicBezTo>
                    <a:pt x="455631" y="4803628"/>
                    <a:pt x="727321" y="4911578"/>
                    <a:pt x="993432" y="4866111"/>
                  </a:cubicBezTo>
                  <a:cubicBezTo>
                    <a:pt x="1305011" y="4813111"/>
                    <a:pt x="1546854" y="4578243"/>
                    <a:pt x="1735140" y="4339469"/>
                  </a:cubicBezTo>
                  <a:cubicBezTo>
                    <a:pt x="1956342" y="4058853"/>
                    <a:pt x="2145744" y="3753133"/>
                    <a:pt x="2458718" y="3563732"/>
                  </a:cubicBezTo>
                  <a:cubicBezTo>
                    <a:pt x="2792333" y="3361778"/>
                    <a:pt x="3149380" y="3339463"/>
                    <a:pt x="3529299" y="3364847"/>
                  </a:cubicBezTo>
                  <a:cubicBezTo>
                    <a:pt x="3871562" y="3387720"/>
                    <a:pt x="4215219" y="3393578"/>
                    <a:pt x="4506156" y="3185487"/>
                  </a:cubicBezTo>
                  <a:cubicBezTo>
                    <a:pt x="4761389" y="3003059"/>
                    <a:pt x="4883566" y="2736112"/>
                    <a:pt x="4941307" y="2434855"/>
                  </a:cubicBezTo>
                  <a:cubicBezTo>
                    <a:pt x="5007695" y="2088689"/>
                    <a:pt x="5061531" y="1758980"/>
                    <a:pt x="5349679" y="1522158"/>
                  </a:cubicBezTo>
                  <a:cubicBezTo>
                    <a:pt x="5477156" y="1417277"/>
                    <a:pt x="5633085" y="1342241"/>
                    <a:pt x="5795987" y="1314068"/>
                  </a:cubicBezTo>
                  <a:cubicBezTo>
                    <a:pt x="5903380" y="1295379"/>
                    <a:pt x="6022488" y="1302910"/>
                    <a:pt x="6122071" y="1349773"/>
                  </a:cubicBezTo>
                  <a:cubicBezTo>
                    <a:pt x="6191528" y="1382409"/>
                    <a:pt x="6240900" y="1441823"/>
                    <a:pt x="6307847" y="1476412"/>
                  </a:cubicBezTo>
                  <a:cubicBezTo>
                    <a:pt x="6526538" y="1589104"/>
                    <a:pt x="6762244" y="1420624"/>
                    <a:pt x="6805202" y="1200539"/>
                  </a:cubicBezTo>
                  <a:cubicBezTo>
                    <a:pt x="6832817" y="1060789"/>
                    <a:pt x="6801017" y="916855"/>
                    <a:pt x="6749971" y="786590"/>
                  </a:cubicBezTo>
                  <a:close/>
                </a:path>
              </a:pathLst>
            </a:custGeom>
            <a:solidFill>
              <a:srgbClr val="DA9AA5"/>
            </a:solidFill>
            <a:ln w="244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8" name="文本框 20">
            <a:extLst>
              <a:ext uri="{FF2B5EF4-FFF2-40B4-BE49-F238E27FC236}">
                <a16:creationId xmlns:a16="http://schemas.microsoft.com/office/drawing/2014/main" id="{8F5CBAC2-D21F-C779-31FA-D9E0BD246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647" y="388099"/>
            <a:ext cx="27673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未来工作规划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0F79321-E114-FFB9-66CC-C3B197A5CFE5}"/>
              </a:ext>
            </a:extLst>
          </p:cNvPr>
          <p:cNvGrpSpPr/>
          <p:nvPr/>
        </p:nvGrpSpPr>
        <p:grpSpPr>
          <a:xfrm>
            <a:off x="933449" y="1552574"/>
            <a:ext cx="3022073" cy="2543175"/>
            <a:chOff x="1419224" y="1800224"/>
            <a:chExt cx="3022073" cy="2543175"/>
          </a:xfrm>
        </p:grpSpPr>
        <p:sp>
          <p:nvSpPr>
            <p:cNvPr id="19" name="Freeform: Shape 3">
              <a:extLst>
                <a:ext uri="{FF2B5EF4-FFF2-40B4-BE49-F238E27FC236}">
                  <a16:creationId xmlns:a16="http://schemas.microsoft.com/office/drawing/2014/main" id="{ED80415C-8185-329D-B69D-82779774636F}"/>
                </a:ext>
              </a:extLst>
            </p:cNvPr>
            <p:cNvSpPr/>
            <p:nvPr/>
          </p:nvSpPr>
          <p:spPr>
            <a:xfrm>
              <a:off x="1419224" y="1800224"/>
              <a:ext cx="3022073" cy="2543175"/>
            </a:xfrm>
            <a:custGeom>
              <a:avLst/>
              <a:gdLst>
                <a:gd name="connsiteX0" fmla="*/ 0 w 12192000"/>
                <a:gd name="connsiteY0" fmla="*/ 0 h 5856687"/>
                <a:gd name="connsiteX1" fmla="*/ 12192000 w 12192000"/>
                <a:gd name="connsiteY1" fmla="*/ 0 h 5856687"/>
                <a:gd name="connsiteX2" fmla="*/ 12192000 w 12192000"/>
                <a:gd name="connsiteY2" fmla="*/ 5601326 h 5856687"/>
                <a:gd name="connsiteX3" fmla="*/ 12039881 w 12192000"/>
                <a:gd name="connsiteY3" fmla="*/ 5533170 h 5856687"/>
                <a:gd name="connsiteX4" fmla="*/ 8036339 w 12192000"/>
                <a:gd name="connsiteY4" fmla="*/ 4885547 h 5856687"/>
                <a:gd name="connsiteX5" fmla="*/ 3189295 w 12192000"/>
                <a:gd name="connsiteY5" fmla="*/ 5798159 h 5856687"/>
                <a:gd name="connsiteX6" fmla="*/ 80880 w 12192000"/>
                <a:gd name="connsiteY6" fmla="*/ 5407524 h 5856687"/>
                <a:gd name="connsiteX7" fmla="*/ 0 w 12192000"/>
                <a:gd name="connsiteY7" fmla="*/ 5362422 h 585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5856687">
                  <a:moveTo>
                    <a:pt x="0" y="0"/>
                  </a:moveTo>
                  <a:lnTo>
                    <a:pt x="12192000" y="0"/>
                  </a:lnTo>
                  <a:lnTo>
                    <a:pt x="12192000" y="5601326"/>
                  </a:lnTo>
                  <a:lnTo>
                    <a:pt x="12039881" y="5533170"/>
                  </a:lnTo>
                  <a:cubicBezTo>
                    <a:pt x="10546056" y="4892703"/>
                    <a:pt x="9466824" y="4865461"/>
                    <a:pt x="8036339" y="4885547"/>
                  </a:cubicBezTo>
                  <a:cubicBezTo>
                    <a:pt x="6510489" y="4906972"/>
                    <a:pt x="4565960" y="5701109"/>
                    <a:pt x="3189295" y="5798159"/>
                  </a:cubicBezTo>
                  <a:cubicBezTo>
                    <a:pt x="2314776" y="5859810"/>
                    <a:pt x="1220547" y="5995207"/>
                    <a:pt x="80880" y="5407524"/>
                  </a:cubicBezTo>
                  <a:lnTo>
                    <a:pt x="0" y="5362422"/>
                  </a:lnTo>
                  <a:close/>
                </a:path>
              </a:pathLst>
            </a:custGeom>
            <a:solidFill>
              <a:srgbClr val="7E8A7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73CF4548-38E8-B027-A16A-969EE7D49471}"/>
                </a:ext>
              </a:extLst>
            </p:cNvPr>
            <p:cNvSpPr/>
            <p:nvPr/>
          </p:nvSpPr>
          <p:spPr>
            <a:xfrm>
              <a:off x="1765325" y="1935775"/>
              <a:ext cx="2329870" cy="18998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2000" b="1" kern="0" dirty="0">
                  <a:solidFill>
                    <a:prstClr val="white"/>
                  </a:solidFill>
                  <a:cs typeface="+mn-ea"/>
                  <a:sym typeface="+mn-lt"/>
                </a:rPr>
                <a:t>添加标题</a:t>
              </a:r>
              <a:endParaRPr lang="en-US" altLang="zh-CN" sz="2000" b="1" kern="0" dirty="0">
                <a:solidFill>
                  <a:prstClr val="white"/>
                </a:solidFill>
                <a:cs typeface="+mn-ea"/>
                <a:sym typeface="+mn-lt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zh-CN" altLang="en-US" sz="1600" kern="0" dirty="0">
                  <a:solidFill>
                    <a:prstClr val="white"/>
                  </a:solidFill>
                  <a:cs typeface="+mn-ea"/>
                  <a:sym typeface="+mn-lt"/>
                </a:rPr>
                <a:t>请您单击此处输入文本内容，可根据需要适当地调整文字的颜色或者大小等属性，祝你使用愉快。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AA1D5D9-6F0F-0C9A-E671-4336628890B4}"/>
              </a:ext>
            </a:extLst>
          </p:cNvPr>
          <p:cNvGrpSpPr/>
          <p:nvPr/>
        </p:nvGrpSpPr>
        <p:grpSpPr>
          <a:xfrm>
            <a:off x="4594487" y="1552574"/>
            <a:ext cx="3022073" cy="2543175"/>
            <a:chOff x="4608775" y="1800224"/>
            <a:chExt cx="3022073" cy="2543175"/>
          </a:xfrm>
        </p:grpSpPr>
        <p:sp>
          <p:nvSpPr>
            <p:cNvPr id="20" name="Freeform: Shape 5">
              <a:extLst>
                <a:ext uri="{FF2B5EF4-FFF2-40B4-BE49-F238E27FC236}">
                  <a16:creationId xmlns:a16="http://schemas.microsoft.com/office/drawing/2014/main" id="{D754D696-09F6-C2D2-18E7-A57A4B72D388}"/>
                </a:ext>
              </a:extLst>
            </p:cNvPr>
            <p:cNvSpPr/>
            <p:nvPr/>
          </p:nvSpPr>
          <p:spPr>
            <a:xfrm>
              <a:off x="4608775" y="1800224"/>
              <a:ext cx="3022073" cy="2543175"/>
            </a:xfrm>
            <a:custGeom>
              <a:avLst/>
              <a:gdLst>
                <a:gd name="connsiteX0" fmla="*/ 0 w 12192000"/>
                <a:gd name="connsiteY0" fmla="*/ 0 h 5856687"/>
                <a:gd name="connsiteX1" fmla="*/ 12192000 w 12192000"/>
                <a:gd name="connsiteY1" fmla="*/ 0 h 5856687"/>
                <a:gd name="connsiteX2" fmla="*/ 12192000 w 12192000"/>
                <a:gd name="connsiteY2" fmla="*/ 5601326 h 5856687"/>
                <a:gd name="connsiteX3" fmla="*/ 12039881 w 12192000"/>
                <a:gd name="connsiteY3" fmla="*/ 5533170 h 5856687"/>
                <a:gd name="connsiteX4" fmla="*/ 8036339 w 12192000"/>
                <a:gd name="connsiteY4" fmla="*/ 4885547 h 5856687"/>
                <a:gd name="connsiteX5" fmla="*/ 3189295 w 12192000"/>
                <a:gd name="connsiteY5" fmla="*/ 5798159 h 5856687"/>
                <a:gd name="connsiteX6" fmla="*/ 80880 w 12192000"/>
                <a:gd name="connsiteY6" fmla="*/ 5407524 h 5856687"/>
                <a:gd name="connsiteX7" fmla="*/ 0 w 12192000"/>
                <a:gd name="connsiteY7" fmla="*/ 5362422 h 585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5856687">
                  <a:moveTo>
                    <a:pt x="0" y="0"/>
                  </a:moveTo>
                  <a:lnTo>
                    <a:pt x="12192000" y="0"/>
                  </a:lnTo>
                  <a:lnTo>
                    <a:pt x="12192000" y="5601326"/>
                  </a:lnTo>
                  <a:lnTo>
                    <a:pt x="12039881" y="5533170"/>
                  </a:lnTo>
                  <a:cubicBezTo>
                    <a:pt x="10546056" y="4892703"/>
                    <a:pt x="9466824" y="4865461"/>
                    <a:pt x="8036339" y="4885547"/>
                  </a:cubicBezTo>
                  <a:cubicBezTo>
                    <a:pt x="6510489" y="4906972"/>
                    <a:pt x="4565960" y="5701109"/>
                    <a:pt x="3189295" y="5798159"/>
                  </a:cubicBezTo>
                  <a:cubicBezTo>
                    <a:pt x="2314776" y="5859810"/>
                    <a:pt x="1220547" y="5995207"/>
                    <a:pt x="80880" y="5407524"/>
                  </a:cubicBezTo>
                  <a:lnTo>
                    <a:pt x="0" y="5362422"/>
                  </a:lnTo>
                  <a:close/>
                </a:path>
              </a:pathLst>
            </a:custGeom>
            <a:solidFill>
              <a:srgbClr val="DA9A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E9E9D67-4CB4-53C6-F141-CAA29E203669}"/>
                </a:ext>
              </a:extLst>
            </p:cNvPr>
            <p:cNvSpPr/>
            <p:nvPr/>
          </p:nvSpPr>
          <p:spPr>
            <a:xfrm>
              <a:off x="4954876" y="1935775"/>
              <a:ext cx="2329870" cy="18998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2000" b="1" kern="0" dirty="0">
                  <a:solidFill>
                    <a:prstClr val="white"/>
                  </a:solidFill>
                  <a:cs typeface="+mn-ea"/>
                  <a:sym typeface="+mn-lt"/>
                </a:rPr>
                <a:t>添加标题</a:t>
              </a:r>
              <a:endParaRPr lang="en-US" altLang="zh-CN" sz="2000" b="1" kern="0" dirty="0">
                <a:solidFill>
                  <a:prstClr val="white"/>
                </a:solidFill>
                <a:cs typeface="+mn-ea"/>
                <a:sym typeface="+mn-lt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zh-CN" altLang="en-US" sz="1600" kern="0" dirty="0">
                  <a:solidFill>
                    <a:prstClr val="white"/>
                  </a:solidFill>
                  <a:cs typeface="+mn-ea"/>
                  <a:sym typeface="+mn-lt"/>
                </a:rPr>
                <a:t>请您单击此处输入文本内容，可根据需要适当地调整文字的颜色或者大小等属性，祝你使用愉快。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BBF24DB-8E62-8644-D2AC-CB6115928E46}"/>
              </a:ext>
            </a:extLst>
          </p:cNvPr>
          <p:cNvGrpSpPr/>
          <p:nvPr/>
        </p:nvGrpSpPr>
        <p:grpSpPr>
          <a:xfrm>
            <a:off x="8255526" y="1552574"/>
            <a:ext cx="3022073" cy="2543175"/>
            <a:chOff x="7798326" y="1800224"/>
            <a:chExt cx="3022073" cy="2543175"/>
          </a:xfrm>
        </p:grpSpPr>
        <p:sp>
          <p:nvSpPr>
            <p:cNvPr id="21" name="Freeform: Shape 6">
              <a:extLst>
                <a:ext uri="{FF2B5EF4-FFF2-40B4-BE49-F238E27FC236}">
                  <a16:creationId xmlns:a16="http://schemas.microsoft.com/office/drawing/2014/main" id="{DC02F85D-CFF0-4033-906F-62BFB7E7FC20}"/>
                </a:ext>
              </a:extLst>
            </p:cNvPr>
            <p:cNvSpPr/>
            <p:nvPr/>
          </p:nvSpPr>
          <p:spPr>
            <a:xfrm>
              <a:off x="7798326" y="1800224"/>
              <a:ext cx="3022073" cy="2543175"/>
            </a:xfrm>
            <a:custGeom>
              <a:avLst/>
              <a:gdLst>
                <a:gd name="connsiteX0" fmla="*/ 0 w 12192000"/>
                <a:gd name="connsiteY0" fmla="*/ 0 h 5856687"/>
                <a:gd name="connsiteX1" fmla="*/ 12192000 w 12192000"/>
                <a:gd name="connsiteY1" fmla="*/ 0 h 5856687"/>
                <a:gd name="connsiteX2" fmla="*/ 12192000 w 12192000"/>
                <a:gd name="connsiteY2" fmla="*/ 5601326 h 5856687"/>
                <a:gd name="connsiteX3" fmla="*/ 12039881 w 12192000"/>
                <a:gd name="connsiteY3" fmla="*/ 5533170 h 5856687"/>
                <a:gd name="connsiteX4" fmla="*/ 8036339 w 12192000"/>
                <a:gd name="connsiteY4" fmla="*/ 4885547 h 5856687"/>
                <a:gd name="connsiteX5" fmla="*/ 3189295 w 12192000"/>
                <a:gd name="connsiteY5" fmla="*/ 5798159 h 5856687"/>
                <a:gd name="connsiteX6" fmla="*/ 80880 w 12192000"/>
                <a:gd name="connsiteY6" fmla="*/ 5407524 h 5856687"/>
                <a:gd name="connsiteX7" fmla="*/ 0 w 12192000"/>
                <a:gd name="connsiteY7" fmla="*/ 5362422 h 585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5856687">
                  <a:moveTo>
                    <a:pt x="0" y="0"/>
                  </a:moveTo>
                  <a:lnTo>
                    <a:pt x="12192000" y="0"/>
                  </a:lnTo>
                  <a:lnTo>
                    <a:pt x="12192000" y="5601326"/>
                  </a:lnTo>
                  <a:lnTo>
                    <a:pt x="12039881" y="5533170"/>
                  </a:lnTo>
                  <a:cubicBezTo>
                    <a:pt x="10546056" y="4892703"/>
                    <a:pt x="9466824" y="4865461"/>
                    <a:pt x="8036339" y="4885547"/>
                  </a:cubicBezTo>
                  <a:cubicBezTo>
                    <a:pt x="6510489" y="4906972"/>
                    <a:pt x="4565960" y="5701109"/>
                    <a:pt x="3189295" y="5798159"/>
                  </a:cubicBezTo>
                  <a:cubicBezTo>
                    <a:pt x="2314776" y="5859810"/>
                    <a:pt x="1220547" y="5995207"/>
                    <a:pt x="80880" y="5407524"/>
                  </a:cubicBezTo>
                  <a:lnTo>
                    <a:pt x="0" y="5362422"/>
                  </a:lnTo>
                  <a:close/>
                </a:path>
              </a:pathLst>
            </a:custGeom>
            <a:solidFill>
              <a:srgbClr val="7E8A7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14768F8-4060-169F-3319-B35C6A724250}"/>
                </a:ext>
              </a:extLst>
            </p:cNvPr>
            <p:cNvSpPr/>
            <p:nvPr/>
          </p:nvSpPr>
          <p:spPr>
            <a:xfrm>
              <a:off x="8144427" y="1935775"/>
              <a:ext cx="2329870" cy="18998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2000" b="1" kern="0" dirty="0">
                  <a:solidFill>
                    <a:prstClr val="white"/>
                  </a:solidFill>
                  <a:cs typeface="+mn-ea"/>
                  <a:sym typeface="+mn-lt"/>
                </a:rPr>
                <a:t>添加标题</a:t>
              </a:r>
              <a:endParaRPr lang="en-US" altLang="zh-CN" sz="2000" b="1" kern="0" dirty="0">
                <a:solidFill>
                  <a:prstClr val="white"/>
                </a:solidFill>
                <a:cs typeface="+mn-ea"/>
                <a:sym typeface="+mn-lt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zh-CN" altLang="en-US" sz="1600" kern="0" dirty="0">
                  <a:solidFill>
                    <a:prstClr val="white"/>
                  </a:solidFill>
                  <a:cs typeface="+mn-ea"/>
                  <a:sym typeface="+mn-lt"/>
                </a:rPr>
                <a:t>请您单击此处输入文本内容，可根据需要适当地调整文字的颜色或者大小等属性，祝你使用愉快。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3FABC7E-E973-5542-30FB-9E40FB30F19D}"/>
              </a:ext>
            </a:extLst>
          </p:cNvPr>
          <p:cNvGrpSpPr/>
          <p:nvPr/>
        </p:nvGrpSpPr>
        <p:grpSpPr>
          <a:xfrm>
            <a:off x="923925" y="4492140"/>
            <a:ext cx="10344150" cy="1226521"/>
            <a:chOff x="7392727" y="2751424"/>
            <a:chExt cx="10344150" cy="1226521"/>
          </a:xfrm>
        </p:grpSpPr>
        <p:sp>
          <p:nvSpPr>
            <p:cNvPr id="30" name="TextBox 34">
              <a:extLst>
                <a:ext uri="{FF2B5EF4-FFF2-40B4-BE49-F238E27FC236}">
                  <a16:creationId xmlns:a16="http://schemas.microsoft.com/office/drawing/2014/main" id="{6629E973-514F-AEF5-73AE-A0B11225772A}"/>
                </a:ext>
              </a:extLst>
            </p:cNvPr>
            <p:cNvSpPr txBox="1"/>
            <p:nvPr/>
          </p:nvSpPr>
          <p:spPr>
            <a:xfrm>
              <a:off x="7392727" y="3190293"/>
              <a:ext cx="10344150" cy="7876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id-ID"/>
              </a:defPPr>
              <a:lvl1pPr marL="0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67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32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98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664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30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994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160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327" algn="l" defTabSz="91433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defTabSz="914400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请您单击此处添加合适的文字加以说明，可根据自己的需要适当地调整文字大小或者颜色等属性，祝你使用愉快。</a:t>
              </a:r>
              <a:endPara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  <a:p>
              <a:pPr lvl="0" defTabSz="914400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此处添加合适的文字加以说明，可根据自己的需要适当地调整文字大小或者颜色等属性。</a:t>
              </a: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027C59E5-189C-4006-4138-48865475C3D7}"/>
                </a:ext>
              </a:extLst>
            </p:cNvPr>
            <p:cNvSpPr/>
            <p:nvPr/>
          </p:nvSpPr>
          <p:spPr>
            <a:xfrm>
              <a:off x="7427830" y="2751424"/>
              <a:ext cx="1332000" cy="396000"/>
            </a:xfrm>
            <a:prstGeom prst="roundRect">
              <a:avLst>
                <a:gd name="adj" fmla="val 50000"/>
              </a:avLst>
            </a:prstGeom>
            <a:solidFill>
              <a:srgbClr val="DA9A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213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0">
        <p:checker/>
      </p:transition>
    </mc:Choice>
    <mc:Fallback xmlns="">
      <p:transition spd="slow" advTm="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9F24ACDB-E4C3-F8CF-EFD6-8AACA7589203}"/>
              </a:ext>
            </a:extLst>
          </p:cNvPr>
          <p:cNvSpPr/>
          <p:nvPr/>
        </p:nvSpPr>
        <p:spPr>
          <a:xfrm rot="13309666" flipH="1">
            <a:off x="-543961" y="-452225"/>
            <a:ext cx="1261549" cy="1560327"/>
          </a:xfrm>
          <a:custGeom>
            <a:avLst/>
            <a:gdLst>
              <a:gd name="connsiteX0" fmla="*/ 2291801 w 2659024"/>
              <a:gd name="connsiteY0" fmla="*/ 2285896 h 3739830"/>
              <a:gd name="connsiteX1" fmla="*/ 2038521 w 2659024"/>
              <a:gd name="connsiteY1" fmla="*/ 1784080 h 3739830"/>
              <a:gd name="connsiteX2" fmla="*/ 2231828 w 2659024"/>
              <a:gd name="connsiteY2" fmla="*/ 1284775 h 3739830"/>
              <a:gd name="connsiteX3" fmla="*/ 2388036 w 2659024"/>
              <a:gd name="connsiteY3" fmla="*/ 764270 h 3739830"/>
              <a:gd name="connsiteX4" fmla="*/ 2233502 w 2659024"/>
              <a:gd name="connsiteY4" fmla="*/ 269148 h 3739830"/>
              <a:gd name="connsiteX5" fmla="*/ 2050236 w 2659024"/>
              <a:gd name="connsiteY5" fmla="*/ 82536 h 3739830"/>
              <a:gd name="connsiteX6" fmla="*/ 1947585 w 2659024"/>
              <a:gd name="connsiteY6" fmla="*/ 80863 h 3739830"/>
              <a:gd name="connsiteX7" fmla="*/ 1938659 w 2659024"/>
              <a:gd name="connsiteY7" fmla="*/ 83094 h 3739830"/>
              <a:gd name="connsiteX8" fmla="*/ 1899328 w 2659024"/>
              <a:gd name="connsiteY8" fmla="*/ 63290 h 3739830"/>
              <a:gd name="connsiteX9" fmla="*/ 827352 w 2659024"/>
              <a:gd name="connsiteY9" fmla="*/ 150319 h 3739830"/>
              <a:gd name="connsiteX10" fmla="*/ 386622 w 2659024"/>
              <a:gd name="connsiteY10" fmla="*/ 500112 h 3739830"/>
              <a:gd name="connsiteX11" fmla="*/ 270582 w 2659024"/>
              <a:gd name="connsiteY11" fmla="*/ 1054648 h 3739830"/>
              <a:gd name="connsiteX12" fmla="*/ 337529 w 2659024"/>
              <a:gd name="connsiteY12" fmla="*/ 1627594 h 3739830"/>
              <a:gd name="connsiteX13" fmla="*/ 59981 w 2659024"/>
              <a:gd name="connsiteY13" fmla="*/ 2164557 h 3739830"/>
              <a:gd name="connsiteX14" fmla="*/ 66117 w 2659024"/>
              <a:gd name="connsiteY14" fmla="*/ 2707656 h 3739830"/>
              <a:gd name="connsiteX15" fmla="*/ 477558 w 2659024"/>
              <a:gd name="connsiteY15" fmla="*/ 2965677 h 3739830"/>
              <a:gd name="connsiteX16" fmla="*/ 1027911 w 2659024"/>
              <a:gd name="connsiteY16" fmla="*/ 2985203 h 3739830"/>
              <a:gd name="connsiteX17" fmla="*/ 1425126 w 2659024"/>
              <a:gd name="connsiteY17" fmla="*/ 3214772 h 3739830"/>
              <a:gd name="connsiteX18" fmla="*/ 2143961 w 2659024"/>
              <a:gd name="connsiteY18" fmla="*/ 3732766 h 3739830"/>
              <a:gd name="connsiteX19" fmla="*/ 2615374 w 2659024"/>
              <a:gd name="connsiteY19" fmla="*/ 2799428 h 3739830"/>
              <a:gd name="connsiteX20" fmla="*/ 2291801 w 2659024"/>
              <a:gd name="connsiteY20" fmla="*/ 2285896 h 37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659024" h="3739830">
                <a:moveTo>
                  <a:pt x="2291801" y="2285896"/>
                </a:moveTo>
                <a:cubicBezTo>
                  <a:pt x="2174087" y="2139173"/>
                  <a:pt x="2045494" y="1980176"/>
                  <a:pt x="2038521" y="1784080"/>
                </a:cubicBezTo>
                <a:cubicBezTo>
                  <a:pt x="2042147" y="1599421"/>
                  <a:pt x="2147308" y="1442377"/>
                  <a:pt x="2231828" y="1284775"/>
                </a:cubicBezTo>
                <a:cubicBezTo>
                  <a:pt x="2318858" y="1121873"/>
                  <a:pt x="2388873" y="951998"/>
                  <a:pt x="2388036" y="764270"/>
                </a:cubicBezTo>
                <a:cubicBezTo>
                  <a:pt x="2387199" y="590489"/>
                  <a:pt x="2333084" y="411967"/>
                  <a:pt x="2233502" y="269148"/>
                </a:cubicBezTo>
                <a:cubicBezTo>
                  <a:pt x="2188313" y="204434"/>
                  <a:pt x="2125551" y="114057"/>
                  <a:pt x="2050236" y="82536"/>
                </a:cubicBezTo>
                <a:cubicBezTo>
                  <a:pt x="2013695" y="67195"/>
                  <a:pt x="1984127" y="75284"/>
                  <a:pt x="1947585" y="80863"/>
                </a:cubicBezTo>
                <a:cubicBezTo>
                  <a:pt x="1944796" y="81421"/>
                  <a:pt x="1941728" y="81979"/>
                  <a:pt x="1938659" y="83094"/>
                </a:cubicBezTo>
                <a:cubicBezTo>
                  <a:pt x="1935312" y="77237"/>
                  <a:pt x="1914670" y="68032"/>
                  <a:pt x="1899328" y="63290"/>
                </a:cubicBezTo>
                <a:cubicBezTo>
                  <a:pt x="1547860" y="-47729"/>
                  <a:pt x="1157620" y="-8956"/>
                  <a:pt x="827352" y="150319"/>
                </a:cubicBezTo>
                <a:cubicBezTo>
                  <a:pt x="659149" y="231491"/>
                  <a:pt x="499873" y="350042"/>
                  <a:pt x="386622" y="500112"/>
                </a:cubicBezTo>
                <a:cubicBezTo>
                  <a:pt x="261656" y="665524"/>
                  <a:pt x="233204" y="853531"/>
                  <a:pt x="270582" y="1054648"/>
                </a:cubicBezTo>
                <a:cubicBezTo>
                  <a:pt x="306287" y="1245723"/>
                  <a:pt x="398338" y="1431777"/>
                  <a:pt x="337529" y="1627594"/>
                </a:cubicBezTo>
                <a:cubicBezTo>
                  <a:pt x="277277" y="1820343"/>
                  <a:pt x="134737" y="1977108"/>
                  <a:pt x="59981" y="2164557"/>
                </a:cubicBezTo>
                <a:cubicBezTo>
                  <a:pt x="-8639" y="2336943"/>
                  <a:pt x="-32907" y="2541407"/>
                  <a:pt x="66117" y="2707656"/>
                </a:cubicBezTo>
                <a:cubicBezTo>
                  <a:pt x="153426" y="2854379"/>
                  <a:pt x="313818" y="2936109"/>
                  <a:pt x="477558" y="2965677"/>
                </a:cubicBezTo>
                <a:cubicBezTo>
                  <a:pt x="660823" y="2998871"/>
                  <a:pt x="843530" y="2972929"/>
                  <a:pt x="1027911" y="2985203"/>
                </a:cubicBezTo>
                <a:cubicBezTo>
                  <a:pt x="1204203" y="2996918"/>
                  <a:pt x="1326101" y="3071396"/>
                  <a:pt x="1425126" y="3214772"/>
                </a:cubicBezTo>
                <a:cubicBezTo>
                  <a:pt x="1603928" y="3473908"/>
                  <a:pt x="1772967" y="3791344"/>
                  <a:pt x="2143961" y="3732766"/>
                </a:cubicBezTo>
                <a:cubicBezTo>
                  <a:pt x="2582180" y="3663868"/>
                  <a:pt x="2745919" y="3181299"/>
                  <a:pt x="2615374" y="2799428"/>
                </a:cubicBezTo>
                <a:cubicBezTo>
                  <a:pt x="2548428" y="2603332"/>
                  <a:pt x="2419835" y="2445451"/>
                  <a:pt x="2291801" y="2285896"/>
                </a:cubicBezTo>
                <a:close/>
              </a:path>
            </a:pathLst>
          </a:custGeom>
          <a:solidFill>
            <a:srgbClr val="7E8A72"/>
          </a:solidFill>
          <a:ln w="244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7CA7EB-8ACF-75BE-3668-5D331A747F12}"/>
              </a:ext>
            </a:extLst>
          </p:cNvPr>
          <p:cNvGrpSpPr/>
          <p:nvPr/>
        </p:nvGrpSpPr>
        <p:grpSpPr>
          <a:xfrm>
            <a:off x="9539785" y="5610004"/>
            <a:ext cx="2884102" cy="2495992"/>
            <a:chOff x="8899022" y="5317131"/>
            <a:chExt cx="3438309" cy="297562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52D97EF-FFB4-7E97-621A-3EF96724ECEB}"/>
                </a:ext>
              </a:extLst>
            </p:cNvPr>
            <p:cNvSpPr/>
            <p:nvPr/>
          </p:nvSpPr>
          <p:spPr>
            <a:xfrm rot="10800000">
              <a:off x="10618177" y="5317131"/>
              <a:ext cx="1573823" cy="1540869"/>
            </a:xfrm>
            <a:custGeom>
              <a:avLst/>
              <a:gdLst>
                <a:gd name="connsiteX0" fmla="*/ 0 w 7004667"/>
                <a:gd name="connsiteY0" fmla="*/ 0 h 6858002"/>
                <a:gd name="connsiteX1" fmla="*/ 7004667 w 7004667"/>
                <a:gd name="connsiteY1" fmla="*/ 0 h 6858002"/>
                <a:gd name="connsiteX2" fmla="*/ 6927890 w 7004667"/>
                <a:gd name="connsiteY2" fmla="*/ 13049 h 6858002"/>
                <a:gd name="connsiteX3" fmla="*/ 4016144 w 7004667"/>
                <a:gd name="connsiteY3" fmla="*/ 3524955 h 6858002"/>
                <a:gd name="connsiteX4" fmla="*/ 980784 w 7004667"/>
                <a:gd name="connsiteY4" fmla="*/ 6858002 h 6858002"/>
                <a:gd name="connsiteX5" fmla="*/ 0 w 7004667"/>
                <a:gd name="connsiteY5" fmla="*/ 6858002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4667" h="6858002">
                  <a:moveTo>
                    <a:pt x="0" y="0"/>
                  </a:moveTo>
                  <a:lnTo>
                    <a:pt x="7004667" y="0"/>
                  </a:lnTo>
                  <a:lnTo>
                    <a:pt x="6927890" y="13049"/>
                  </a:lnTo>
                  <a:cubicBezTo>
                    <a:pt x="5094667" y="437170"/>
                    <a:pt x="6918515" y="3313232"/>
                    <a:pt x="4016144" y="3524955"/>
                  </a:cubicBezTo>
                  <a:cubicBezTo>
                    <a:pt x="933197" y="3670782"/>
                    <a:pt x="3682935" y="6027461"/>
                    <a:pt x="980784" y="6858002"/>
                  </a:cubicBezTo>
                  <a:lnTo>
                    <a:pt x="0" y="6858002"/>
                  </a:lnTo>
                  <a:close/>
                </a:path>
              </a:pathLst>
            </a:custGeom>
            <a:solidFill>
              <a:srgbClr val="CDC0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2AB46ADB-D1E6-D7E0-C3E1-1AEA17EF9883}"/>
                </a:ext>
              </a:extLst>
            </p:cNvPr>
            <p:cNvSpPr/>
            <p:nvPr/>
          </p:nvSpPr>
          <p:spPr>
            <a:xfrm rot="19222550" flipH="1">
              <a:off x="8899022" y="5832618"/>
              <a:ext cx="3438309" cy="2460133"/>
            </a:xfrm>
            <a:custGeom>
              <a:avLst/>
              <a:gdLst>
                <a:gd name="connsiteX0" fmla="*/ 6749971 w 6815402"/>
                <a:gd name="connsiteY0" fmla="*/ 786590 h 4876466"/>
                <a:gd name="connsiteX1" fmla="*/ 6748018 w 6815402"/>
                <a:gd name="connsiteY1" fmla="*/ 782405 h 4876466"/>
                <a:gd name="connsiteX2" fmla="*/ 6746902 w 6815402"/>
                <a:gd name="connsiteY2" fmla="*/ 779058 h 4876466"/>
                <a:gd name="connsiteX3" fmla="*/ 5340753 w 6815402"/>
                <a:gd name="connsiteY3" fmla="*/ 22847 h 4876466"/>
                <a:gd name="connsiteX4" fmla="*/ 3376439 w 6815402"/>
                <a:gd name="connsiteY4" fmla="*/ 789100 h 4876466"/>
                <a:gd name="connsiteX5" fmla="*/ 2839474 w 6815402"/>
                <a:gd name="connsiteY5" fmla="*/ 604441 h 4876466"/>
                <a:gd name="connsiteX6" fmla="*/ 2428592 w 6815402"/>
                <a:gd name="connsiteY6" fmla="*/ 310994 h 4876466"/>
                <a:gd name="connsiteX7" fmla="*/ 1587301 w 6815402"/>
                <a:gd name="connsiteY7" fmla="*/ 209459 h 4876466"/>
                <a:gd name="connsiteX8" fmla="*/ 968327 w 6815402"/>
                <a:gd name="connsiteY8" fmla="*/ 927455 h 4876466"/>
                <a:gd name="connsiteX9" fmla="*/ 850613 w 6815402"/>
                <a:gd name="connsiteY9" fmla="*/ 1348657 h 4876466"/>
                <a:gd name="connsiteX10" fmla="*/ 865118 w 6815402"/>
                <a:gd name="connsiteY10" fmla="*/ 1927182 h 4876466"/>
                <a:gd name="connsiteX11" fmla="*/ 441126 w 6815402"/>
                <a:gd name="connsiteY11" fmla="*/ 2960103 h 4876466"/>
                <a:gd name="connsiteX12" fmla="*/ 9601 w 6815402"/>
                <a:gd name="connsiteY12" fmla="*/ 3785212 h 4876466"/>
                <a:gd name="connsiteX13" fmla="*/ 267902 w 6815402"/>
                <a:gd name="connsiteY13" fmla="*/ 4615063 h 4876466"/>
                <a:gd name="connsiteX14" fmla="*/ 993432 w 6815402"/>
                <a:gd name="connsiteY14" fmla="*/ 4866111 h 4876466"/>
                <a:gd name="connsiteX15" fmla="*/ 1735140 w 6815402"/>
                <a:gd name="connsiteY15" fmla="*/ 4339469 h 4876466"/>
                <a:gd name="connsiteX16" fmla="*/ 2458718 w 6815402"/>
                <a:gd name="connsiteY16" fmla="*/ 3563732 h 4876466"/>
                <a:gd name="connsiteX17" fmla="*/ 3529299 w 6815402"/>
                <a:gd name="connsiteY17" fmla="*/ 3364847 h 4876466"/>
                <a:gd name="connsiteX18" fmla="*/ 4506156 w 6815402"/>
                <a:gd name="connsiteY18" fmla="*/ 3185487 h 4876466"/>
                <a:gd name="connsiteX19" fmla="*/ 4941307 w 6815402"/>
                <a:gd name="connsiteY19" fmla="*/ 2434855 h 4876466"/>
                <a:gd name="connsiteX20" fmla="*/ 5349679 w 6815402"/>
                <a:gd name="connsiteY20" fmla="*/ 1522158 h 4876466"/>
                <a:gd name="connsiteX21" fmla="*/ 5795987 w 6815402"/>
                <a:gd name="connsiteY21" fmla="*/ 1314068 h 4876466"/>
                <a:gd name="connsiteX22" fmla="*/ 6122071 w 6815402"/>
                <a:gd name="connsiteY22" fmla="*/ 1349773 h 4876466"/>
                <a:gd name="connsiteX23" fmla="*/ 6307847 w 6815402"/>
                <a:gd name="connsiteY23" fmla="*/ 1476412 h 4876466"/>
                <a:gd name="connsiteX24" fmla="*/ 6805202 w 6815402"/>
                <a:gd name="connsiteY24" fmla="*/ 1200539 h 4876466"/>
                <a:gd name="connsiteX25" fmla="*/ 6749971 w 6815402"/>
                <a:gd name="connsiteY25" fmla="*/ 786590 h 487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815402" h="4876466">
                  <a:moveTo>
                    <a:pt x="6749971" y="786590"/>
                  </a:moveTo>
                  <a:cubicBezTo>
                    <a:pt x="6749413" y="785195"/>
                    <a:pt x="6748576" y="783800"/>
                    <a:pt x="6748018" y="782405"/>
                  </a:cubicBezTo>
                  <a:cubicBezTo>
                    <a:pt x="6747739" y="781290"/>
                    <a:pt x="6747460" y="780174"/>
                    <a:pt x="6746902" y="779058"/>
                  </a:cubicBezTo>
                  <a:cubicBezTo>
                    <a:pt x="6515101" y="236796"/>
                    <a:pt x="5922348" y="-92076"/>
                    <a:pt x="5340753" y="22847"/>
                  </a:cubicBezTo>
                  <a:cubicBezTo>
                    <a:pt x="4643675" y="160645"/>
                    <a:pt x="4114521" y="803047"/>
                    <a:pt x="3376439" y="789100"/>
                  </a:cubicBezTo>
                  <a:cubicBezTo>
                    <a:pt x="3178111" y="785474"/>
                    <a:pt x="3001261" y="716854"/>
                    <a:pt x="2839474" y="604441"/>
                  </a:cubicBezTo>
                  <a:cubicBezTo>
                    <a:pt x="2701119" y="508206"/>
                    <a:pt x="2575316" y="395234"/>
                    <a:pt x="2428592" y="310994"/>
                  </a:cubicBezTo>
                  <a:cubicBezTo>
                    <a:pt x="2178380" y="167339"/>
                    <a:pt x="1861501" y="80030"/>
                    <a:pt x="1587301" y="209459"/>
                  </a:cubicBezTo>
                  <a:cubicBezTo>
                    <a:pt x="1311984" y="339446"/>
                    <a:pt x="1093572" y="659671"/>
                    <a:pt x="968327" y="927455"/>
                  </a:cubicBezTo>
                  <a:cubicBezTo>
                    <a:pt x="906123" y="1060510"/>
                    <a:pt x="863166" y="1201934"/>
                    <a:pt x="850613" y="1348657"/>
                  </a:cubicBezTo>
                  <a:cubicBezTo>
                    <a:pt x="834156" y="1541405"/>
                    <a:pt x="872092" y="1734154"/>
                    <a:pt x="865118" y="1927182"/>
                  </a:cubicBezTo>
                  <a:cubicBezTo>
                    <a:pt x="850892" y="2320210"/>
                    <a:pt x="686037" y="2659961"/>
                    <a:pt x="441126" y="2960103"/>
                  </a:cubicBezTo>
                  <a:cubicBezTo>
                    <a:pt x="237776" y="3209476"/>
                    <a:pt x="52558" y="3456619"/>
                    <a:pt x="9601" y="3785212"/>
                  </a:cubicBezTo>
                  <a:cubicBezTo>
                    <a:pt x="-29730" y="4085632"/>
                    <a:pt x="50885" y="4397210"/>
                    <a:pt x="267902" y="4615063"/>
                  </a:cubicBezTo>
                  <a:cubicBezTo>
                    <a:pt x="455631" y="4803628"/>
                    <a:pt x="727321" y="4911578"/>
                    <a:pt x="993432" y="4866111"/>
                  </a:cubicBezTo>
                  <a:cubicBezTo>
                    <a:pt x="1305011" y="4813111"/>
                    <a:pt x="1546854" y="4578243"/>
                    <a:pt x="1735140" y="4339469"/>
                  </a:cubicBezTo>
                  <a:cubicBezTo>
                    <a:pt x="1956342" y="4058853"/>
                    <a:pt x="2145744" y="3753133"/>
                    <a:pt x="2458718" y="3563732"/>
                  </a:cubicBezTo>
                  <a:cubicBezTo>
                    <a:pt x="2792333" y="3361778"/>
                    <a:pt x="3149380" y="3339463"/>
                    <a:pt x="3529299" y="3364847"/>
                  </a:cubicBezTo>
                  <a:cubicBezTo>
                    <a:pt x="3871562" y="3387720"/>
                    <a:pt x="4215219" y="3393578"/>
                    <a:pt x="4506156" y="3185487"/>
                  </a:cubicBezTo>
                  <a:cubicBezTo>
                    <a:pt x="4761389" y="3003059"/>
                    <a:pt x="4883566" y="2736112"/>
                    <a:pt x="4941307" y="2434855"/>
                  </a:cubicBezTo>
                  <a:cubicBezTo>
                    <a:pt x="5007695" y="2088689"/>
                    <a:pt x="5061531" y="1758980"/>
                    <a:pt x="5349679" y="1522158"/>
                  </a:cubicBezTo>
                  <a:cubicBezTo>
                    <a:pt x="5477156" y="1417277"/>
                    <a:pt x="5633085" y="1342241"/>
                    <a:pt x="5795987" y="1314068"/>
                  </a:cubicBezTo>
                  <a:cubicBezTo>
                    <a:pt x="5903380" y="1295379"/>
                    <a:pt x="6022488" y="1302910"/>
                    <a:pt x="6122071" y="1349773"/>
                  </a:cubicBezTo>
                  <a:cubicBezTo>
                    <a:pt x="6191528" y="1382409"/>
                    <a:pt x="6240900" y="1441823"/>
                    <a:pt x="6307847" y="1476412"/>
                  </a:cubicBezTo>
                  <a:cubicBezTo>
                    <a:pt x="6526538" y="1589104"/>
                    <a:pt x="6762244" y="1420624"/>
                    <a:pt x="6805202" y="1200539"/>
                  </a:cubicBezTo>
                  <a:cubicBezTo>
                    <a:pt x="6832817" y="1060789"/>
                    <a:pt x="6801017" y="916855"/>
                    <a:pt x="6749971" y="786590"/>
                  </a:cubicBezTo>
                  <a:close/>
                </a:path>
              </a:pathLst>
            </a:custGeom>
            <a:solidFill>
              <a:srgbClr val="DA9AA5"/>
            </a:solidFill>
            <a:ln w="244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8" name="文本框 20">
            <a:extLst>
              <a:ext uri="{FF2B5EF4-FFF2-40B4-BE49-F238E27FC236}">
                <a16:creationId xmlns:a16="http://schemas.microsoft.com/office/drawing/2014/main" id="{8F5CBAC2-D21F-C779-31FA-D9E0BD246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647" y="388099"/>
            <a:ext cx="27673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未来工作规划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370E5E5-543A-0AC6-E6AA-DFC6BDF9309B}"/>
              </a:ext>
            </a:extLst>
          </p:cNvPr>
          <p:cNvGrpSpPr/>
          <p:nvPr/>
        </p:nvGrpSpPr>
        <p:grpSpPr>
          <a:xfrm>
            <a:off x="3233247" y="1002243"/>
            <a:ext cx="5647038" cy="3868774"/>
            <a:chOff x="3233247" y="1002243"/>
            <a:chExt cx="5647038" cy="3868774"/>
          </a:xfrm>
        </p:grpSpPr>
        <p:grpSp>
          <p:nvGrpSpPr>
            <p:cNvPr id="4" name="Group 33">
              <a:extLst>
                <a:ext uri="{FF2B5EF4-FFF2-40B4-BE49-F238E27FC236}">
                  <a16:creationId xmlns:a16="http://schemas.microsoft.com/office/drawing/2014/main" id="{A3FD81AD-B53F-1E74-401F-26771110B654}"/>
                </a:ext>
              </a:extLst>
            </p:cNvPr>
            <p:cNvGrpSpPr/>
            <p:nvPr/>
          </p:nvGrpSpPr>
          <p:grpSpPr>
            <a:xfrm>
              <a:off x="4769637" y="1002243"/>
              <a:ext cx="2649801" cy="3002533"/>
              <a:chOff x="4769636" y="1648497"/>
              <a:chExt cx="2649801" cy="3002533"/>
            </a:xfrm>
          </p:grpSpPr>
          <p:sp>
            <p:nvSpPr>
              <p:cNvPr id="21" name="Freeform: Shape 4">
                <a:extLst>
                  <a:ext uri="{FF2B5EF4-FFF2-40B4-BE49-F238E27FC236}">
                    <a16:creationId xmlns:a16="http://schemas.microsoft.com/office/drawing/2014/main" id="{E4C6557A-18EA-2E46-9529-3594D24A4328}"/>
                  </a:ext>
                </a:extLst>
              </p:cNvPr>
              <p:cNvSpPr/>
              <p:nvPr/>
            </p:nvSpPr>
            <p:spPr>
              <a:xfrm rot="18900000">
                <a:off x="4769636" y="1648497"/>
                <a:ext cx="2649801" cy="26499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11929" y="0"/>
                      <a:pt x="21600" y="9633"/>
                      <a:pt x="21600" y="21517"/>
                    </a:cubicBezTo>
                    <a:cubicBezTo>
                      <a:pt x="21600" y="21544"/>
                      <a:pt x="21599" y="21572"/>
                      <a:pt x="21599" y="21600"/>
                    </a:cubicBezTo>
                    <a:lnTo>
                      <a:pt x="1" y="21517"/>
                    </a:lnTo>
                    <a:close/>
                  </a:path>
                </a:pathLst>
              </a:custGeom>
              <a:solidFill>
                <a:srgbClr val="7E8A72"/>
              </a:solidFill>
              <a:ln w="57150">
                <a:solidFill>
                  <a:sysClr val="window" lastClr="FFFFFF"/>
                </a:solidFill>
                <a:miter lim="400000"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" name="Freeform: Shape 5">
                <a:extLst>
                  <a:ext uri="{FF2B5EF4-FFF2-40B4-BE49-F238E27FC236}">
                    <a16:creationId xmlns:a16="http://schemas.microsoft.com/office/drawing/2014/main" id="{AC7DAE28-B29C-E1F1-E747-3B4C2ED92FBB}"/>
                  </a:ext>
                </a:extLst>
              </p:cNvPr>
              <p:cNvSpPr/>
              <p:nvPr/>
            </p:nvSpPr>
            <p:spPr>
              <a:xfrm rot="18900000">
                <a:off x="5145020" y="2554899"/>
                <a:ext cx="1898845" cy="18991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11929" y="0"/>
                      <a:pt x="21600" y="9633"/>
                      <a:pt x="21600" y="21517"/>
                    </a:cubicBezTo>
                    <a:cubicBezTo>
                      <a:pt x="21600" y="21544"/>
                      <a:pt x="21599" y="21572"/>
                      <a:pt x="21599" y="21600"/>
                    </a:cubicBezTo>
                    <a:lnTo>
                      <a:pt x="1" y="21517"/>
                    </a:lnTo>
                    <a:close/>
                  </a:path>
                </a:pathLst>
              </a:custGeom>
              <a:solidFill>
                <a:srgbClr val="DA9AA5"/>
              </a:solidFill>
              <a:ln w="57150">
                <a:solidFill>
                  <a:sysClr val="window" lastClr="FFFFFF"/>
                </a:solidFill>
                <a:miter lim="400000"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" name="Freeform: Shape 6">
                <a:extLst>
                  <a:ext uri="{FF2B5EF4-FFF2-40B4-BE49-F238E27FC236}">
                    <a16:creationId xmlns:a16="http://schemas.microsoft.com/office/drawing/2014/main" id="{51D28892-4388-AAF5-EB34-1590A352F70E}"/>
                  </a:ext>
                </a:extLst>
              </p:cNvPr>
              <p:cNvSpPr/>
              <p:nvPr/>
            </p:nvSpPr>
            <p:spPr>
              <a:xfrm rot="18900000">
                <a:off x="5620422" y="3702768"/>
                <a:ext cx="948104" cy="9482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11929" y="0"/>
                      <a:pt x="21600" y="9633"/>
                      <a:pt x="21600" y="21517"/>
                    </a:cubicBezTo>
                    <a:cubicBezTo>
                      <a:pt x="21600" y="21544"/>
                      <a:pt x="21599" y="21572"/>
                      <a:pt x="21599" y="21600"/>
                    </a:cubicBezTo>
                    <a:lnTo>
                      <a:pt x="1" y="21517"/>
                    </a:lnTo>
                    <a:close/>
                  </a:path>
                </a:pathLst>
              </a:custGeom>
              <a:solidFill>
                <a:srgbClr val="7E8A72"/>
              </a:solidFill>
              <a:ln w="57150">
                <a:solidFill>
                  <a:sysClr val="window" lastClr="FFFFFF"/>
                </a:solidFill>
                <a:miter lim="400000"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6C3511BC-518C-AE2A-3686-320035376A32}"/>
                  </a:ext>
                </a:extLst>
              </p:cNvPr>
              <p:cNvSpPr txBox="1"/>
              <p:nvPr/>
            </p:nvSpPr>
            <p:spPr>
              <a:xfrm>
                <a:off x="5332536" y="2454052"/>
                <a:ext cx="1524000" cy="292100"/>
              </a:xfrm>
              <a:prstGeom prst="rect">
                <a:avLst/>
              </a:prstGeom>
            </p:spPr>
            <p:txBody>
              <a:bodyPr wrap="none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标题文本</a:t>
                </a:r>
              </a:p>
            </p:txBody>
          </p:sp>
          <p:sp>
            <p:nvSpPr>
              <p:cNvPr id="25" name="TextBox 25">
                <a:extLst>
                  <a:ext uri="{FF2B5EF4-FFF2-40B4-BE49-F238E27FC236}">
                    <a16:creationId xmlns:a16="http://schemas.microsoft.com/office/drawing/2014/main" id="{BA33CB6D-E2DA-AAE0-8EA8-58514BFB9B64}"/>
                  </a:ext>
                </a:extLst>
              </p:cNvPr>
              <p:cNvSpPr txBox="1"/>
              <p:nvPr/>
            </p:nvSpPr>
            <p:spPr>
              <a:xfrm>
                <a:off x="5332536" y="3358430"/>
                <a:ext cx="1524000" cy="292100"/>
              </a:xfrm>
              <a:prstGeom prst="rect">
                <a:avLst/>
              </a:prstGeom>
            </p:spPr>
            <p:txBody>
              <a:bodyPr wrap="none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标题文本</a:t>
                </a:r>
              </a:p>
            </p:txBody>
          </p:sp>
          <p:sp>
            <p:nvSpPr>
              <p:cNvPr id="26" name="TextBox 26">
                <a:extLst>
                  <a:ext uri="{FF2B5EF4-FFF2-40B4-BE49-F238E27FC236}">
                    <a16:creationId xmlns:a16="http://schemas.microsoft.com/office/drawing/2014/main" id="{0CA0A71A-D7D3-A6AC-08D1-FC31601676CD}"/>
                  </a:ext>
                </a:extLst>
              </p:cNvPr>
              <p:cNvSpPr txBox="1"/>
              <p:nvPr/>
            </p:nvSpPr>
            <p:spPr>
              <a:xfrm>
                <a:off x="5332536" y="4176899"/>
                <a:ext cx="1524000" cy="292100"/>
              </a:xfrm>
              <a:prstGeom prst="rect">
                <a:avLst/>
              </a:prstGeom>
            </p:spPr>
            <p:txBody>
              <a:bodyPr wrap="none" anchor="ctr">
                <a:normAutofit fontScale="92500" lnSpcReduction="20000"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标题</a:t>
                </a:r>
              </a:p>
            </p:txBody>
          </p:sp>
        </p:grpSp>
        <p:sp>
          <p:nvSpPr>
            <p:cNvPr id="9" name="Freeform: Shape 9">
              <a:extLst>
                <a:ext uri="{FF2B5EF4-FFF2-40B4-BE49-F238E27FC236}">
                  <a16:creationId xmlns:a16="http://schemas.microsoft.com/office/drawing/2014/main" id="{4E22F1BC-E933-2449-22EB-922F911AB262}"/>
                </a:ext>
              </a:extLst>
            </p:cNvPr>
            <p:cNvSpPr/>
            <p:nvPr/>
          </p:nvSpPr>
          <p:spPr>
            <a:xfrm>
              <a:off x="3233247" y="2324478"/>
              <a:ext cx="575165" cy="5753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7E8A72"/>
            </a:solidFill>
            <a:ln w="38100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135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Freeform: Shape 27">
              <a:extLst>
                <a:ext uri="{FF2B5EF4-FFF2-40B4-BE49-F238E27FC236}">
                  <a16:creationId xmlns:a16="http://schemas.microsoft.com/office/drawing/2014/main" id="{EF69B45E-61A2-389D-3241-F159087C1186}"/>
                </a:ext>
              </a:extLst>
            </p:cNvPr>
            <p:cNvSpPr/>
            <p:nvPr/>
          </p:nvSpPr>
          <p:spPr>
            <a:xfrm>
              <a:off x="3413299" y="2491127"/>
              <a:ext cx="215064" cy="2420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59" extrusionOk="0">
                  <a:moveTo>
                    <a:pt x="4049" y="7519"/>
                  </a:moveTo>
                  <a:cubicBezTo>
                    <a:pt x="3162" y="7519"/>
                    <a:pt x="0" y="7985"/>
                    <a:pt x="0" y="11154"/>
                  </a:cubicBezTo>
                  <a:lnTo>
                    <a:pt x="0" y="16799"/>
                  </a:lnTo>
                  <a:cubicBezTo>
                    <a:pt x="0" y="19968"/>
                    <a:pt x="3162" y="20318"/>
                    <a:pt x="4049" y="20318"/>
                  </a:cubicBezTo>
                  <a:cubicBezTo>
                    <a:pt x="4937" y="20318"/>
                    <a:pt x="2699" y="19651"/>
                    <a:pt x="2699" y="17687"/>
                  </a:cubicBezTo>
                  <a:lnTo>
                    <a:pt x="2699" y="10267"/>
                  </a:lnTo>
                  <a:cubicBezTo>
                    <a:pt x="2699" y="8207"/>
                    <a:pt x="4937" y="7519"/>
                    <a:pt x="4049" y="7519"/>
                  </a:cubicBezTo>
                  <a:close/>
                  <a:moveTo>
                    <a:pt x="15725" y="7408"/>
                  </a:moveTo>
                  <a:cubicBezTo>
                    <a:pt x="15548" y="6995"/>
                    <a:pt x="20503" y="3177"/>
                    <a:pt x="17612" y="83"/>
                  </a:cubicBezTo>
                  <a:cubicBezTo>
                    <a:pt x="16934" y="-641"/>
                    <a:pt x="14641" y="3547"/>
                    <a:pt x="11381" y="5443"/>
                  </a:cubicBezTo>
                  <a:cubicBezTo>
                    <a:pt x="9583" y="6489"/>
                    <a:pt x="5399" y="8716"/>
                    <a:pt x="5399" y="9946"/>
                  </a:cubicBezTo>
                  <a:lnTo>
                    <a:pt x="5399" y="17911"/>
                  </a:lnTo>
                  <a:cubicBezTo>
                    <a:pt x="5399" y="19392"/>
                    <a:pt x="12033" y="20959"/>
                    <a:pt x="17076" y="20959"/>
                  </a:cubicBezTo>
                  <a:cubicBezTo>
                    <a:pt x="18923" y="20959"/>
                    <a:pt x="21600" y="10974"/>
                    <a:pt x="21600" y="9387"/>
                  </a:cubicBezTo>
                  <a:cubicBezTo>
                    <a:pt x="21600" y="7795"/>
                    <a:pt x="15902" y="7823"/>
                    <a:pt x="15725" y="7408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135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Freeform: Shape 11">
              <a:extLst>
                <a:ext uri="{FF2B5EF4-FFF2-40B4-BE49-F238E27FC236}">
                  <a16:creationId xmlns:a16="http://schemas.microsoft.com/office/drawing/2014/main" id="{8A4001F5-3FA5-1B28-9FC2-CC156D88A917}"/>
                </a:ext>
              </a:extLst>
            </p:cNvPr>
            <p:cNvSpPr/>
            <p:nvPr/>
          </p:nvSpPr>
          <p:spPr>
            <a:xfrm>
              <a:off x="4191947" y="3337873"/>
              <a:ext cx="576072" cy="5760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DA9AA5"/>
            </a:solidFill>
            <a:ln w="38100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135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85D5A34D-BCD1-45CB-D58A-D9D9D80EFF13}"/>
                </a:ext>
              </a:extLst>
            </p:cNvPr>
            <p:cNvSpPr/>
            <p:nvPr/>
          </p:nvSpPr>
          <p:spPr>
            <a:xfrm>
              <a:off x="4380228" y="3513650"/>
              <a:ext cx="199511" cy="2245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59" extrusionOk="0">
                  <a:moveTo>
                    <a:pt x="4049" y="7519"/>
                  </a:moveTo>
                  <a:cubicBezTo>
                    <a:pt x="3162" y="7519"/>
                    <a:pt x="0" y="7985"/>
                    <a:pt x="0" y="11154"/>
                  </a:cubicBezTo>
                  <a:lnTo>
                    <a:pt x="0" y="16799"/>
                  </a:lnTo>
                  <a:cubicBezTo>
                    <a:pt x="0" y="19968"/>
                    <a:pt x="3162" y="20318"/>
                    <a:pt x="4049" y="20318"/>
                  </a:cubicBezTo>
                  <a:cubicBezTo>
                    <a:pt x="4937" y="20318"/>
                    <a:pt x="2699" y="19651"/>
                    <a:pt x="2699" y="17687"/>
                  </a:cubicBezTo>
                  <a:lnTo>
                    <a:pt x="2699" y="10267"/>
                  </a:lnTo>
                  <a:cubicBezTo>
                    <a:pt x="2699" y="8207"/>
                    <a:pt x="4937" y="7519"/>
                    <a:pt x="4049" y="7519"/>
                  </a:cubicBezTo>
                  <a:close/>
                  <a:moveTo>
                    <a:pt x="15725" y="7408"/>
                  </a:moveTo>
                  <a:cubicBezTo>
                    <a:pt x="15548" y="6995"/>
                    <a:pt x="20503" y="3177"/>
                    <a:pt x="17612" y="83"/>
                  </a:cubicBezTo>
                  <a:cubicBezTo>
                    <a:pt x="16934" y="-641"/>
                    <a:pt x="14641" y="3547"/>
                    <a:pt x="11381" y="5443"/>
                  </a:cubicBezTo>
                  <a:cubicBezTo>
                    <a:pt x="9583" y="6489"/>
                    <a:pt x="5399" y="8716"/>
                    <a:pt x="5399" y="9946"/>
                  </a:cubicBezTo>
                  <a:lnTo>
                    <a:pt x="5399" y="17911"/>
                  </a:lnTo>
                  <a:cubicBezTo>
                    <a:pt x="5399" y="19392"/>
                    <a:pt x="12033" y="20959"/>
                    <a:pt x="17076" y="20959"/>
                  </a:cubicBezTo>
                  <a:cubicBezTo>
                    <a:pt x="18923" y="20959"/>
                    <a:pt x="21600" y="10974"/>
                    <a:pt x="21600" y="9387"/>
                  </a:cubicBezTo>
                  <a:cubicBezTo>
                    <a:pt x="21600" y="7795"/>
                    <a:pt x="15902" y="7823"/>
                    <a:pt x="15725" y="7408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135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Freeform: Shape 10">
              <a:extLst>
                <a:ext uri="{FF2B5EF4-FFF2-40B4-BE49-F238E27FC236}">
                  <a16:creationId xmlns:a16="http://schemas.microsoft.com/office/drawing/2014/main" id="{385993EC-5070-B463-CF9A-8D4767F0A8B1}"/>
                </a:ext>
              </a:extLst>
            </p:cNvPr>
            <p:cNvSpPr/>
            <p:nvPr/>
          </p:nvSpPr>
          <p:spPr>
            <a:xfrm>
              <a:off x="5102622" y="4294944"/>
              <a:ext cx="576072" cy="5760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7E8A72"/>
            </a:solidFill>
            <a:ln w="38100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135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Freeform: Shape 29">
              <a:extLst>
                <a:ext uri="{FF2B5EF4-FFF2-40B4-BE49-F238E27FC236}">
                  <a16:creationId xmlns:a16="http://schemas.microsoft.com/office/drawing/2014/main" id="{2F5F52AF-2AAC-01DF-6AC0-04C472512B14}"/>
                </a:ext>
              </a:extLst>
            </p:cNvPr>
            <p:cNvSpPr/>
            <p:nvPr/>
          </p:nvSpPr>
          <p:spPr>
            <a:xfrm>
              <a:off x="5292643" y="4472681"/>
              <a:ext cx="196028" cy="2205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59" extrusionOk="0">
                  <a:moveTo>
                    <a:pt x="4049" y="7519"/>
                  </a:moveTo>
                  <a:cubicBezTo>
                    <a:pt x="3162" y="7519"/>
                    <a:pt x="0" y="7985"/>
                    <a:pt x="0" y="11154"/>
                  </a:cubicBezTo>
                  <a:lnTo>
                    <a:pt x="0" y="16799"/>
                  </a:lnTo>
                  <a:cubicBezTo>
                    <a:pt x="0" y="19968"/>
                    <a:pt x="3162" y="20318"/>
                    <a:pt x="4049" y="20318"/>
                  </a:cubicBezTo>
                  <a:cubicBezTo>
                    <a:pt x="4937" y="20318"/>
                    <a:pt x="2699" y="19651"/>
                    <a:pt x="2699" y="17687"/>
                  </a:cubicBezTo>
                  <a:lnTo>
                    <a:pt x="2699" y="10267"/>
                  </a:lnTo>
                  <a:cubicBezTo>
                    <a:pt x="2699" y="8207"/>
                    <a:pt x="4937" y="7519"/>
                    <a:pt x="4049" y="7519"/>
                  </a:cubicBezTo>
                  <a:close/>
                  <a:moveTo>
                    <a:pt x="15725" y="7408"/>
                  </a:moveTo>
                  <a:cubicBezTo>
                    <a:pt x="15548" y="6995"/>
                    <a:pt x="20503" y="3177"/>
                    <a:pt x="17612" y="83"/>
                  </a:cubicBezTo>
                  <a:cubicBezTo>
                    <a:pt x="16934" y="-641"/>
                    <a:pt x="14641" y="3547"/>
                    <a:pt x="11381" y="5443"/>
                  </a:cubicBezTo>
                  <a:cubicBezTo>
                    <a:pt x="9583" y="6489"/>
                    <a:pt x="5399" y="8716"/>
                    <a:pt x="5399" y="9946"/>
                  </a:cubicBezTo>
                  <a:lnTo>
                    <a:pt x="5399" y="17911"/>
                  </a:lnTo>
                  <a:cubicBezTo>
                    <a:pt x="5399" y="19392"/>
                    <a:pt x="12033" y="20959"/>
                    <a:pt x="17076" y="20959"/>
                  </a:cubicBezTo>
                  <a:cubicBezTo>
                    <a:pt x="18923" y="20959"/>
                    <a:pt x="21600" y="10974"/>
                    <a:pt x="21600" y="9387"/>
                  </a:cubicBezTo>
                  <a:cubicBezTo>
                    <a:pt x="21600" y="7795"/>
                    <a:pt x="15902" y="7823"/>
                    <a:pt x="15725" y="7408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135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6B76159C-0FFA-4FD9-991B-4840168C7EB4}"/>
                </a:ext>
              </a:extLst>
            </p:cNvPr>
            <p:cNvSpPr/>
            <p:nvPr/>
          </p:nvSpPr>
          <p:spPr>
            <a:xfrm>
              <a:off x="6475412" y="4294945"/>
              <a:ext cx="576072" cy="5760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7E8A72"/>
            </a:solidFill>
            <a:ln w="38100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135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Freeform: Shape 30">
              <a:extLst>
                <a:ext uri="{FF2B5EF4-FFF2-40B4-BE49-F238E27FC236}">
                  <a16:creationId xmlns:a16="http://schemas.microsoft.com/office/drawing/2014/main" id="{F7FBEAFE-5A7A-D5F0-CD84-F330670819F8}"/>
                </a:ext>
              </a:extLst>
            </p:cNvPr>
            <p:cNvSpPr/>
            <p:nvPr/>
          </p:nvSpPr>
          <p:spPr>
            <a:xfrm>
              <a:off x="6653915" y="4459720"/>
              <a:ext cx="219067" cy="2465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59" extrusionOk="0">
                  <a:moveTo>
                    <a:pt x="4049" y="7519"/>
                  </a:moveTo>
                  <a:cubicBezTo>
                    <a:pt x="3162" y="7519"/>
                    <a:pt x="0" y="7985"/>
                    <a:pt x="0" y="11154"/>
                  </a:cubicBezTo>
                  <a:lnTo>
                    <a:pt x="0" y="16799"/>
                  </a:lnTo>
                  <a:cubicBezTo>
                    <a:pt x="0" y="19968"/>
                    <a:pt x="3162" y="20318"/>
                    <a:pt x="4049" y="20318"/>
                  </a:cubicBezTo>
                  <a:cubicBezTo>
                    <a:pt x="4937" y="20318"/>
                    <a:pt x="2699" y="19651"/>
                    <a:pt x="2699" y="17687"/>
                  </a:cubicBezTo>
                  <a:lnTo>
                    <a:pt x="2699" y="10267"/>
                  </a:lnTo>
                  <a:cubicBezTo>
                    <a:pt x="2699" y="8207"/>
                    <a:pt x="4937" y="7519"/>
                    <a:pt x="4049" y="7519"/>
                  </a:cubicBezTo>
                  <a:close/>
                  <a:moveTo>
                    <a:pt x="15725" y="7408"/>
                  </a:moveTo>
                  <a:cubicBezTo>
                    <a:pt x="15548" y="6995"/>
                    <a:pt x="20503" y="3177"/>
                    <a:pt x="17612" y="83"/>
                  </a:cubicBezTo>
                  <a:cubicBezTo>
                    <a:pt x="16934" y="-641"/>
                    <a:pt x="14641" y="3547"/>
                    <a:pt x="11381" y="5443"/>
                  </a:cubicBezTo>
                  <a:cubicBezTo>
                    <a:pt x="9583" y="6489"/>
                    <a:pt x="5399" y="8716"/>
                    <a:pt x="5399" y="9946"/>
                  </a:cubicBezTo>
                  <a:lnTo>
                    <a:pt x="5399" y="17911"/>
                  </a:lnTo>
                  <a:cubicBezTo>
                    <a:pt x="5399" y="19392"/>
                    <a:pt x="12033" y="20959"/>
                    <a:pt x="17076" y="20959"/>
                  </a:cubicBezTo>
                  <a:cubicBezTo>
                    <a:pt x="18923" y="20959"/>
                    <a:pt x="21600" y="10974"/>
                    <a:pt x="21600" y="9387"/>
                  </a:cubicBezTo>
                  <a:cubicBezTo>
                    <a:pt x="21600" y="7795"/>
                    <a:pt x="15902" y="7823"/>
                    <a:pt x="15725" y="7408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135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Freeform: Shape 12">
              <a:extLst>
                <a:ext uri="{FF2B5EF4-FFF2-40B4-BE49-F238E27FC236}">
                  <a16:creationId xmlns:a16="http://schemas.microsoft.com/office/drawing/2014/main" id="{2F6C38FB-3B1A-7DD1-92E0-B3571010CC7A}"/>
                </a:ext>
              </a:extLst>
            </p:cNvPr>
            <p:cNvSpPr/>
            <p:nvPr/>
          </p:nvSpPr>
          <p:spPr>
            <a:xfrm>
              <a:off x="7390667" y="3337873"/>
              <a:ext cx="576072" cy="5760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DA9AA5"/>
            </a:solidFill>
            <a:ln w="38100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135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Freeform: Shape 31">
              <a:extLst>
                <a:ext uri="{FF2B5EF4-FFF2-40B4-BE49-F238E27FC236}">
                  <a16:creationId xmlns:a16="http://schemas.microsoft.com/office/drawing/2014/main" id="{167C834C-5823-7D66-9C05-DE5AF06D7987}"/>
                </a:ext>
              </a:extLst>
            </p:cNvPr>
            <p:cNvSpPr/>
            <p:nvPr/>
          </p:nvSpPr>
          <p:spPr>
            <a:xfrm>
              <a:off x="7569598" y="3503129"/>
              <a:ext cx="218212" cy="2455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59" extrusionOk="0">
                  <a:moveTo>
                    <a:pt x="4049" y="7519"/>
                  </a:moveTo>
                  <a:cubicBezTo>
                    <a:pt x="3162" y="7519"/>
                    <a:pt x="0" y="7985"/>
                    <a:pt x="0" y="11154"/>
                  </a:cubicBezTo>
                  <a:lnTo>
                    <a:pt x="0" y="16799"/>
                  </a:lnTo>
                  <a:cubicBezTo>
                    <a:pt x="0" y="19968"/>
                    <a:pt x="3162" y="20318"/>
                    <a:pt x="4049" y="20318"/>
                  </a:cubicBezTo>
                  <a:cubicBezTo>
                    <a:pt x="4937" y="20318"/>
                    <a:pt x="2699" y="19651"/>
                    <a:pt x="2699" y="17687"/>
                  </a:cubicBezTo>
                  <a:lnTo>
                    <a:pt x="2699" y="10267"/>
                  </a:lnTo>
                  <a:cubicBezTo>
                    <a:pt x="2699" y="8207"/>
                    <a:pt x="4937" y="7519"/>
                    <a:pt x="4049" y="7519"/>
                  </a:cubicBezTo>
                  <a:close/>
                  <a:moveTo>
                    <a:pt x="15725" y="7408"/>
                  </a:moveTo>
                  <a:cubicBezTo>
                    <a:pt x="15548" y="6995"/>
                    <a:pt x="20503" y="3177"/>
                    <a:pt x="17612" y="83"/>
                  </a:cubicBezTo>
                  <a:cubicBezTo>
                    <a:pt x="16934" y="-641"/>
                    <a:pt x="14641" y="3547"/>
                    <a:pt x="11381" y="5443"/>
                  </a:cubicBezTo>
                  <a:cubicBezTo>
                    <a:pt x="9583" y="6489"/>
                    <a:pt x="5399" y="8716"/>
                    <a:pt x="5399" y="9946"/>
                  </a:cubicBezTo>
                  <a:lnTo>
                    <a:pt x="5399" y="17911"/>
                  </a:lnTo>
                  <a:cubicBezTo>
                    <a:pt x="5399" y="19392"/>
                    <a:pt x="12033" y="20959"/>
                    <a:pt x="17076" y="20959"/>
                  </a:cubicBezTo>
                  <a:cubicBezTo>
                    <a:pt x="18923" y="20959"/>
                    <a:pt x="21600" y="10974"/>
                    <a:pt x="21600" y="9387"/>
                  </a:cubicBezTo>
                  <a:cubicBezTo>
                    <a:pt x="21600" y="7795"/>
                    <a:pt x="15902" y="7823"/>
                    <a:pt x="15725" y="7408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135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Freeform: Shape 13">
              <a:extLst>
                <a:ext uri="{FF2B5EF4-FFF2-40B4-BE49-F238E27FC236}">
                  <a16:creationId xmlns:a16="http://schemas.microsoft.com/office/drawing/2014/main" id="{C0F2AF39-A0C0-C2D2-FF39-42C74E48F11C}"/>
                </a:ext>
              </a:extLst>
            </p:cNvPr>
            <p:cNvSpPr/>
            <p:nvPr/>
          </p:nvSpPr>
          <p:spPr>
            <a:xfrm>
              <a:off x="8304213" y="2324101"/>
              <a:ext cx="576072" cy="5760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7E8A72"/>
            </a:solidFill>
            <a:ln w="38100">
              <a:noFill/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135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Freeform: Shape 32">
              <a:extLst>
                <a:ext uri="{FF2B5EF4-FFF2-40B4-BE49-F238E27FC236}">
                  <a16:creationId xmlns:a16="http://schemas.microsoft.com/office/drawing/2014/main" id="{2E23792C-7EB2-BFC2-7D32-C6FD5716DA69}"/>
                </a:ext>
              </a:extLst>
            </p:cNvPr>
            <p:cNvSpPr/>
            <p:nvPr/>
          </p:nvSpPr>
          <p:spPr>
            <a:xfrm>
              <a:off x="8482716" y="2488875"/>
              <a:ext cx="219067" cy="2465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59" extrusionOk="0">
                  <a:moveTo>
                    <a:pt x="4049" y="7519"/>
                  </a:moveTo>
                  <a:cubicBezTo>
                    <a:pt x="3162" y="7519"/>
                    <a:pt x="0" y="7985"/>
                    <a:pt x="0" y="11154"/>
                  </a:cubicBezTo>
                  <a:lnTo>
                    <a:pt x="0" y="16799"/>
                  </a:lnTo>
                  <a:cubicBezTo>
                    <a:pt x="0" y="19968"/>
                    <a:pt x="3162" y="20318"/>
                    <a:pt x="4049" y="20318"/>
                  </a:cubicBezTo>
                  <a:cubicBezTo>
                    <a:pt x="4937" y="20318"/>
                    <a:pt x="2699" y="19651"/>
                    <a:pt x="2699" y="17687"/>
                  </a:cubicBezTo>
                  <a:lnTo>
                    <a:pt x="2699" y="10267"/>
                  </a:lnTo>
                  <a:cubicBezTo>
                    <a:pt x="2699" y="8207"/>
                    <a:pt x="4937" y="7519"/>
                    <a:pt x="4049" y="7519"/>
                  </a:cubicBezTo>
                  <a:close/>
                  <a:moveTo>
                    <a:pt x="15725" y="7408"/>
                  </a:moveTo>
                  <a:cubicBezTo>
                    <a:pt x="15548" y="6995"/>
                    <a:pt x="20503" y="3177"/>
                    <a:pt x="17612" y="83"/>
                  </a:cubicBezTo>
                  <a:cubicBezTo>
                    <a:pt x="16934" y="-641"/>
                    <a:pt x="14641" y="3547"/>
                    <a:pt x="11381" y="5443"/>
                  </a:cubicBezTo>
                  <a:cubicBezTo>
                    <a:pt x="9583" y="6489"/>
                    <a:pt x="5399" y="8716"/>
                    <a:pt x="5399" y="9946"/>
                  </a:cubicBezTo>
                  <a:lnTo>
                    <a:pt x="5399" y="17911"/>
                  </a:lnTo>
                  <a:cubicBezTo>
                    <a:pt x="5399" y="19392"/>
                    <a:pt x="12033" y="20959"/>
                    <a:pt x="17076" y="20959"/>
                  </a:cubicBezTo>
                  <a:cubicBezTo>
                    <a:pt x="18923" y="20959"/>
                    <a:pt x="21600" y="10974"/>
                    <a:pt x="21600" y="9387"/>
                  </a:cubicBezTo>
                  <a:cubicBezTo>
                    <a:pt x="21600" y="7795"/>
                    <a:pt x="15902" y="7823"/>
                    <a:pt x="15725" y="7408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135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7" name="Rectangle 16">
            <a:extLst>
              <a:ext uri="{FF2B5EF4-FFF2-40B4-BE49-F238E27FC236}">
                <a16:creationId xmlns:a16="http://schemas.microsoft.com/office/drawing/2014/main" id="{57CC5572-F8D1-9CED-E4A1-3699F3AC0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8704" y="1802639"/>
            <a:ext cx="2812771" cy="1161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添加标题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请您单击此处输入文本内容加以解释说明。</a:t>
            </a:r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653654B8-6E61-089A-A094-E01946869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20" y="1902358"/>
            <a:ext cx="2641601" cy="1161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添加标题</a:t>
            </a:r>
            <a:endParaRPr lang="en-US" altLang="zh-CN" sz="2000" b="1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  <a:p>
            <a:pPr lvl="0" algn="r">
              <a:lnSpc>
                <a:spcPct val="150000"/>
              </a:lnSpc>
            </a:pPr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请您单击此处输入文本内容加以解释说明。</a:t>
            </a:r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51EACC7E-47D2-EEA6-71AA-3F7010E82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7697" y="3270513"/>
            <a:ext cx="2812771" cy="1161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添加标题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请您单击此处输入文本内容加以解释说明。</a:t>
            </a:r>
          </a:p>
        </p:txBody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94694883-8A33-F0BC-F21C-7FDB02C73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8715" y="3370232"/>
            <a:ext cx="2641601" cy="1161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添加标题</a:t>
            </a:r>
            <a:endParaRPr lang="en-US" altLang="zh-CN" sz="2000" b="1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  <a:p>
            <a:pPr lvl="0" algn="r">
              <a:lnSpc>
                <a:spcPct val="150000"/>
              </a:lnSpc>
            </a:pPr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请您单击此处输入文本内容加以解释说明。</a:t>
            </a:r>
          </a:p>
        </p:txBody>
      </p:sp>
      <p:sp>
        <p:nvSpPr>
          <p:cNvPr id="31" name="Rectangle 16">
            <a:extLst>
              <a:ext uri="{FF2B5EF4-FFF2-40B4-BE49-F238E27FC236}">
                <a16:creationId xmlns:a16="http://schemas.microsoft.com/office/drawing/2014/main" id="{068DE529-26D9-6065-D407-B0CDB2686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5863" y="4593558"/>
            <a:ext cx="3386887" cy="1161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添加标题</a:t>
            </a:r>
            <a:endParaRPr lang="en-US" altLang="zh-CN" sz="2000" b="1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请您单击此处输入文本内容加以解释说明，祝你使用愉快！</a:t>
            </a:r>
          </a:p>
        </p:txBody>
      </p:sp>
      <p:sp>
        <p:nvSpPr>
          <p:cNvPr id="32" name="Rectangle 16">
            <a:extLst>
              <a:ext uri="{FF2B5EF4-FFF2-40B4-BE49-F238E27FC236}">
                <a16:creationId xmlns:a16="http://schemas.microsoft.com/office/drawing/2014/main" id="{2BCBF41E-BB4B-A3EA-4257-B65C3482C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4693277"/>
            <a:ext cx="3329913" cy="1161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lvl="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添加标题</a:t>
            </a:r>
            <a:endParaRPr lang="en-US" altLang="zh-CN" sz="2000" b="1" dirty="0">
              <a:solidFill>
                <a:prstClr val="black">
                  <a:lumMod val="65000"/>
                  <a:lumOff val="35000"/>
                </a:prstClr>
              </a:solidFill>
              <a:cs typeface="+mn-ea"/>
              <a:sym typeface="+mn-lt"/>
            </a:endParaRPr>
          </a:p>
          <a:p>
            <a:pPr lvl="0" algn="r">
              <a:lnSpc>
                <a:spcPct val="150000"/>
              </a:lnSpc>
            </a:pPr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请您单击此处输入文本内容加以解释说明，祝你使用愉快！</a:t>
            </a:r>
          </a:p>
        </p:txBody>
      </p:sp>
    </p:spTree>
    <p:extLst>
      <p:ext uri="{BB962C8B-B14F-4D97-AF65-F5344CB8AC3E}">
        <p14:creationId xmlns:p14="http://schemas.microsoft.com/office/powerpoint/2010/main" val="229441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14:window dir="vert"/>
      </p:transition>
    </mc:Choice>
    <mc:Fallback xmlns="">
      <p:transition spd="slow" advTm="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de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" presetClass="entr" presetSubtype="2" fill="hold" grpId="0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2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3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8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6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7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19" presetID="2" presetClass="entr" presetSubtype="2" fill="hold" grpId="0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1" dur="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2" dur="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8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5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6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28" presetID="2" presetClass="entr" presetSubtype="2" fill="hold" grpId="0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0" dur="7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1" dur="7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8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4" dur="7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5" dur="7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  <p:bldP spid="28" grpId="0"/>
          <p:bldP spid="29" grpId="0"/>
          <p:bldP spid="30" grpId="0"/>
          <p:bldP spid="31" grpId="0"/>
          <p:bldP spid="3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de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19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28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7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7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  <p:bldP spid="28" grpId="0"/>
          <p:bldP spid="29" grpId="0"/>
          <p:bldP spid="30" grpId="0"/>
          <p:bldP spid="31" grpId="0"/>
          <p:bldP spid="32" grpId="0"/>
        </p:bldLst>
      </p:timing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9F24ACDB-E4C3-F8CF-EFD6-8AACA7589203}"/>
              </a:ext>
            </a:extLst>
          </p:cNvPr>
          <p:cNvSpPr/>
          <p:nvPr/>
        </p:nvSpPr>
        <p:spPr>
          <a:xfrm rot="13309666" flipH="1">
            <a:off x="-543961" y="-452225"/>
            <a:ext cx="1261549" cy="1560327"/>
          </a:xfrm>
          <a:custGeom>
            <a:avLst/>
            <a:gdLst>
              <a:gd name="connsiteX0" fmla="*/ 2291801 w 2659024"/>
              <a:gd name="connsiteY0" fmla="*/ 2285896 h 3739830"/>
              <a:gd name="connsiteX1" fmla="*/ 2038521 w 2659024"/>
              <a:gd name="connsiteY1" fmla="*/ 1784080 h 3739830"/>
              <a:gd name="connsiteX2" fmla="*/ 2231828 w 2659024"/>
              <a:gd name="connsiteY2" fmla="*/ 1284775 h 3739830"/>
              <a:gd name="connsiteX3" fmla="*/ 2388036 w 2659024"/>
              <a:gd name="connsiteY3" fmla="*/ 764270 h 3739830"/>
              <a:gd name="connsiteX4" fmla="*/ 2233502 w 2659024"/>
              <a:gd name="connsiteY4" fmla="*/ 269148 h 3739830"/>
              <a:gd name="connsiteX5" fmla="*/ 2050236 w 2659024"/>
              <a:gd name="connsiteY5" fmla="*/ 82536 h 3739830"/>
              <a:gd name="connsiteX6" fmla="*/ 1947585 w 2659024"/>
              <a:gd name="connsiteY6" fmla="*/ 80863 h 3739830"/>
              <a:gd name="connsiteX7" fmla="*/ 1938659 w 2659024"/>
              <a:gd name="connsiteY7" fmla="*/ 83094 h 3739830"/>
              <a:gd name="connsiteX8" fmla="*/ 1899328 w 2659024"/>
              <a:gd name="connsiteY8" fmla="*/ 63290 h 3739830"/>
              <a:gd name="connsiteX9" fmla="*/ 827352 w 2659024"/>
              <a:gd name="connsiteY9" fmla="*/ 150319 h 3739830"/>
              <a:gd name="connsiteX10" fmla="*/ 386622 w 2659024"/>
              <a:gd name="connsiteY10" fmla="*/ 500112 h 3739830"/>
              <a:gd name="connsiteX11" fmla="*/ 270582 w 2659024"/>
              <a:gd name="connsiteY11" fmla="*/ 1054648 h 3739830"/>
              <a:gd name="connsiteX12" fmla="*/ 337529 w 2659024"/>
              <a:gd name="connsiteY12" fmla="*/ 1627594 h 3739830"/>
              <a:gd name="connsiteX13" fmla="*/ 59981 w 2659024"/>
              <a:gd name="connsiteY13" fmla="*/ 2164557 h 3739830"/>
              <a:gd name="connsiteX14" fmla="*/ 66117 w 2659024"/>
              <a:gd name="connsiteY14" fmla="*/ 2707656 h 3739830"/>
              <a:gd name="connsiteX15" fmla="*/ 477558 w 2659024"/>
              <a:gd name="connsiteY15" fmla="*/ 2965677 h 3739830"/>
              <a:gd name="connsiteX16" fmla="*/ 1027911 w 2659024"/>
              <a:gd name="connsiteY16" fmla="*/ 2985203 h 3739830"/>
              <a:gd name="connsiteX17" fmla="*/ 1425126 w 2659024"/>
              <a:gd name="connsiteY17" fmla="*/ 3214772 h 3739830"/>
              <a:gd name="connsiteX18" fmla="*/ 2143961 w 2659024"/>
              <a:gd name="connsiteY18" fmla="*/ 3732766 h 3739830"/>
              <a:gd name="connsiteX19" fmla="*/ 2615374 w 2659024"/>
              <a:gd name="connsiteY19" fmla="*/ 2799428 h 3739830"/>
              <a:gd name="connsiteX20" fmla="*/ 2291801 w 2659024"/>
              <a:gd name="connsiteY20" fmla="*/ 2285896 h 373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659024" h="3739830">
                <a:moveTo>
                  <a:pt x="2291801" y="2285896"/>
                </a:moveTo>
                <a:cubicBezTo>
                  <a:pt x="2174087" y="2139173"/>
                  <a:pt x="2045494" y="1980176"/>
                  <a:pt x="2038521" y="1784080"/>
                </a:cubicBezTo>
                <a:cubicBezTo>
                  <a:pt x="2042147" y="1599421"/>
                  <a:pt x="2147308" y="1442377"/>
                  <a:pt x="2231828" y="1284775"/>
                </a:cubicBezTo>
                <a:cubicBezTo>
                  <a:pt x="2318858" y="1121873"/>
                  <a:pt x="2388873" y="951998"/>
                  <a:pt x="2388036" y="764270"/>
                </a:cubicBezTo>
                <a:cubicBezTo>
                  <a:pt x="2387199" y="590489"/>
                  <a:pt x="2333084" y="411967"/>
                  <a:pt x="2233502" y="269148"/>
                </a:cubicBezTo>
                <a:cubicBezTo>
                  <a:pt x="2188313" y="204434"/>
                  <a:pt x="2125551" y="114057"/>
                  <a:pt x="2050236" y="82536"/>
                </a:cubicBezTo>
                <a:cubicBezTo>
                  <a:pt x="2013695" y="67195"/>
                  <a:pt x="1984127" y="75284"/>
                  <a:pt x="1947585" y="80863"/>
                </a:cubicBezTo>
                <a:cubicBezTo>
                  <a:pt x="1944796" y="81421"/>
                  <a:pt x="1941728" y="81979"/>
                  <a:pt x="1938659" y="83094"/>
                </a:cubicBezTo>
                <a:cubicBezTo>
                  <a:pt x="1935312" y="77237"/>
                  <a:pt x="1914670" y="68032"/>
                  <a:pt x="1899328" y="63290"/>
                </a:cubicBezTo>
                <a:cubicBezTo>
                  <a:pt x="1547860" y="-47729"/>
                  <a:pt x="1157620" y="-8956"/>
                  <a:pt x="827352" y="150319"/>
                </a:cubicBezTo>
                <a:cubicBezTo>
                  <a:pt x="659149" y="231491"/>
                  <a:pt x="499873" y="350042"/>
                  <a:pt x="386622" y="500112"/>
                </a:cubicBezTo>
                <a:cubicBezTo>
                  <a:pt x="261656" y="665524"/>
                  <a:pt x="233204" y="853531"/>
                  <a:pt x="270582" y="1054648"/>
                </a:cubicBezTo>
                <a:cubicBezTo>
                  <a:pt x="306287" y="1245723"/>
                  <a:pt x="398338" y="1431777"/>
                  <a:pt x="337529" y="1627594"/>
                </a:cubicBezTo>
                <a:cubicBezTo>
                  <a:pt x="277277" y="1820343"/>
                  <a:pt x="134737" y="1977108"/>
                  <a:pt x="59981" y="2164557"/>
                </a:cubicBezTo>
                <a:cubicBezTo>
                  <a:pt x="-8639" y="2336943"/>
                  <a:pt x="-32907" y="2541407"/>
                  <a:pt x="66117" y="2707656"/>
                </a:cubicBezTo>
                <a:cubicBezTo>
                  <a:pt x="153426" y="2854379"/>
                  <a:pt x="313818" y="2936109"/>
                  <a:pt x="477558" y="2965677"/>
                </a:cubicBezTo>
                <a:cubicBezTo>
                  <a:pt x="660823" y="2998871"/>
                  <a:pt x="843530" y="2972929"/>
                  <a:pt x="1027911" y="2985203"/>
                </a:cubicBezTo>
                <a:cubicBezTo>
                  <a:pt x="1204203" y="2996918"/>
                  <a:pt x="1326101" y="3071396"/>
                  <a:pt x="1425126" y="3214772"/>
                </a:cubicBezTo>
                <a:cubicBezTo>
                  <a:pt x="1603928" y="3473908"/>
                  <a:pt x="1772967" y="3791344"/>
                  <a:pt x="2143961" y="3732766"/>
                </a:cubicBezTo>
                <a:cubicBezTo>
                  <a:pt x="2582180" y="3663868"/>
                  <a:pt x="2745919" y="3181299"/>
                  <a:pt x="2615374" y="2799428"/>
                </a:cubicBezTo>
                <a:cubicBezTo>
                  <a:pt x="2548428" y="2603332"/>
                  <a:pt x="2419835" y="2445451"/>
                  <a:pt x="2291801" y="2285896"/>
                </a:cubicBezTo>
                <a:close/>
              </a:path>
            </a:pathLst>
          </a:custGeom>
          <a:solidFill>
            <a:srgbClr val="7E8A72"/>
          </a:solidFill>
          <a:ln w="244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7CA7EB-8ACF-75BE-3668-5D331A747F12}"/>
              </a:ext>
            </a:extLst>
          </p:cNvPr>
          <p:cNvGrpSpPr/>
          <p:nvPr/>
        </p:nvGrpSpPr>
        <p:grpSpPr>
          <a:xfrm>
            <a:off x="9539785" y="5610004"/>
            <a:ext cx="2884102" cy="2495992"/>
            <a:chOff x="8899022" y="5317131"/>
            <a:chExt cx="3438309" cy="297562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52D97EF-FFB4-7E97-621A-3EF96724ECEB}"/>
                </a:ext>
              </a:extLst>
            </p:cNvPr>
            <p:cNvSpPr/>
            <p:nvPr/>
          </p:nvSpPr>
          <p:spPr>
            <a:xfrm rot="10800000">
              <a:off x="10618177" y="5317131"/>
              <a:ext cx="1573823" cy="1540869"/>
            </a:xfrm>
            <a:custGeom>
              <a:avLst/>
              <a:gdLst>
                <a:gd name="connsiteX0" fmla="*/ 0 w 7004667"/>
                <a:gd name="connsiteY0" fmla="*/ 0 h 6858002"/>
                <a:gd name="connsiteX1" fmla="*/ 7004667 w 7004667"/>
                <a:gd name="connsiteY1" fmla="*/ 0 h 6858002"/>
                <a:gd name="connsiteX2" fmla="*/ 6927890 w 7004667"/>
                <a:gd name="connsiteY2" fmla="*/ 13049 h 6858002"/>
                <a:gd name="connsiteX3" fmla="*/ 4016144 w 7004667"/>
                <a:gd name="connsiteY3" fmla="*/ 3524955 h 6858002"/>
                <a:gd name="connsiteX4" fmla="*/ 980784 w 7004667"/>
                <a:gd name="connsiteY4" fmla="*/ 6858002 h 6858002"/>
                <a:gd name="connsiteX5" fmla="*/ 0 w 7004667"/>
                <a:gd name="connsiteY5" fmla="*/ 6858002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4667" h="6858002">
                  <a:moveTo>
                    <a:pt x="0" y="0"/>
                  </a:moveTo>
                  <a:lnTo>
                    <a:pt x="7004667" y="0"/>
                  </a:lnTo>
                  <a:lnTo>
                    <a:pt x="6927890" y="13049"/>
                  </a:lnTo>
                  <a:cubicBezTo>
                    <a:pt x="5094667" y="437170"/>
                    <a:pt x="6918515" y="3313232"/>
                    <a:pt x="4016144" y="3524955"/>
                  </a:cubicBezTo>
                  <a:cubicBezTo>
                    <a:pt x="933197" y="3670782"/>
                    <a:pt x="3682935" y="6027461"/>
                    <a:pt x="980784" y="6858002"/>
                  </a:cubicBezTo>
                  <a:lnTo>
                    <a:pt x="0" y="6858002"/>
                  </a:lnTo>
                  <a:close/>
                </a:path>
              </a:pathLst>
            </a:custGeom>
            <a:solidFill>
              <a:srgbClr val="CDC0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2AB46ADB-D1E6-D7E0-C3E1-1AEA17EF9883}"/>
                </a:ext>
              </a:extLst>
            </p:cNvPr>
            <p:cNvSpPr/>
            <p:nvPr/>
          </p:nvSpPr>
          <p:spPr>
            <a:xfrm rot="19222550" flipH="1">
              <a:off x="8899022" y="5832618"/>
              <a:ext cx="3438309" cy="2460133"/>
            </a:xfrm>
            <a:custGeom>
              <a:avLst/>
              <a:gdLst>
                <a:gd name="connsiteX0" fmla="*/ 6749971 w 6815402"/>
                <a:gd name="connsiteY0" fmla="*/ 786590 h 4876466"/>
                <a:gd name="connsiteX1" fmla="*/ 6748018 w 6815402"/>
                <a:gd name="connsiteY1" fmla="*/ 782405 h 4876466"/>
                <a:gd name="connsiteX2" fmla="*/ 6746902 w 6815402"/>
                <a:gd name="connsiteY2" fmla="*/ 779058 h 4876466"/>
                <a:gd name="connsiteX3" fmla="*/ 5340753 w 6815402"/>
                <a:gd name="connsiteY3" fmla="*/ 22847 h 4876466"/>
                <a:gd name="connsiteX4" fmla="*/ 3376439 w 6815402"/>
                <a:gd name="connsiteY4" fmla="*/ 789100 h 4876466"/>
                <a:gd name="connsiteX5" fmla="*/ 2839474 w 6815402"/>
                <a:gd name="connsiteY5" fmla="*/ 604441 h 4876466"/>
                <a:gd name="connsiteX6" fmla="*/ 2428592 w 6815402"/>
                <a:gd name="connsiteY6" fmla="*/ 310994 h 4876466"/>
                <a:gd name="connsiteX7" fmla="*/ 1587301 w 6815402"/>
                <a:gd name="connsiteY7" fmla="*/ 209459 h 4876466"/>
                <a:gd name="connsiteX8" fmla="*/ 968327 w 6815402"/>
                <a:gd name="connsiteY8" fmla="*/ 927455 h 4876466"/>
                <a:gd name="connsiteX9" fmla="*/ 850613 w 6815402"/>
                <a:gd name="connsiteY9" fmla="*/ 1348657 h 4876466"/>
                <a:gd name="connsiteX10" fmla="*/ 865118 w 6815402"/>
                <a:gd name="connsiteY10" fmla="*/ 1927182 h 4876466"/>
                <a:gd name="connsiteX11" fmla="*/ 441126 w 6815402"/>
                <a:gd name="connsiteY11" fmla="*/ 2960103 h 4876466"/>
                <a:gd name="connsiteX12" fmla="*/ 9601 w 6815402"/>
                <a:gd name="connsiteY12" fmla="*/ 3785212 h 4876466"/>
                <a:gd name="connsiteX13" fmla="*/ 267902 w 6815402"/>
                <a:gd name="connsiteY13" fmla="*/ 4615063 h 4876466"/>
                <a:gd name="connsiteX14" fmla="*/ 993432 w 6815402"/>
                <a:gd name="connsiteY14" fmla="*/ 4866111 h 4876466"/>
                <a:gd name="connsiteX15" fmla="*/ 1735140 w 6815402"/>
                <a:gd name="connsiteY15" fmla="*/ 4339469 h 4876466"/>
                <a:gd name="connsiteX16" fmla="*/ 2458718 w 6815402"/>
                <a:gd name="connsiteY16" fmla="*/ 3563732 h 4876466"/>
                <a:gd name="connsiteX17" fmla="*/ 3529299 w 6815402"/>
                <a:gd name="connsiteY17" fmla="*/ 3364847 h 4876466"/>
                <a:gd name="connsiteX18" fmla="*/ 4506156 w 6815402"/>
                <a:gd name="connsiteY18" fmla="*/ 3185487 h 4876466"/>
                <a:gd name="connsiteX19" fmla="*/ 4941307 w 6815402"/>
                <a:gd name="connsiteY19" fmla="*/ 2434855 h 4876466"/>
                <a:gd name="connsiteX20" fmla="*/ 5349679 w 6815402"/>
                <a:gd name="connsiteY20" fmla="*/ 1522158 h 4876466"/>
                <a:gd name="connsiteX21" fmla="*/ 5795987 w 6815402"/>
                <a:gd name="connsiteY21" fmla="*/ 1314068 h 4876466"/>
                <a:gd name="connsiteX22" fmla="*/ 6122071 w 6815402"/>
                <a:gd name="connsiteY22" fmla="*/ 1349773 h 4876466"/>
                <a:gd name="connsiteX23" fmla="*/ 6307847 w 6815402"/>
                <a:gd name="connsiteY23" fmla="*/ 1476412 h 4876466"/>
                <a:gd name="connsiteX24" fmla="*/ 6805202 w 6815402"/>
                <a:gd name="connsiteY24" fmla="*/ 1200539 h 4876466"/>
                <a:gd name="connsiteX25" fmla="*/ 6749971 w 6815402"/>
                <a:gd name="connsiteY25" fmla="*/ 786590 h 487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815402" h="4876466">
                  <a:moveTo>
                    <a:pt x="6749971" y="786590"/>
                  </a:moveTo>
                  <a:cubicBezTo>
                    <a:pt x="6749413" y="785195"/>
                    <a:pt x="6748576" y="783800"/>
                    <a:pt x="6748018" y="782405"/>
                  </a:cubicBezTo>
                  <a:cubicBezTo>
                    <a:pt x="6747739" y="781290"/>
                    <a:pt x="6747460" y="780174"/>
                    <a:pt x="6746902" y="779058"/>
                  </a:cubicBezTo>
                  <a:cubicBezTo>
                    <a:pt x="6515101" y="236796"/>
                    <a:pt x="5922348" y="-92076"/>
                    <a:pt x="5340753" y="22847"/>
                  </a:cubicBezTo>
                  <a:cubicBezTo>
                    <a:pt x="4643675" y="160645"/>
                    <a:pt x="4114521" y="803047"/>
                    <a:pt x="3376439" y="789100"/>
                  </a:cubicBezTo>
                  <a:cubicBezTo>
                    <a:pt x="3178111" y="785474"/>
                    <a:pt x="3001261" y="716854"/>
                    <a:pt x="2839474" y="604441"/>
                  </a:cubicBezTo>
                  <a:cubicBezTo>
                    <a:pt x="2701119" y="508206"/>
                    <a:pt x="2575316" y="395234"/>
                    <a:pt x="2428592" y="310994"/>
                  </a:cubicBezTo>
                  <a:cubicBezTo>
                    <a:pt x="2178380" y="167339"/>
                    <a:pt x="1861501" y="80030"/>
                    <a:pt x="1587301" y="209459"/>
                  </a:cubicBezTo>
                  <a:cubicBezTo>
                    <a:pt x="1311984" y="339446"/>
                    <a:pt x="1093572" y="659671"/>
                    <a:pt x="968327" y="927455"/>
                  </a:cubicBezTo>
                  <a:cubicBezTo>
                    <a:pt x="906123" y="1060510"/>
                    <a:pt x="863166" y="1201934"/>
                    <a:pt x="850613" y="1348657"/>
                  </a:cubicBezTo>
                  <a:cubicBezTo>
                    <a:pt x="834156" y="1541405"/>
                    <a:pt x="872092" y="1734154"/>
                    <a:pt x="865118" y="1927182"/>
                  </a:cubicBezTo>
                  <a:cubicBezTo>
                    <a:pt x="850892" y="2320210"/>
                    <a:pt x="686037" y="2659961"/>
                    <a:pt x="441126" y="2960103"/>
                  </a:cubicBezTo>
                  <a:cubicBezTo>
                    <a:pt x="237776" y="3209476"/>
                    <a:pt x="52558" y="3456619"/>
                    <a:pt x="9601" y="3785212"/>
                  </a:cubicBezTo>
                  <a:cubicBezTo>
                    <a:pt x="-29730" y="4085632"/>
                    <a:pt x="50885" y="4397210"/>
                    <a:pt x="267902" y="4615063"/>
                  </a:cubicBezTo>
                  <a:cubicBezTo>
                    <a:pt x="455631" y="4803628"/>
                    <a:pt x="727321" y="4911578"/>
                    <a:pt x="993432" y="4866111"/>
                  </a:cubicBezTo>
                  <a:cubicBezTo>
                    <a:pt x="1305011" y="4813111"/>
                    <a:pt x="1546854" y="4578243"/>
                    <a:pt x="1735140" y="4339469"/>
                  </a:cubicBezTo>
                  <a:cubicBezTo>
                    <a:pt x="1956342" y="4058853"/>
                    <a:pt x="2145744" y="3753133"/>
                    <a:pt x="2458718" y="3563732"/>
                  </a:cubicBezTo>
                  <a:cubicBezTo>
                    <a:pt x="2792333" y="3361778"/>
                    <a:pt x="3149380" y="3339463"/>
                    <a:pt x="3529299" y="3364847"/>
                  </a:cubicBezTo>
                  <a:cubicBezTo>
                    <a:pt x="3871562" y="3387720"/>
                    <a:pt x="4215219" y="3393578"/>
                    <a:pt x="4506156" y="3185487"/>
                  </a:cubicBezTo>
                  <a:cubicBezTo>
                    <a:pt x="4761389" y="3003059"/>
                    <a:pt x="4883566" y="2736112"/>
                    <a:pt x="4941307" y="2434855"/>
                  </a:cubicBezTo>
                  <a:cubicBezTo>
                    <a:pt x="5007695" y="2088689"/>
                    <a:pt x="5061531" y="1758980"/>
                    <a:pt x="5349679" y="1522158"/>
                  </a:cubicBezTo>
                  <a:cubicBezTo>
                    <a:pt x="5477156" y="1417277"/>
                    <a:pt x="5633085" y="1342241"/>
                    <a:pt x="5795987" y="1314068"/>
                  </a:cubicBezTo>
                  <a:cubicBezTo>
                    <a:pt x="5903380" y="1295379"/>
                    <a:pt x="6022488" y="1302910"/>
                    <a:pt x="6122071" y="1349773"/>
                  </a:cubicBezTo>
                  <a:cubicBezTo>
                    <a:pt x="6191528" y="1382409"/>
                    <a:pt x="6240900" y="1441823"/>
                    <a:pt x="6307847" y="1476412"/>
                  </a:cubicBezTo>
                  <a:cubicBezTo>
                    <a:pt x="6526538" y="1589104"/>
                    <a:pt x="6762244" y="1420624"/>
                    <a:pt x="6805202" y="1200539"/>
                  </a:cubicBezTo>
                  <a:cubicBezTo>
                    <a:pt x="6832817" y="1060789"/>
                    <a:pt x="6801017" y="916855"/>
                    <a:pt x="6749971" y="786590"/>
                  </a:cubicBezTo>
                  <a:close/>
                </a:path>
              </a:pathLst>
            </a:custGeom>
            <a:solidFill>
              <a:srgbClr val="DA9AA5"/>
            </a:solidFill>
            <a:ln w="244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8" name="文本框 20">
            <a:extLst>
              <a:ext uri="{FF2B5EF4-FFF2-40B4-BE49-F238E27FC236}">
                <a16:creationId xmlns:a16="http://schemas.microsoft.com/office/drawing/2014/main" id="{8F5CBAC2-D21F-C779-31FA-D9E0BD246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647" y="388099"/>
            <a:ext cx="27673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未来工作规划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36F4E2-D528-65EC-DC86-9E7767FE0141}"/>
              </a:ext>
            </a:extLst>
          </p:cNvPr>
          <p:cNvGrpSpPr/>
          <p:nvPr/>
        </p:nvGrpSpPr>
        <p:grpSpPr>
          <a:xfrm>
            <a:off x="946728" y="1409700"/>
            <a:ext cx="2827587" cy="2781302"/>
            <a:chOff x="5738294" y="3429000"/>
            <a:chExt cx="2695074" cy="2650958"/>
          </a:xfrm>
        </p:grpSpPr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972423B7-D54E-15D4-C51F-3CA286BD6D1D}"/>
                </a:ext>
              </a:extLst>
            </p:cNvPr>
            <p:cNvSpPr/>
            <p:nvPr/>
          </p:nvSpPr>
          <p:spPr>
            <a:xfrm>
              <a:off x="5738294" y="3429000"/>
              <a:ext cx="2695074" cy="2650958"/>
            </a:xfrm>
            <a:prstGeom prst="roundRect">
              <a:avLst>
                <a:gd name="adj" fmla="val 0"/>
              </a:avLst>
            </a:prstGeom>
            <a:solidFill>
              <a:srgbClr val="DA9AA5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121926" tIns="60963" rIns="121926" bIns="60963" anchor="ctr"/>
            <a:lstStyle/>
            <a:p>
              <a:pPr algn="ctr" defTabSz="913765">
                <a:defRPr/>
              </a:pPr>
              <a:endParaRPr lang="en-US" sz="900" kern="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E7A7B36-B0C0-9764-0D36-FFA667BB3D0F}"/>
                </a:ext>
              </a:extLst>
            </p:cNvPr>
            <p:cNvSpPr/>
            <p:nvPr/>
          </p:nvSpPr>
          <p:spPr>
            <a:xfrm>
              <a:off x="5975490" y="3782922"/>
              <a:ext cx="2220682" cy="18108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2000" b="1" kern="0" dirty="0">
                  <a:solidFill>
                    <a:prstClr val="white"/>
                  </a:solidFill>
                  <a:cs typeface="+mn-ea"/>
                  <a:sym typeface="+mn-lt"/>
                </a:rPr>
                <a:t>添加标题</a:t>
              </a:r>
              <a:endParaRPr lang="en-US" altLang="zh-CN" sz="2000" b="1" kern="0" dirty="0">
                <a:solidFill>
                  <a:prstClr val="white"/>
                </a:solidFill>
                <a:cs typeface="+mn-ea"/>
                <a:sym typeface="+mn-lt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zh-CN" altLang="en-US" sz="1600" kern="0" dirty="0">
                  <a:solidFill>
                    <a:prstClr val="white"/>
                  </a:solidFill>
                  <a:cs typeface="+mn-ea"/>
                  <a:sym typeface="+mn-lt"/>
                </a:rPr>
                <a:t>请您单击此处输入文本内容，可根据需要适当地调整文字的颜色或者大小等属性，祝你使用愉快。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CAAFA04-513F-6899-25E7-44423AA3B6BB}"/>
              </a:ext>
            </a:extLst>
          </p:cNvPr>
          <p:cNvGrpSpPr/>
          <p:nvPr/>
        </p:nvGrpSpPr>
        <p:grpSpPr>
          <a:xfrm>
            <a:off x="3925459" y="1409700"/>
            <a:ext cx="2827587" cy="2781302"/>
            <a:chOff x="8610511" y="3429000"/>
            <a:chExt cx="2695074" cy="265095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3DEC84E-9195-D009-3276-15424EC971B0}"/>
                </a:ext>
              </a:extLst>
            </p:cNvPr>
            <p:cNvSpPr/>
            <p:nvPr/>
          </p:nvSpPr>
          <p:spPr>
            <a:xfrm>
              <a:off x="8610511" y="3429000"/>
              <a:ext cx="2695074" cy="2650958"/>
            </a:xfrm>
            <a:prstGeom prst="roundRect">
              <a:avLst>
                <a:gd name="adj" fmla="val 0"/>
              </a:avLst>
            </a:prstGeom>
            <a:solidFill>
              <a:srgbClr val="7E8A7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121926" tIns="60963" rIns="121926" bIns="60963" anchor="ctr"/>
            <a:lstStyle/>
            <a:p>
              <a:pPr algn="ctr" defTabSz="913765">
                <a:defRPr/>
              </a:pPr>
              <a:endParaRPr lang="en-US" sz="900" kern="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FA1B576-55BE-A38F-9ADC-9317CBFE617F}"/>
                </a:ext>
              </a:extLst>
            </p:cNvPr>
            <p:cNvSpPr/>
            <p:nvPr/>
          </p:nvSpPr>
          <p:spPr>
            <a:xfrm>
              <a:off x="8847707" y="3782922"/>
              <a:ext cx="2220682" cy="18108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请您单击此处输入文本内容，可根据需要适当地调整文字的颜色或者大小等属性，祝你使用愉快。</a:t>
              </a: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7067CAF5-38CA-9B77-A72A-599D27A9C3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04191" y="1422611"/>
            <a:ext cx="4411388" cy="2755481"/>
          </a:xfrm>
          <a:prstGeom prst="rect">
            <a:avLst/>
          </a:prstGeom>
          <a:effectLst/>
        </p:spPr>
      </p:pic>
      <p:grpSp>
        <p:nvGrpSpPr>
          <p:cNvPr id="28" name="组合 27">
            <a:extLst>
              <a:ext uri="{FF2B5EF4-FFF2-40B4-BE49-F238E27FC236}">
                <a16:creationId xmlns:a16="http://schemas.microsoft.com/office/drawing/2014/main" id="{198F6014-E426-BE95-7755-A4DFB9E71AA8}"/>
              </a:ext>
            </a:extLst>
          </p:cNvPr>
          <p:cNvGrpSpPr/>
          <p:nvPr/>
        </p:nvGrpSpPr>
        <p:grpSpPr>
          <a:xfrm>
            <a:off x="944969" y="4369409"/>
            <a:ext cx="4885234" cy="1618648"/>
            <a:chOff x="734533" y="2268936"/>
            <a:chExt cx="4885234" cy="1618648"/>
          </a:xfrm>
        </p:grpSpPr>
        <p:sp>
          <p:nvSpPr>
            <p:cNvPr id="29" name="Rectangle 8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  <a:extLst>
                <a:ext uri="{FF2B5EF4-FFF2-40B4-BE49-F238E27FC236}">
                  <a16:creationId xmlns:a16="http://schemas.microsoft.com/office/drawing/2014/main" id="{A7FB4A9F-59CF-FE31-EE13-8E6B7B09C3C8}"/>
                </a:ext>
              </a:extLst>
            </p:cNvPr>
            <p:cNvSpPr/>
            <p:nvPr/>
          </p:nvSpPr>
          <p:spPr>
            <a:xfrm>
              <a:off x="1636297" y="2268936"/>
              <a:ext cx="3983470" cy="1618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  <a:p>
              <a:pPr lvl="0">
                <a:lnSpc>
                  <a:spcPct val="150000"/>
                </a:lnSpc>
                <a:defRPr/>
              </a:pPr>
              <a:r>
                <a:rPr lang="zh-CN" altLang="en-US" sz="16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此处添加合适文字加以说明，可根据需要适当地调整文字的大小或者颜色等属性，可直接复制粘贴您的文本内容。</a:t>
              </a:r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CA693953-046C-93D0-D78C-F827AD7FF7F0}"/>
                </a:ext>
              </a:extLst>
            </p:cNvPr>
            <p:cNvGrpSpPr/>
            <p:nvPr/>
          </p:nvGrpSpPr>
          <p:grpSpPr>
            <a:xfrm>
              <a:off x="734533" y="2498927"/>
              <a:ext cx="789335" cy="789335"/>
              <a:chOff x="734533" y="2459245"/>
              <a:chExt cx="919163" cy="919163"/>
            </a:xfrm>
          </p:grpSpPr>
          <p:sp>
            <p:nvSpPr>
              <p:cNvPr id="31" name="Shape 1627">
                <a:extLst>
                  <a:ext uri="{FF2B5EF4-FFF2-40B4-BE49-F238E27FC236}">
                    <a16:creationId xmlns:a16="http://schemas.microsoft.com/office/drawing/2014/main" id="{08EF292A-A878-B9B5-900C-B5CC78CE7A21}"/>
                  </a:ext>
                </a:extLst>
              </p:cNvPr>
              <p:cNvSpPr/>
              <p:nvPr/>
            </p:nvSpPr>
            <p:spPr bwMode="auto">
              <a:xfrm>
                <a:off x="734533" y="2459245"/>
                <a:ext cx="919163" cy="919163"/>
              </a:xfrm>
              <a:custGeom>
                <a:avLst/>
                <a:gdLst>
                  <a:gd name="T0" fmla="*/ 779362 w 19679"/>
                  <a:gd name="T1" fmla="*/ 779362 h 19679"/>
                  <a:gd name="T2" fmla="*/ 779362 w 19679"/>
                  <a:gd name="T3" fmla="*/ 779362 h 19679"/>
                  <a:gd name="T4" fmla="*/ 779362 w 19679"/>
                  <a:gd name="T5" fmla="*/ 779362 h 19679"/>
                  <a:gd name="T6" fmla="*/ 779362 w 19679"/>
                  <a:gd name="T7" fmla="*/ 779362 h 19679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7E8A72"/>
              </a:solidFill>
              <a:ln w="254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grpSp>
            <p:nvGrpSpPr>
              <p:cNvPr id="32" name="Group 1649">
                <a:extLst>
                  <a:ext uri="{FF2B5EF4-FFF2-40B4-BE49-F238E27FC236}">
                    <a16:creationId xmlns:a16="http://schemas.microsoft.com/office/drawing/2014/main" id="{CCEC89D1-88DB-F897-F6F8-10F6E1870F69}"/>
                  </a:ext>
                </a:extLst>
              </p:cNvPr>
              <p:cNvGrpSpPr/>
              <p:nvPr/>
            </p:nvGrpSpPr>
            <p:grpSpPr bwMode="auto">
              <a:xfrm>
                <a:off x="1014400" y="2736304"/>
                <a:ext cx="360365" cy="365980"/>
                <a:chOff x="0" y="0"/>
                <a:chExt cx="611749" cy="619876"/>
              </a:xfrm>
              <a:solidFill>
                <a:srgbClr val="015F81"/>
              </a:solidFill>
            </p:grpSpPr>
            <p:sp>
              <p:nvSpPr>
                <p:cNvPr id="33" name="Shape 1647">
                  <a:extLst>
                    <a:ext uri="{FF2B5EF4-FFF2-40B4-BE49-F238E27FC236}">
                      <a16:creationId xmlns:a16="http://schemas.microsoft.com/office/drawing/2014/main" id="{155A1048-10CC-09E5-0027-ACF6A685F28A}"/>
                    </a:ext>
                  </a:extLst>
                </p:cNvPr>
                <p:cNvSpPr/>
                <p:nvPr/>
              </p:nvSpPr>
              <p:spPr>
                <a:xfrm>
                  <a:off x="42902" y="283779"/>
                  <a:ext cx="522766" cy="33609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21600" y="21600"/>
                      </a:lnTo>
                      <a:lnTo>
                        <a:pt x="1080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lIns="38100" tIns="38100" rIns="38100" bIns="38100" anchor="ctr"/>
                <a:lstStyle/>
                <a:p>
                  <a:pPr algn="ctr" defTabSz="457200"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3000" kern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Shape 1648">
                  <a:extLst>
                    <a:ext uri="{FF2B5EF4-FFF2-40B4-BE49-F238E27FC236}">
                      <a16:creationId xmlns:a16="http://schemas.microsoft.com/office/drawing/2014/main" id="{AAD26C84-4A8C-BC89-C671-89F1FFE1C9C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11749" cy="41536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5023" y="21600"/>
                      </a:lnTo>
                      <a:lnTo>
                        <a:pt x="6823" y="18190"/>
                      </a:lnTo>
                      <a:lnTo>
                        <a:pt x="2314" y="18190"/>
                      </a:lnTo>
                      <a:lnTo>
                        <a:pt x="2314" y="3410"/>
                      </a:lnTo>
                      <a:lnTo>
                        <a:pt x="19286" y="3410"/>
                      </a:lnTo>
                      <a:lnTo>
                        <a:pt x="19286" y="18190"/>
                      </a:lnTo>
                      <a:lnTo>
                        <a:pt x="14777" y="18190"/>
                      </a:lnTo>
                      <a:lnTo>
                        <a:pt x="16577" y="21600"/>
                      </a:lnTo>
                      <a:lnTo>
                        <a:pt x="216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lIns="38100" tIns="38100" rIns="38100" bIns="38100" anchor="ctr"/>
                <a:lstStyle/>
                <a:p>
                  <a:pPr algn="ctr" defTabSz="457200"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3000" kern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9F9D8DAD-9EFB-FE61-F6E0-9A4A3EBC4F83}"/>
              </a:ext>
            </a:extLst>
          </p:cNvPr>
          <p:cNvGrpSpPr/>
          <p:nvPr/>
        </p:nvGrpSpPr>
        <p:grpSpPr>
          <a:xfrm>
            <a:off x="6499829" y="4369409"/>
            <a:ext cx="4867966" cy="1618648"/>
            <a:chOff x="735469" y="3642439"/>
            <a:chExt cx="4867966" cy="1618648"/>
          </a:xfrm>
        </p:grpSpPr>
        <p:sp>
          <p:nvSpPr>
            <p:cNvPr id="36" name="Rectangle 8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  <a:extLst>
                <a:ext uri="{FF2B5EF4-FFF2-40B4-BE49-F238E27FC236}">
                  <a16:creationId xmlns:a16="http://schemas.microsoft.com/office/drawing/2014/main" id="{BB50A4CF-0672-71A8-F507-BA2234431427}"/>
                </a:ext>
              </a:extLst>
            </p:cNvPr>
            <p:cNvSpPr/>
            <p:nvPr/>
          </p:nvSpPr>
          <p:spPr>
            <a:xfrm>
              <a:off x="1636296" y="3642439"/>
              <a:ext cx="3967139" cy="1618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添加标题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此处添加合适文字加以说明，可根据需要适当地调整文字的大小或者颜色等属性，可直接复制粘贴您的文本内容。</a:t>
              </a:r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2CC923D0-9B92-1A56-0AF7-69E5905F4FD1}"/>
                </a:ext>
              </a:extLst>
            </p:cNvPr>
            <p:cNvGrpSpPr/>
            <p:nvPr/>
          </p:nvGrpSpPr>
          <p:grpSpPr>
            <a:xfrm>
              <a:off x="735469" y="3872430"/>
              <a:ext cx="788531" cy="789335"/>
              <a:chOff x="735469" y="3836143"/>
              <a:chExt cx="918227" cy="919163"/>
            </a:xfrm>
          </p:grpSpPr>
          <p:sp>
            <p:nvSpPr>
              <p:cNvPr id="38" name="Shape 1619">
                <a:extLst>
                  <a:ext uri="{FF2B5EF4-FFF2-40B4-BE49-F238E27FC236}">
                    <a16:creationId xmlns:a16="http://schemas.microsoft.com/office/drawing/2014/main" id="{14C407B9-E74B-14A6-D5B5-512B5785CAE1}"/>
                  </a:ext>
                </a:extLst>
              </p:cNvPr>
              <p:cNvSpPr/>
              <p:nvPr/>
            </p:nvSpPr>
            <p:spPr bwMode="auto">
              <a:xfrm>
                <a:off x="735469" y="3836143"/>
                <a:ext cx="918227" cy="919163"/>
              </a:xfrm>
              <a:custGeom>
                <a:avLst/>
                <a:gdLst>
                  <a:gd name="T0" fmla="*/ 779362 w 19679"/>
                  <a:gd name="T1" fmla="*/ 779362 h 19679"/>
                  <a:gd name="T2" fmla="*/ 779362 w 19679"/>
                  <a:gd name="T3" fmla="*/ 779362 h 19679"/>
                  <a:gd name="T4" fmla="*/ 779362 w 19679"/>
                  <a:gd name="T5" fmla="*/ 779362 h 19679"/>
                  <a:gd name="T6" fmla="*/ 779362 w 19679"/>
                  <a:gd name="T7" fmla="*/ 779362 h 19679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DA9AA5"/>
              </a:solidFill>
              <a:ln w="254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" name="Shape 1645">
                <a:extLst>
                  <a:ext uri="{FF2B5EF4-FFF2-40B4-BE49-F238E27FC236}">
                    <a16:creationId xmlns:a16="http://schemas.microsoft.com/office/drawing/2014/main" id="{2BABA620-75D7-808F-BF60-A0EC5C51B69B}"/>
                  </a:ext>
                </a:extLst>
              </p:cNvPr>
              <p:cNvSpPr/>
              <p:nvPr/>
            </p:nvSpPr>
            <p:spPr>
              <a:xfrm>
                <a:off x="988192" y="4065465"/>
                <a:ext cx="412781" cy="4127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512" h="21600" extrusionOk="0">
                    <a:moveTo>
                      <a:pt x="13692" y="8626"/>
                    </a:moveTo>
                    <a:lnTo>
                      <a:pt x="12040" y="10330"/>
                    </a:lnTo>
                    <a:cubicBezTo>
                      <a:pt x="12133" y="10461"/>
                      <a:pt x="12223" y="10598"/>
                      <a:pt x="12309" y="10739"/>
                    </a:cubicBezTo>
                    <a:cubicBezTo>
                      <a:pt x="13857" y="13353"/>
                      <a:pt x="13057" y="16782"/>
                      <a:pt x="10523" y="18381"/>
                    </a:cubicBezTo>
                    <a:cubicBezTo>
                      <a:pt x="9676" y="18917"/>
                      <a:pt x="8707" y="19199"/>
                      <a:pt x="7721" y="19199"/>
                    </a:cubicBezTo>
                    <a:cubicBezTo>
                      <a:pt x="5825" y="19199"/>
                      <a:pt x="4105" y="18206"/>
                      <a:pt x="3118" y="16540"/>
                    </a:cubicBezTo>
                    <a:cubicBezTo>
                      <a:pt x="2367" y="15274"/>
                      <a:pt x="2141" y="13783"/>
                      <a:pt x="2477" y="12337"/>
                    </a:cubicBezTo>
                    <a:cubicBezTo>
                      <a:pt x="2815" y="10895"/>
                      <a:pt x="3674" y="9673"/>
                      <a:pt x="4902" y="8899"/>
                    </a:cubicBezTo>
                    <a:cubicBezTo>
                      <a:pt x="5751" y="8364"/>
                      <a:pt x="6720" y="8081"/>
                      <a:pt x="7707" y="8081"/>
                    </a:cubicBezTo>
                    <a:cubicBezTo>
                      <a:pt x="8723" y="8081"/>
                      <a:pt x="9686" y="8368"/>
                      <a:pt x="10517" y="8891"/>
                    </a:cubicBezTo>
                    <a:lnTo>
                      <a:pt x="9430" y="10070"/>
                    </a:lnTo>
                    <a:cubicBezTo>
                      <a:pt x="8906" y="9801"/>
                      <a:pt x="8322" y="9649"/>
                      <a:pt x="7711" y="9649"/>
                    </a:cubicBezTo>
                    <a:cubicBezTo>
                      <a:pt x="7000" y="9649"/>
                      <a:pt x="6303" y="9853"/>
                      <a:pt x="5695" y="10236"/>
                    </a:cubicBezTo>
                    <a:cubicBezTo>
                      <a:pt x="3875" y="11384"/>
                      <a:pt x="3302" y="13845"/>
                      <a:pt x="4414" y="15722"/>
                    </a:cubicBezTo>
                    <a:cubicBezTo>
                      <a:pt x="5123" y="16918"/>
                      <a:pt x="6358" y="17632"/>
                      <a:pt x="7715" y="17632"/>
                    </a:cubicBezTo>
                    <a:cubicBezTo>
                      <a:pt x="8425" y="17632"/>
                      <a:pt x="9122" y="17428"/>
                      <a:pt x="9730" y="17045"/>
                    </a:cubicBezTo>
                    <a:cubicBezTo>
                      <a:pt x="10611" y="16490"/>
                      <a:pt x="11230" y="15614"/>
                      <a:pt x="11471" y="14577"/>
                    </a:cubicBezTo>
                    <a:cubicBezTo>
                      <a:pt x="11713" y="13538"/>
                      <a:pt x="11550" y="12468"/>
                      <a:pt x="11010" y="11560"/>
                    </a:cubicBezTo>
                    <a:cubicBezTo>
                      <a:pt x="10991" y="11525"/>
                      <a:pt x="10967" y="11494"/>
                      <a:pt x="10946" y="11460"/>
                    </a:cubicBezTo>
                    <a:lnTo>
                      <a:pt x="8192" y="14304"/>
                    </a:lnTo>
                    <a:cubicBezTo>
                      <a:pt x="8116" y="14383"/>
                      <a:pt x="8016" y="14422"/>
                      <a:pt x="7917" y="14422"/>
                    </a:cubicBezTo>
                    <a:cubicBezTo>
                      <a:pt x="7819" y="14422"/>
                      <a:pt x="7718" y="14383"/>
                      <a:pt x="7644" y="14304"/>
                    </a:cubicBezTo>
                    <a:cubicBezTo>
                      <a:pt x="7490" y="14146"/>
                      <a:pt x="7490" y="13895"/>
                      <a:pt x="7644" y="13739"/>
                    </a:cubicBezTo>
                    <a:lnTo>
                      <a:pt x="17851" y="3203"/>
                    </a:lnTo>
                    <a:lnTo>
                      <a:pt x="17079" y="2942"/>
                    </a:lnTo>
                    <a:lnTo>
                      <a:pt x="15933" y="0"/>
                    </a:lnTo>
                    <a:lnTo>
                      <a:pt x="11871" y="4408"/>
                    </a:lnTo>
                    <a:lnTo>
                      <a:pt x="12605" y="6622"/>
                    </a:lnTo>
                    <a:lnTo>
                      <a:pt x="12142" y="7125"/>
                    </a:lnTo>
                    <a:cubicBezTo>
                      <a:pt x="10838" y="6182"/>
                      <a:pt x="9285" y="5680"/>
                      <a:pt x="7706" y="5680"/>
                    </a:cubicBezTo>
                    <a:cubicBezTo>
                      <a:pt x="6334" y="5680"/>
                      <a:pt x="4945" y="6058"/>
                      <a:pt x="3690" y="6850"/>
                    </a:cubicBezTo>
                    <a:cubicBezTo>
                      <a:pt x="56" y="9143"/>
                      <a:pt x="-1088" y="14042"/>
                      <a:pt x="1135" y="17791"/>
                    </a:cubicBezTo>
                    <a:cubicBezTo>
                      <a:pt x="2588" y="20245"/>
                      <a:pt x="5125" y="21600"/>
                      <a:pt x="7722" y="21600"/>
                    </a:cubicBezTo>
                    <a:cubicBezTo>
                      <a:pt x="9093" y="21600"/>
                      <a:pt x="10482" y="21221"/>
                      <a:pt x="11738" y="20430"/>
                    </a:cubicBezTo>
                    <a:cubicBezTo>
                      <a:pt x="15371" y="18135"/>
                      <a:pt x="16514" y="13237"/>
                      <a:pt x="14292" y="9487"/>
                    </a:cubicBezTo>
                    <a:cubicBezTo>
                      <a:pt x="14111" y="9179"/>
                      <a:pt x="13906" y="8898"/>
                      <a:pt x="13692" y="8626"/>
                    </a:cubicBezTo>
                    <a:moveTo>
                      <a:pt x="18676" y="3481"/>
                    </a:moveTo>
                    <a:lnTo>
                      <a:pt x="14381" y="7915"/>
                    </a:lnTo>
                    <a:lnTo>
                      <a:pt x="16451" y="8512"/>
                    </a:lnTo>
                    <a:lnTo>
                      <a:pt x="20512" y="4103"/>
                    </a:lnTo>
                    <a:lnTo>
                      <a:pt x="18676" y="3481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 algn="ctr"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30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7493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:blinds dir="vert"/>
      </p:transition>
    </mc:Choice>
    <mc:Fallback xmlns="">
      <p:transition spd="slow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750"/>
                            </p:stCondLst>
                            <p:childTnLst>
                              <p:par>
                                <p:cTn id="20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标&#10;&#10;中度可信度描述已自动生成">
            <a:extLst>
              <a:ext uri="{FF2B5EF4-FFF2-40B4-BE49-F238E27FC236}">
                <a16:creationId xmlns:a16="http://schemas.microsoft.com/office/drawing/2014/main" id="{6AC47C6B-1A5C-C29D-A83F-4093996B2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Freeform: Shape 27" descr="e7d195523061f1c03a90ee8e42cb24248e56383cd534985688F9F494128731F165EE95AB4B0C0A38076AAEA07667B1565C446FC45FF01DFB0E885BCDBDF3A284F3DB14DA61DD97F0BAB2E6C668FB4931CD287D4016AA7B206952849508909359D9286F36FCA4AC688B1E52AF2B8A36BD5CFE19290B2965B0C99E30B7F666D708D2581EC333905010FC684C8DCAA14008">
            <a:extLst>
              <a:ext uri="{FF2B5EF4-FFF2-40B4-BE49-F238E27FC236}">
                <a16:creationId xmlns:a16="http://schemas.microsoft.com/office/drawing/2014/main" id="{DEF847C0-2FF0-6A13-EB49-C25ECA22D842}"/>
              </a:ext>
            </a:extLst>
          </p:cNvPr>
          <p:cNvSpPr/>
          <p:nvPr/>
        </p:nvSpPr>
        <p:spPr>
          <a:xfrm>
            <a:off x="9001968" y="3678618"/>
            <a:ext cx="3654056" cy="3927567"/>
          </a:xfrm>
          <a:custGeom>
            <a:avLst/>
            <a:gdLst>
              <a:gd name="connsiteX0" fmla="*/ 720496 w 720496"/>
              <a:gd name="connsiteY0" fmla="*/ 0 h 774426"/>
              <a:gd name="connsiteX1" fmla="*/ 720496 w 720496"/>
              <a:gd name="connsiteY1" fmla="*/ 774426 h 774426"/>
              <a:gd name="connsiteX2" fmla="*/ 1095 w 720496"/>
              <a:gd name="connsiteY2" fmla="*/ 774426 h 774426"/>
              <a:gd name="connsiteX3" fmla="*/ 2 w 720496"/>
              <a:gd name="connsiteY3" fmla="*/ 766534 h 774426"/>
              <a:gd name="connsiteX4" fmla="*/ 36630 w 720496"/>
              <a:gd name="connsiteY4" fmla="*/ 666469 h 774426"/>
              <a:gd name="connsiteX5" fmla="*/ 359988 w 720496"/>
              <a:gd name="connsiteY5" fmla="*/ 537877 h 774426"/>
              <a:gd name="connsiteX6" fmla="*/ 586799 w 720496"/>
              <a:gd name="connsiteY6" fmla="*/ 62436 h 774426"/>
              <a:gd name="connsiteX7" fmla="*/ 699797 w 720496"/>
              <a:gd name="connsiteY7" fmla="*/ 1402 h 774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0496" h="774426">
                <a:moveTo>
                  <a:pt x="720496" y="0"/>
                </a:moveTo>
                <a:lnTo>
                  <a:pt x="720496" y="774426"/>
                </a:lnTo>
                <a:lnTo>
                  <a:pt x="1095" y="774426"/>
                </a:lnTo>
                <a:lnTo>
                  <a:pt x="2" y="766534"/>
                </a:lnTo>
                <a:cubicBezTo>
                  <a:pt x="-122" y="732835"/>
                  <a:pt x="9938" y="699389"/>
                  <a:pt x="36630" y="666469"/>
                </a:cubicBezTo>
                <a:cubicBezTo>
                  <a:pt x="111242" y="574709"/>
                  <a:pt x="262465" y="603724"/>
                  <a:pt x="359988" y="537877"/>
                </a:cubicBezTo>
                <a:cubicBezTo>
                  <a:pt x="509339" y="438815"/>
                  <a:pt x="461054" y="189724"/>
                  <a:pt x="586799" y="62436"/>
                </a:cubicBezTo>
                <a:cubicBezTo>
                  <a:pt x="617165" y="31251"/>
                  <a:pt x="657251" y="10390"/>
                  <a:pt x="699797" y="1402"/>
                </a:cubicBezTo>
                <a:close/>
              </a:path>
            </a:pathLst>
          </a:cu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7" name="_3">
            <a:extLst>
              <a:ext uri="{FF2B5EF4-FFF2-40B4-BE49-F238E27FC236}">
                <a16:creationId xmlns:a16="http://schemas.microsoft.com/office/drawing/2014/main" id="{E4495E30-365F-825A-4189-B547B20D5363}"/>
              </a:ext>
            </a:extLst>
          </p:cNvPr>
          <p:cNvSpPr/>
          <p:nvPr/>
        </p:nvSpPr>
        <p:spPr>
          <a:xfrm>
            <a:off x="2618128" y="1806412"/>
            <a:ext cx="6955750" cy="144655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>
                  <a:glow>
                    <a:prstClr val="white"/>
                  </a:glow>
                </a:effectLst>
                <a:uLnTx/>
                <a:uFillTx/>
                <a:cs typeface="+mn-ea"/>
                <a:sym typeface="+mn-lt"/>
              </a:rPr>
              <a:t>感谢大家观看</a:t>
            </a:r>
          </a:p>
        </p:txBody>
      </p:sp>
      <p:sp>
        <p:nvSpPr>
          <p:cNvPr id="32" name="TextBox 36">
            <a:extLst>
              <a:ext uri="{FF2B5EF4-FFF2-40B4-BE49-F238E27FC236}">
                <a16:creationId xmlns:a16="http://schemas.microsoft.com/office/drawing/2014/main" id="{C3D5990E-27FC-B7E3-0865-9C71F5188F09}"/>
              </a:ext>
            </a:extLst>
          </p:cNvPr>
          <p:cNvSpPr txBox="1"/>
          <p:nvPr/>
        </p:nvSpPr>
        <p:spPr>
          <a:xfrm>
            <a:off x="2386013" y="3409668"/>
            <a:ext cx="7419974" cy="680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Please click here to add appropriate text to explain, you can directly copy and paste the text content.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F49DB43-A45F-D9EE-0A72-BF7153E11323}"/>
              </a:ext>
            </a:extLst>
          </p:cNvPr>
          <p:cNvGrpSpPr/>
          <p:nvPr/>
        </p:nvGrpSpPr>
        <p:grpSpPr>
          <a:xfrm>
            <a:off x="4285516" y="4876315"/>
            <a:ext cx="3620968" cy="468000"/>
            <a:chOff x="4303832" y="4578533"/>
            <a:chExt cx="3620968" cy="432000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618FC56A-0C02-E887-4A01-621B9D504029}"/>
                </a:ext>
              </a:extLst>
            </p:cNvPr>
            <p:cNvSpPr/>
            <p:nvPr/>
          </p:nvSpPr>
          <p:spPr>
            <a:xfrm>
              <a:off x="4303832" y="4578533"/>
              <a:ext cx="1728000" cy="432000"/>
            </a:xfrm>
            <a:prstGeom prst="roundRect">
              <a:avLst>
                <a:gd name="adj" fmla="val 50000"/>
              </a:avLst>
            </a:prstGeom>
            <a:solidFill>
              <a:srgbClr val="7E8A7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rPr>
                <a:t>第一</a:t>
              </a:r>
              <a:r>
                <a:rPr kumimoji="0" lang="en-US" altLang="zh-CN" sz="18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rPr>
                <a:t>PPT</a:t>
              </a:r>
              <a:endParaRPr kumimoji="0" lang="zh-CN" altLang="en-US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73808605-55AB-FD37-6E51-63F4A29B795D}"/>
                </a:ext>
              </a:extLst>
            </p:cNvPr>
            <p:cNvSpPr/>
            <p:nvPr/>
          </p:nvSpPr>
          <p:spPr>
            <a:xfrm>
              <a:off x="6196800" y="4578533"/>
              <a:ext cx="1728000" cy="432000"/>
            </a:xfrm>
            <a:prstGeom prst="roundRect">
              <a:avLst>
                <a:gd name="adj" fmla="val 50000"/>
              </a:avLst>
            </a:prstGeom>
            <a:solidFill>
              <a:srgbClr val="DA9A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rPr>
                <a:t>日期：</a:t>
              </a:r>
              <a:r>
                <a:rPr kumimoji="0" lang="en-US" altLang="zh-CN" sz="18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rPr>
                <a:t>20XX</a:t>
              </a:r>
              <a:endParaRPr kumimoji="0" lang="zh-CN" altLang="en-US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4EBD167D-6C31-1CD2-F546-9418F8C696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2182"/>
            <a:ext cx="1146628" cy="105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307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airplan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563048" y="3933056"/>
            <a:ext cx="7263527" cy="877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素材授权</a:t>
            </a:r>
            <a:r>
              <a:rPr lang="en-US" altLang="zh-CN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/</a:t>
            </a:r>
            <a:r>
              <a:rPr lang="zh-CN" altLang="en-US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素材来源</a:t>
            </a:r>
            <a:r>
              <a:rPr lang="en-US" altLang="zh-CN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@</a:t>
            </a:r>
            <a:r>
              <a:rPr lang="zh-CN" altLang="en-US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包图网</a:t>
            </a:r>
            <a:endParaRPr lang="en-US" altLang="zh-CN" sz="2400" kern="0" dirty="0">
              <a:solidFill>
                <a:srgbClr val="FFC000"/>
              </a:solidFill>
              <a:latin typeface="汉仪中圆简" panose="02010609000101010101" pitchFamily="49" charset="-122"/>
              <a:ea typeface="汉仪中圆简" panose="02010609000101010101" pitchFamily="49" charset="-122"/>
            </a:endParaRPr>
          </a:p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本素材仅供学习研究使用。禁止商用、传播、转载。</a:t>
            </a:r>
            <a:endParaRPr lang="en-US" altLang="zh-CN" sz="2400" kern="0" dirty="0">
              <a:solidFill>
                <a:srgbClr val="FFC000"/>
              </a:solidFill>
              <a:latin typeface="汉仪中圆简" panose="02010609000101010101" pitchFamily="49" charset="-122"/>
              <a:ea typeface="汉仪中圆简" panose="02010609000101010101" pitchFamily="49" charset="-122"/>
            </a:endParaRPr>
          </a:p>
        </p:txBody>
      </p:sp>
      <p:pic>
        <p:nvPicPr>
          <p:cNvPr id="1026" name="Picture 2" descr="https://js.ibaotu.com/revision/img/logo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65281" y="1844823"/>
            <a:ext cx="2259061" cy="87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4594053" y="2802290"/>
            <a:ext cx="3201517" cy="407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https://ibaotu.com/ppt/</a:t>
            </a:r>
            <a:r>
              <a:rPr lang="en-US" altLang="zh-CN" sz="2000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5716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071664" y="4437112"/>
            <a:ext cx="6768752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www.1ppt.com/sucai/</a:t>
            </a:r>
            <a:endParaRPr lang="en-US" altLang="zh-CN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Excel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个人简历：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手抄报：   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试题下载：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1524000" y="2998276"/>
            <a:ext cx="9144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kern="0" dirty="0">
              <a:solidFill>
                <a:srgbClr val="005397"/>
              </a:solidFill>
              <a:latin typeface="Arial"/>
              <a:ea typeface="微软雅黑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1920306" y="3097346"/>
            <a:ext cx="4103687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可以在下列情况使用</a:t>
            </a:r>
            <a:endParaRPr lang="zh-CN" altLang="en-US" sz="1200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个人学习、研究。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096000" y="3097346"/>
            <a:ext cx="4103688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不可以在以下情况使用</a:t>
            </a:r>
            <a:endParaRPr lang="zh-CN" altLang="en-US" sz="1050" b="1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网络转</a:t>
            </a:r>
            <a:r>
              <a:rPr lang="zh-CN" altLang="en-US" sz="1200" ker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载、线上线下传</a:t>
            </a: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播。</a:t>
            </a:r>
            <a:endParaRPr lang="zh-CN" altLang="en-GB" sz="1200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26" y="356246"/>
            <a:ext cx="5919787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1410688"/>
      </p:ext>
    </p:extLst>
  </p:cSld>
  <p:clrMapOvr>
    <a:masterClrMapping/>
  </p:clrMapOvr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yb1yq1l">
      <a:majorFont>
        <a:latin typeface="Arial" panose="020F0302020204030204"/>
        <a:ea typeface="幼圆"/>
        <a:cs typeface=""/>
      </a:majorFont>
      <a:minorFont>
        <a:latin typeface="Arial" panose="020F0502020204030204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2373</Words>
  <Application>Microsoft Office PowerPoint</Application>
  <PresentationFormat>宽屏</PresentationFormat>
  <Paragraphs>234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Gill Sans</vt:lpstr>
      <vt:lpstr>汉仪中圆简</vt:lpstr>
      <vt:lpstr>思源宋体 CN</vt:lpstr>
      <vt:lpstr>思源宋体 CN Heavy</vt:lpstr>
      <vt:lpstr>微软雅黑</vt:lpstr>
      <vt:lpstr>Arial</vt:lpstr>
      <vt:lpstr>Calibri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莫兰迪</dc:title>
  <dc:creator>第一PPT</dc:creator>
  <cp:keywords>www.1ppt.com</cp:keywords>
  <dc:description>www.1ppt.com</dc:description>
  <cp:lastModifiedBy>Administrator</cp:lastModifiedBy>
  <cp:revision>32</cp:revision>
  <dcterms:created xsi:type="dcterms:W3CDTF">2022-09-12T08:53:25Z</dcterms:created>
  <dcterms:modified xsi:type="dcterms:W3CDTF">2022-12-16T08:51:54Z</dcterms:modified>
</cp:coreProperties>
</file>