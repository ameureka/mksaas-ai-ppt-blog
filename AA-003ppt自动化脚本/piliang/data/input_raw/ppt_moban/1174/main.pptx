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6.png" ContentType="image/png"/>
  <Override PartName="/ppt/media/image14.png" ContentType="image/png"/>
  <Override PartName="/ppt/media/image5.jpeg" ContentType="image/jpeg"/>
  <Override PartName="/ppt/media/image13.png" ContentType="image/png"/>
  <Override PartName="/ppt/media/image15.png" ContentType="image/png"/>
  <Override PartName="/ppt/media/image3.jpeg" ContentType="image/jpeg"/>
  <Override PartName="/ppt/media/image9.png" ContentType="image/png"/>
  <Override PartName="/ppt/media/image23.png" ContentType="image/png"/>
  <Override PartName="/ppt/media/image12.png" ContentType="image/png"/>
  <Override PartName="/ppt/media/image17.png" ContentType="image/png"/>
  <Override PartName="/ppt/media/image11.png" ContentType="image/png"/>
  <Override PartName="/ppt/media/image10.png" ContentType="image/png"/>
  <Override PartName="/ppt/media/image24.jpeg" ContentType="image/jpeg"/>
  <Override PartName="/ppt/media/image18.png" ContentType="image/png"/>
  <Override PartName="/ppt/media/image16.png" ContentType="image/png"/>
  <Override PartName="/ppt/media/image22.png" ContentType="image/png"/>
  <Override PartName="/ppt/media/image2.jpeg" ContentType="image/jpeg"/>
  <Override PartName="/ppt/media/image19.png" ContentType="image/png"/>
  <Override PartName="/ppt/media/image7.png" ContentType="image/png"/>
  <Override PartName="/ppt/media/image20.png" ContentType="image/png"/>
  <Override PartName="/ppt/media/image4.jpeg" ContentType="image/jpeg"/>
  <Override PartName="/ppt/media/image8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/>
          <p:nvPr/>
        </p:nvSpPr>
        <p:spPr>
          <a:xfrm>
            <a:off x="0" y="6378480"/>
            <a:ext cx="9144000" cy="479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3399">
                  <a:alpha val="50196"/>
                </a:srgbClr>
              </a:gs>
              <a:gs pos="100000">
                <a:srgbClr val="ffffff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2" descr="花纹1"/>
          <p:cNvPicPr/>
          <p:nvPr/>
        </p:nvPicPr>
        <p:blipFill>
          <a:blip r:embed="rId2"/>
          <a:stretch/>
        </p:blipFill>
        <p:spPr>
          <a:xfrm>
            <a:off x="7593120" y="5126040"/>
            <a:ext cx="1550880" cy="173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1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3399">
                  <a:alpha val="50196"/>
                </a:srgbClr>
              </a:gs>
              <a:gs pos="100000">
                <a:srgbClr val="ffffff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roup 8"/>
          <p:cNvGrpSpPr/>
          <p:nvPr/>
        </p:nvGrpSpPr>
        <p:grpSpPr>
          <a:xfrm>
            <a:off x="228600" y="171360"/>
            <a:ext cx="952560" cy="952560"/>
            <a:chOff x="228600" y="171360"/>
            <a:chExt cx="952560" cy="952560"/>
          </a:xfrm>
        </p:grpSpPr>
        <p:sp>
          <p:nvSpPr>
            <p:cNvPr id="6" name="Oval 9"/>
            <p:cNvSpPr/>
            <p:nvPr/>
          </p:nvSpPr>
          <p:spPr>
            <a:xfrm>
              <a:off x="228600" y="171360"/>
              <a:ext cx="952560" cy="952560"/>
            </a:xfrm>
            <a:prstGeom prst="ellipse">
              <a:avLst/>
            </a:prstGeom>
            <a:solidFill>
              <a:srgbClr val="3333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Oval 10" descr="5643ce3129163969ac4b5ff0"/>
            <p:cNvSpPr/>
            <p:nvPr/>
          </p:nvSpPr>
          <p:spPr>
            <a:xfrm>
              <a:off x="289080" y="228960"/>
              <a:ext cx="825840" cy="82584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48E581-AF1F-41FB-AB5D-56AB08012BB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7" descr="主题背景"/>
          <p:cNvPicPr/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" name="Group 8"/>
          <p:cNvGrpSpPr/>
          <p:nvPr/>
        </p:nvGrpSpPr>
        <p:grpSpPr>
          <a:xfrm>
            <a:off x="1981080" y="0"/>
            <a:ext cx="3505320" cy="6858000"/>
            <a:chOff x="1981080" y="0"/>
            <a:chExt cx="3505320" cy="6858000"/>
          </a:xfrm>
        </p:grpSpPr>
        <p:sp>
          <p:nvSpPr>
            <p:cNvPr id="15" name="Rectangle 9"/>
            <p:cNvSpPr/>
            <p:nvPr/>
          </p:nvSpPr>
          <p:spPr>
            <a:xfrm>
              <a:off x="1981080" y="0"/>
              <a:ext cx="28195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Rectangle 10"/>
            <p:cNvSpPr/>
            <p:nvPr/>
          </p:nvSpPr>
          <p:spPr>
            <a:xfrm>
              <a:off x="2666880" y="0"/>
              <a:ext cx="21337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11"/>
            <p:cNvSpPr/>
            <p:nvPr/>
          </p:nvSpPr>
          <p:spPr>
            <a:xfrm>
              <a:off x="3352680" y="0"/>
              <a:ext cx="14479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Rectangle 12"/>
            <p:cNvSpPr/>
            <p:nvPr/>
          </p:nvSpPr>
          <p:spPr>
            <a:xfrm>
              <a:off x="4038480" y="0"/>
              <a:ext cx="14479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" name="Group 13"/>
          <p:cNvGrpSpPr/>
          <p:nvPr/>
        </p:nvGrpSpPr>
        <p:grpSpPr>
          <a:xfrm>
            <a:off x="2008080" y="1170000"/>
            <a:ext cx="1494000" cy="1493640"/>
            <a:chOff x="2008080" y="1170000"/>
            <a:chExt cx="1494000" cy="1493640"/>
          </a:xfrm>
        </p:grpSpPr>
        <p:sp>
          <p:nvSpPr>
            <p:cNvPr id="20" name="Oval 14"/>
            <p:cNvSpPr/>
            <p:nvPr/>
          </p:nvSpPr>
          <p:spPr>
            <a:xfrm>
              <a:off x="2008080" y="1170000"/>
              <a:ext cx="1494000" cy="1493640"/>
            </a:xfrm>
            <a:prstGeom prst="ellipse">
              <a:avLst/>
            </a:prstGeom>
            <a:solidFill>
              <a:srgbClr val="3333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Oval 15" descr="9b1c8e08844856b40a7b82ea"/>
            <p:cNvSpPr/>
            <p:nvPr/>
          </p:nvSpPr>
          <p:spPr>
            <a:xfrm>
              <a:off x="2103480" y="1260360"/>
              <a:ext cx="1295280" cy="129528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 w="7632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268880" y="4643280"/>
            <a:ext cx="1066680" cy="1067040"/>
            <a:chOff x="4268880" y="4643280"/>
            <a:chExt cx="1066680" cy="1067040"/>
          </a:xfrm>
        </p:grpSpPr>
        <p:sp>
          <p:nvSpPr>
            <p:cNvPr id="23" name="Oval 17"/>
            <p:cNvSpPr/>
            <p:nvPr/>
          </p:nvSpPr>
          <p:spPr>
            <a:xfrm>
              <a:off x="4268880" y="4643280"/>
              <a:ext cx="1066680" cy="1067040"/>
            </a:xfrm>
            <a:prstGeom prst="ellipse">
              <a:avLst/>
            </a:prstGeom>
            <a:solidFill>
              <a:srgbClr val="3333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Oval 18" descr="u=2634006143,3250854187&amp;fm=2&amp;gp=49"/>
            <p:cNvSpPr/>
            <p:nvPr/>
          </p:nvSpPr>
          <p:spPr>
            <a:xfrm>
              <a:off x="4336920" y="4707720"/>
              <a:ext cx="924840" cy="925200"/>
            </a:xfrm>
            <a:prstGeom prst="ellipse">
              <a:avLst/>
            </a:prstGeom>
            <a:blipFill rotWithShape="0">
              <a:blip r:embed="rId4"/>
              <a:srcRect/>
              <a:stretch/>
            </a:blipFill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A697CA-C9C7-48F1-9ED2-346834CB1A4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455560" y="2265120"/>
            <a:ext cx="439884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400" strike="noStrike" u="none">
                <a:solidFill>
                  <a:srgbClr val="1e4649"/>
                </a:solidFill>
                <a:effectLst/>
                <a:uFillTx/>
                <a:latin typeface="华文隶书"/>
                <a:ea typeface="华文隶书"/>
              </a:rPr>
              <a:t>第一</a:t>
            </a:r>
            <a:r>
              <a:rPr b="0" lang="en-US" sz="4400" strike="noStrike" u="none">
                <a:solidFill>
                  <a:srgbClr val="1e4649"/>
                </a:solidFill>
                <a:effectLst/>
                <a:uFillTx/>
                <a:latin typeface="华文隶书"/>
                <a:ea typeface="华文隶书"/>
              </a:rPr>
              <a:t>PPT</a:t>
            </a:r>
            <a:r>
              <a:rPr b="0" lang="zh-CN" sz="4400" strike="noStrike" u="none">
                <a:solidFill>
                  <a:srgbClr val="1e4649"/>
                </a:solidFill>
                <a:effectLst/>
                <a:uFillTx/>
                <a:latin typeface="华文隶书"/>
                <a:ea typeface="华文隶书"/>
              </a:rPr>
              <a:t>模板网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417640" y="4946400"/>
            <a:ext cx="3506760" cy="7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9ed3d7"/>
                </a:solidFill>
                <a:effectLst/>
                <a:uFillTx/>
                <a:latin typeface="华文隶书"/>
                <a:ea typeface="华文隶书"/>
              </a:rPr>
              <a:t>WWW.1PPT.COM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Group 51"/>
          <p:cNvGrpSpPr/>
          <p:nvPr/>
        </p:nvGrpSpPr>
        <p:grpSpPr>
          <a:xfrm>
            <a:off x="2309760" y="1734480"/>
            <a:ext cx="4792680" cy="789480"/>
            <a:chOff x="2309760" y="1734480"/>
            <a:chExt cx="4792680" cy="789480"/>
          </a:xfrm>
        </p:grpSpPr>
        <p:sp>
          <p:nvSpPr>
            <p:cNvPr id="34" name="Line 5"/>
            <p:cNvSpPr/>
            <p:nvPr/>
          </p:nvSpPr>
          <p:spPr>
            <a:xfrm>
              <a:off x="2554200" y="239688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" name="Picture 6" descr="小花纹"/>
            <p:cNvPicPr/>
            <p:nvPr/>
          </p:nvPicPr>
          <p:blipFill>
            <a:blip r:embed="rId1">
              <a:lum bright="36000"/>
            </a:blip>
            <a:stretch/>
          </p:blipFill>
          <p:spPr>
            <a:xfrm flipH="1" rot="2104200">
              <a:off x="6516360" y="180612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6" name="Group 7"/>
            <p:cNvGrpSpPr/>
            <p:nvPr/>
          </p:nvGrpSpPr>
          <p:grpSpPr>
            <a:xfrm>
              <a:off x="2309760" y="2197080"/>
              <a:ext cx="316080" cy="326880"/>
              <a:chOff x="2309760" y="2197080"/>
              <a:chExt cx="316080" cy="326880"/>
            </a:xfrm>
          </p:grpSpPr>
          <p:sp>
            <p:nvSpPr>
              <p:cNvPr id="37" name="Oval 8"/>
              <p:cNvSpPr/>
              <p:nvPr/>
            </p:nvSpPr>
            <p:spPr>
              <a:xfrm>
                <a:off x="2309760" y="219708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Oval 9"/>
              <p:cNvSpPr/>
              <p:nvPr/>
            </p:nvSpPr>
            <p:spPr>
              <a:xfrm>
                <a:off x="2342880" y="223236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Oval 10"/>
              <p:cNvSpPr/>
              <p:nvPr/>
            </p:nvSpPr>
            <p:spPr>
              <a:xfrm>
                <a:off x="2377440" y="226800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Oval 11"/>
              <p:cNvSpPr/>
              <p:nvPr/>
            </p:nvSpPr>
            <p:spPr>
              <a:xfrm>
                <a:off x="2412720" y="230220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" name="Text Box 12"/>
          <p:cNvSpPr/>
          <p:nvPr/>
        </p:nvSpPr>
        <p:spPr>
          <a:xfrm>
            <a:off x="2865600" y="1900080"/>
            <a:ext cx="350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" name="Group 52"/>
          <p:cNvGrpSpPr/>
          <p:nvPr/>
        </p:nvGrpSpPr>
        <p:grpSpPr>
          <a:xfrm>
            <a:off x="2322360" y="2458440"/>
            <a:ext cx="4792680" cy="789480"/>
            <a:chOff x="2322360" y="2458440"/>
            <a:chExt cx="4792680" cy="789480"/>
          </a:xfrm>
        </p:grpSpPr>
        <p:sp>
          <p:nvSpPr>
            <p:cNvPr id="43" name="Line 53"/>
            <p:cNvSpPr/>
            <p:nvPr/>
          </p:nvSpPr>
          <p:spPr>
            <a:xfrm>
              <a:off x="2566800" y="312084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4" name="Picture 54" descr="小花纹"/>
            <p:cNvPicPr/>
            <p:nvPr/>
          </p:nvPicPr>
          <p:blipFill>
            <a:blip r:embed="rId2">
              <a:lum bright="36000"/>
            </a:blip>
            <a:stretch/>
          </p:blipFill>
          <p:spPr>
            <a:xfrm flipH="1" rot="2104200">
              <a:off x="6528960" y="253008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5" name="Group 55"/>
            <p:cNvGrpSpPr/>
            <p:nvPr/>
          </p:nvGrpSpPr>
          <p:grpSpPr>
            <a:xfrm>
              <a:off x="2322360" y="2921040"/>
              <a:ext cx="316080" cy="326880"/>
              <a:chOff x="2322360" y="2921040"/>
              <a:chExt cx="316080" cy="326880"/>
            </a:xfrm>
          </p:grpSpPr>
          <p:sp>
            <p:nvSpPr>
              <p:cNvPr id="46" name="Oval 56"/>
              <p:cNvSpPr/>
              <p:nvPr/>
            </p:nvSpPr>
            <p:spPr>
              <a:xfrm>
                <a:off x="2322360" y="292104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Oval 57"/>
              <p:cNvSpPr/>
              <p:nvPr/>
            </p:nvSpPr>
            <p:spPr>
              <a:xfrm>
                <a:off x="2355480" y="295632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Oval 58"/>
              <p:cNvSpPr/>
              <p:nvPr/>
            </p:nvSpPr>
            <p:spPr>
              <a:xfrm>
                <a:off x="2390040" y="299196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Oval 59"/>
              <p:cNvSpPr/>
              <p:nvPr/>
            </p:nvSpPr>
            <p:spPr>
              <a:xfrm>
                <a:off x="2425320" y="302616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" name="Text Box 60"/>
          <p:cNvSpPr/>
          <p:nvPr/>
        </p:nvSpPr>
        <p:spPr>
          <a:xfrm>
            <a:off x="2878200" y="2624040"/>
            <a:ext cx="350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" name="Group 61"/>
          <p:cNvGrpSpPr/>
          <p:nvPr/>
        </p:nvGrpSpPr>
        <p:grpSpPr>
          <a:xfrm>
            <a:off x="2335320" y="3271320"/>
            <a:ext cx="4792680" cy="789480"/>
            <a:chOff x="2335320" y="3271320"/>
            <a:chExt cx="4792680" cy="789480"/>
          </a:xfrm>
        </p:grpSpPr>
        <p:sp>
          <p:nvSpPr>
            <p:cNvPr id="52" name="Line 62"/>
            <p:cNvSpPr/>
            <p:nvPr/>
          </p:nvSpPr>
          <p:spPr>
            <a:xfrm>
              <a:off x="2579760" y="393372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3" name="Picture 63" descr="小花纹"/>
            <p:cNvPicPr/>
            <p:nvPr/>
          </p:nvPicPr>
          <p:blipFill>
            <a:blip r:embed="rId3">
              <a:lum bright="36000"/>
            </a:blip>
            <a:stretch/>
          </p:blipFill>
          <p:spPr>
            <a:xfrm flipH="1" rot="2104200">
              <a:off x="6541920" y="334296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" name="Group 64"/>
            <p:cNvGrpSpPr/>
            <p:nvPr/>
          </p:nvGrpSpPr>
          <p:grpSpPr>
            <a:xfrm>
              <a:off x="2335320" y="3733920"/>
              <a:ext cx="316080" cy="326880"/>
              <a:chOff x="2335320" y="3733920"/>
              <a:chExt cx="316080" cy="326880"/>
            </a:xfrm>
          </p:grpSpPr>
          <p:sp>
            <p:nvSpPr>
              <p:cNvPr id="55" name="Oval 65"/>
              <p:cNvSpPr/>
              <p:nvPr/>
            </p:nvSpPr>
            <p:spPr>
              <a:xfrm>
                <a:off x="2335320" y="373392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Oval 66"/>
              <p:cNvSpPr/>
              <p:nvPr/>
            </p:nvSpPr>
            <p:spPr>
              <a:xfrm>
                <a:off x="2368440" y="376920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Oval 67"/>
              <p:cNvSpPr/>
              <p:nvPr/>
            </p:nvSpPr>
            <p:spPr>
              <a:xfrm>
                <a:off x="2403000" y="380484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Oval 68"/>
              <p:cNvSpPr/>
              <p:nvPr/>
            </p:nvSpPr>
            <p:spPr>
              <a:xfrm>
                <a:off x="2438280" y="383904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" name="Text Box 69"/>
          <p:cNvSpPr/>
          <p:nvPr/>
        </p:nvSpPr>
        <p:spPr>
          <a:xfrm>
            <a:off x="2890800" y="3436920"/>
            <a:ext cx="3508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70"/>
          <p:cNvGrpSpPr/>
          <p:nvPr/>
        </p:nvGrpSpPr>
        <p:grpSpPr>
          <a:xfrm>
            <a:off x="2335320" y="4058640"/>
            <a:ext cx="4792680" cy="789480"/>
            <a:chOff x="2335320" y="4058640"/>
            <a:chExt cx="4792680" cy="789480"/>
          </a:xfrm>
        </p:grpSpPr>
        <p:sp>
          <p:nvSpPr>
            <p:cNvPr id="61" name="Line 71"/>
            <p:cNvSpPr/>
            <p:nvPr/>
          </p:nvSpPr>
          <p:spPr>
            <a:xfrm>
              <a:off x="2579760" y="472104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2" name="Picture 72" descr="小花纹"/>
            <p:cNvPicPr/>
            <p:nvPr/>
          </p:nvPicPr>
          <p:blipFill>
            <a:blip r:embed="rId4">
              <a:lum bright="36000"/>
            </a:blip>
            <a:stretch/>
          </p:blipFill>
          <p:spPr>
            <a:xfrm flipH="1" rot="2104200">
              <a:off x="6541920" y="413028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3" name="Group 73"/>
            <p:cNvGrpSpPr/>
            <p:nvPr/>
          </p:nvGrpSpPr>
          <p:grpSpPr>
            <a:xfrm>
              <a:off x="2335320" y="4521240"/>
              <a:ext cx="316080" cy="326880"/>
              <a:chOff x="2335320" y="4521240"/>
              <a:chExt cx="316080" cy="326880"/>
            </a:xfrm>
          </p:grpSpPr>
          <p:sp>
            <p:nvSpPr>
              <p:cNvPr id="64" name="Oval 74"/>
              <p:cNvSpPr/>
              <p:nvPr/>
            </p:nvSpPr>
            <p:spPr>
              <a:xfrm>
                <a:off x="2335320" y="452124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Oval 75"/>
              <p:cNvSpPr/>
              <p:nvPr/>
            </p:nvSpPr>
            <p:spPr>
              <a:xfrm>
                <a:off x="2368440" y="455652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Oval 76"/>
              <p:cNvSpPr/>
              <p:nvPr/>
            </p:nvSpPr>
            <p:spPr>
              <a:xfrm>
                <a:off x="2403000" y="459216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Oval 77"/>
              <p:cNvSpPr/>
              <p:nvPr/>
            </p:nvSpPr>
            <p:spPr>
              <a:xfrm>
                <a:off x="2438280" y="462636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" name="Text Box 78"/>
          <p:cNvSpPr/>
          <p:nvPr/>
        </p:nvSpPr>
        <p:spPr>
          <a:xfrm>
            <a:off x="2890800" y="4224240"/>
            <a:ext cx="3508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AutoShape 45"/>
          <p:cNvSpPr/>
          <p:nvPr/>
        </p:nvSpPr>
        <p:spPr>
          <a:xfrm>
            <a:off x="766800" y="1504800"/>
            <a:ext cx="7556400" cy="39261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44" descr="花纹"/>
          <p:cNvPicPr/>
          <p:nvPr/>
        </p:nvPicPr>
        <p:blipFill>
          <a:blip r:embed="rId1"/>
          <a:stretch/>
        </p:blipFill>
        <p:spPr>
          <a:xfrm>
            <a:off x="595440" y="3762360"/>
            <a:ext cx="1404720" cy="18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AutoShape 46"/>
          <p:cNvSpPr/>
          <p:nvPr/>
        </p:nvSpPr>
        <p:spPr>
          <a:xfrm>
            <a:off x="1182600" y="1262160"/>
            <a:ext cx="2527560" cy="471240"/>
          </a:xfrm>
          <a:prstGeom prst="roundRect">
            <a:avLst>
              <a:gd name="adj" fmla="val 3669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Box 47"/>
          <p:cNvSpPr/>
          <p:nvPr/>
        </p:nvSpPr>
        <p:spPr>
          <a:xfrm>
            <a:off x="1281240" y="129708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21"/>
          <p:cNvGrpSpPr/>
          <p:nvPr/>
        </p:nvGrpSpPr>
        <p:grpSpPr>
          <a:xfrm>
            <a:off x="935640" y="3624480"/>
            <a:ext cx="7595280" cy="2114280"/>
            <a:chOff x="935640" y="3624480"/>
            <a:chExt cx="7595280" cy="2114280"/>
          </a:xfrm>
        </p:grpSpPr>
        <p:grpSp>
          <p:nvGrpSpPr>
            <p:cNvPr id="76" name="Group 22"/>
            <p:cNvGrpSpPr/>
            <p:nvPr/>
          </p:nvGrpSpPr>
          <p:grpSpPr>
            <a:xfrm>
              <a:off x="935640" y="3624480"/>
              <a:ext cx="1531800" cy="2114280"/>
              <a:chOff x="935640" y="3624480"/>
              <a:chExt cx="1531800" cy="2114280"/>
            </a:xfrm>
          </p:grpSpPr>
          <p:pic>
            <p:nvPicPr>
              <p:cNvPr id="77" name="Picture 23" descr="未标题-1"/>
              <p:cNvPicPr/>
              <p:nvPr/>
            </p:nvPicPr>
            <p:blipFill>
              <a:blip r:embed="rId1"/>
              <a:stretch/>
            </p:blipFill>
            <p:spPr>
              <a:xfrm flipH="1" rot="5400000">
                <a:off x="1149120" y="4420440"/>
                <a:ext cx="111852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78" name="Picture 24" descr="未标题-1"/>
              <p:cNvPicPr/>
              <p:nvPr/>
            </p:nvPicPr>
            <p:blipFill>
              <a:blip r:embed="rId2"/>
              <a:stretch/>
            </p:blipFill>
            <p:spPr>
              <a:xfrm rot="5400000">
                <a:off x="1130040" y="3429720"/>
                <a:ext cx="112824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79" name="Rectangle 25"/>
            <p:cNvSpPr/>
            <p:nvPr/>
          </p:nvSpPr>
          <p:spPr>
            <a:xfrm flipH="1">
              <a:off x="1277640" y="4246560"/>
              <a:ext cx="460440" cy="91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AutoShape 26"/>
            <p:cNvSpPr/>
            <p:nvPr/>
          </p:nvSpPr>
          <p:spPr>
            <a:xfrm flipH="1">
              <a:off x="2454840" y="3811320"/>
              <a:ext cx="6075720" cy="178452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39000"/>
              </a:srgbClr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27"/>
          <p:cNvGrpSpPr/>
          <p:nvPr/>
        </p:nvGrpSpPr>
        <p:grpSpPr>
          <a:xfrm>
            <a:off x="899280" y="1280880"/>
            <a:ext cx="7595280" cy="2114280"/>
            <a:chOff x="899280" y="1280880"/>
            <a:chExt cx="7595280" cy="2114280"/>
          </a:xfrm>
        </p:grpSpPr>
        <p:grpSp>
          <p:nvGrpSpPr>
            <p:cNvPr id="82" name="Group 28"/>
            <p:cNvGrpSpPr/>
            <p:nvPr/>
          </p:nvGrpSpPr>
          <p:grpSpPr>
            <a:xfrm>
              <a:off x="899280" y="1280880"/>
              <a:ext cx="1531800" cy="2114280"/>
              <a:chOff x="899280" y="1280880"/>
              <a:chExt cx="1531800" cy="2114280"/>
            </a:xfrm>
          </p:grpSpPr>
          <p:pic>
            <p:nvPicPr>
              <p:cNvPr id="83" name="Picture 29" descr="未标题-1"/>
              <p:cNvPicPr/>
              <p:nvPr/>
            </p:nvPicPr>
            <p:blipFill>
              <a:blip r:embed="rId3"/>
              <a:stretch/>
            </p:blipFill>
            <p:spPr>
              <a:xfrm flipH="1" rot="5400000">
                <a:off x="1112760" y="2076840"/>
                <a:ext cx="111852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4" name="Picture 30" descr="未标题-1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1093680" y="1085760"/>
                <a:ext cx="112824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85" name="Rectangle 31"/>
            <p:cNvSpPr/>
            <p:nvPr/>
          </p:nvSpPr>
          <p:spPr>
            <a:xfrm flipH="1">
              <a:off x="1241640" y="1903320"/>
              <a:ext cx="460440" cy="91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AutoShape 32"/>
            <p:cNvSpPr/>
            <p:nvPr/>
          </p:nvSpPr>
          <p:spPr>
            <a:xfrm flipH="1">
              <a:off x="2418480" y="1468080"/>
              <a:ext cx="6075720" cy="178416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39000"/>
              </a:srgbClr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3"/>
          <p:cNvGrpSpPr/>
          <p:nvPr/>
        </p:nvGrpSpPr>
        <p:grpSpPr>
          <a:xfrm>
            <a:off x="876240" y="1023480"/>
            <a:ext cx="7644240" cy="1999080"/>
            <a:chOff x="876240" y="1023480"/>
            <a:chExt cx="7644240" cy="1999080"/>
          </a:xfrm>
        </p:grpSpPr>
        <p:grpSp>
          <p:nvGrpSpPr>
            <p:cNvPr id="89" name="Group 4"/>
            <p:cNvGrpSpPr/>
            <p:nvPr/>
          </p:nvGrpSpPr>
          <p:grpSpPr>
            <a:xfrm>
              <a:off x="7398360" y="1023480"/>
              <a:ext cx="1122120" cy="1085760"/>
              <a:chOff x="7398360" y="1023480"/>
              <a:chExt cx="1122120" cy="1085760"/>
            </a:xfrm>
          </p:grpSpPr>
          <p:pic>
            <p:nvPicPr>
              <p:cNvPr id="90" name="Picture 5" descr="未标题-12"/>
              <p:cNvPicPr/>
              <p:nvPr/>
            </p:nvPicPr>
            <p:blipFill>
              <a:blip r:embed="rId1"/>
              <a:stretch/>
            </p:blipFill>
            <p:spPr>
              <a:xfrm rot="4737600">
                <a:off x="7522560" y="1014120"/>
                <a:ext cx="592200" cy="741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1" name="Picture 6" descr="未标题-12"/>
              <p:cNvPicPr/>
              <p:nvPr/>
            </p:nvPicPr>
            <p:blipFill>
              <a:blip r:embed="rId2"/>
              <a:stretch/>
            </p:blipFill>
            <p:spPr>
              <a:xfrm rot="4737600">
                <a:off x="7801560" y="1387800"/>
                <a:ext cx="650160" cy="675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2" name="AutoShape 7"/>
            <p:cNvSpPr/>
            <p:nvPr/>
          </p:nvSpPr>
          <p:spPr>
            <a:xfrm flipH="1">
              <a:off x="876240" y="1614600"/>
              <a:ext cx="6975360" cy="140796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AutoShape 8"/>
            <p:cNvSpPr/>
            <p:nvPr/>
          </p:nvSpPr>
          <p:spPr>
            <a:xfrm>
              <a:off x="1182600" y="1262160"/>
              <a:ext cx="2527560" cy="471240"/>
            </a:xfrm>
            <a:prstGeom prst="roundRect">
              <a:avLst>
                <a:gd name="adj" fmla="val 36699"/>
              </a:avLst>
            </a:prstGeom>
            <a:solidFill>
              <a:srgbClr val="ffffff"/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 Box 9"/>
            <p:cNvSpPr/>
            <p:nvPr/>
          </p:nvSpPr>
          <p:spPr>
            <a:xfrm>
              <a:off x="1281240" y="1297080"/>
              <a:ext cx="26334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10"/>
          <p:cNvGrpSpPr/>
          <p:nvPr/>
        </p:nvGrpSpPr>
        <p:grpSpPr>
          <a:xfrm>
            <a:off x="865080" y="3355560"/>
            <a:ext cx="7644240" cy="1999080"/>
            <a:chOff x="865080" y="3355560"/>
            <a:chExt cx="7644240" cy="1999080"/>
          </a:xfrm>
        </p:grpSpPr>
        <p:grpSp>
          <p:nvGrpSpPr>
            <p:cNvPr id="96" name="Group 11"/>
            <p:cNvGrpSpPr/>
            <p:nvPr/>
          </p:nvGrpSpPr>
          <p:grpSpPr>
            <a:xfrm>
              <a:off x="7387200" y="3355560"/>
              <a:ext cx="1122120" cy="1085760"/>
              <a:chOff x="7387200" y="3355560"/>
              <a:chExt cx="1122120" cy="1085760"/>
            </a:xfrm>
          </p:grpSpPr>
          <p:pic>
            <p:nvPicPr>
              <p:cNvPr id="97" name="Picture 12" descr="未标题-12"/>
              <p:cNvPicPr/>
              <p:nvPr/>
            </p:nvPicPr>
            <p:blipFill>
              <a:blip r:embed="rId3"/>
              <a:stretch/>
            </p:blipFill>
            <p:spPr>
              <a:xfrm rot="4737600">
                <a:off x="7511400" y="3346200"/>
                <a:ext cx="592200" cy="741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8" name="Picture 13" descr="未标题-12"/>
              <p:cNvPicPr/>
              <p:nvPr/>
            </p:nvPicPr>
            <p:blipFill>
              <a:blip r:embed="rId4"/>
              <a:stretch/>
            </p:blipFill>
            <p:spPr>
              <a:xfrm rot="4737600">
                <a:off x="7790400" y="3719880"/>
                <a:ext cx="650160" cy="675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9" name="AutoShape 14"/>
            <p:cNvSpPr/>
            <p:nvPr/>
          </p:nvSpPr>
          <p:spPr>
            <a:xfrm flipH="1">
              <a:off x="865080" y="3946680"/>
              <a:ext cx="6975360" cy="140796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39000"/>
              </a:srgbClr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AutoShape 15"/>
            <p:cNvSpPr/>
            <p:nvPr/>
          </p:nvSpPr>
          <p:spPr>
            <a:xfrm>
              <a:off x="1171440" y="3594240"/>
              <a:ext cx="2527560" cy="471240"/>
            </a:xfrm>
            <a:prstGeom prst="roundRect">
              <a:avLst>
                <a:gd name="adj" fmla="val 36699"/>
              </a:avLst>
            </a:prstGeom>
            <a:solidFill>
              <a:srgbClr val="ffffff"/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 Box 16"/>
            <p:cNvSpPr/>
            <p:nvPr/>
          </p:nvSpPr>
          <p:spPr>
            <a:xfrm>
              <a:off x="1270080" y="3629160"/>
              <a:ext cx="26334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15"/>
          <p:cNvSpPr/>
          <p:nvPr/>
        </p:nvSpPr>
        <p:spPr>
          <a:xfrm>
            <a:off x="766800" y="1504800"/>
            <a:ext cx="7543800" cy="39261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AutoShape 16"/>
          <p:cNvSpPr/>
          <p:nvPr/>
        </p:nvSpPr>
        <p:spPr>
          <a:xfrm>
            <a:off x="1474920" y="1262160"/>
            <a:ext cx="2527200" cy="471240"/>
          </a:xfrm>
          <a:prstGeom prst="roundRect">
            <a:avLst>
              <a:gd name="adj" fmla="val 3669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Box 17"/>
          <p:cNvSpPr/>
          <p:nvPr/>
        </p:nvSpPr>
        <p:spPr>
          <a:xfrm>
            <a:off x="1573200" y="129708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6" descr="未标题-1"/>
          <p:cNvPicPr/>
          <p:nvPr/>
        </p:nvPicPr>
        <p:blipFill>
          <a:blip r:embed="rId1"/>
          <a:stretch/>
        </p:blipFill>
        <p:spPr>
          <a:xfrm>
            <a:off x="3487680" y="2746440"/>
            <a:ext cx="1604880" cy="270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Line 18"/>
          <p:cNvSpPr/>
          <p:nvPr/>
        </p:nvSpPr>
        <p:spPr>
          <a:xfrm>
            <a:off x="4546440" y="1503360"/>
            <a:ext cx="0" cy="1365120"/>
          </a:xfrm>
          <a:prstGeom prst="line">
            <a:avLst/>
          </a:prstGeom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AutoShape 19"/>
          <p:cNvSpPr/>
          <p:nvPr/>
        </p:nvSpPr>
        <p:spPr>
          <a:xfrm>
            <a:off x="5173560" y="1265400"/>
            <a:ext cx="2527560" cy="471240"/>
          </a:xfrm>
          <a:prstGeom prst="roundRect">
            <a:avLst>
              <a:gd name="adj" fmla="val 3669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Box 20"/>
          <p:cNvSpPr/>
          <p:nvPr/>
        </p:nvSpPr>
        <p:spPr>
          <a:xfrm>
            <a:off x="5272200" y="130032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Group 21"/>
          <p:cNvGrpSpPr/>
          <p:nvPr/>
        </p:nvGrpSpPr>
        <p:grpSpPr>
          <a:xfrm>
            <a:off x="41040" y="1592280"/>
            <a:ext cx="3071880" cy="4143960"/>
            <a:chOff x="41040" y="1592280"/>
            <a:chExt cx="3071880" cy="4143960"/>
          </a:xfrm>
        </p:grpSpPr>
        <p:sp>
          <p:nvSpPr>
            <p:cNvPr id="112" name="Rectangle 13"/>
            <p:cNvSpPr/>
            <p:nvPr/>
          </p:nvSpPr>
          <p:spPr>
            <a:xfrm>
              <a:off x="153720" y="1592280"/>
              <a:ext cx="2906640" cy="4083120"/>
            </a:xfrm>
            <a:prstGeom prst="rect">
              <a:avLst/>
            </a:prstGeom>
            <a:solidFill>
              <a:srgbClr val="ffffff">
                <a:alpha val="17000"/>
              </a:srgbClr>
            </a:solidFill>
            <a:ln w="2844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333399"/>
                  </a:solidFill>
                  <a:effectLst/>
                  <a:uFillTx/>
                  <a:latin typeface="Arial"/>
                </a:rPr>
                <a:t>ADD YOU TEXT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" name="Group 11"/>
            <p:cNvGrpSpPr/>
            <p:nvPr/>
          </p:nvGrpSpPr>
          <p:grpSpPr>
            <a:xfrm>
              <a:off x="41040" y="4255560"/>
              <a:ext cx="3071880" cy="1480680"/>
              <a:chOff x="41040" y="4255560"/>
              <a:chExt cx="3071880" cy="1480680"/>
            </a:xfrm>
          </p:grpSpPr>
          <p:pic>
            <p:nvPicPr>
              <p:cNvPr id="114" name="Picture 5" descr="花纹"/>
              <p:cNvPicPr/>
              <p:nvPr/>
            </p:nvPicPr>
            <p:blipFill>
              <a:blip r:embed="rId1">
                <a:lum bright="70000" contrast="-70000"/>
              </a:blip>
              <a:stretch/>
            </p:blipFill>
            <p:spPr>
              <a:xfrm>
                <a:off x="1283760" y="4296600"/>
                <a:ext cx="182916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5" name="Picture 7" descr="花纹"/>
              <p:cNvPicPr/>
              <p:nvPr/>
            </p:nvPicPr>
            <p:blipFill>
              <a:blip r:embed="rId2">
                <a:lum bright="70000" contrast="-70000"/>
              </a:blip>
              <a:stretch/>
            </p:blipFill>
            <p:spPr>
              <a:xfrm flipH="1" rot="21463200">
                <a:off x="68040" y="4293720"/>
                <a:ext cx="195552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16" name="Rectangle 17"/>
          <p:cNvSpPr/>
          <p:nvPr/>
        </p:nvSpPr>
        <p:spPr>
          <a:xfrm>
            <a:off x="3159000" y="1582560"/>
            <a:ext cx="2907000" cy="4083120"/>
          </a:xfrm>
          <a:prstGeom prst="rect">
            <a:avLst/>
          </a:prstGeom>
          <a:solidFill>
            <a:srgbClr val="ffffff">
              <a:alpha val="17000"/>
            </a:srgbClr>
          </a:solidFill>
          <a:ln w="28440">
            <a:solidFill>
              <a:srgbClr val="a3c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ADD YOU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Group 18"/>
          <p:cNvGrpSpPr/>
          <p:nvPr/>
        </p:nvGrpSpPr>
        <p:grpSpPr>
          <a:xfrm>
            <a:off x="3011040" y="4271400"/>
            <a:ext cx="3071880" cy="1480680"/>
            <a:chOff x="3011040" y="4271400"/>
            <a:chExt cx="3071880" cy="1480680"/>
          </a:xfrm>
        </p:grpSpPr>
        <p:pic>
          <p:nvPicPr>
            <p:cNvPr id="118" name="Picture 19" descr="花纹"/>
            <p:cNvPicPr/>
            <p:nvPr/>
          </p:nvPicPr>
          <p:blipFill>
            <a:blip r:embed="rId3"/>
            <a:stretch/>
          </p:blipFill>
          <p:spPr>
            <a:xfrm>
              <a:off x="4253760" y="4312440"/>
              <a:ext cx="1829160" cy="140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9" name="Picture 20" descr="花纹"/>
            <p:cNvPicPr/>
            <p:nvPr/>
          </p:nvPicPr>
          <p:blipFill>
            <a:blip r:embed="rId4"/>
            <a:stretch/>
          </p:blipFill>
          <p:spPr>
            <a:xfrm flipH="1" rot="21463200">
              <a:off x="3038040" y="4309560"/>
              <a:ext cx="1955520" cy="14040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0" name="Group 30"/>
          <p:cNvGrpSpPr/>
          <p:nvPr/>
        </p:nvGrpSpPr>
        <p:grpSpPr>
          <a:xfrm>
            <a:off x="6059160" y="1593720"/>
            <a:ext cx="3071880" cy="4143960"/>
            <a:chOff x="6059160" y="1593720"/>
            <a:chExt cx="3071880" cy="4143960"/>
          </a:xfrm>
        </p:grpSpPr>
        <p:sp>
          <p:nvSpPr>
            <p:cNvPr id="121" name="Rectangle 31"/>
            <p:cNvSpPr/>
            <p:nvPr/>
          </p:nvSpPr>
          <p:spPr>
            <a:xfrm>
              <a:off x="6172200" y="1593720"/>
              <a:ext cx="2907000" cy="4083120"/>
            </a:xfrm>
            <a:prstGeom prst="rect">
              <a:avLst/>
            </a:prstGeom>
            <a:solidFill>
              <a:srgbClr val="ffffff">
                <a:alpha val="17000"/>
              </a:srgbClr>
            </a:solidFill>
            <a:ln w="2844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333399"/>
                  </a:solidFill>
                  <a:effectLst/>
                  <a:uFillTx/>
                  <a:latin typeface="Arial"/>
                </a:rPr>
                <a:t>ADD YOU TEXT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" name="Group 32"/>
            <p:cNvGrpSpPr/>
            <p:nvPr/>
          </p:nvGrpSpPr>
          <p:grpSpPr>
            <a:xfrm>
              <a:off x="6059160" y="4257000"/>
              <a:ext cx="3071880" cy="1480680"/>
              <a:chOff x="6059160" y="4257000"/>
              <a:chExt cx="3071880" cy="1480680"/>
            </a:xfrm>
          </p:grpSpPr>
          <p:pic>
            <p:nvPicPr>
              <p:cNvPr id="123" name="Picture 33" descr="花纹"/>
              <p:cNvPicPr/>
              <p:nvPr/>
            </p:nvPicPr>
            <p:blipFill>
              <a:blip r:embed="rId5">
                <a:lum bright="70000" contrast="-70000"/>
              </a:blip>
              <a:stretch/>
            </p:blipFill>
            <p:spPr>
              <a:xfrm>
                <a:off x="7301880" y="4298040"/>
                <a:ext cx="182916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4" name="Picture 34" descr="花纹"/>
              <p:cNvPicPr/>
              <p:nvPr/>
            </p:nvPicPr>
            <p:blipFill>
              <a:blip r:embed="rId6">
                <a:lum bright="70000" contrast="-70000"/>
              </a:blip>
              <a:stretch/>
            </p:blipFill>
            <p:spPr>
              <a:xfrm flipH="1" rot="21463200">
                <a:off x="6086160" y="4295160"/>
                <a:ext cx="195552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pic>
        <p:nvPicPr>
          <p:cNvPr id="125" name="Picture 35" descr="花纹1"/>
          <p:cNvPicPr/>
          <p:nvPr/>
        </p:nvPicPr>
        <p:blipFill>
          <a:blip r:embed="rId7"/>
          <a:stretch/>
        </p:blipFill>
        <p:spPr>
          <a:xfrm>
            <a:off x="7593120" y="5126040"/>
            <a:ext cx="1550880" cy="173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3"/>
          <p:cNvSpPr/>
          <p:nvPr/>
        </p:nvSpPr>
        <p:spPr>
          <a:xfrm rot="20937600">
            <a:off x="2700000" y="1846440"/>
            <a:ext cx="3832200" cy="3686040"/>
          </a:xfrm>
          <a:prstGeom prst="ellipse">
            <a:avLst/>
          </a:prstGeom>
          <a:gradFill rotWithShape="0">
            <a:gsLst>
              <a:gs pos="0">
                <a:srgbClr val="e3f1f3"/>
              </a:gs>
              <a:gs pos="100000">
                <a:srgbClr val="dfeff1">
                  <a:alpha val="69020"/>
                </a:srgbClr>
              </a:gs>
            </a:gsLst>
            <a:path path="rect">
              <a:fillToRect l="50000" t="50000" r="50000" b="50000"/>
            </a:path>
          </a:gra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AutoShape 4"/>
          <p:cNvSpPr/>
          <p:nvPr/>
        </p:nvSpPr>
        <p:spPr>
          <a:xfrm rot="20937600">
            <a:off x="3174480" y="2306160"/>
            <a:ext cx="2918160" cy="2800440"/>
          </a:xfrm>
          <a:prstGeom prst="flowChartSummingJunction">
            <a:avLst/>
          </a:prstGeom>
          <a:solidFill>
            <a:srgbClr val="f5f5f5"/>
          </a:solidFill>
          <a:ln w="9360">
            <a:solidFill>
              <a:srgbClr val="f5f5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5" descr="未标题-12"/>
          <p:cNvPicPr/>
          <p:nvPr/>
        </p:nvPicPr>
        <p:blipFill>
          <a:blip r:embed="rId1"/>
          <a:stretch/>
        </p:blipFill>
        <p:spPr>
          <a:xfrm rot="20937600">
            <a:off x="3549600" y="3070080"/>
            <a:ext cx="1055880" cy="115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6" descr="未标题-12"/>
          <p:cNvPicPr/>
          <p:nvPr/>
        </p:nvPicPr>
        <p:blipFill>
          <a:blip r:embed="rId2"/>
          <a:stretch/>
        </p:blipFill>
        <p:spPr>
          <a:xfrm rot="20937600">
            <a:off x="3993840" y="3741480"/>
            <a:ext cx="1158840" cy="105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7" descr="未标题-12"/>
          <p:cNvPicPr/>
          <p:nvPr/>
        </p:nvPicPr>
        <p:blipFill>
          <a:blip r:embed="rId3"/>
          <a:stretch/>
        </p:blipFill>
        <p:spPr>
          <a:xfrm rot="20937600">
            <a:off x="4651200" y="3211560"/>
            <a:ext cx="1055880" cy="115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8" descr="未标题-12"/>
          <p:cNvPicPr/>
          <p:nvPr/>
        </p:nvPicPr>
        <p:blipFill>
          <a:blip r:embed="rId4"/>
          <a:stretch/>
        </p:blipFill>
        <p:spPr>
          <a:xfrm rot="20937600">
            <a:off x="4105440" y="2639520"/>
            <a:ext cx="1158840" cy="105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Box 21"/>
          <p:cNvSpPr/>
          <p:nvPr/>
        </p:nvSpPr>
        <p:spPr>
          <a:xfrm>
            <a:off x="4338720" y="188136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Box 22"/>
          <p:cNvSpPr/>
          <p:nvPr/>
        </p:nvSpPr>
        <p:spPr>
          <a:xfrm>
            <a:off x="5958000" y="348444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Box 23"/>
          <p:cNvSpPr/>
          <p:nvPr/>
        </p:nvSpPr>
        <p:spPr>
          <a:xfrm>
            <a:off x="4272120" y="512460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Box 24"/>
          <p:cNvSpPr/>
          <p:nvPr/>
        </p:nvSpPr>
        <p:spPr>
          <a:xfrm>
            <a:off x="2583000" y="352116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" name="Group 25"/>
          <p:cNvGrpSpPr/>
          <p:nvPr/>
        </p:nvGrpSpPr>
        <p:grpSpPr>
          <a:xfrm>
            <a:off x="4681440" y="1587600"/>
            <a:ext cx="2916360" cy="245160"/>
            <a:chOff x="4681440" y="1587600"/>
            <a:chExt cx="2916360" cy="245160"/>
          </a:xfrm>
        </p:grpSpPr>
        <p:sp>
          <p:nvSpPr>
            <p:cNvPr id="138" name="Line 26"/>
            <p:cNvSpPr/>
            <p:nvPr/>
          </p:nvSpPr>
          <p:spPr>
            <a:xfrm flipV="1">
              <a:off x="4681440" y="1615680"/>
              <a:ext cx="0" cy="217080"/>
            </a:xfrm>
            <a:prstGeom prst="line">
              <a:avLst/>
            </a:prstGeom>
            <a:ln cap="rnd" w="19080">
              <a:solidFill>
                <a:srgbClr val="6699ff"/>
              </a:solidFill>
              <a:custDash>
                <a:ds d="100000" sp="1000"/>
              </a:custDash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Line 27"/>
            <p:cNvSpPr/>
            <p:nvPr/>
          </p:nvSpPr>
          <p:spPr>
            <a:xfrm>
              <a:off x="4681440" y="1587600"/>
              <a:ext cx="2916360" cy="0"/>
            </a:xfrm>
            <a:prstGeom prst="line">
              <a:avLst/>
            </a:prstGeom>
            <a:ln cap="rnd" w="19080">
              <a:solidFill>
                <a:srgbClr val="6699ff"/>
              </a:solidFill>
              <a:custDash>
                <a:ds d="100000" sp="1000"/>
              </a:custDash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" name="Line 28"/>
          <p:cNvSpPr/>
          <p:nvPr/>
        </p:nvSpPr>
        <p:spPr>
          <a:xfrm flipV="1">
            <a:off x="4597560" y="5513400"/>
            <a:ext cx="0" cy="21744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Line 29"/>
          <p:cNvSpPr/>
          <p:nvPr/>
        </p:nvSpPr>
        <p:spPr>
          <a:xfrm>
            <a:off x="1658880" y="5753160"/>
            <a:ext cx="2916360" cy="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Line 30"/>
          <p:cNvSpPr/>
          <p:nvPr/>
        </p:nvSpPr>
        <p:spPr>
          <a:xfrm>
            <a:off x="442800" y="3809880"/>
            <a:ext cx="2264040" cy="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Line 31"/>
          <p:cNvSpPr/>
          <p:nvPr/>
        </p:nvSpPr>
        <p:spPr>
          <a:xfrm>
            <a:off x="6518160" y="3789360"/>
            <a:ext cx="2264040" cy="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Box 32"/>
          <p:cNvSpPr/>
          <p:nvPr/>
        </p:nvSpPr>
        <p:spPr>
          <a:xfrm>
            <a:off x="4749840" y="120024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Box 33"/>
          <p:cNvSpPr/>
          <p:nvPr/>
        </p:nvSpPr>
        <p:spPr>
          <a:xfrm>
            <a:off x="6657840" y="336384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Box 34"/>
          <p:cNvSpPr/>
          <p:nvPr/>
        </p:nvSpPr>
        <p:spPr>
          <a:xfrm>
            <a:off x="1652760" y="576432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Box 35"/>
          <p:cNvSpPr/>
          <p:nvPr/>
        </p:nvSpPr>
        <p:spPr>
          <a:xfrm>
            <a:off x="396720" y="338616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rc 2"/>
          <p:cNvSpPr/>
          <p:nvPr/>
        </p:nvSpPr>
        <p:spPr>
          <a:xfrm>
            <a:off x="-17640" y="1555920"/>
            <a:ext cx="2217960" cy="3822480"/>
          </a:xfrm>
          <a:custGeom>
            <a:avLst/>
            <a:gdLst>
              <a:gd name="GluePoint1X" fmla="*/ 19035 w 21787"/>
              <a:gd name="GluePoint1Y" fmla="*/ 0 h 43200"/>
              <a:gd name="GluePoint2X" fmla="*/ 0 w 21787"/>
              <a:gd name="GluePoint2Y" fmla="*/ 3822612 h 43200"/>
              <a:gd name="GluePoint3X" fmla="*/ 19035 w 21787"/>
              <a:gd name="GluePoint3Y" fmla="*/ 1911350 h 43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787" h="43200">
                <a:moveTo>
                  <a:pt x="186" y="0"/>
                </a:moveTo>
                <a:cubicBezTo>
                  <a:pt x="12116" y="0"/>
                  <a:pt x="21787" y="9670"/>
                  <a:pt x="21787" y="21600"/>
                </a:cubicBezTo>
                <a:cubicBezTo>
                  <a:pt x="21787" y="33529"/>
                  <a:pt x="12116" y="43200"/>
                  <a:pt x="187" y="43200"/>
                </a:cubicBezTo>
                <a:cubicBezTo>
                  <a:pt x="124" y="43200"/>
                  <a:pt x="62" y="43199"/>
                  <a:pt x="-1" y="43199"/>
                </a:cubicBezTo>
              </a:path>
              <a:path stroke="0" w="21787" h="43200">
                <a:moveTo>
                  <a:pt x="186" y="0"/>
                </a:moveTo>
                <a:cubicBezTo>
                  <a:pt x="12116" y="0"/>
                  <a:pt x="21787" y="9670"/>
                  <a:pt x="21787" y="21600"/>
                </a:cubicBezTo>
                <a:cubicBezTo>
                  <a:pt x="21787" y="33529"/>
                  <a:pt x="12116" y="43200"/>
                  <a:pt x="187" y="43200"/>
                </a:cubicBezTo>
                <a:cubicBezTo>
                  <a:pt x="124" y="43200"/>
                  <a:pt x="62" y="43199"/>
                  <a:pt x="-1" y="43199"/>
                </a:cubicBezTo>
                <a:lnTo>
                  <a:pt x="187" y="21600"/>
                </a:lnTo>
                <a:lnTo>
                  <a:pt x="186" y="0"/>
                </a:lnTo>
                <a:close/>
              </a:path>
            </a:pathLst>
          </a:custGeom>
          <a:solidFill>
            <a:srgbClr val="ffffff">
              <a:alpha val="17000"/>
            </a:srgbClr>
          </a:solidFill>
          <a:ln w="28440">
            <a:solidFill>
              <a:srgbClr val="00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Picture 4" descr="花纹"/>
          <p:cNvPicPr/>
          <p:nvPr/>
        </p:nvPicPr>
        <p:blipFill>
          <a:blip r:embed="rId1">
            <a:lum bright="70000" contrast="-70000"/>
          </a:blip>
          <a:stretch/>
        </p:blipFill>
        <p:spPr>
          <a:xfrm>
            <a:off x="-314280" y="1833480"/>
            <a:ext cx="250668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Rectangle 12"/>
          <p:cNvSpPr/>
          <p:nvPr/>
        </p:nvSpPr>
        <p:spPr>
          <a:xfrm>
            <a:off x="1558800" y="1398600"/>
            <a:ext cx="6924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3"/>
          <p:cNvSpPr/>
          <p:nvPr/>
        </p:nvSpPr>
        <p:spPr>
          <a:xfrm>
            <a:off x="2163600" y="2367000"/>
            <a:ext cx="6454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4"/>
          <p:cNvSpPr/>
          <p:nvPr/>
        </p:nvSpPr>
        <p:spPr>
          <a:xfrm>
            <a:off x="2235240" y="3422520"/>
            <a:ext cx="6454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5"/>
          <p:cNvSpPr/>
          <p:nvPr/>
        </p:nvSpPr>
        <p:spPr>
          <a:xfrm>
            <a:off x="1698480" y="4565520"/>
            <a:ext cx="6924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04"/>
          <p:cNvSpPr/>
          <p:nvPr/>
        </p:nvSpPr>
        <p:spPr>
          <a:xfrm>
            <a:off x="2260440" y="3265560"/>
            <a:ext cx="4505400" cy="6141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9966ff">
                  <a:alpha val="17255"/>
                </a:srgbClr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Arc 94"/>
          <p:cNvSpPr/>
          <p:nvPr/>
        </p:nvSpPr>
        <p:spPr>
          <a:xfrm>
            <a:off x="0" y="1193760"/>
            <a:ext cx="2394000" cy="4788000"/>
          </a:xfrm>
          <a:custGeom>
            <a:avLst/>
            <a:gdLst>
              <a:gd name="GluePoint1X" fmla="*/ 0 w 21600"/>
              <a:gd name="GluePoint1Y" fmla="*/ 0 h 43188"/>
              <a:gd name="GluePoint2X" fmla="*/ 78136 w 21600"/>
              <a:gd name="GluePoint2Y" fmla="*/ 4787900 h 43188"/>
              <a:gd name="GluePoint3X" fmla="*/ 0 w 21600"/>
              <a:gd name="GluePoint3Y" fmla="*/ 2394615 h 43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</a:path>
              <a:path stroke="0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9966ff">
                  <a:alpha val="17255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93" descr="花纹"/>
          <p:cNvPicPr/>
          <p:nvPr/>
        </p:nvPicPr>
        <p:blipFill>
          <a:blip r:embed="rId1">
            <a:lum bright="70000" contrast="-70000"/>
          </a:blip>
          <a:stretch/>
        </p:blipFill>
        <p:spPr>
          <a:xfrm>
            <a:off x="-347760" y="1771560"/>
            <a:ext cx="250668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Arc 98"/>
          <p:cNvSpPr/>
          <p:nvPr/>
        </p:nvSpPr>
        <p:spPr>
          <a:xfrm flipH="1" rot="21465600">
            <a:off x="6660360" y="1119240"/>
            <a:ext cx="2494080" cy="4788000"/>
          </a:xfrm>
          <a:custGeom>
            <a:avLst/>
            <a:gdLst>
              <a:gd name="GluePoint1X" fmla="*/ 0 w 21600"/>
              <a:gd name="GluePoint1Y" fmla="*/ 0 h 43188"/>
              <a:gd name="GluePoint2X" fmla="*/ 81400 w 21600"/>
              <a:gd name="GluePoint2Y" fmla="*/ 4787900 h 43188"/>
              <a:gd name="GluePoint3X" fmla="*/ 0 w 21600"/>
              <a:gd name="GluePoint3Y" fmla="*/ 2394615 h 43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</a:path>
              <a:path stroke="0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9966ff">
                  <a:alpha val="17255"/>
                </a:srgbClr>
              </a:gs>
            </a:gsLst>
            <a:lin ang="21468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99" descr="花纹"/>
          <p:cNvPicPr/>
          <p:nvPr/>
        </p:nvPicPr>
        <p:blipFill>
          <a:blip r:embed="rId2">
            <a:lum bright="70000" contrast="-70000"/>
          </a:blip>
          <a:stretch/>
        </p:blipFill>
        <p:spPr>
          <a:xfrm flipH="1" rot="21463200">
            <a:off x="6869160" y="1865160"/>
            <a:ext cx="267948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Box 105"/>
          <p:cNvSpPr/>
          <p:nvPr/>
        </p:nvSpPr>
        <p:spPr>
          <a:xfrm>
            <a:off x="3184560" y="336060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06"/>
          <p:cNvSpPr/>
          <p:nvPr/>
        </p:nvSpPr>
        <p:spPr>
          <a:xfrm>
            <a:off x="2200320" y="1895400"/>
            <a:ext cx="49132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07"/>
          <p:cNvSpPr/>
          <p:nvPr/>
        </p:nvSpPr>
        <p:spPr>
          <a:xfrm>
            <a:off x="2273400" y="4240080"/>
            <a:ext cx="49132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108" descr="花纹1"/>
          <p:cNvPicPr/>
          <p:nvPr/>
        </p:nvPicPr>
        <p:blipFill>
          <a:blip r:embed="rId3"/>
          <a:stretch/>
        </p:blipFill>
        <p:spPr>
          <a:xfrm>
            <a:off x="7593120" y="5126040"/>
            <a:ext cx="1550880" cy="173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oup 21"/>
          <p:cNvGrpSpPr/>
          <p:nvPr/>
        </p:nvGrpSpPr>
        <p:grpSpPr>
          <a:xfrm>
            <a:off x="3486240" y="2911680"/>
            <a:ext cx="2384280" cy="1501200"/>
            <a:chOff x="3486240" y="2911680"/>
            <a:chExt cx="2384280" cy="1501200"/>
          </a:xfrm>
        </p:grpSpPr>
        <p:pic>
          <p:nvPicPr>
            <p:cNvPr id="167" name="Picture 7" descr="花纹"/>
            <p:cNvPicPr/>
            <p:nvPr/>
          </p:nvPicPr>
          <p:blipFill>
            <a:blip r:embed="rId1"/>
            <a:stretch/>
          </p:blipFill>
          <p:spPr>
            <a:xfrm rot="199200">
              <a:off x="5003280" y="2935080"/>
              <a:ext cx="843120" cy="78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Picture 8" descr="花纹"/>
            <p:cNvPicPr/>
            <p:nvPr/>
          </p:nvPicPr>
          <p:blipFill>
            <a:blip r:embed="rId2"/>
            <a:stretch/>
          </p:blipFill>
          <p:spPr>
            <a:xfrm flipH="1" rot="63000">
              <a:off x="3507840" y="2953800"/>
              <a:ext cx="866880" cy="758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Picture 10" descr="花纹"/>
            <p:cNvPicPr/>
            <p:nvPr/>
          </p:nvPicPr>
          <p:blipFill>
            <a:blip r:embed="rId3"/>
            <a:stretch/>
          </p:blipFill>
          <p:spPr>
            <a:xfrm rot="10999200">
              <a:off x="3508200" y="3593880"/>
              <a:ext cx="841680" cy="78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0" name="Picture 11" descr="花纹"/>
            <p:cNvPicPr/>
            <p:nvPr/>
          </p:nvPicPr>
          <p:blipFill>
            <a:blip r:embed="rId4"/>
            <a:stretch/>
          </p:blipFill>
          <p:spPr>
            <a:xfrm flipH="1" rot="10725000">
              <a:off x="4984560" y="3634920"/>
              <a:ext cx="877680" cy="768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Rectangle 14"/>
            <p:cNvSpPr/>
            <p:nvPr/>
          </p:nvSpPr>
          <p:spPr>
            <a:xfrm>
              <a:off x="3549600" y="3013200"/>
              <a:ext cx="2246400" cy="130968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Freeform 17"/>
          <p:cNvSpPr/>
          <p:nvPr/>
        </p:nvSpPr>
        <p:spPr>
          <a:xfrm>
            <a:off x="393840" y="14479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Freeform 18"/>
          <p:cNvSpPr/>
          <p:nvPr/>
        </p:nvSpPr>
        <p:spPr>
          <a:xfrm flipH="1">
            <a:off x="4793400" y="14479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Freeform 19"/>
          <p:cNvSpPr/>
          <p:nvPr/>
        </p:nvSpPr>
        <p:spPr>
          <a:xfrm flipV="1">
            <a:off x="393840" y="37807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Freeform 20"/>
          <p:cNvSpPr/>
          <p:nvPr/>
        </p:nvSpPr>
        <p:spPr>
          <a:xfrm flipH="1" flipV="1">
            <a:off x="4793400" y="37807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Box 22"/>
          <p:cNvSpPr/>
          <p:nvPr/>
        </p:nvSpPr>
        <p:spPr>
          <a:xfrm>
            <a:off x="3319560" y="346536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23"/>
          <p:cNvSpPr/>
          <p:nvPr/>
        </p:nvSpPr>
        <p:spPr>
          <a:xfrm>
            <a:off x="492120" y="1627200"/>
            <a:ext cx="39196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4"/>
          <p:cNvSpPr/>
          <p:nvPr/>
        </p:nvSpPr>
        <p:spPr>
          <a:xfrm>
            <a:off x="4957920" y="1585800"/>
            <a:ext cx="39193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5"/>
          <p:cNvSpPr/>
          <p:nvPr/>
        </p:nvSpPr>
        <p:spPr>
          <a:xfrm>
            <a:off x="4957920" y="4530600"/>
            <a:ext cx="39193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6"/>
          <p:cNvSpPr/>
          <p:nvPr/>
        </p:nvSpPr>
        <p:spPr>
          <a:xfrm>
            <a:off x="439560" y="4541760"/>
            <a:ext cx="39196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Line 21"/>
          <p:cNvSpPr/>
          <p:nvPr/>
        </p:nvSpPr>
        <p:spPr>
          <a:xfrm>
            <a:off x="2463840" y="2494080"/>
            <a:ext cx="684000" cy="0"/>
          </a:xfrm>
          <a:prstGeom prst="line">
            <a:avLst/>
          </a:prstGeom>
          <a:ln cap="rnd" w="38160">
            <a:solidFill>
              <a:srgbClr val="cc99ff"/>
            </a:solidFill>
            <a:custDash>
              <a:ds d="100000" sp="1000"/>
            </a:custDash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" name="Group 20"/>
          <p:cNvGrpSpPr/>
          <p:nvPr/>
        </p:nvGrpSpPr>
        <p:grpSpPr>
          <a:xfrm>
            <a:off x="1073160" y="1781280"/>
            <a:ext cx="1398600" cy="1398600"/>
            <a:chOff x="1073160" y="1781280"/>
            <a:chExt cx="1398600" cy="1398600"/>
          </a:xfrm>
        </p:grpSpPr>
        <p:grpSp>
          <p:nvGrpSpPr>
            <p:cNvPr id="184" name="Group 18"/>
            <p:cNvGrpSpPr/>
            <p:nvPr/>
          </p:nvGrpSpPr>
          <p:grpSpPr>
            <a:xfrm>
              <a:off x="1073160" y="1781280"/>
              <a:ext cx="1398600" cy="1398600"/>
              <a:chOff x="1073160" y="1781280"/>
              <a:chExt cx="1398600" cy="1398600"/>
            </a:xfrm>
          </p:grpSpPr>
          <p:pic>
            <p:nvPicPr>
              <p:cNvPr id="185" name="Picture 15" descr="花纹小"/>
              <p:cNvPicPr/>
              <p:nvPr/>
            </p:nvPicPr>
            <p:blipFill>
              <a:blip r:embed="rId1">
                <a:lum bright="70000" contrast="-70000"/>
              </a:blip>
              <a:stretch/>
            </p:blipFill>
            <p:spPr>
              <a:xfrm>
                <a:off x="1501920" y="1999440"/>
                <a:ext cx="642960" cy="916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86" name="AutoShape 17"/>
              <p:cNvGrpSpPr/>
              <p:nvPr/>
            </p:nvGrpSpPr>
            <p:grpSpPr>
              <a:xfrm>
                <a:off x="1073160" y="1781280"/>
                <a:ext cx="1398600" cy="1398600"/>
                <a:chOff x="1073160" y="1781280"/>
                <a:chExt cx="1398600" cy="1398600"/>
              </a:xfrm>
            </p:grpSpPr>
            <p:pic>
              <p:nvPicPr>
                <p:cNvPr id="187" name="AutoShape 17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1073160" y="1781280"/>
                  <a:ext cx="1398600" cy="1398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188" name=""/>
                <p:cNvSpPr/>
                <p:nvPr/>
              </p:nvSpPr>
              <p:spPr>
                <a:xfrm>
                  <a:off x="1282680" y="1990800"/>
                  <a:ext cx="982440" cy="978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189" name="Rectangle 19"/>
            <p:cNvSpPr/>
            <p:nvPr/>
          </p:nvSpPr>
          <p:spPr>
            <a:xfrm>
              <a:off x="1374840" y="2171880"/>
              <a:ext cx="863640" cy="57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" name="AutoShape 22"/>
          <p:cNvSpPr/>
          <p:nvPr/>
        </p:nvSpPr>
        <p:spPr>
          <a:xfrm>
            <a:off x="3227400" y="1690560"/>
            <a:ext cx="5207040" cy="1600200"/>
          </a:xfrm>
          <a:prstGeom prst="roundRect">
            <a:avLst>
              <a:gd name="adj" fmla="val 13292"/>
            </a:avLst>
          </a:prstGeom>
          <a:solidFill>
            <a:srgbClr val="ffffff"/>
          </a:solidFill>
          <a:ln w="57240">
            <a:solidFill>
              <a:srgbClr val="99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1" name="Group 25"/>
          <p:cNvGrpSpPr/>
          <p:nvPr/>
        </p:nvGrpSpPr>
        <p:grpSpPr>
          <a:xfrm>
            <a:off x="7228080" y="1778400"/>
            <a:ext cx="1213560" cy="1300320"/>
            <a:chOff x="7228080" y="1778400"/>
            <a:chExt cx="1213560" cy="1300320"/>
          </a:xfrm>
        </p:grpSpPr>
        <p:pic>
          <p:nvPicPr>
            <p:cNvPr id="192" name="Picture 23" descr="未标题-12"/>
            <p:cNvPicPr/>
            <p:nvPr/>
          </p:nvPicPr>
          <p:blipFill>
            <a:blip r:embed="rId3"/>
            <a:stretch/>
          </p:blipFill>
          <p:spPr>
            <a:xfrm rot="10296000">
              <a:off x="7306920" y="1848960"/>
              <a:ext cx="1055520" cy="115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3" name="Rectangle 24"/>
            <p:cNvSpPr/>
            <p:nvPr/>
          </p:nvSpPr>
          <p:spPr>
            <a:xfrm>
              <a:off x="7422840" y="1852560"/>
              <a:ext cx="981360" cy="111456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Rectangle 26"/>
          <p:cNvSpPr/>
          <p:nvPr/>
        </p:nvSpPr>
        <p:spPr>
          <a:xfrm>
            <a:off x="3398760" y="2038320"/>
            <a:ext cx="39196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Line 27"/>
          <p:cNvSpPr/>
          <p:nvPr/>
        </p:nvSpPr>
        <p:spPr>
          <a:xfrm>
            <a:off x="2490840" y="4335480"/>
            <a:ext cx="684000" cy="0"/>
          </a:xfrm>
          <a:prstGeom prst="line">
            <a:avLst/>
          </a:prstGeom>
          <a:ln cap="rnd" w="38160">
            <a:solidFill>
              <a:srgbClr val="0033cc"/>
            </a:solidFill>
            <a:custDash>
              <a:ds d="100000" sp="1000"/>
            </a:custDash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30" descr="花纹小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1525680" y="3835440"/>
            <a:ext cx="647640" cy="92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7" name="AutoShape 31"/>
          <p:cNvGrpSpPr/>
          <p:nvPr/>
        </p:nvGrpSpPr>
        <p:grpSpPr>
          <a:xfrm>
            <a:off x="1090440" y="3614760"/>
            <a:ext cx="1414800" cy="1414440"/>
            <a:chOff x="1090440" y="3614760"/>
            <a:chExt cx="1414800" cy="1414440"/>
          </a:xfrm>
        </p:grpSpPr>
        <p:pic>
          <p:nvPicPr>
            <p:cNvPr id="198" name="AutoShape 31" descr=""/>
            <p:cNvPicPr/>
            <p:nvPr/>
          </p:nvPicPr>
          <p:blipFill>
            <a:blip r:embed="rId5"/>
            <a:stretch/>
          </p:blipFill>
          <p:spPr>
            <a:xfrm>
              <a:off x="1090440" y="3614760"/>
              <a:ext cx="1414800" cy="1414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9" name=""/>
            <p:cNvSpPr/>
            <p:nvPr/>
          </p:nvSpPr>
          <p:spPr>
            <a:xfrm>
              <a:off x="1305000" y="3827520"/>
              <a:ext cx="988920" cy="98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" name="Rectangle 32"/>
          <p:cNvSpPr/>
          <p:nvPr/>
        </p:nvSpPr>
        <p:spPr>
          <a:xfrm>
            <a:off x="1401840" y="4013280"/>
            <a:ext cx="86364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AutoShape 33"/>
          <p:cNvSpPr/>
          <p:nvPr/>
        </p:nvSpPr>
        <p:spPr>
          <a:xfrm>
            <a:off x="3254400" y="3532320"/>
            <a:ext cx="5207040" cy="1600200"/>
          </a:xfrm>
          <a:prstGeom prst="roundRect">
            <a:avLst>
              <a:gd name="adj" fmla="val 13292"/>
            </a:avLst>
          </a:prstGeom>
          <a:solidFill>
            <a:srgbClr val="ffffff"/>
          </a:solidFill>
          <a:ln w="5724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2" name="Group 34"/>
          <p:cNvGrpSpPr/>
          <p:nvPr/>
        </p:nvGrpSpPr>
        <p:grpSpPr>
          <a:xfrm>
            <a:off x="7255080" y="3620160"/>
            <a:ext cx="1213560" cy="1300320"/>
            <a:chOff x="7255080" y="3620160"/>
            <a:chExt cx="1213560" cy="1300320"/>
          </a:xfrm>
        </p:grpSpPr>
        <p:pic>
          <p:nvPicPr>
            <p:cNvPr id="203" name="Picture 35" descr="未标题-12"/>
            <p:cNvPicPr/>
            <p:nvPr/>
          </p:nvPicPr>
          <p:blipFill>
            <a:blip r:embed="rId6"/>
            <a:stretch/>
          </p:blipFill>
          <p:spPr>
            <a:xfrm rot="10296000">
              <a:off x="7333920" y="3690720"/>
              <a:ext cx="1055520" cy="115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4" name="Rectangle 36"/>
            <p:cNvSpPr/>
            <p:nvPr/>
          </p:nvSpPr>
          <p:spPr>
            <a:xfrm>
              <a:off x="7449840" y="3694320"/>
              <a:ext cx="981360" cy="111456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Rectangle 37"/>
          <p:cNvSpPr/>
          <p:nvPr/>
        </p:nvSpPr>
        <p:spPr>
          <a:xfrm>
            <a:off x="3425760" y="3879720"/>
            <a:ext cx="39196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AutoShape 23"/>
          <p:cNvSpPr/>
          <p:nvPr/>
        </p:nvSpPr>
        <p:spPr>
          <a:xfrm>
            <a:off x="200160" y="1454040"/>
            <a:ext cx="8740800" cy="2016360"/>
          </a:xfrm>
          <a:prstGeom prst="horizontalScroll">
            <a:avLst>
              <a:gd name="adj" fmla="val 8814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AutoShape 24"/>
          <p:cNvSpPr/>
          <p:nvPr/>
        </p:nvSpPr>
        <p:spPr>
          <a:xfrm>
            <a:off x="200160" y="3430440"/>
            <a:ext cx="8740800" cy="2016360"/>
          </a:xfrm>
          <a:prstGeom prst="horizontalScroll">
            <a:avLst>
              <a:gd name="adj" fmla="val 8814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Picture 25" descr="5643ce3129163969ac4b5ff0"/>
          <p:cNvPicPr/>
          <p:nvPr/>
        </p:nvPicPr>
        <p:blipFill>
          <a:blip r:embed="rId1"/>
          <a:stretch/>
        </p:blipFill>
        <p:spPr>
          <a:xfrm>
            <a:off x="485640" y="1711440"/>
            <a:ext cx="1005120" cy="150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Rectangle 26"/>
          <p:cNvSpPr/>
          <p:nvPr/>
        </p:nvSpPr>
        <p:spPr>
          <a:xfrm>
            <a:off x="430200" y="1666800"/>
            <a:ext cx="1103400" cy="1573200"/>
          </a:xfrm>
          <a:prstGeom prst="rect">
            <a:avLst/>
          </a:prstGeom>
          <a:solidFill>
            <a:srgbClr val="ffffff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27" descr="u=2634006143,3250854187&amp;fm=2&amp;gp=49"/>
          <p:cNvPicPr/>
          <p:nvPr/>
        </p:nvPicPr>
        <p:blipFill>
          <a:blip r:embed="rId2"/>
          <a:stretch/>
        </p:blipFill>
        <p:spPr>
          <a:xfrm>
            <a:off x="7738920" y="3679920"/>
            <a:ext cx="1006560" cy="15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Rectangle 28"/>
          <p:cNvSpPr/>
          <p:nvPr/>
        </p:nvSpPr>
        <p:spPr>
          <a:xfrm>
            <a:off x="7678800" y="3630600"/>
            <a:ext cx="1103400" cy="1573200"/>
          </a:xfrm>
          <a:prstGeom prst="rect">
            <a:avLst/>
          </a:prstGeom>
          <a:solidFill>
            <a:srgbClr val="ffffff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29"/>
          <p:cNvSpPr/>
          <p:nvPr/>
        </p:nvSpPr>
        <p:spPr>
          <a:xfrm>
            <a:off x="1595520" y="2003400"/>
            <a:ext cx="71308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30"/>
          <p:cNvSpPr/>
          <p:nvPr/>
        </p:nvSpPr>
        <p:spPr>
          <a:xfrm>
            <a:off x="465120" y="3979800"/>
            <a:ext cx="713124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oup 17"/>
          <p:cNvGrpSpPr/>
          <p:nvPr/>
        </p:nvGrpSpPr>
        <p:grpSpPr>
          <a:xfrm>
            <a:off x="440280" y="1362600"/>
            <a:ext cx="8125920" cy="2070720"/>
            <a:chOff x="440280" y="1362600"/>
            <a:chExt cx="8125920" cy="2070720"/>
          </a:xfrm>
        </p:grpSpPr>
        <p:sp>
          <p:nvSpPr>
            <p:cNvPr id="217" name="Rectangle 11"/>
            <p:cNvSpPr/>
            <p:nvPr/>
          </p:nvSpPr>
          <p:spPr>
            <a:xfrm>
              <a:off x="444600" y="2036520"/>
              <a:ext cx="8121600" cy="727200"/>
            </a:xfrm>
            <a:prstGeom prst="rect">
              <a:avLst/>
            </a:prstGeom>
            <a:gradFill rotWithShape="0">
              <a:gsLst>
                <a:gs pos="0">
                  <a:srgbClr val="9966ff">
                    <a:alpha val="30196"/>
                  </a:srgbClr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8" name="Group 16"/>
            <p:cNvGrpSpPr/>
            <p:nvPr/>
          </p:nvGrpSpPr>
          <p:grpSpPr>
            <a:xfrm>
              <a:off x="440280" y="1362600"/>
              <a:ext cx="1091160" cy="2070720"/>
              <a:chOff x="440280" y="1362600"/>
              <a:chExt cx="1091160" cy="2070720"/>
            </a:xfrm>
          </p:grpSpPr>
          <p:pic>
            <p:nvPicPr>
              <p:cNvPr id="219" name="Picture 13" descr="未标题-12"/>
              <p:cNvPicPr/>
              <p:nvPr/>
            </p:nvPicPr>
            <p:blipFill>
              <a:blip r:embed="rId1"/>
              <a:stretch/>
            </p:blipFill>
            <p:spPr>
              <a:xfrm rot="98400">
                <a:off x="455760" y="2314800"/>
                <a:ext cx="1055520" cy="11034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20" name="Picture 15" descr="未标题-12"/>
              <p:cNvPicPr/>
              <p:nvPr/>
            </p:nvPicPr>
            <p:blipFill>
              <a:blip r:embed="rId2"/>
              <a:stretch/>
            </p:blipFill>
            <p:spPr>
              <a:xfrm flipH="1" rot="10899000">
                <a:off x="460080" y="1377360"/>
                <a:ext cx="1055520" cy="1114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21" name="Rectangle 18"/>
          <p:cNvSpPr/>
          <p:nvPr/>
        </p:nvSpPr>
        <p:spPr>
          <a:xfrm>
            <a:off x="1487520" y="1933560"/>
            <a:ext cx="71308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0"/>
          <p:cNvSpPr/>
          <p:nvPr/>
        </p:nvSpPr>
        <p:spPr>
          <a:xfrm>
            <a:off x="1606680" y="3951360"/>
            <a:ext cx="7537320" cy="726840"/>
          </a:xfrm>
          <a:prstGeom prst="rect">
            <a:avLst/>
          </a:prstGeom>
          <a:gradFill rotWithShape="0">
            <a:gsLst>
              <a:gs pos="0">
                <a:srgbClr val="9966ff">
                  <a:alpha val="30196"/>
                </a:srgbClr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3" name="Group 21"/>
          <p:cNvGrpSpPr/>
          <p:nvPr/>
        </p:nvGrpSpPr>
        <p:grpSpPr>
          <a:xfrm>
            <a:off x="1602720" y="3277080"/>
            <a:ext cx="1090800" cy="2070720"/>
            <a:chOff x="1602720" y="3277080"/>
            <a:chExt cx="1090800" cy="2070720"/>
          </a:xfrm>
        </p:grpSpPr>
        <p:pic>
          <p:nvPicPr>
            <p:cNvPr id="224" name="Picture 22" descr="未标题-12"/>
            <p:cNvPicPr/>
            <p:nvPr/>
          </p:nvPicPr>
          <p:blipFill>
            <a:blip r:embed="rId3"/>
            <a:stretch/>
          </p:blipFill>
          <p:spPr>
            <a:xfrm rot="98400">
              <a:off x="1618200" y="4229280"/>
              <a:ext cx="1055520" cy="1103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Picture 23" descr="未标题-12"/>
            <p:cNvPicPr/>
            <p:nvPr/>
          </p:nvPicPr>
          <p:blipFill>
            <a:blip r:embed="rId4"/>
            <a:stretch/>
          </p:blipFill>
          <p:spPr>
            <a:xfrm flipH="1" rot="10899000">
              <a:off x="1622160" y="3291840"/>
              <a:ext cx="1055520" cy="11142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6" name="Rectangle 24"/>
          <p:cNvSpPr/>
          <p:nvPr/>
        </p:nvSpPr>
        <p:spPr>
          <a:xfrm>
            <a:off x="2649600" y="3848040"/>
            <a:ext cx="625644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4"/>
          <p:cNvSpPr/>
          <p:nvPr/>
        </p:nvSpPr>
        <p:spPr>
          <a:xfrm>
            <a:off x="3257640" y="1276200"/>
            <a:ext cx="1490400" cy="43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6000" strike="noStrike" u="none">
                <a:solidFill>
                  <a:srgbClr val="000000"/>
                </a:solidFill>
                <a:effectLst/>
                <a:uFillTx/>
                <a:latin typeface="Arial"/>
                <a:ea typeface="楷体_GB2312"/>
              </a:rPr>
              <a:t>谢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6000" strike="noStrike" u="none">
                <a:solidFill>
                  <a:srgbClr val="000000"/>
                </a:solidFill>
                <a:effectLst/>
                <a:uFillTx/>
                <a:latin typeface="Arial"/>
                <a:ea typeface="楷体_GB2312"/>
              </a:rPr>
              <a:t>谢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6000" strike="noStrike" u="none">
                <a:solidFill>
                  <a:srgbClr val="000000"/>
                </a:solidFill>
                <a:effectLst/>
                <a:uFillTx/>
                <a:latin typeface="Arial"/>
                <a:ea typeface="楷体_GB2312"/>
              </a:rPr>
              <a:t>！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10"/>
          <p:cNvSpPr/>
          <p:nvPr/>
        </p:nvSpPr>
        <p:spPr>
          <a:xfrm>
            <a:off x="-28440" y="0"/>
            <a:ext cx="7085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资料由第一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PPT (www.1ppt.com)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收集提供下载，版权归原作者所有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>jccook</cp:lastModifiedBy>
  <dcterms:modified xsi:type="dcterms:W3CDTF">2012-08-15T00:23:27Z</dcterms:modified>
  <cp:revision>67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</Properties>
</file>