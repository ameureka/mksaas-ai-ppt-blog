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3.jpeg" ContentType="image/jpeg"/>
  <Override PartName="/ppt/media/image4.png" ContentType="image/png"/>
  <Override PartName="/ppt/media/image11.jpeg" ContentType="image/jpeg"/>
  <Override PartName="/ppt/media/image8.jpeg" ContentType="image/jpeg"/>
  <Override PartName="/ppt/media/image9.png" ContentType="image/png"/>
  <Override PartName="/ppt/media/image2.jpeg" ContentType="image/jpeg"/>
  <Override PartName="/ppt/media/image7.png" ContentType="image/png"/>
  <Override PartName="/ppt/media/image6.png" ContentType="image/png"/>
  <Override PartName="/ppt/media/image1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DSPD3736"/>
          <p:cNvPicPr/>
          <p:nvPr/>
        </p:nvPicPr>
        <p:blipFill>
          <a:blip r:embed="rId2"/>
          <a:stretch/>
        </p:blipFill>
        <p:spPr>
          <a:xfrm>
            <a:off x="0" y="5921280"/>
            <a:ext cx="3348000" cy="96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Rectangle 9"/>
          <p:cNvSpPr/>
          <p:nvPr/>
        </p:nvSpPr>
        <p:spPr>
          <a:xfrm>
            <a:off x="2556000" y="5516640"/>
            <a:ext cx="863640" cy="134280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10"/>
          <p:cNvSpPr/>
          <p:nvPr/>
        </p:nvSpPr>
        <p:spPr>
          <a:xfrm>
            <a:off x="0" y="0"/>
            <a:ext cx="9144000" cy="76500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bbe0e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0" y="260280"/>
            <a:ext cx="9144000" cy="289080"/>
          </a:xfrm>
          <a:prstGeom prst="rect">
            <a:avLst/>
          </a:prstGeom>
          <a:solidFill>
            <a:srgbClr val="ffffff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Rectangle 12"/>
          <p:cNvSpPr/>
          <p:nvPr/>
        </p:nvSpPr>
        <p:spPr>
          <a:xfrm>
            <a:off x="0" y="404640"/>
            <a:ext cx="9144000" cy="289080"/>
          </a:xfrm>
          <a:prstGeom prst="rect">
            <a:avLst/>
          </a:prstGeom>
          <a:solidFill>
            <a:srgbClr val="ffffff">
              <a:alpha val="3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69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836280"/>
            <a:ext cx="8229600" cy="528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F4A89F-9C6B-4976-B526-46C1B096D63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9" descr="e686f5f5917143f8f3d38536"/>
          <p:cNvPicPr/>
          <p:nvPr/>
        </p:nvPicPr>
        <p:blipFill>
          <a:blip r:embed="rId2"/>
          <a:stretch/>
        </p:blipFill>
        <p:spPr>
          <a:xfrm>
            <a:off x="0" y="0"/>
            <a:ext cx="2916360" cy="393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Picture 21" descr="e686f5f5917143f8f3d38536"/>
          <p:cNvPicPr/>
          <p:nvPr/>
        </p:nvPicPr>
        <p:blipFill>
          <a:blip r:embed="rId3"/>
          <a:stretch/>
        </p:blipFill>
        <p:spPr>
          <a:xfrm>
            <a:off x="2916360" y="3168720"/>
            <a:ext cx="2835000" cy="3689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" name="Group 28"/>
          <p:cNvGrpSpPr/>
          <p:nvPr/>
        </p:nvGrpSpPr>
        <p:grpSpPr>
          <a:xfrm>
            <a:off x="0" y="3168720"/>
            <a:ext cx="9144000" cy="765000"/>
            <a:chOff x="0" y="3168720"/>
            <a:chExt cx="9144000" cy="765000"/>
          </a:xfrm>
        </p:grpSpPr>
        <p:sp>
          <p:nvSpPr>
            <p:cNvPr id="15" name="Rectangle 25"/>
            <p:cNvSpPr/>
            <p:nvPr/>
          </p:nvSpPr>
          <p:spPr>
            <a:xfrm>
              <a:off x="0" y="3168720"/>
              <a:ext cx="9144000" cy="76500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0"/>
                  </a:srgbClr>
                </a:gs>
                <a:gs pos="100000">
                  <a:srgbClr val="bbe0e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Rectangle 26"/>
            <p:cNvSpPr/>
            <p:nvPr/>
          </p:nvSpPr>
          <p:spPr>
            <a:xfrm>
              <a:off x="0" y="3429000"/>
              <a:ext cx="9144000" cy="28908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7"/>
            <p:cNvSpPr/>
            <p:nvPr/>
          </p:nvSpPr>
          <p:spPr>
            <a:xfrm>
              <a:off x="0" y="3573360"/>
              <a:ext cx="9144000" cy="289080"/>
            </a:xfrm>
            <a:prstGeom prst="rect">
              <a:avLst/>
            </a:pr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" name="Rectangle 29"/>
          <p:cNvSpPr/>
          <p:nvPr/>
        </p:nvSpPr>
        <p:spPr>
          <a:xfrm>
            <a:off x="0" y="3933720"/>
            <a:ext cx="2916360" cy="2924280"/>
          </a:xfrm>
          <a:prstGeom prst="rect">
            <a:avLst/>
          </a:prstGeom>
          <a:gradFill rotWithShape="0">
            <a:gsLst>
              <a:gs pos="0">
                <a:srgbClr val="bbe0e3"/>
              </a:gs>
              <a:gs pos="100000">
                <a:srgbClr val="576869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69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836280"/>
            <a:ext cx="8229600" cy="528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3.jpeg"/><Relationship Id="rId3" Type="http://schemas.openxmlformats.org/officeDocument/2006/relationships/image" Target="../media/image3.jpeg"/><Relationship Id="rId4" Type="http://schemas.openxmlformats.org/officeDocument/2006/relationships/image" Target="../media/image3.jpe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4.png"/><Relationship Id="rId7" Type="http://schemas.openxmlformats.org/officeDocument/2006/relationships/image" Target="../media/image4.png"/><Relationship Id="rId8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png"/><Relationship Id="rId3" Type="http://schemas.openxmlformats.org/officeDocument/2006/relationships/image" Target="../media/image8.jpeg"/><Relationship Id="rId4" Type="http://schemas.openxmlformats.org/officeDocument/2006/relationships/image" Target="../media/image10.png"/><Relationship Id="rId5" Type="http://schemas.openxmlformats.org/officeDocument/2006/relationships/image" Target="../media/image8.jpe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1.jpe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3"/>
          <p:cNvSpPr/>
          <p:nvPr/>
        </p:nvSpPr>
        <p:spPr>
          <a:xfrm>
            <a:off x="3206880" y="1125360"/>
            <a:ext cx="5468760" cy="14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4000" strike="noStrike" u="none">
                <a:solidFill>
                  <a:srgbClr val="ffc000"/>
                </a:solidFill>
                <a:effectLst/>
                <a:uFillTx/>
                <a:latin typeface="Arial"/>
                <a:ea typeface="华文细黑"/>
              </a:rPr>
              <a:t>第一</a:t>
            </a:r>
            <a:r>
              <a:rPr b="0" lang="en-US" sz="4000" strike="noStrike" u="none">
                <a:solidFill>
                  <a:srgbClr val="ffc000"/>
                </a:solidFill>
                <a:effectLst/>
                <a:uFillTx/>
                <a:latin typeface="Arial"/>
                <a:ea typeface="华文细黑"/>
              </a:rPr>
              <a:t>PPT</a:t>
            </a:r>
            <a:r>
              <a:rPr b="0" lang="zh-CN" sz="4000" strike="noStrike" u="none">
                <a:solidFill>
                  <a:srgbClr val="ffc000"/>
                </a:solidFill>
                <a:effectLst/>
                <a:uFillTx/>
                <a:latin typeface="Arial"/>
                <a:ea typeface="华文细黑"/>
              </a:rPr>
              <a:t>模板网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subTitle"/>
          </p:nvPr>
        </p:nvSpPr>
        <p:spPr>
          <a:xfrm>
            <a:off x="5867280" y="5084640"/>
            <a:ext cx="2905200" cy="5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c000"/>
                </a:solidFill>
                <a:effectLst/>
                <a:uFillTx/>
                <a:latin typeface="Arial"/>
              </a:rPr>
              <a:t>www.1ppt.com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90440" y="115920"/>
            <a:ext cx="65059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" name="Group 52"/>
          <p:cNvGrpSpPr/>
          <p:nvPr/>
        </p:nvGrpSpPr>
        <p:grpSpPr>
          <a:xfrm>
            <a:off x="2197080" y="1413000"/>
            <a:ext cx="4896000" cy="503280"/>
            <a:chOff x="2197080" y="1413000"/>
            <a:chExt cx="4896000" cy="503280"/>
          </a:xfrm>
        </p:grpSpPr>
        <p:pic>
          <p:nvPicPr>
            <p:cNvPr id="25" name="Picture 35" descr="39d44d1b8f6561fcac6e75e1"/>
            <p:cNvPicPr/>
            <p:nvPr/>
          </p:nvPicPr>
          <p:blipFill>
            <a:blip r:embed="rId1"/>
            <a:srcRect l="89955" t="17639" r="2528" b="63861"/>
            <a:stretch/>
          </p:blipFill>
          <p:spPr>
            <a:xfrm>
              <a:off x="2262240" y="1413000"/>
              <a:ext cx="285840" cy="447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" name="Oval 36"/>
            <p:cNvSpPr/>
            <p:nvPr/>
          </p:nvSpPr>
          <p:spPr>
            <a:xfrm>
              <a:off x="2197080" y="1860480"/>
              <a:ext cx="4896000" cy="55800"/>
            </a:xfrm>
            <a:prstGeom prst="ellipse">
              <a:avLst/>
            </a:prstGeom>
            <a:gradFill rotWithShape="0">
              <a:gsLst>
                <a:gs pos="0">
                  <a:srgbClr val="79a400"/>
                </a:gs>
                <a:gs pos="100000">
                  <a:srgbClr val="384c00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6840" bIns="-684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Text Box 37"/>
            <p:cNvSpPr/>
            <p:nvPr/>
          </p:nvSpPr>
          <p:spPr>
            <a:xfrm>
              <a:off x="2857680" y="1413000"/>
              <a:ext cx="32241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" name="Group 53"/>
          <p:cNvGrpSpPr/>
          <p:nvPr/>
        </p:nvGrpSpPr>
        <p:grpSpPr>
          <a:xfrm>
            <a:off x="2197080" y="2133720"/>
            <a:ext cx="4896000" cy="503280"/>
            <a:chOff x="2197080" y="2133720"/>
            <a:chExt cx="4896000" cy="503280"/>
          </a:xfrm>
        </p:grpSpPr>
        <p:pic>
          <p:nvPicPr>
            <p:cNvPr id="29" name="Picture 54" descr="39d44d1b8f6561fcac6e75e1"/>
            <p:cNvPicPr/>
            <p:nvPr/>
          </p:nvPicPr>
          <p:blipFill>
            <a:blip r:embed="rId2"/>
            <a:srcRect l="89955" t="17639" r="2528" b="63861"/>
            <a:stretch/>
          </p:blipFill>
          <p:spPr>
            <a:xfrm>
              <a:off x="2262240" y="2133720"/>
              <a:ext cx="285840" cy="447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" name="Oval 55"/>
            <p:cNvSpPr/>
            <p:nvPr/>
          </p:nvSpPr>
          <p:spPr>
            <a:xfrm>
              <a:off x="2197080" y="2581200"/>
              <a:ext cx="4896000" cy="55800"/>
            </a:xfrm>
            <a:prstGeom prst="ellipse">
              <a:avLst/>
            </a:prstGeom>
            <a:gradFill rotWithShape="0">
              <a:gsLst>
                <a:gs pos="0">
                  <a:srgbClr val="79a400"/>
                </a:gs>
                <a:gs pos="100000">
                  <a:srgbClr val="384c00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6840" bIns="-684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Text Box 56"/>
            <p:cNvSpPr/>
            <p:nvPr/>
          </p:nvSpPr>
          <p:spPr>
            <a:xfrm>
              <a:off x="2857680" y="2133720"/>
              <a:ext cx="32241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" name="Group 57"/>
          <p:cNvGrpSpPr/>
          <p:nvPr/>
        </p:nvGrpSpPr>
        <p:grpSpPr>
          <a:xfrm>
            <a:off x="2197080" y="2925720"/>
            <a:ext cx="4896000" cy="503280"/>
            <a:chOff x="2197080" y="2925720"/>
            <a:chExt cx="4896000" cy="503280"/>
          </a:xfrm>
        </p:grpSpPr>
        <p:pic>
          <p:nvPicPr>
            <p:cNvPr id="33" name="Picture 58" descr="39d44d1b8f6561fcac6e75e1"/>
            <p:cNvPicPr/>
            <p:nvPr/>
          </p:nvPicPr>
          <p:blipFill>
            <a:blip r:embed="rId3"/>
            <a:srcRect l="89955" t="17639" r="2528" b="63861"/>
            <a:stretch/>
          </p:blipFill>
          <p:spPr>
            <a:xfrm>
              <a:off x="2262240" y="2925720"/>
              <a:ext cx="285840" cy="447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" name="Oval 59"/>
            <p:cNvSpPr/>
            <p:nvPr/>
          </p:nvSpPr>
          <p:spPr>
            <a:xfrm>
              <a:off x="2197080" y="3373200"/>
              <a:ext cx="4896000" cy="55800"/>
            </a:xfrm>
            <a:prstGeom prst="ellipse">
              <a:avLst/>
            </a:prstGeom>
            <a:gradFill rotWithShape="0">
              <a:gsLst>
                <a:gs pos="0">
                  <a:srgbClr val="79a400"/>
                </a:gs>
                <a:gs pos="100000">
                  <a:srgbClr val="384c00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6840" bIns="-684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Text Box 60"/>
            <p:cNvSpPr/>
            <p:nvPr/>
          </p:nvSpPr>
          <p:spPr>
            <a:xfrm>
              <a:off x="2857680" y="2925720"/>
              <a:ext cx="32241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" name="Group 61"/>
          <p:cNvGrpSpPr/>
          <p:nvPr/>
        </p:nvGrpSpPr>
        <p:grpSpPr>
          <a:xfrm>
            <a:off x="2197080" y="3860640"/>
            <a:ext cx="4896000" cy="503280"/>
            <a:chOff x="2197080" y="3860640"/>
            <a:chExt cx="4896000" cy="503280"/>
          </a:xfrm>
        </p:grpSpPr>
        <p:pic>
          <p:nvPicPr>
            <p:cNvPr id="37" name="Picture 62" descr="39d44d1b8f6561fcac6e75e1"/>
            <p:cNvPicPr/>
            <p:nvPr/>
          </p:nvPicPr>
          <p:blipFill>
            <a:blip r:embed="rId4"/>
            <a:srcRect l="89955" t="17639" r="2528" b="63861"/>
            <a:stretch/>
          </p:blipFill>
          <p:spPr>
            <a:xfrm>
              <a:off x="2262240" y="3860640"/>
              <a:ext cx="285840" cy="447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" name="Oval 63"/>
            <p:cNvSpPr/>
            <p:nvPr/>
          </p:nvSpPr>
          <p:spPr>
            <a:xfrm>
              <a:off x="2197080" y="4308120"/>
              <a:ext cx="4896000" cy="55800"/>
            </a:xfrm>
            <a:prstGeom prst="ellipse">
              <a:avLst/>
            </a:prstGeom>
            <a:gradFill rotWithShape="0">
              <a:gsLst>
                <a:gs pos="0">
                  <a:srgbClr val="79a400"/>
                </a:gs>
                <a:gs pos="100000">
                  <a:srgbClr val="384c00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6840" bIns="-684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Text Box 64"/>
            <p:cNvSpPr/>
            <p:nvPr/>
          </p:nvSpPr>
          <p:spPr>
            <a:xfrm>
              <a:off x="2857680" y="3860640"/>
              <a:ext cx="32241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090440" y="115920"/>
            <a:ext cx="65059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" name="Group 35"/>
          <p:cNvGrpSpPr/>
          <p:nvPr/>
        </p:nvGrpSpPr>
        <p:grpSpPr>
          <a:xfrm>
            <a:off x="1331640" y="1114560"/>
            <a:ext cx="6769440" cy="1368360"/>
            <a:chOff x="1331640" y="1114560"/>
            <a:chExt cx="6769440" cy="1368360"/>
          </a:xfrm>
        </p:grpSpPr>
        <p:pic>
          <p:nvPicPr>
            <p:cNvPr id="42" name="Picture 12" descr="未标题-152"/>
            <p:cNvPicPr/>
            <p:nvPr/>
          </p:nvPicPr>
          <p:blipFill>
            <a:blip r:embed="rId1"/>
            <a:srcRect l="2362" t="0" r="0" b="0"/>
            <a:stretch/>
          </p:blipFill>
          <p:spPr>
            <a:xfrm>
              <a:off x="2343240" y="1121040"/>
              <a:ext cx="357120" cy="360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3" name="Line 5"/>
            <p:cNvSpPr/>
            <p:nvPr/>
          </p:nvSpPr>
          <p:spPr>
            <a:xfrm flipH="1">
              <a:off x="1331640" y="1265400"/>
              <a:ext cx="93492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Line 6"/>
            <p:cNvSpPr/>
            <p:nvPr/>
          </p:nvSpPr>
          <p:spPr>
            <a:xfrm flipH="1">
              <a:off x="4427640" y="1265400"/>
              <a:ext cx="367344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Line 7"/>
            <p:cNvSpPr/>
            <p:nvPr/>
          </p:nvSpPr>
          <p:spPr>
            <a:xfrm>
              <a:off x="1338120" y="1256040"/>
              <a:ext cx="0" cy="122400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Line 8"/>
            <p:cNvSpPr/>
            <p:nvPr/>
          </p:nvSpPr>
          <p:spPr>
            <a:xfrm>
              <a:off x="1332000" y="2470320"/>
              <a:ext cx="676908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Line 9"/>
            <p:cNvSpPr/>
            <p:nvPr/>
          </p:nvSpPr>
          <p:spPr>
            <a:xfrm>
              <a:off x="8101080" y="1259280"/>
              <a:ext cx="0" cy="122364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Rectangle 14"/>
            <p:cNvSpPr/>
            <p:nvPr/>
          </p:nvSpPr>
          <p:spPr>
            <a:xfrm>
              <a:off x="2701800" y="1114560"/>
              <a:ext cx="1514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Rectangle 15"/>
            <p:cNvSpPr/>
            <p:nvPr/>
          </p:nvSpPr>
          <p:spPr>
            <a:xfrm>
              <a:off x="1474920" y="1624320"/>
              <a:ext cx="65530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" name="Group 36"/>
          <p:cNvGrpSpPr/>
          <p:nvPr/>
        </p:nvGrpSpPr>
        <p:grpSpPr>
          <a:xfrm>
            <a:off x="1306080" y="2765520"/>
            <a:ext cx="6769440" cy="1368360"/>
            <a:chOff x="1306080" y="2765520"/>
            <a:chExt cx="6769440" cy="1368360"/>
          </a:xfrm>
        </p:grpSpPr>
        <p:pic>
          <p:nvPicPr>
            <p:cNvPr id="51" name="Picture 37" descr="未标题-152"/>
            <p:cNvPicPr/>
            <p:nvPr/>
          </p:nvPicPr>
          <p:blipFill>
            <a:blip r:embed="rId2"/>
            <a:srcRect l="2362" t="0" r="0" b="0"/>
            <a:stretch/>
          </p:blipFill>
          <p:spPr>
            <a:xfrm>
              <a:off x="2317680" y="2772000"/>
              <a:ext cx="357120" cy="360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2" name="Line 38"/>
            <p:cNvSpPr/>
            <p:nvPr/>
          </p:nvSpPr>
          <p:spPr>
            <a:xfrm flipH="1">
              <a:off x="1306080" y="2916360"/>
              <a:ext cx="93492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Line 39"/>
            <p:cNvSpPr/>
            <p:nvPr/>
          </p:nvSpPr>
          <p:spPr>
            <a:xfrm flipH="1">
              <a:off x="4402080" y="2916360"/>
              <a:ext cx="367344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Line 40"/>
            <p:cNvSpPr/>
            <p:nvPr/>
          </p:nvSpPr>
          <p:spPr>
            <a:xfrm>
              <a:off x="1312560" y="2907000"/>
              <a:ext cx="0" cy="122400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Line 41"/>
            <p:cNvSpPr/>
            <p:nvPr/>
          </p:nvSpPr>
          <p:spPr>
            <a:xfrm>
              <a:off x="1306440" y="4121280"/>
              <a:ext cx="676908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Line 42"/>
            <p:cNvSpPr/>
            <p:nvPr/>
          </p:nvSpPr>
          <p:spPr>
            <a:xfrm>
              <a:off x="8075520" y="2910240"/>
              <a:ext cx="0" cy="122364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Rectangle 43"/>
            <p:cNvSpPr/>
            <p:nvPr/>
          </p:nvSpPr>
          <p:spPr>
            <a:xfrm>
              <a:off x="2676240" y="2765520"/>
              <a:ext cx="1514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Rectangle 44"/>
            <p:cNvSpPr/>
            <p:nvPr/>
          </p:nvSpPr>
          <p:spPr>
            <a:xfrm>
              <a:off x="1449360" y="3275280"/>
              <a:ext cx="65530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" name="Group 45"/>
          <p:cNvGrpSpPr/>
          <p:nvPr/>
        </p:nvGrpSpPr>
        <p:grpSpPr>
          <a:xfrm>
            <a:off x="1306080" y="4441680"/>
            <a:ext cx="6769440" cy="1368360"/>
            <a:chOff x="1306080" y="4441680"/>
            <a:chExt cx="6769440" cy="1368360"/>
          </a:xfrm>
        </p:grpSpPr>
        <p:pic>
          <p:nvPicPr>
            <p:cNvPr id="60" name="Picture 46" descr="未标题-152"/>
            <p:cNvPicPr/>
            <p:nvPr/>
          </p:nvPicPr>
          <p:blipFill>
            <a:blip r:embed="rId3"/>
            <a:srcRect l="2362" t="0" r="0" b="0"/>
            <a:stretch/>
          </p:blipFill>
          <p:spPr>
            <a:xfrm>
              <a:off x="2317680" y="4448160"/>
              <a:ext cx="357120" cy="360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1" name="Line 47"/>
            <p:cNvSpPr/>
            <p:nvPr/>
          </p:nvSpPr>
          <p:spPr>
            <a:xfrm flipH="1">
              <a:off x="1306080" y="4592520"/>
              <a:ext cx="93492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Line 48"/>
            <p:cNvSpPr/>
            <p:nvPr/>
          </p:nvSpPr>
          <p:spPr>
            <a:xfrm flipH="1">
              <a:off x="4402080" y="4592520"/>
              <a:ext cx="367344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Line 49"/>
            <p:cNvSpPr/>
            <p:nvPr/>
          </p:nvSpPr>
          <p:spPr>
            <a:xfrm>
              <a:off x="1312560" y="4583160"/>
              <a:ext cx="0" cy="122400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Line 50"/>
            <p:cNvSpPr/>
            <p:nvPr/>
          </p:nvSpPr>
          <p:spPr>
            <a:xfrm>
              <a:off x="1306440" y="5797440"/>
              <a:ext cx="676908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Line 51"/>
            <p:cNvSpPr/>
            <p:nvPr/>
          </p:nvSpPr>
          <p:spPr>
            <a:xfrm>
              <a:off x="8075520" y="4586400"/>
              <a:ext cx="0" cy="122364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Rectangle 52"/>
            <p:cNvSpPr/>
            <p:nvPr/>
          </p:nvSpPr>
          <p:spPr>
            <a:xfrm>
              <a:off x="2676240" y="4441680"/>
              <a:ext cx="1514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Rectangle 53"/>
            <p:cNvSpPr/>
            <p:nvPr/>
          </p:nvSpPr>
          <p:spPr>
            <a:xfrm>
              <a:off x="1449360" y="4951440"/>
              <a:ext cx="65530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69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169" descr="未标题-2"/>
          <p:cNvPicPr/>
          <p:nvPr/>
        </p:nvPicPr>
        <p:blipFill>
          <a:blip r:embed="rId1"/>
          <a:stretch/>
        </p:blipFill>
        <p:spPr>
          <a:xfrm>
            <a:off x="684360" y="1484280"/>
            <a:ext cx="1104840" cy="843120"/>
          </a:xfrm>
          <a:prstGeom prst="rect">
            <a:avLst/>
          </a:prstGeom>
          <a:noFill/>
          <a:ln w="12600">
            <a:solidFill>
              <a:srgbClr val="99cc00"/>
            </a:solidFill>
            <a:miter/>
          </a:ln>
        </p:spPr>
      </p:pic>
      <p:pic>
        <p:nvPicPr>
          <p:cNvPr id="70" name="Picture 171" descr="未标题-2"/>
          <p:cNvPicPr/>
          <p:nvPr/>
        </p:nvPicPr>
        <p:blipFill>
          <a:blip r:embed="rId2"/>
          <a:stretch/>
        </p:blipFill>
        <p:spPr>
          <a:xfrm>
            <a:off x="1116000" y="2205000"/>
            <a:ext cx="1104840" cy="843120"/>
          </a:xfrm>
          <a:prstGeom prst="rect">
            <a:avLst/>
          </a:prstGeom>
          <a:noFill/>
          <a:ln w="12600">
            <a:solidFill>
              <a:srgbClr val="99cc00"/>
            </a:solidFill>
            <a:miter/>
          </a:ln>
        </p:spPr>
      </p:pic>
      <p:pic>
        <p:nvPicPr>
          <p:cNvPr id="71" name="Picture 172" descr="未标题-2"/>
          <p:cNvPicPr/>
          <p:nvPr/>
        </p:nvPicPr>
        <p:blipFill>
          <a:blip r:embed="rId3"/>
          <a:stretch/>
        </p:blipFill>
        <p:spPr>
          <a:xfrm>
            <a:off x="587520" y="2997360"/>
            <a:ext cx="1104840" cy="842760"/>
          </a:xfrm>
          <a:prstGeom prst="rect">
            <a:avLst/>
          </a:prstGeom>
          <a:noFill/>
          <a:ln w="12600">
            <a:solidFill>
              <a:srgbClr val="99cc00"/>
            </a:solidFill>
            <a:miter/>
          </a:ln>
        </p:spPr>
      </p:pic>
      <p:pic>
        <p:nvPicPr>
          <p:cNvPr id="72" name="Picture 173" descr="未标题-2"/>
          <p:cNvPicPr/>
          <p:nvPr/>
        </p:nvPicPr>
        <p:blipFill>
          <a:blip r:embed="rId4"/>
          <a:stretch/>
        </p:blipFill>
        <p:spPr>
          <a:xfrm>
            <a:off x="803160" y="3789360"/>
            <a:ext cx="1104840" cy="843120"/>
          </a:xfrm>
          <a:prstGeom prst="rect">
            <a:avLst/>
          </a:prstGeom>
          <a:noFill/>
          <a:ln w="12600">
            <a:solidFill>
              <a:srgbClr val="99cc00"/>
            </a:solidFill>
            <a:miter/>
          </a:ln>
        </p:spPr>
      </p:pic>
      <p:sp>
        <p:nvSpPr>
          <p:cNvPr id="73" name="Line 174"/>
          <p:cNvSpPr/>
          <p:nvPr/>
        </p:nvSpPr>
        <p:spPr>
          <a:xfrm>
            <a:off x="2266920" y="2349360"/>
            <a:ext cx="6121440" cy="0"/>
          </a:xfrm>
          <a:prstGeom prst="line">
            <a:avLst/>
          </a:prstGeom>
          <a:ln w="1908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Line 175"/>
          <p:cNvSpPr/>
          <p:nvPr/>
        </p:nvSpPr>
        <p:spPr>
          <a:xfrm>
            <a:off x="2266920" y="3068640"/>
            <a:ext cx="6121440" cy="0"/>
          </a:xfrm>
          <a:prstGeom prst="line">
            <a:avLst/>
          </a:prstGeom>
          <a:ln w="1908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Line 176"/>
          <p:cNvSpPr/>
          <p:nvPr/>
        </p:nvSpPr>
        <p:spPr>
          <a:xfrm>
            <a:off x="1979640" y="3789360"/>
            <a:ext cx="6480000" cy="0"/>
          </a:xfrm>
          <a:prstGeom prst="line">
            <a:avLst/>
          </a:prstGeom>
          <a:ln w="1908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Line 177"/>
          <p:cNvSpPr/>
          <p:nvPr/>
        </p:nvSpPr>
        <p:spPr>
          <a:xfrm>
            <a:off x="1978200" y="4653000"/>
            <a:ext cx="6481440" cy="0"/>
          </a:xfrm>
          <a:prstGeom prst="line">
            <a:avLst/>
          </a:prstGeom>
          <a:ln w="1908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78"/>
          <p:cNvSpPr/>
          <p:nvPr/>
        </p:nvSpPr>
        <p:spPr>
          <a:xfrm>
            <a:off x="1908000" y="1765440"/>
            <a:ext cx="6553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179"/>
          <p:cNvSpPr/>
          <p:nvPr/>
        </p:nvSpPr>
        <p:spPr>
          <a:xfrm>
            <a:off x="2268360" y="2557440"/>
            <a:ext cx="6553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180"/>
          <p:cNvSpPr/>
          <p:nvPr/>
        </p:nvSpPr>
        <p:spPr>
          <a:xfrm>
            <a:off x="1835280" y="3206880"/>
            <a:ext cx="6553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181"/>
          <p:cNvSpPr/>
          <p:nvPr/>
        </p:nvSpPr>
        <p:spPr>
          <a:xfrm>
            <a:off x="2050920" y="4005360"/>
            <a:ext cx="6553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090440" y="115920"/>
            <a:ext cx="65059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" name="Group 26"/>
          <p:cNvGrpSpPr/>
          <p:nvPr/>
        </p:nvGrpSpPr>
        <p:grpSpPr>
          <a:xfrm>
            <a:off x="470160" y="1197000"/>
            <a:ext cx="8422920" cy="806760"/>
            <a:chOff x="470160" y="1197000"/>
            <a:chExt cx="8422920" cy="806760"/>
          </a:xfrm>
        </p:grpSpPr>
        <p:sp>
          <p:nvSpPr>
            <p:cNvPr id="83" name="Rectangle 12"/>
            <p:cNvSpPr/>
            <p:nvPr/>
          </p:nvSpPr>
          <p:spPr>
            <a:xfrm>
              <a:off x="2844720" y="1197000"/>
              <a:ext cx="6048360" cy="80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4" name="Picture 24" descr="未标题-1"/>
            <p:cNvPicPr/>
            <p:nvPr/>
          </p:nvPicPr>
          <p:blipFill>
            <a:blip r:embed="rId1"/>
            <a:stretch/>
          </p:blipFill>
          <p:spPr>
            <a:xfrm flipH="1" rot="665400">
              <a:off x="2021040" y="1412640"/>
              <a:ext cx="823680" cy="415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5" name="Rectangle 25"/>
            <p:cNvSpPr/>
            <p:nvPr/>
          </p:nvSpPr>
          <p:spPr>
            <a:xfrm>
              <a:off x="470160" y="1412640"/>
              <a:ext cx="165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6386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6" name="Group 27"/>
          <p:cNvGrpSpPr/>
          <p:nvPr/>
        </p:nvGrpSpPr>
        <p:grpSpPr>
          <a:xfrm>
            <a:off x="470160" y="2205000"/>
            <a:ext cx="8422920" cy="806760"/>
            <a:chOff x="470160" y="2205000"/>
            <a:chExt cx="8422920" cy="806760"/>
          </a:xfrm>
        </p:grpSpPr>
        <p:sp>
          <p:nvSpPr>
            <p:cNvPr id="87" name="Rectangle 28"/>
            <p:cNvSpPr/>
            <p:nvPr/>
          </p:nvSpPr>
          <p:spPr>
            <a:xfrm>
              <a:off x="2844720" y="2205000"/>
              <a:ext cx="6048360" cy="80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8" name="Picture 29" descr="未标题-1"/>
            <p:cNvPicPr/>
            <p:nvPr/>
          </p:nvPicPr>
          <p:blipFill>
            <a:blip r:embed="rId2"/>
            <a:stretch/>
          </p:blipFill>
          <p:spPr>
            <a:xfrm flipH="1" rot="665400">
              <a:off x="2021040" y="2420640"/>
              <a:ext cx="823680" cy="415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9" name="Rectangle 30"/>
            <p:cNvSpPr/>
            <p:nvPr/>
          </p:nvSpPr>
          <p:spPr>
            <a:xfrm>
              <a:off x="470160" y="2420640"/>
              <a:ext cx="165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6386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0" name="Group 31"/>
          <p:cNvGrpSpPr/>
          <p:nvPr/>
        </p:nvGrpSpPr>
        <p:grpSpPr>
          <a:xfrm>
            <a:off x="470160" y="3213000"/>
            <a:ext cx="8422920" cy="806760"/>
            <a:chOff x="470160" y="3213000"/>
            <a:chExt cx="8422920" cy="806760"/>
          </a:xfrm>
        </p:grpSpPr>
        <p:sp>
          <p:nvSpPr>
            <p:cNvPr id="91" name="Rectangle 32"/>
            <p:cNvSpPr/>
            <p:nvPr/>
          </p:nvSpPr>
          <p:spPr>
            <a:xfrm>
              <a:off x="2844720" y="3213000"/>
              <a:ext cx="6048360" cy="80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2" name="Picture 33" descr="未标题-1"/>
            <p:cNvPicPr/>
            <p:nvPr/>
          </p:nvPicPr>
          <p:blipFill>
            <a:blip r:embed="rId3"/>
            <a:stretch/>
          </p:blipFill>
          <p:spPr>
            <a:xfrm flipH="1" rot="665400">
              <a:off x="2021040" y="3428640"/>
              <a:ext cx="823680" cy="415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3" name="Rectangle 34"/>
            <p:cNvSpPr/>
            <p:nvPr/>
          </p:nvSpPr>
          <p:spPr>
            <a:xfrm>
              <a:off x="470160" y="3428640"/>
              <a:ext cx="165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6386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4" name="Group 35"/>
          <p:cNvGrpSpPr/>
          <p:nvPr/>
        </p:nvGrpSpPr>
        <p:grpSpPr>
          <a:xfrm>
            <a:off x="470160" y="4206960"/>
            <a:ext cx="8422920" cy="806760"/>
            <a:chOff x="470160" y="4206960"/>
            <a:chExt cx="8422920" cy="806760"/>
          </a:xfrm>
        </p:grpSpPr>
        <p:sp>
          <p:nvSpPr>
            <p:cNvPr id="95" name="Rectangle 36"/>
            <p:cNvSpPr/>
            <p:nvPr/>
          </p:nvSpPr>
          <p:spPr>
            <a:xfrm>
              <a:off x="2844720" y="4206960"/>
              <a:ext cx="6048360" cy="80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6" name="Picture 37" descr="未标题-1"/>
            <p:cNvPicPr/>
            <p:nvPr/>
          </p:nvPicPr>
          <p:blipFill>
            <a:blip r:embed="rId4"/>
            <a:stretch/>
          </p:blipFill>
          <p:spPr>
            <a:xfrm flipH="1" rot="665400">
              <a:off x="2021040" y="4422600"/>
              <a:ext cx="823680" cy="415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7" name="Rectangle 38"/>
            <p:cNvSpPr/>
            <p:nvPr/>
          </p:nvSpPr>
          <p:spPr>
            <a:xfrm>
              <a:off x="470160" y="4422600"/>
              <a:ext cx="165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6386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090440" y="115920"/>
            <a:ext cx="65059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9" name="Group 41"/>
          <p:cNvGrpSpPr/>
          <p:nvPr/>
        </p:nvGrpSpPr>
        <p:grpSpPr>
          <a:xfrm>
            <a:off x="755640" y="1052640"/>
            <a:ext cx="3384720" cy="4105080"/>
            <a:chOff x="755640" y="1052640"/>
            <a:chExt cx="3384720" cy="4105080"/>
          </a:xfrm>
        </p:grpSpPr>
        <p:grpSp>
          <p:nvGrpSpPr>
            <p:cNvPr id="100" name="Group 32"/>
            <p:cNvGrpSpPr/>
            <p:nvPr/>
          </p:nvGrpSpPr>
          <p:grpSpPr>
            <a:xfrm>
              <a:off x="755640" y="1052640"/>
              <a:ext cx="1297080" cy="1152360"/>
              <a:chOff x="755640" y="1052640"/>
              <a:chExt cx="1297080" cy="1152360"/>
            </a:xfrm>
          </p:grpSpPr>
          <p:pic>
            <p:nvPicPr>
              <p:cNvPr id="101" name="Picture 30" descr="未标题-13"/>
              <p:cNvPicPr/>
              <p:nvPr/>
            </p:nvPicPr>
            <p:blipFill>
              <a:blip r:embed="rId1"/>
              <a:stretch/>
            </p:blipFill>
            <p:spPr>
              <a:xfrm>
                <a:off x="826920" y="1195560"/>
                <a:ext cx="1114560" cy="819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02" name="Oval 31"/>
              <p:cNvSpPr/>
              <p:nvPr/>
            </p:nvSpPr>
            <p:spPr>
              <a:xfrm>
                <a:off x="755640" y="1052640"/>
                <a:ext cx="1297080" cy="1152360"/>
              </a:xfrm>
              <a:prstGeom prst="ellipse">
                <a:avLst/>
              </a:pr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" name="Line 34"/>
            <p:cNvSpPr/>
            <p:nvPr/>
          </p:nvSpPr>
          <p:spPr>
            <a:xfrm>
              <a:off x="1258920" y="2062080"/>
              <a:ext cx="0" cy="3024360"/>
            </a:xfrm>
            <a:prstGeom prst="line">
              <a:avLst/>
            </a:prstGeom>
            <a:ln w="1908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Line 35"/>
            <p:cNvSpPr/>
            <p:nvPr/>
          </p:nvSpPr>
          <p:spPr>
            <a:xfrm>
              <a:off x="1187280" y="1989000"/>
              <a:ext cx="0" cy="3024360"/>
            </a:xfrm>
            <a:prstGeom prst="line">
              <a:avLst/>
            </a:prstGeom>
            <a:ln w="19080">
              <a:solidFill>
                <a:srgbClr val="33cccc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Line 37"/>
            <p:cNvSpPr/>
            <p:nvPr/>
          </p:nvSpPr>
          <p:spPr>
            <a:xfrm>
              <a:off x="1908000" y="1628640"/>
              <a:ext cx="2159280" cy="0"/>
            </a:xfrm>
            <a:prstGeom prst="line">
              <a:avLst/>
            </a:prstGeom>
            <a:ln w="19080">
              <a:solidFill>
                <a:srgbClr val="33cccc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Line 38"/>
            <p:cNvSpPr/>
            <p:nvPr/>
          </p:nvSpPr>
          <p:spPr>
            <a:xfrm>
              <a:off x="1908000" y="1557360"/>
              <a:ext cx="1943280" cy="0"/>
            </a:xfrm>
            <a:prstGeom prst="line">
              <a:avLst/>
            </a:prstGeom>
            <a:ln w="1908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39"/>
            <p:cNvSpPr/>
            <p:nvPr/>
          </p:nvSpPr>
          <p:spPr>
            <a:xfrm>
              <a:off x="1332000" y="1700280"/>
              <a:ext cx="2808360" cy="345744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0"/>
                  </a:srgbClr>
                </a:gs>
                <a:gs pos="100000">
                  <a:srgbClr val="bbe0e3">
                    <a:alpha val="80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Rectangle 40"/>
            <p:cNvSpPr/>
            <p:nvPr/>
          </p:nvSpPr>
          <p:spPr>
            <a:xfrm>
              <a:off x="1476360" y="1989000"/>
              <a:ext cx="2303640" cy="187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" name="Group 53"/>
          <p:cNvGrpSpPr/>
          <p:nvPr/>
        </p:nvGrpSpPr>
        <p:grpSpPr>
          <a:xfrm>
            <a:off x="4788000" y="1052640"/>
            <a:ext cx="3384000" cy="4105080"/>
            <a:chOff x="4788000" y="1052640"/>
            <a:chExt cx="3384000" cy="4105080"/>
          </a:xfrm>
        </p:grpSpPr>
        <p:grpSp>
          <p:nvGrpSpPr>
            <p:cNvPr id="110" name="Group 54"/>
            <p:cNvGrpSpPr/>
            <p:nvPr/>
          </p:nvGrpSpPr>
          <p:grpSpPr>
            <a:xfrm>
              <a:off x="4788000" y="1052640"/>
              <a:ext cx="1296720" cy="1152360"/>
              <a:chOff x="4788000" y="1052640"/>
              <a:chExt cx="1296720" cy="1152360"/>
            </a:xfrm>
          </p:grpSpPr>
          <p:pic>
            <p:nvPicPr>
              <p:cNvPr id="111" name="Picture 55" descr="未标题-13"/>
              <p:cNvPicPr/>
              <p:nvPr/>
            </p:nvPicPr>
            <p:blipFill>
              <a:blip r:embed="rId2"/>
              <a:stretch/>
            </p:blipFill>
            <p:spPr>
              <a:xfrm>
                <a:off x="4858920" y="1195560"/>
                <a:ext cx="1114200" cy="819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12" name="Oval 56"/>
              <p:cNvSpPr/>
              <p:nvPr/>
            </p:nvSpPr>
            <p:spPr>
              <a:xfrm>
                <a:off x="4788000" y="1052640"/>
                <a:ext cx="1296720" cy="1152360"/>
              </a:xfrm>
              <a:prstGeom prst="ellipse">
                <a:avLst/>
              </a:pr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" name="Line 57"/>
            <p:cNvSpPr/>
            <p:nvPr/>
          </p:nvSpPr>
          <p:spPr>
            <a:xfrm>
              <a:off x="5290920" y="2062080"/>
              <a:ext cx="0" cy="3024360"/>
            </a:xfrm>
            <a:prstGeom prst="line">
              <a:avLst/>
            </a:prstGeom>
            <a:ln w="1908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Line 58"/>
            <p:cNvSpPr/>
            <p:nvPr/>
          </p:nvSpPr>
          <p:spPr>
            <a:xfrm>
              <a:off x="5219280" y="1989000"/>
              <a:ext cx="0" cy="3024360"/>
            </a:xfrm>
            <a:prstGeom prst="line">
              <a:avLst/>
            </a:prstGeom>
            <a:ln w="19080">
              <a:solidFill>
                <a:srgbClr val="33cccc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Line 59"/>
            <p:cNvSpPr/>
            <p:nvPr/>
          </p:nvSpPr>
          <p:spPr>
            <a:xfrm>
              <a:off x="5940000" y="1628640"/>
              <a:ext cx="2158920" cy="0"/>
            </a:xfrm>
            <a:prstGeom prst="line">
              <a:avLst/>
            </a:prstGeom>
            <a:ln w="19080">
              <a:solidFill>
                <a:srgbClr val="33cccc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Line 60"/>
            <p:cNvSpPr/>
            <p:nvPr/>
          </p:nvSpPr>
          <p:spPr>
            <a:xfrm>
              <a:off x="5940000" y="1557360"/>
              <a:ext cx="1942920" cy="0"/>
            </a:xfrm>
            <a:prstGeom prst="line">
              <a:avLst/>
            </a:prstGeom>
            <a:ln w="1908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Rectangle 61"/>
            <p:cNvSpPr/>
            <p:nvPr/>
          </p:nvSpPr>
          <p:spPr>
            <a:xfrm>
              <a:off x="5364000" y="1700280"/>
              <a:ext cx="2808000" cy="345744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0"/>
                  </a:srgbClr>
                </a:gs>
                <a:gs pos="100000">
                  <a:srgbClr val="bbe0e3">
                    <a:alpha val="80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Rectangle 62"/>
            <p:cNvSpPr/>
            <p:nvPr/>
          </p:nvSpPr>
          <p:spPr>
            <a:xfrm>
              <a:off x="5508360" y="1989000"/>
              <a:ext cx="2303280" cy="187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Oval 26" descr="DSPD3736"/>
          <p:cNvSpPr/>
          <p:nvPr/>
        </p:nvSpPr>
        <p:spPr>
          <a:xfrm>
            <a:off x="3132000" y="1268280"/>
            <a:ext cx="3024360" cy="28814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19080">
            <a:solidFill>
              <a:srgbClr val="bbe0e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90440" y="115920"/>
            <a:ext cx="65059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Oval 25" descr="DSPD3736"/>
          <p:cNvSpPr/>
          <p:nvPr/>
        </p:nvSpPr>
        <p:spPr>
          <a:xfrm>
            <a:off x="3348000" y="1486080"/>
            <a:ext cx="2592360" cy="244764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38160">
            <a:solidFill>
              <a:srgbClr val="bbe0e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Oval 27"/>
          <p:cNvSpPr/>
          <p:nvPr/>
        </p:nvSpPr>
        <p:spPr>
          <a:xfrm>
            <a:off x="3348000" y="1484280"/>
            <a:ext cx="2592360" cy="2448000"/>
          </a:xfrm>
          <a:prstGeom prst="ellipse">
            <a:avLst/>
          </a:prstGeom>
          <a:solidFill>
            <a:srgbClr val="ffffff">
              <a:alpha val="64000"/>
            </a:srgbClr>
          </a:solidFill>
          <a:ln w="38160">
            <a:solidFill>
              <a:srgbClr val="bbe0e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28"/>
          <p:cNvSpPr/>
          <p:nvPr/>
        </p:nvSpPr>
        <p:spPr>
          <a:xfrm>
            <a:off x="3710160" y="2492280"/>
            <a:ext cx="19598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4" name="Group 33"/>
          <p:cNvGrpSpPr/>
          <p:nvPr/>
        </p:nvGrpSpPr>
        <p:grpSpPr>
          <a:xfrm>
            <a:off x="2050560" y="2492280"/>
            <a:ext cx="1008360" cy="144720"/>
            <a:chOff x="2050560" y="2492280"/>
            <a:chExt cx="1008360" cy="144720"/>
          </a:xfrm>
        </p:grpSpPr>
        <p:sp>
          <p:nvSpPr>
            <p:cNvPr id="125" name="Line 29"/>
            <p:cNvSpPr/>
            <p:nvPr/>
          </p:nvSpPr>
          <p:spPr>
            <a:xfrm flipH="1">
              <a:off x="2050560" y="2492280"/>
              <a:ext cx="1008360" cy="0"/>
            </a:xfrm>
            <a:prstGeom prst="line">
              <a:avLst/>
            </a:prstGeom>
            <a:ln w="2844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Line 30"/>
            <p:cNvSpPr/>
            <p:nvPr/>
          </p:nvSpPr>
          <p:spPr>
            <a:xfrm flipH="1">
              <a:off x="2268000" y="2637000"/>
              <a:ext cx="790920" cy="0"/>
            </a:xfrm>
            <a:prstGeom prst="line">
              <a:avLst/>
            </a:prstGeom>
            <a:ln w="28440">
              <a:solidFill>
                <a:srgbClr val="bbe0e3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27" name="Picture 31" descr="未标题-152"/>
          <p:cNvPicPr/>
          <p:nvPr/>
        </p:nvPicPr>
        <p:blipFill>
          <a:blip r:embed="rId3"/>
          <a:srcRect l="2362" t="0" r="0" b="0"/>
          <a:stretch/>
        </p:blipFill>
        <p:spPr>
          <a:xfrm>
            <a:off x="108000" y="2355840"/>
            <a:ext cx="357120" cy="36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Rectangle 32"/>
          <p:cNvSpPr/>
          <p:nvPr/>
        </p:nvSpPr>
        <p:spPr>
          <a:xfrm>
            <a:off x="466560" y="2349360"/>
            <a:ext cx="1514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oup 34"/>
          <p:cNvGrpSpPr/>
          <p:nvPr/>
        </p:nvGrpSpPr>
        <p:grpSpPr>
          <a:xfrm>
            <a:off x="2652480" y="3598560"/>
            <a:ext cx="814680" cy="712800"/>
            <a:chOff x="2652480" y="3598560"/>
            <a:chExt cx="814680" cy="712800"/>
          </a:xfrm>
        </p:grpSpPr>
        <p:sp>
          <p:nvSpPr>
            <p:cNvPr id="130" name="Line 35"/>
            <p:cNvSpPr/>
            <p:nvPr/>
          </p:nvSpPr>
          <p:spPr>
            <a:xfrm flipH="1">
              <a:off x="2652480" y="3598560"/>
              <a:ext cx="712800" cy="712800"/>
            </a:xfrm>
            <a:prstGeom prst="line">
              <a:avLst/>
            </a:prstGeom>
            <a:ln w="2844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Line 36"/>
            <p:cNvSpPr/>
            <p:nvPr/>
          </p:nvSpPr>
          <p:spPr>
            <a:xfrm flipH="1">
              <a:off x="2908440" y="3701160"/>
              <a:ext cx="558720" cy="559080"/>
            </a:xfrm>
            <a:prstGeom prst="line">
              <a:avLst/>
            </a:prstGeom>
            <a:ln w="28440">
              <a:solidFill>
                <a:srgbClr val="bbe0e3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2" name="Picture 37" descr="未标题-152"/>
          <p:cNvPicPr/>
          <p:nvPr/>
        </p:nvPicPr>
        <p:blipFill>
          <a:blip r:embed="rId4"/>
          <a:srcRect l="2362" t="0" r="0" b="0"/>
          <a:stretch/>
        </p:blipFill>
        <p:spPr>
          <a:xfrm>
            <a:off x="685800" y="4227480"/>
            <a:ext cx="357120" cy="36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Rectangle 38"/>
          <p:cNvSpPr/>
          <p:nvPr/>
        </p:nvSpPr>
        <p:spPr>
          <a:xfrm>
            <a:off x="1044360" y="4221000"/>
            <a:ext cx="1514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4" name="Group 39"/>
          <p:cNvGrpSpPr/>
          <p:nvPr/>
        </p:nvGrpSpPr>
        <p:grpSpPr>
          <a:xfrm>
            <a:off x="4643280" y="4221000"/>
            <a:ext cx="144720" cy="1008360"/>
            <a:chOff x="4643280" y="4221000"/>
            <a:chExt cx="144720" cy="1008360"/>
          </a:xfrm>
        </p:grpSpPr>
        <p:sp>
          <p:nvSpPr>
            <p:cNvPr id="135" name="Line 40"/>
            <p:cNvSpPr/>
            <p:nvPr/>
          </p:nvSpPr>
          <p:spPr>
            <a:xfrm>
              <a:off x="4643280" y="4221000"/>
              <a:ext cx="0" cy="1008360"/>
            </a:xfrm>
            <a:prstGeom prst="line">
              <a:avLst/>
            </a:prstGeom>
            <a:ln w="2844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Line 41"/>
            <p:cNvSpPr/>
            <p:nvPr/>
          </p:nvSpPr>
          <p:spPr>
            <a:xfrm>
              <a:off x="4788000" y="4221000"/>
              <a:ext cx="0" cy="790920"/>
            </a:xfrm>
            <a:prstGeom prst="line">
              <a:avLst/>
            </a:prstGeom>
            <a:ln w="28440">
              <a:solidFill>
                <a:srgbClr val="bbe0e3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7" name="Picture 42" descr="未标题-152"/>
          <p:cNvPicPr/>
          <p:nvPr/>
        </p:nvPicPr>
        <p:blipFill>
          <a:blip r:embed="rId5"/>
          <a:srcRect l="2362" t="0" r="0" b="0"/>
          <a:stretch/>
        </p:blipFill>
        <p:spPr>
          <a:xfrm>
            <a:off x="3635280" y="5380200"/>
            <a:ext cx="357120" cy="36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Rectangle 43"/>
          <p:cNvSpPr/>
          <p:nvPr/>
        </p:nvSpPr>
        <p:spPr>
          <a:xfrm>
            <a:off x="3993840" y="5373720"/>
            <a:ext cx="1514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9" name="Group 44"/>
          <p:cNvGrpSpPr/>
          <p:nvPr/>
        </p:nvGrpSpPr>
        <p:grpSpPr>
          <a:xfrm>
            <a:off x="5964120" y="3454560"/>
            <a:ext cx="712800" cy="814320"/>
            <a:chOff x="5964120" y="3454560"/>
            <a:chExt cx="712800" cy="814320"/>
          </a:xfrm>
        </p:grpSpPr>
        <p:sp>
          <p:nvSpPr>
            <p:cNvPr id="140" name="Line 45"/>
            <p:cNvSpPr/>
            <p:nvPr/>
          </p:nvSpPr>
          <p:spPr>
            <a:xfrm>
              <a:off x="5964120" y="3556080"/>
              <a:ext cx="712800" cy="712800"/>
            </a:xfrm>
            <a:prstGeom prst="line">
              <a:avLst/>
            </a:prstGeom>
            <a:ln w="2844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Line 46"/>
            <p:cNvSpPr/>
            <p:nvPr/>
          </p:nvSpPr>
          <p:spPr>
            <a:xfrm>
              <a:off x="6066360" y="3454560"/>
              <a:ext cx="559080" cy="558720"/>
            </a:xfrm>
            <a:prstGeom prst="line">
              <a:avLst/>
            </a:prstGeom>
            <a:ln w="28440">
              <a:solidFill>
                <a:srgbClr val="bbe0e3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2" name="Picture 47" descr="未标题-152"/>
          <p:cNvPicPr/>
          <p:nvPr/>
        </p:nvPicPr>
        <p:blipFill>
          <a:blip r:embed="rId6"/>
          <a:srcRect l="2362" t="0" r="0" b="0"/>
          <a:stretch/>
        </p:blipFill>
        <p:spPr>
          <a:xfrm>
            <a:off x="6662880" y="4371840"/>
            <a:ext cx="357120" cy="36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Rectangle 48"/>
          <p:cNvSpPr/>
          <p:nvPr/>
        </p:nvSpPr>
        <p:spPr>
          <a:xfrm>
            <a:off x="7021080" y="4365720"/>
            <a:ext cx="1514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4" name="Group 49"/>
          <p:cNvGrpSpPr/>
          <p:nvPr/>
        </p:nvGrpSpPr>
        <p:grpSpPr>
          <a:xfrm>
            <a:off x="6227640" y="2492280"/>
            <a:ext cx="1008360" cy="144720"/>
            <a:chOff x="6227640" y="2492280"/>
            <a:chExt cx="1008360" cy="144720"/>
          </a:xfrm>
        </p:grpSpPr>
        <p:sp>
          <p:nvSpPr>
            <p:cNvPr id="145" name="Line 50"/>
            <p:cNvSpPr/>
            <p:nvPr/>
          </p:nvSpPr>
          <p:spPr>
            <a:xfrm>
              <a:off x="6227640" y="2637000"/>
              <a:ext cx="1008360" cy="0"/>
            </a:xfrm>
            <a:prstGeom prst="line">
              <a:avLst/>
            </a:prstGeom>
            <a:ln w="2844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Line 51"/>
            <p:cNvSpPr/>
            <p:nvPr/>
          </p:nvSpPr>
          <p:spPr>
            <a:xfrm>
              <a:off x="6227640" y="2492280"/>
              <a:ext cx="790920" cy="0"/>
            </a:xfrm>
            <a:prstGeom prst="line">
              <a:avLst/>
            </a:prstGeom>
            <a:ln w="28440">
              <a:solidFill>
                <a:srgbClr val="bbe0e3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7" name="Picture 52" descr="未标题-152"/>
          <p:cNvPicPr/>
          <p:nvPr/>
        </p:nvPicPr>
        <p:blipFill>
          <a:blip r:embed="rId7"/>
          <a:srcRect l="2362" t="0" r="0" b="0"/>
          <a:stretch/>
        </p:blipFill>
        <p:spPr>
          <a:xfrm>
            <a:off x="7305840" y="2355840"/>
            <a:ext cx="357120" cy="36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Rectangle 53"/>
          <p:cNvSpPr/>
          <p:nvPr/>
        </p:nvSpPr>
        <p:spPr>
          <a:xfrm>
            <a:off x="7664040" y="2349360"/>
            <a:ext cx="1514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090440" y="115920"/>
            <a:ext cx="65059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0" name="Group 58"/>
          <p:cNvGrpSpPr/>
          <p:nvPr/>
        </p:nvGrpSpPr>
        <p:grpSpPr>
          <a:xfrm>
            <a:off x="1042920" y="907920"/>
            <a:ext cx="6985080" cy="1729080"/>
            <a:chOff x="1042920" y="907920"/>
            <a:chExt cx="6985080" cy="1729080"/>
          </a:xfrm>
        </p:grpSpPr>
        <p:pic>
          <p:nvPicPr>
            <p:cNvPr id="151" name="Picture 46" descr="e686f5f5917143f8f3d38536"/>
            <p:cNvPicPr/>
            <p:nvPr/>
          </p:nvPicPr>
          <p:blipFill>
            <a:blip r:embed="rId1"/>
            <a:stretch/>
          </p:blipFill>
          <p:spPr>
            <a:xfrm>
              <a:off x="1332000" y="1268280"/>
              <a:ext cx="785880" cy="10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2" name="AutoShape 32"/>
            <p:cNvSpPr/>
            <p:nvPr/>
          </p:nvSpPr>
          <p:spPr>
            <a:xfrm>
              <a:off x="1042920" y="907920"/>
              <a:ext cx="6985080" cy="1729080"/>
            </a:xfrm>
            <a:prstGeom prst="horizontalScroll">
              <a:avLst>
                <a:gd name="adj" fmla="val 12500"/>
              </a:avLst>
            </a:prstGeom>
            <a:blipFill rotWithShape="0">
              <a:blip r:embed="rId2"/>
              <a:srcRect/>
              <a:stretch/>
            </a:blipFill>
            <a:ln w="19080">
              <a:solidFill>
                <a:srgbClr val="ddddd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Rectangle 33"/>
            <p:cNvSpPr/>
            <p:nvPr/>
          </p:nvSpPr>
          <p:spPr>
            <a:xfrm>
              <a:off x="2268360" y="1268280"/>
              <a:ext cx="5543640" cy="1008360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79a4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48"/>
            <p:cNvSpPr/>
            <p:nvPr/>
          </p:nvSpPr>
          <p:spPr>
            <a:xfrm>
              <a:off x="2340000" y="1555920"/>
              <a:ext cx="48243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Rectangle 53"/>
            <p:cNvSpPr/>
            <p:nvPr/>
          </p:nvSpPr>
          <p:spPr>
            <a:xfrm>
              <a:off x="1405080" y="1555920"/>
              <a:ext cx="65520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" name="Group 65"/>
          <p:cNvGrpSpPr/>
          <p:nvPr/>
        </p:nvGrpSpPr>
        <p:grpSpPr>
          <a:xfrm>
            <a:off x="1042920" y="2637000"/>
            <a:ext cx="6985080" cy="1728720"/>
            <a:chOff x="1042920" y="2637000"/>
            <a:chExt cx="6985080" cy="1728720"/>
          </a:xfrm>
        </p:grpSpPr>
        <p:pic>
          <p:nvPicPr>
            <p:cNvPr id="157" name="Picture 52" descr="e686f5f5917143f8f3d38536"/>
            <p:cNvPicPr/>
            <p:nvPr/>
          </p:nvPicPr>
          <p:blipFill>
            <a:blip r:embed="rId3"/>
            <a:stretch/>
          </p:blipFill>
          <p:spPr>
            <a:xfrm>
              <a:off x="1332000" y="2997360"/>
              <a:ext cx="785880" cy="1006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8" name="AutoShape 50"/>
            <p:cNvSpPr/>
            <p:nvPr/>
          </p:nvSpPr>
          <p:spPr>
            <a:xfrm>
              <a:off x="1042920" y="2637000"/>
              <a:ext cx="6985080" cy="1728720"/>
            </a:xfrm>
            <a:prstGeom prst="horizontalScroll">
              <a:avLst>
                <a:gd name="adj" fmla="val 12500"/>
              </a:avLst>
            </a:prstGeom>
            <a:blipFill rotWithShape="0">
              <a:blip r:embed="rId4"/>
              <a:srcRect/>
              <a:stretch/>
            </a:blipFill>
            <a:ln w="19080">
              <a:solidFill>
                <a:srgbClr val="ddddd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51"/>
            <p:cNvSpPr/>
            <p:nvPr/>
          </p:nvSpPr>
          <p:spPr>
            <a:xfrm>
              <a:off x="2268360" y="2997360"/>
              <a:ext cx="5543640" cy="1008000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bbe0e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Rectangle 54"/>
            <p:cNvSpPr/>
            <p:nvPr/>
          </p:nvSpPr>
          <p:spPr>
            <a:xfrm>
              <a:off x="2340000" y="3286080"/>
              <a:ext cx="48243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Rectangle 55"/>
            <p:cNvSpPr/>
            <p:nvPr/>
          </p:nvSpPr>
          <p:spPr>
            <a:xfrm>
              <a:off x="1405080" y="3286080"/>
              <a:ext cx="65520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2" name="Group 59"/>
          <p:cNvGrpSpPr/>
          <p:nvPr/>
        </p:nvGrpSpPr>
        <p:grpSpPr>
          <a:xfrm>
            <a:off x="1042920" y="4363920"/>
            <a:ext cx="6985080" cy="1729080"/>
            <a:chOff x="1042920" y="4363920"/>
            <a:chExt cx="6985080" cy="1729080"/>
          </a:xfrm>
        </p:grpSpPr>
        <p:pic>
          <p:nvPicPr>
            <p:cNvPr id="163" name="Picture 60" descr="e686f5f5917143f8f3d38536"/>
            <p:cNvPicPr/>
            <p:nvPr/>
          </p:nvPicPr>
          <p:blipFill>
            <a:blip r:embed="rId5"/>
            <a:stretch/>
          </p:blipFill>
          <p:spPr>
            <a:xfrm>
              <a:off x="1332000" y="4724280"/>
              <a:ext cx="785880" cy="10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4" name="AutoShape 61"/>
            <p:cNvSpPr/>
            <p:nvPr/>
          </p:nvSpPr>
          <p:spPr>
            <a:xfrm>
              <a:off x="1042920" y="4363920"/>
              <a:ext cx="6985080" cy="1729080"/>
            </a:xfrm>
            <a:prstGeom prst="horizontalScroll">
              <a:avLst>
                <a:gd name="adj" fmla="val 12500"/>
              </a:avLst>
            </a:prstGeom>
            <a:blipFill rotWithShape="0">
              <a:blip r:embed="rId6"/>
              <a:srcRect/>
              <a:stretch/>
            </a:blipFill>
            <a:ln w="19080">
              <a:solidFill>
                <a:srgbClr val="ddddd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Rectangle 62"/>
            <p:cNvSpPr/>
            <p:nvPr/>
          </p:nvSpPr>
          <p:spPr>
            <a:xfrm>
              <a:off x="2268360" y="4724280"/>
              <a:ext cx="5543640" cy="1008360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79a4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Rectangle 63"/>
            <p:cNvSpPr/>
            <p:nvPr/>
          </p:nvSpPr>
          <p:spPr>
            <a:xfrm>
              <a:off x="2340000" y="5011920"/>
              <a:ext cx="48243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Rectangle 64"/>
            <p:cNvSpPr/>
            <p:nvPr/>
          </p:nvSpPr>
          <p:spPr>
            <a:xfrm>
              <a:off x="1405080" y="5011920"/>
              <a:ext cx="65520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69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9" name="Group 58"/>
          <p:cNvGrpSpPr/>
          <p:nvPr/>
        </p:nvGrpSpPr>
        <p:grpSpPr>
          <a:xfrm>
            <a:off x="179280" y="1052640"/>
            <a:ext cx="3024360" cy="3240000"/>
            <a:chOff x="179280" y="1052640"/>
            <a:chExt cx="3024360" cy="3240000"/>
          </a:xfrm>
        </p:grpSpPr>
        <p:pic>
          <p:nvPicPr>
            <p:cNvPr id="170" name="Picture 52" descr="未标题-2"/>
            <p:cNvPicPr/>
            <p:nvPr/>
          </p:nvPicPr>
          <p:blipFill>
            <a:blip r:embed="rId1"/>
            <a:stretch/>
          </p:blipFill>
          <p:spPr>
            <a:xfrm>
              <a:off x="179280" y="1052640"/>
              <a:ext cx="1104840" cy="842760"/>
            </a:xfrm>
            <a:prstGeom prst="rect">
              <a:avLst/>
            </a:prstGeom>
            <a:noFill/>
            <a:ln w="12600">
              <a:solidFill>
                <a:srgbClr val="99cc00"/>
              </a:solidFill>
              <a:miter/>
            </a:ln>
          </p:spPr>
        </p:pic>
        <p:sp>
          <p:nvSpPr>
            <p:cNvPr id="171" name="Line 54"/>
            <p:cNvSpPr/>
            <p:nvPr/>
          </p:nvSpPr>
          <p:spPr>
            <a:xfrm>
              <a:off x="322200" y="1916280"/>
              <a:ext cx="0" cy="2376360"/>
            </a:xfrm>
            <a:prstGeom prst="line">
              <a:avLst/>
            </a:prstGeom>
            <a:ln w="19080">
              <a:solidFill>
                <a:srgbClr val="99cc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Line 55"/>
            <p:cNvSpPr/>
            <p:nvPr/>
          </p:nvSpPr>
          <p:spPr>
            <a:xfrm>
              <a:off x="466560" y="1916280"/>
              <a:ext cx="0" cy="431640"/>
            </a:xfrm>
            <a:prstGeom prst="line">
              <a:avLst/>
            </a:prstGeom>
            <a:ln w="19080">
              <a:solidFill>
                <a:srgbClr val="99cc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56"/>
            <p:cNvSpPr/>
            <p:nvPr/>
          </p:nvSpPr>
          <p:spPr>
            <a:xfrm>
              <a:off x="539640" y="1844640"/>
              <a:ext cx="2664000" cy="237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5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57"/>
            <p:cNvSpPr/>
            <p:nvPr/>
          </p:nvSpPr>
          <p:spPr>
            <a:xfrm>
              <a:off x="1260360" y="1339920"/>
              <a:ext cx="165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6386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5" name="Group 59"/>
          <p:cNvGrpSpPr/>
          <p:nvPr/>
        </p:nvGrpSpPr>
        <p:grpSpPr>
          <a:xfrm>
            <a:off x="3132000" y="1484280"/>
            <a:ext cx="3024360" cy="3240000"/>
            <a:chOff x="3132000" y="1484280"/>
            <a:chExt cx="3024360" cy="3240000"/>
          </a:xfrm>
        </p:grpSpPr>
        <p:pic>
          <p:nvPicPr>
            <p:cNvPr id="176" name="Picture 60" descr="未标题-2"/>
            <p:cNvPicPr/>
            <p:nvPr/>
          </p:nvPicPr>
          <p:blipFill>
            <a:blip r:embed="rId2"/>
            <a:stretch/>
          </p:blipFill>
          <p:spPr>
            <a:xfrm>
              <a:off x="3132000" y="1484280"/>
              <a:ext cx="1104840" cy="842760"/>
            </a:xfrm>
            <a:prstGeom prst="rect">
              <a:avLst/>
            </a:prstGeom>
            <a:noFill/>
            <a:ln w="12600">
              <a:solidFill>
                <a:srgbClr val="99cc00"/>
              </a:solidFill>
              <a:miter/>
            </a:ln>
          </p:spPr>
        </p:pic>
        <p:sp>
          <p:nvSpPr>
            <p:cNvPr id="177" name="Line 61"/>
            <p:cNvSpPr/>
            <p:nvPr/>
          </p:nvSpPr>
          <p:spPr>
            <a:xfrm>
              <a:off x="3274920" y="2347920"/>
              <a:ext cx="0" cy="2376360"/>
            </a:xfrm>
            <a:prstGeom prst="line">
              <a:avLst/>
            </a:prstGeom>
            <a:ln w="19080">
              <a:solidFill>
                <a:srgbClr val="99cc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Line 62"/>
            <p:cNvSpPr/>
            <p:nvPr/>
          </p:nvSpPr>
          <p:spPr>
            <a:xfrm>
              <a:off x="3419280" y="2347920"/>
              <a:ext cx="0" cy="431640"/>
            </a:xfrm>
            <a:prstGeom prst="line">
              <a:avLst/>
            </a:prstGeom>
            <a:ln w="19080">
              <a:solidFill>
                <a:srgbClr val="99cc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Rectangle 63"/>
            <p:cNvSpPr/>
            <p:nvPr/>
          </p:nvSpPr>
          <p:spPr>
            <a:xfrm>
              <a:off x="3492360" y="2276280"/>
              <a:ext cx="2664000" cy="237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5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Rectangle 64"/>
            <p:cNvSpPr/>
            <p:nvPr/>
          </p:nvSpPr>
          <p:spPr>
            <a:xfrm>
              <a:off x="4213080" y="1771560"/>
              <a:ext cx="165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6386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1" name="Group 65"/>
          <p:cNvGrpSpPr/>
          <p:nvPr/>
        </p:nvGrpSpPr>
        <p:grpSpPr>
          <a:xfrm>
            <a:off x="6119640" y="2060640"/>
            <a:ext cx="3024360" cy="3240000"/>
            <a:chOff x="6119640" y="2060640"/>
            <a:chExt cx="3024360" cy="3240000"/>
          </a:xfrm>
        </p:grpSpPr>
        <p:pic>
          <p:nvPicPr>
            <p:cNvPr id="182" name="Picture 66" descr="未标题-2"/>
            <p:cNvPicPr/>
            <p:nvPr/>
          </p:nvPicPr>
          <p:blipFill>
            <a:blip r:embed="rId3"/>
            <a:stretch/>
          </p:blipFill>
          <p:spPr>
            <a:xfrm>
              <a:off x="6119640" y="2060640"/>
              <a:ext cx="1104840" cy="842760"/>
            </a:xfrm>
            <a:prstGeom prst="rect">
              <a:avLst/>
            </a:prstGeom>
            <a:noFill/>
            <a:ln w="12600">
              <a:solidFill>
                <a:srgbClr val="99cc00"/>
              </a:solidFill>
              <a:miter/>
            </a:ln>
          </p:spPr>
        </p:pic>
        <p:sp>
          <p:nvSpPr>
            <p:cNvPr id="183" name="Line 67"/>
            <p:cNvSpPr/>
            <p:nvPr/>
          </p:nvSpPr>
          <p:spPr>
            <a:xfrm>
              <a:off x="6262560" y="2924280"/>
              <a:ext cx="0" cy="2376360"/>
            </a:xfrm>
            <a:prstGeom prst="line">
              <a:avLst/>
            </a:prstGeom>
            <a:ln w="19080">
              <a:solidFill>
                <a:srgbClr val="99cc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Line 68"/>
            <p:cNvSpPr/>
            <p:nvPr/>
          </p:nvSpPr>
          <p:spPr>
            <a:xfrm>
              <a:off x="6406920" y="2924280"/>
              <a:ext cx="0" cy="431640"/>
            </a:xfrm>
            <a:prstGeom prst="line">
              <a:avLst/>
            </a:prstGeom>
            <a:ln w="19080">
              <a:solidFill>
                <a:srgbClr val="99cc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Rectangle 69"/>
            <p:cNvSpPr/>
            <p:nvPr/>
          </p:nvSpPr>
          <p:spPr>
            <a:xfrm>
              <a:off x="6480000" y="2852640"/>
              <a:ext cx="2664000" cy="237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5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Rectangle 70"/>
            <p:cNvSpPr/>
            <p:nvPr/>
          </p:nvSpPr>
          <p:spPr>
            <a:xfrm>
              <a:off x="7200720" y="2347920"/>
              <a:ext cx="165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6386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69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8" name="Group 28"/>
          <p:cNvGrpSpPr/>
          <p:nvPr/>
        </p:nvGrpSpPr>
        <p:grpSpPr>
          <a:xfrm>
            <a:off x="1187280" y="1127160"/>
            <a:ext cx="7561440" cy="1150920"/>
            <a:chOff x="1187280" y="1127160"/>
            <a:chExt cx="7561440" cy="1150920"/>
          </a:xfrm>
        </p:grpSpPr>
        <p:grpSp>
          <p:nvGrpSpPr>
            <p:cNvPr id="189" name="Group 23"/>
            <p:cNvGrpSpPr/>
            <p:nvPr/>
          </p:nvGrpSpPr>
          <p:grpSpPr>
            <a:xfrm>
              <a:off x="1187280" y="1127160"/>
              <a:ext cx="1152720" cy="1150920"/>
              <a:chOff x="1187280" y="1127160"/>
              <a:chExt cx="1152720" cy="1150920"/>
            </a:xfrm>
          </p:grpSpPr>
          <p:sp>
            <p:nvSpPr>
              <p:cNvPr id="190" name="Oval 21"/>
              <p:cNvSpPr/>
              <p:nvPr/>
            </p:nvSpPr>
            <p:spPr>
              <a:xfrm>
                <a:off x="1187280" y="1127160"/>
                <a:ext cx="1152720" cy="1150920"/>
              </a:xfrm>
              <a:prstGeom prst="ellipse">
                <a:avLst/>
              </a:prstGeom>
              <a:gradFill rotWithShape="0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bbe0e3"/>
                  </a:gs>
                </a:gsLst>
                <a:path path="rect">
                  <a:fillToRect l="50000" t="50000" r="50000" b="50000"/>
                </a:path>
              </a:gradFill>
              <a:ln w="19080">
                <a:solidFill>
                  <a:srgbClr val="99cc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" name="Oval 22" descr="20081191291270_1"/>
              <p:cNvSpPr/>
              <p:nvPr/>
            </p:nvSpPr>
            <p:spPr>
              <a:xfrm>
                <a:off x="1332000" y="1270080"/>
                <a:ext cx="863640" cy="863640"/>
              </a:xfrm>
              <a:prstGeom prst="ellipse">
                <a:avLst/>
              </a:prstGeom>
              <a:blipFill rotWithShape="0">
                <a:blip r:embed="rId1">
                  <a:alphaModFix amt="52000"/>
                </a:blip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2" name="Rectangle 24"/>
            <p:cNvSpPr/>
            <p:nvPr/>
          </p:nvSpPr>
          <p:spPr>
            <a:xfrm>
              <a:off x="1405800" y="1414440"/>
              <a:ext cx="73332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74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title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Line 26"/>
            <p:cNvSpPr/>
            <p:nvPr/>
          </p:nvSpPr>
          <p:spPr>
            <a:xfrm>
              <a:off x="2411280" y="1630440"/>
              <a:ext cx="576360" cy="0"/>
            </a:xfrm>
            <a:prstGeom prst="line">
              <a:avLst/>
            </a:prstGeom>
            <a:ln w="28440">
              <a:solidFill>
                <a:srgbClr val="99cc00"/>
              </a:solidFill>
              <a:prstDash val="sysDot"/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Rectangle 27"/>
            <p:cNvSpPr/>
            <p:nvPr/>
          </p:nvSpPr>
          <p:spPr>
            <a:xfrm>
              <a:off x="3059280" y="1343160"/>
              <a:ext cx="568944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5" name="Group 29"/>
          <p:cNvGrpSpPr/>
          <p:nvPr/>
        </p:nvGrpSpPr>
        <p:grpSpPr>
          <a:xfrm>
            <a:off x="1187280" y="2422440"/>
            <a:ext cx="7561440" cy="1150920"/>
            <a:chOff x="1187280" y="2422440"/>
            <a:chExt cx="7561440" cy="1150920"/>
          </a:xfrm>
        </p:grpSpPr>
        <p:grpSp>
          <p:nvGrpSpPr>
            <p:cNvPr id="196" name="Group 30"/>
            <p:cNvGrpSpPr/>
            <p:nvPr/>
          </p:nvGrpSpPr>
          <p:grpSpPr>
            <a:xfrm>
              <a:off x="1187280" y="2422440"/>
              <a:ext cx="1152720" cy="1150920"/>
              <a:chOff x="1187280" y="2422440"/>
              <a:chExt cx="1152720" cy="1150920"/>
            </a:xfrm>
          </p:grpSpPr>
          <p:sp>
            <p:nvSpPr>
              <p:cNvPr id="197" name="Oval 31"/>
              <p:cNvSpPr/>
              <p:nvPr/>
            </p:nvSpPr>
            <p:spPr>
              <a:xfrm>
                <a:off x="1187280" y="2422440"/>
                <a:ext cx="1152720" cy="1150920"/>
              </a:xfrm>
              <a:prstGeom prst="ellipse">
                <a:avLst/>
              </a:prstGeom>
              <a:gradFill rotWithShape="0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bbe0e3"/>
                  </a:gs>
                </a:gsLst>
                <a:path path="rect">
                  <a:fillToRect l="50000" t="50000" r="50000" b="50000"/>
                </a:path>
              </a:gradFill>
              <a:ln w="19080">
                <a:solidFill>
                  <a:srgbClr val="99cc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" name="Oval 32" descr="20081191291270_1"/>
              <p:cNvSpPr/>
              <p:nvPr/>
            </p:nvSpPr>
            <p:spPr>
              <a:xfrm>
                <a:off x="1332000" y="2565360"/>
                <a:ext cx="863640" cy="863640"/>
              </a:xfrm>
              <a:prstGeom prst="ellipse">
                <a:avLst/>
              </a:prstGeom>
              <a:blipFill rotWithShape="0">
                <a:blip r:embed="rId2">
                  <a:alphaModFix amt="52000"/>
                </a:blip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9" name="Rectangle 33"/>
            <p:cNvSpPr/>
            <p:nvPr/>
          </p:nvSpPr>
          <p:spPr>
            <a:xfrm>
              <a:off x="1405800" y="2709720"/>
              <a:ext cx="73332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74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title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Line 34"/>
            <p:cNvSpPr/>
            <p:nvPr/>
          </p:nvSpPr>
          <p:spPr>
            <a:xfrm>
              <a:off x="2411280" y="2925720"/>
              <a:ext cx="576360" cy="0"/>
            </a:xfrm>
            <a:prstGeom prst="line">
              <a:avLst/>
            </a:prstGeom>
            <a:ln w="28440">
              <a:solidFill>
                <a:srgbClr val="99cc00"/>
              </a:solidFill>
              <a:prstDash val="sysDot"/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Rectangle 35"/>
            <p:cNvSpPr/>
            <p:nvPr/>
          </p:nvSpPr>
          <p:spPr>
            <a:xfrm>
              <a:off x="3059280" y="2638440"/>
              <a:ext cx="568944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2" name="Group 36"/>
          <p:cNvGrpSpPr/>
          <p:nvPr/>
        </p:nvGrpSpPr>
        <p:grpSpPr>
          <a:xfrm>
            <a:off x="1187280" y="3790800"/>
            <a:ext cx="7561440" cy="1150920"/>
            <a:chOff x="1187280" y="3790800"/>
            <a:chExt cx="7561440" cy="1150920"/>
          </a:xfrm>
        </p:grpSpPr>
        <p:grpSp>
          <p:nvGrpSpPr>
            <p:cNvPr id="203" name="Group 37"/>
            <p:cNvGrpSpPr/>
            <p:nvPr/>
          </p:nvGrpSpPr>
          <p:grpSpPr>
            <a:xfrm>
              <a:off x="1187280" y="3790800"/>
              <a:ext cx="1152720" cy="1150920"/>
              <a:chOff x="1187280" y="3790800"/>
              <a:chExt cx="1152720" cy="1150920"/>
            </a:xfrm>
          </p:grpSpPr>
          <p:sp>
            <p:nvSpPr>
              <p:cNvPr id="204" name="Oval 38"/>
              <p:cNvSpPr/>
              <p:nvPr/>
            </p:nvSpPr>
            <p:spPr>
              <a:xfrm>
                <a:off x="1187280" y="3790800"/>
                <a:ext cx="1152720" cy="1150920"/>
              </a:xfrm>
              <a:prstGeom prst="ellipse">
                <a:avLst/>
              </a:prstGeom>
              <a:gradFill rotWithShape="0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bbe0e3"/>
                  </a:gs>
                </a:gsLst>
                <a:path path="rect">
                  <a:fillToRect l="50000" t="50000" r="50000" b="50000"/>
                </a:path>
              </a:gradFill>
              <a:ln w="19080">
                <a:solidFill>
                  <a:srgbClr val="99cc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Oval 39" descr="20081191291270_1"/>
              <p:cNvSpPr/>
              <p:nvPr/>
            </p:nvSpPr>
            <p:spPr>
              <a:xfrm>
                <a:off x="1332000" y="3933720"/>
                <a:ext cx="863640" cy="863640"/>
              </a:xfrm>
              <a:prstGeom prst="ellipse">
                <a:avLst/>
              </a:prstGeom>
              <a:blipFill rotWithShape="0">
                <a:blip r:embed="rId3">
                  <a:alphaModFix amt="52000"/>
                </a:blip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6" name="Rectangle 40"/>
            <p:cNvSpPr/>
            <p:nvPr/>
          </p:nvSpPr>
          <p:spPr>
            <a:xfrm>
              <a:off x="1405800" y="4078080"/>
              <a:ext cx="73332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74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title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Line 41"/>
            <p:cNvSpPr/>
            <p:nvPr/>
          </p:nvSpPr>
          <p:spPr>
            <a:xfrm>
              <a:off x="2411280" y="4294080"/>
              <a:ext cx="576360" cy="0"/>
            </a:xfrm>
            <a:prstGeom prst="line">
              <a:avLst/>
            </a:prstGeom>
            <a:ln w="28440">
              <a:solidFill>
                <a:srgbClr val="99cc00"/>
              </a:solidFill>
              <a:prstDash val="sysDot"/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Rectangle 42"/>
            <p:cNvSpPr/>
            <p:nvPr/>
          </p:nvSpPr>
          <p:spPr>
            <a:xfrm>
              <a:off x="3059280" y="4006800"/>
              <a:ext cx="568944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69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AutoShape 3" descr="DSPD3736"/>
          <p:cNvSpPr/>
          <p:nvPr/>
        </p:nvSpPr>
        <p:spPr>
          <a:xfrm>
            <a:off x="3817800" y="2852640"/>
            <a:ext cx="1152720" cy="1017720"/>
          </a:xfrm>
          <a:prstGeom prst="pentagon">
            <a:avLst/>
          </a:prstGeom>
          <a:blipFill rotWithShape="0">
            <a:blip r:embed="rId1"/>
            <a:srcRect/>
            <a:stretch/>
          </a:blipFill>
          <a:ln w="28440">
            <a:solidFill>
              <a:srgbClr val="bbe0e3"/>
            </a:solidFill>
            <a:miter/>
          </a:ln>
          <a:effectLst>
            <a:outerShdw dist="153753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1" name="Group 14"/>
          <p:cNvGrpSpPr/>
          <p:nvPr/>
        </p:nvGrpSpPr>
        <p:grpSpPr>
          <a:xfrm>
            <a:off x="2233440" y="1563840"/>
            <a:ext cx="4786200" cy="1145520"/>
            <a:chOff x="2233440" y="1563840"/>
            <a:chExt cx="4786200" cy="1145520"/>
          </a:xfrm>
        </p:grpSpPr>
        <p:sp>
          <p:nvSpPr>
            <p:cNvPr id="212" name="Line 4"/>
            <p:cNvSpPr/>
            <p:nvPr/>
          </p:nvSpPr>
          <p:spPr>
            <a:xfrm flipV="1">
              <a:off x="4393800" y="2276280"/>
              <a:ext cx="0" cy="433080"/>
            </a:xfrm>
            <a:prstGeom prst="line">
              <a:avLst/>
            </a:prstGeom>
            <a:ln cap="rnd" w="57240">
              <a:solidFill>
                <a:srgbClr val="bbe0e3"/>
              </a:solidFill>
              <a:custDash>
                <a:ds d="100000" sp="1000"/>
              </a:custDash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Rectangle 5"/>
            <p:cNvSpPr/>
            <p:nvPr/>
          </p:nvSpPr>
          <p:spPr>
            <a:xfrm>
              <a:off x="2233440" y="1563840"/>
              <a:ext cx="478620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Line 16"/>
          <p:cNvSpPr/>
          <p:nvPr/>
        </p:nvSpPr>
        <p:spPr>
          <a:xfrm flipV="1">
            <a:off x="5052240" y="3074760"/>
            <a:ext cx="412560" cy="133920"/>
          </a:xfrm>
          <a:prstGeom prst="line">
            <a:avLst/>
          </a:prstGeom>
          <a:ln cap="rnd" w="57240">
            <a:solidFill>
              <a:srgbClr val="bbe0e3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17"/>
          <p:cNvSpPr/>
          <p:nvPr/>
        </p:nvSpPr>
        <p:spPr>
          <a:xfrm>
            <a:off x="5473800" y="2441520"/>
            <a:ext cx="36352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Line 18"/>
          <p:cNvSpPr/>
          <p:nvPr/>
        </p:nvSpPr>
        <p:spPr>
          <a:xfrm>
            <a:off x="4770000" y="3900600"/>
            <a:ext cx="254880" cy="350640"/>
          </a:xfrm>
          <a:prstGeom prst="line">
            <a:avLst/>
          </a:prstGeom>
          <a:ln cap="rnd" w="57240">
            <a:solidFill>
              <a:srgbClr val="bbe0e3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19"/>
          <p:cNvSpPr/>
          <p:nvPr/>
        </p:nvSpPr>
        <p:spPr>
          <a:xfrm>
            <a:off x="4970520" y="4168800"/>
            <a:ext cx="36352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20"/>
          <p:cNvSpPr/>
          <p:nvPr/>
        </p:nvSpPr>
        <p:spPr>
          <a:xfrm>
            <a:off x="289080" y="4149720"/>
            <a:ext cx="36352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Line 21"/>
          <p:cNvSpPr/>
          <p:nvPr/>
        </p:nvSpPr>
        <p:spPr>
          <a:xfrm flipH="1">
            <a:off x="3762000" y="3902040"/>
            <a:ext cx="254880" cy="350640"/>
          </a:xfrm>
          <a:prstGeom prst="line">
            <a:avLst/>
          </a:prstGeom>
          <a:ln cap="rnd" w="57240">
            <a:solidFill>
              <a:srgbClr val="bbe0e3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Line 22"/>
          <p:cNvSpPr/>
          <p:nvPr/>
        </p:nvSpPr>
        <p:spPr>
          <a:xfrm flipH="1" flipV="1">
            <a:off x="3324960" y="3074760"/>
            <a:ext cx="412200" cy="133920"/>
          </a:xfrm>
          <a:prstGeom prst="line">
            <a:avLst/>
          </a:prstGeom>
          <a:ln cap="rnd" w="57240">
            <a:solidFill>
              <a:srgbClr val="bbe0e3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23"/>
          <p:cNvSpPr/>
          <p:nvPr/>
        </p:nvSpPr>
        <p:spPr>
          <a:xfrm>
            <a:off x="146160" y="2421000"/>
            <a:ext cx="36352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2"/>
          <p:cNvSpPr/>
          <p:nvPr/>
        </p:nvSpPr>
        <p:spPr>
          <a:xfrm>
            <a:off x="3059280" y="1125360"/>
            <a:ext cx="5468760" cy="14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CN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华文细黑"/>
              </a:rPr>
              <a:t>　　　谢　　谢！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2009-09-03T09:21:19Z</dcterms:created>
  <dc:creator>user</dc:creator>
  <dc:description/>
  <dc:language>zh-CN</dc:language>
  <cp:lastModifiedBy>jccook</cp:lastModifiedBy>
  <dcterms:modified xsi:type="dcterms:W3CDTF">2012-08-17T08:56:09Z</dcterms:modified>
  <cp:revision>52</cp:revision>
  <dc:subject/>
  <dc:title>幻灯片 1</dc:title>
</cp:coreProperties>
</file>