
<file path=[Content_Types].xml><?xml version="1.0" encoding="utf-8"?>
<Types xmlns="http://schemas.openxmlformats.org/package/2006/content-types">
  <Default Extension="png" ContentType="image/png"/>
  <Default Extension="svg" ContentType="image/sv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dia/image9.svg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20"/>
  </p:notesMasterIdLst>
  <p:handoutMasterIdLst>
    <p:handoutMasterId r:id="rId21"/>
  </p:handoutMasterIdLst>
  <p:sldIdLst>
    <p:sldId id="256" r:id="rId4"/>
    <p:sldId id="259" r:id="rId5"/>
    <p:sldId id="260" r:id="rId6"/>
    <p:sldId id="258" r:id="rId7"/>
    <p:sldId id="262" r:id="rId8"/>
    <p:sldId id="267" r:id="rId9"/>
    <p:sldId id="263" r:id="rId10"/>
    <p:sldId id="261" r:id="rId11"/>
    <p:sldId id="270" r:id="rId12"/>
    <p:sldId id="266" r:id="rId13"/>
    <p:sldId id="264" r:id="rId14"/>
    <p:sldId id="271" r:id="rId15"/>
    <p:sldId id="265" r:id="rId16"/>
    <p:sldId id="268" r:id="rId17"/>
    <p:sldId id="269" r:id="rId18"/>
    <p:sldId id="288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5546" autoAdjust="0"/>
  </p:normalViewPr>
  <p:slideViewPr>
    <p:cSldViewPr snapToGrid="0">
      <p:cViewPr>
        <p:scale>
          <a:sx n="100" d="100"/>
          <a:sy n="100" d="100"/>
        </p:scale>
        <p:origin x="-990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rgbClr val="5582A3"/>
              </a:solidFill>
              <a:ln w="19050">
                <a:solidFill>
                  <a:sysClr val="window" lastClr="FFFFFF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529-4952-839B-9867CB8D06DC}"/>
              </c:ext>
            </c:extLst>
          </c:dPt>
          <c:dPt>
            <c:idx val="1"/>
            <c:bubble3D val="0"/>
            <c:spPr>
              <a:solidFill>
                <a:srgbClr val="396E94"/>
              </a:solidFill>
              <a:ln w="19050">
                <a:solidFill>
                  <a:sysClr val="window" lastClr="FFFFFF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29-4952-839B-9867CB8D06DC}"/>
              </c:ext>
            </c:extLst>
          </c:dPt>
          <c:dPt>
            <c:idx val="2"/>
            <c:bubble3D val="0"/>
            <c:spPr>
              <a:solidFill>
                <a:srgbClr val="1C5984"/>
              </a:solidFill>
              <a:ln w="19050">
                <a:solidFill>
                  <a:sysClr val="window" lastClr="FFFFFF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29-4952-839B-9867CB8D06DC}"/>
              </c:ext>
            </c:extLst>
          </c:dPt>
          <c:dPt>
            <c:idx val="3"/>
            <c:bubble3D val="0"/>
            <c:spPr>
              <a:solidFill>
                <a:srgbClr val="7197B2"/>
              </a:solidFill>
              <a:ln w="19050">
                <a:solidFill>
                  <a:sysClr val="window" lastClr="FFFFFF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1529-4952-839B-9867CB8D06DC}"/>
              </c:ext>
            </c:extLst>
          </c:dPt>
          <c:dPt>
            <c:idx val="4"/>
            <c:bubble3D val="0"/>
            <c:spPr>
              <a:solidFill>
                <a:srgbClr val="004475"/>
              </a:solidFill>
              <a:ln w="19050">
                <a:solidFill>
                  <a:sysClr val="window" lastClr="FFFFFF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1529-4952-839B-9867CB8D06DC}"/>
              </c:ext>
            </c:extLst>
          </c:dPt>
          <c:dLbls>
            <c:dLbl>
              <c:idx val="0"/>
              <c:layout>
                <c:manualLayout>
                  <c:x val="-7.1390919387340546E-2"/>
                  <c:y val="0.1373845487833023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>
                      <a:defRPr/>
                    </a:pPr>
                    <a:fld id="{31E9C13E-B76E-4B0F-89F5-D5A3B3207310}" type="CATEGORYNAM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[类别名称]</a:t>
                    </a:fld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
</a:t>
                    </a:r>
                    <a:fld id="{D6047333-3049-44BA-A44A-AD5888C57BA4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[值]</a:t>
                    </a:fld>
                    <a:endPara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529-4952-839B-9867CB8D06DC}"/>
                </c:ext>
              </c:extLst>
            </c:dLbl>
            <c:dLbl>
              <c:idx val="1"/>
              <c:layout>
                <c:manualLayout>
                  <c:x val="-0.1399751752614975"/>
                  <c:y val="0.1571017205715179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>
                      <a:defRPr/>
                    </a:pPr>
                    <a:fld id="{33BF8425-80AA-4395-A7AB-25E6C4EA655B}" type="CATEGORYNAM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[类别名称]</a:t>
                    </a:fld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
</a:t>
                    </a:r>
                    <a:fld id="{E06EBEDE-561A-47D5-BC22-8FE2F8CD15E5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[值]</a:t>
                    </a:fld>
                    <a:endPara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529-4952-839B-9867CB8D06DC}"/>
                </c:ext>
              </c:extLst>
            </c:dLbl>
            <c:dLbl>
              <c:idx val="2"/>
              <c:layout>
                <c:manualLayout>
                  <c:x val="-0.16510993242263794"/>
                  <c:y val="-6.789796799421310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>
                      <a:defRPr/>
                    </a:pPr>
                    <a:fld id="{F86497CC-CA8D-481E-8B08-A157FB4EAABD}" type="CATEGORYNAM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[类别名称]</a:t>
                    </a:fld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
</a:t>
                    </a:r>
                    <a:fld id="{4045C239-03AC-4AAA-9692-B8C5DB63C983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[值]</a:t>
                    </a:fld>
                    <a:endPara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529-4952-839B-9867CB8D06DC}"/>
                </c:ext>
              </c:extLst>
            </c:dLbl>
            <c:dLbl>
              <c:idx val="3"/>
              <c:layout>
                <c:manualLayout>
                  <c:x val="-2.2726448252797127E-2"/>
                  <c:y val="-0.2294351160526275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>
                      <a:defRPr/>
                    </a:pPr>
                    <a:fld id="{4F783787-84E3-4DDE-866D-004333EA4E1C}" type="CATEGORYNAM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[类别名称]</a:t>
                    </a:fld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
</a:t>
                    </a:r>
                    <a:fld id="{B94406CB-840A-42B1-A3D7-AC75F283079D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[值]</a:t>
                    </a:fld>
                    <a:endPara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529-4952-839B-9867CB8D06DC}"/>
                </c:ext>
              </c:extLst>
            </c:dLbl>
            <c:dLbl>
              <c:idx val="4"/>
              <c:layout>
                <c:manualLayout>
                  <c:x val="0.17443503439426422"/>
                  <c:y val="0.112315341830253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>
                      <a:defRPr/>
                    </a:pPr>
                    <a:fld id="{BEAABEA9-2694-42EB-A3AA-90C805DE42FE}" type="CATEGORYNAM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[类别名称]</a:t>
                    </a:fld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
</a:t>
                    </a:r>
                    <a:fld id="{2A769799-2DFB-47F2-B2BF-B34FA4E361E4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>
                        <a:defRPr/>
                      </a:pPr>
                      <a:t>[值]</a:t>
                    </a:fld>
                    <a:endPara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529-4952-839B-9867CB8D0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 smtId="4294967295">
                    <a:solidFill>
                      <a:sysClr val="window" lastClr="FFFFFF">
                        <a:lumMod val="9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ysClr val="windowText" lastClr="000000">
                      <a:lumMod val="35000"/>
                      <a:lumOff val="65000"/>
                    </a:sysClr>
                  </a:solidFill>
                  <a:prstDash val="solid"/>
                  <a:round/>
                </a:ln>
              </c:spPr>
            </c:leaderLines>
        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0.09</c:v>
                </c:pt>
                <c:pt idx="1">
                  <c:v>0.12</c:v>
                </c:pt>
                <c:pt idx="2">
                  <c:v>0.16</c:v>
                </c:pt>
                <c:pt idx="3">
                  <c:v>0.25</c:v>
                </c:pt>
                <c:pt idx="4">
                  <c:v>0.39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1529-4952-839B-9867CB8D0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uri="{0b15fc19-7d7d-44ad-8c2d-2c3a37ce22c3}">
        <chartProps xmlns="https://web.wps.cn/et/2018/main" chartId="{29340a4d-16cd-40e8-aac7-0b21b0eacbd3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mtId="4294967295"/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519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9529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模板来自于：</a:t>
            </a:r>
            <a:r>
              <a:rPr lang="en-US" altLang="zh-CN" dirty="0"/>
              <a:t> </a:t>
            </a:r>
            <a:r>
              <a:rPr lang="zh-CN" altLang="en-US" dirty="0"/>
              <a:t>第一</a:t>
            </a:r>
            <a:r>
              <a:rPr lang="en-US" altLang="zh-CN" dirty="0"/>
              <a:t>PPT https://www.1ppt.com/</a:t>
            </a:r>
          </a:p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D8346F9-539A-4B4A-B199-195FE6DE160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C1F-BF1C-412A-9F9D-C2D891B95CD5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A764-A477-476E-9527-CF58501B89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C1F-BF1C-412A-9F9D-C2D891B95CD5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A764-A477-476E-9527-CF58501B89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05ADC1F-BF1C-412A-9F9D-C2D891B95CD5}" type="datetimeFigureOut">
              <a:rPr lang="zh-CN" altLang="en-US" smtClean="0"/>
              <a:pPr/>
              <a:t>2025/12/10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BFA764-A477-476E-9527-CF58501B89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05ADC1F-BF1C-412A-9F9D-C2D891B95CD5}" type="datetimeFigureOut">
              <a:rPr lang="zh-CN" altLang="en-US" smtClean="0"/>
              <a:pPr/>
              <a:t>2025/12/10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BFA764-A477-476E-9527-CF58501B89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2.svg"/><Relationship Id="rId7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svg"/><Relationship Id="rId9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16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17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19792260">
            <a:off x="3021330" y="1483360"/>
            <a:ext cx="8300085" cy="656463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-1550670" y="-225425"/>
            <a:ext cx="6483985" cy="52546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659368" y="594310"/>
            <a:ext cx="86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latin typeface="Agency FB" panose="020B05030202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200" dirty="0"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9"/>
          <p:cNvSpPr>
            <a:spLocks noChangeArrowheads="1"/>
          </p:cNvSpPr>
          <p:nvPr/>
        </p:nvSpPr>
        <p:spPr bwMode="auto">
          <a:xfrm>
            <a:off x="4494848" y="3835977"/>
            <a:ext cx="32023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kern="0" spc="50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极简</a:t>
            </a:r>
            <a:r>
              <a:rPr lang="en-US" sz="2800" kern="0" spc="50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·</a:t>
            </a:r>
            <a:r>
              <a:rPr lang="zh-CN" altLang="en-US" sz="2800" kern="0" spc="50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设计感</a:t>
            </a:r>
          </a:p>
        </p:txBody>
      </p:sp>
      <p:sp>
        <p:nvSpPr>
          <p:cNvPr id="9" name="2"/>
          <p:cNvSpPr/>
          <p:nvPr>
            <p:custDataLst>
              <p:tags r:id="rId1"/>
            </p:custDataLst>
          </p:nvPr>
        </p:nvSpPr>
        <p:spPr>
          <a:xfrm>
            <a:off x="2943767" y="2972051"/>
            <a:ext cx="5853523" cy="9233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7000" b="1">
                <a:solidFill>
                  <a:srgbClr val="FFFFFF"/>
                </a:solidFill>
                <a:latin typeface="Montserrat Semi"/>
                <a:ea typeface="Montserrat Semi"/>
                <a:cs typeface="Montserrat Semi"/>
                <a:sym typeface="Montserrat Semi"/>
              </a:defRPr>
            </a:lvl1pPr>
          </a:lstStyle>
          <a:p>
            <a:pPr algn="r"/>
            <a:r>
              <a:rPr lang="en-US" sz="5400" kern="0" spc="700" dirty="0">
                <a:solidFill>
                  <a:schemeClr val="tx1"/>
                </a:solidFill>
                <a:uFillTx/>
                <a:latin typeface="思源宋体 CN Heavy" pitchFamily="18" charset="-122"/>
                <a:ea typeface="思源宋体 CN Heavy" pitchFamily="18" charset="-122"/>
              </a:rPr>
              <a:t>CHADUOXUN</a:t>
            </a:r>
          </a:p>
        </p:txBody>
      </p:sp>
      <p:sp>
        <p:nvSpPr>
          <p:cNvPr id="10" name="1"/>
          <p:cNvSpPr/>
          <p:nvPr>
            <p:custDataLst>
              <p:tags r:id="rId2"/>
            </p:custDataLst>
          </p:nvPr>
        </p:nvSpPr>
        <p:spPr>
          <a:xfrm>
            <a:off x="4837430" y="4749040"/>
            <a:ext cx="2517140" cy="661017"/>
          </a:xfrm>
          <a:prstGeom prst="rect">
            <a:avLst/>
          </a:prstGeom>
          <a:ln w="12700">
            <a:miter lim="400000"/>
          </a:ln>
        </p:spPr>
        <p:txBody>
          <a:bodyPr wrap="square" lIns="108744" tIns="108744" rIns="108744" bIns="108744">
            <a:spAutoFit/>
          </a:bodyPr>
          <a:lstStyle>
            <a:lvl1pPr algn="ctr" defTabSz="1087755">
              <a:lnSpc>
                <a:spcPts val="4000"/>
              </a:lnSpc>
              <a:spcBef>
                <a:spcPts val="500"/>
              </a:spcBef>
              <a:defRPr sz="2200">
                <a:solidFill>
                  <a:srgbClr val="FFFFFF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defRPr>
            </a:lvl1pPr>
          </a:lstStyle>
          <a:p>
            <a:pPr algn="r"/>
            <a:r>
              <a:rPr lang="zh-CN" altLang="en-US" sz="1200" kern="0" spc="80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汇报人：第一</a:t>
            </a:r>
            <a:r>
              <a:rPr lang="en-US" altLang="zh-CN" sz="1200" kern="0" spc="80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PPT</a:t>
            </a:r>
            <a:endParaRPr lang="zh-CN" altLang="en-US" sz="1200" kern="0" spc="80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2240000">
            <a:off x="-2694940" y="-1496060"/>
            <a:ext cx="12155170" cy="984948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62063" y="3843655"/>
            <a:ext cx="9674860" cy="1277620"/>
            <a:chOff x="3010" y="6053"/>
            <a:chExt cx="15236" cy="2012"/>
          </a:xfrm>
        </p:grpSpPr>
        <p:grpSp>
          <p:nvGrpSpPr>
            <p:cNvPr id="81" name="组合 80"/>
            <p:cNvGrpSpPr/>
            <p:nvPr/>
          </p:nvGrpSpPr>
          <p:grpSpPr>
            <a:xfrm>
              <a:off x="3678" y="6053"/>
              <a:ext cx="1075" cy="1060"/>
              <a:chOff x="2335213" y="3843338"/>
              <a:chExt cx="682625" cy="673100"/>
            </a:xfrm>
          </p:grpSpPr>
          <p:grpSp>
            <p:nvGrpSpPr>
              <p:cNvPr id="69" name="Group 4"/>
              <p:cNvGrpSpPr>
                <a:grpSpLocks noChangeAspect="1"/>
              </p:cNvGrpSpPr>
              <p:nvPr/>
            </p:nvGrpSpPr>
            <p:grpSpPr>
              <a:xfrm>
                <a:off x="2335213" y="3843338"/>
                <a:ext cx="682625" cy="673100"/>
                <a:chOff x="1471" y="2421"/>
                <a:chExt cx="430" cy="424"/>
              </a:xfrm>
            </p:grpSpPr>
            <p:sp>
              <p:nvSpPr>
                <p:cNvPr id="70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71" y="242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" name="Freeform 5"/>
                <p:cNvSpPr/>
                <p:nvPr/>
              </p:nvSpPr>
              <p:spPr bwMode="auto">
                <a:xfrm>
                  <a:off x="1432" y="2370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" name="文本框 56"/>
              <p:cNvSpPr txBox="1"/>
              <p:nvPr/>
            </p:nvSpPr>
            <p:spPr>
              <a:xfrm>
                <a:off x="2462980" y="3947076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01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3010" y="7170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7913" y="6103"/>
              <a:ext cx="1075" cy="1060"/>
              <a:chOff x="5024438" y="3875088"/>
              <a:chExt cx="682625" cy="673100"/>
            </a:xfrm>
          </p:grpSpPr>
          <p:grpSp>
            <p:nvGrpSpPr>
              <p:cNvPr id="72" name="Group 8"/>
              <p:cNvGrpSpPr>
                <a:grpSpLocks noChangeAspect="1"/>
              </p:cNvGrpSpPr>
              <p:nvPr/>
            </p:nvGrpSpPr>
            <p:grpSpPr>
              <a:xfrm>
                <a:off x="5024438" y="3875088"/>
                <a:ext cx="682625" cy="673100"/>
                <a:chOff x="3165" y="2441"/>
                <a:chExt cx="430" cy="424"/>
              </a:xfrm>
            </p:grpSpPr>
            <p:sp>
              <p:nvSpPr>
                <p:cNvPr id="73" name="AutoShape 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165" y="244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Freeform 9"/>
                <p:cNvSpPr/>
                <p:nvPr/>
              </p:nvSpPr>
              <p:spPr bwMode="auto">
                <a:xfrm>
                  <a:off x="3126" y="2390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" name="文本框 60"/>
              <p:cNvSpPr txBox="1"/>
              <p:nvPr/>
            </p:nvSpPr>
            <p:spPr>
              <a:xfrm>
                <a:off x="5153050" y="3978438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02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7247" y="7220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解决方案</a:t>
              </a: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12200" y="6123"/>
              <a:ext cx="1075" cy="1060"/>
              <a:chOff x="7747000" y="3887788"/>
              <a:chExt cx="682625" cy="673100"/>
            </a:xfrm>
          </p:grpSpPr>
          <p:grpSp>
            <p:nvGrpSpPr>
              <p:cNvPr id="75" name="Group 12"/>
              <p:cNvGrpSpPr>
                <a:grpSpLocks noChangeAspect="1"/>
              </p:cNvGrpSpPr>
              <p:nvPr/>
            </p:nvGrpSpPr>
            <p:grpSpPr>
              <a:xfrm>
                <a:off x="7747000" y="3887788"/>
                <a:ext cx="682625" cy="673100"/>
                <a:chOff x="4880" y="2449"/>
                <a:chExt cx="430" cy="424"/>
              </a:xfrm>
            </p:grpSpPr>
            <p:sp>
              <p:nvSpPr>
                <p:cNvPr id="76" name="AutoShape 11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880" y="2449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7" name="Freeform 13"/>
                <p:cNvSpPr/>
                <p:nvPr/>
              </p:nvSpPr>
              <p:spPr bwMode="auto">
                <a:xfrm>
                  <a:off x="4841" y="2398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4" name="文本框 63"/>
              <p:cNvSpPr txBox="1"/>
              <p:nvPr/>
            </p:nvSpPr>
            <p:spPr>
              <a:xfrm>
                <a:off x="7875470" y="3991680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03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11534" y="7241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预期目标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5694" y="7168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实施计划</a:t>
              </a: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16398" y="6053"/>
              <a:ext cx="1075" cy="1060"/>
              <a:chOff x="10412413" y="3843338"/>
              <a:chExt cx="682625" cy="673100"/>
            </a:xfrm>
          </p:grpSpPr>
          <p:grpSp>
            <p:nvGrpSpPr>
              <p:cNvPr id="78" name="Group 16"/>
              <p:cNvGrpSpPr>
                <a:grpSpLocks noChangeAspect="1"/>
              </p:cNvGrpSpPr>
              <p:nvPr/>
            </p:nvGrpSpPr>
            <p:grpSpPr>
              <a:xfrm>
                <a:off x="10412413" y="3843338"/>
                <a:ext cx="682625" cy="673100"/>
                <a:chOff x="6559" y="2421"/>
                <a:chExt cx="430" cy="424"/>
              </a:xfrm>
            </p:grpSpPr>
            <p:sp>
              <p:nvSpPr>
                <p:cNvPr id="79" name="AutoShape 1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6559" y="242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0" name="Freeform 17"/>
                <p:cNvSpPr/>
                <p:nvPr/>
              </p:nvSpPr>
              <p:spPr bwMode="auto">
                <a:xfrm>
                  <a:off x="6520" y="2370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6" name="文本框 65"/>
              <p:cNvSpPr txBox="1"/>
              <p:nvPr/>
            </p:nvSpPr>
            <p:spPr>
              <a:xfrm>
                <a:off x="10517027" y="3945432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04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5" name="文本框 54"/>
          <p:cNvSpPr txBox="1"/>
          <p:nvPr/>
        </p:nvSpPr>
        <p:spPr>
          <a:xfrm>
            <a:off x="565396" y="733309"/>
            <a:ext cx="1592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思源黑体 CN Bold" panose="020B0800000000000000" charset="-122"/>
              </a:rPr>
              <a:t>目  录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565374" y="1501643"/>
            <a:ext cx="1658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68755" y="1195070"/>
            <a:ext cx="4376420" cy="3546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20490" y="2810370"/>
            <a:ext cx="1086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Part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7700" y="3323121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01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4481314" y="3131332"/>
            <a:ext cx="537635" cy="5103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9" name="文本框 8"/>
          <p:cNvSpPr txBox="1"/>
          <p:nvPr/>
        </p:nvSpPr>
        <p:spPr>
          <a:xfrm>
            <a:off x="5694616" y="2615235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思源宋体 CN Heavy" pitchFamily="18" charset="-122"/>
              </a:rPr>
              <a:t>项目背景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83963" y="3353674"/>
            <a:ext cx="1687830" cy="1050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环境分析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竞争对手解谜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目前市场现状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832"/>
          <a:stretch>
            <a:fillRect/>
          </a:stretch>
        </p:blipFill>
        <p:spPr>
          <a:xfrm flipH="1">
            <a:off x="0" y="3463925"/>
            <a:ext cx="12200890" cy="3376930"/>
          </a:xfrm>
        </p:spPr>
      </p:pic>
      <p:pic>
        <p:nvPicPr>
          <p:cNvPr id="4" name="图形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425" y="-1351280"/>
            <a:ext cx="5271135" cy="42716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131609" y="8635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关于我们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08770" y="1404398"/>
            <a:ext cx="12282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ABOUT US</a:t>
            </a:r>
          </a:p>
        </p:txBody>
      </p:sp>
      <p:sp>
        <p:nvSpPr>
          <p:cNvPr id="13" name="矩形 12"/>
          <p:cNvSpPr/>
          <p:nvPr/>
        </p:nvSpPr>
        <p:spPr>
          <a:xfrm>
            <a:off x="5369560" y="1686560"/>
            <a:ext cx="5768975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 for today I will exercise my soul in three ways. I will do somebody a good turn and not get found out: If anybody knows of it, it will not count. I will do at least two things I don‘t want to do—just for exercise. I will not show anyone that my feelings are hurt: they may be hurt, but today I will not show it.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684669" y="1404604"/>
            <a:ext cx="9930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474980" y="352425"/>
            <a:ext cx="495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思源宋体 CN Heavy" pitchFamily="18" charset="-122"/>
                <a:ea typeface="思源宋体 CN Heavy" pitchFamily="18" charset="-122"/>
              </a:rPr>
              <a:t>01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30275" y="35242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5224926" y="4764183"/>
            <a:ext cx="2499898" cy="1248692"/>
            <a:chOff x="9440056" y="4764183"/>
            <a:chExt cx="2499898" cy="1248692"/>
          </a:xfrm>
        </p:grpSpPr>
        <p:sp>
          <p:nvSpPr>
            <p:cNvPr id="45" name="矩形 44"/>
            <p:cNvSpPr/>
            <p:nvPr/>
          </p:nvSpPr>
          <p:spPr>
            <a:xfrm>
              <a:off x="9456681" y="4764183"/>
              <a:ext cx="151291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Calibri"/>
                  <a:ea typeface="微软雅黑" panose="020B0503020204020204" pitchFamily="34" charset="-122"/>
                </a:rPr>
                <a:t>ADD TITLE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9440056" y="5181878"/>
              <a:ext cx="249989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YOU LIKE THIS POWERPOINT TEMPLATE</a:t>
              </a:r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833153" y="4797493"/>
            <a:ext cx="2499898" cy="1248692"/>
            <a:chOff x="7048283" y="4797493"/>
            <a:chExt cx="2499898" cy="1248692"/>
          </a:xfrm>
        </p:grpSpPr>
        <p:sp>
          <p:nvSpPr>
            <p:cNvPr id="48" name="矩形 47"/>
            <p:cNvSpPr/>
            <p:nvPr/>
          </p:nvSpPr>
          <p:spPr>
            <a:xfrm>
              <a:off x="7064908" y="4797493"/>
              <a:ext cx="151291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Calibri"/>
                  <a:ea typeface="微软雅黑" panose="020B0503020204020204" pitchFamily="34" charset="-122"/>
                </a:rPr>
                <a:t>ADD TITLE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7048283" y="5215188"/>
              <a:ext cx="249989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YOU LIKE THIS POWERPOINT TEMPLATE</a:t>
              </a:r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59963" y="4797493"/>
            <a:ext cx="2499898" cy="1248692"/>
            <a:chOff x="4675093" y="4797493"/>
            <a:chExt cx="2499898" cy="1248692"/>
          </a:xfrm>
        </p:grpSpPr>
        <p:sp>
          <p:nvSpPr>
            <p:cNvPr id="54" name="矩形 53"/>
            <p:cNvSpPr/>
            <p:nvPr/>
          </p:nvSpPr>
          <p:spPr>
            <a:xfrm>
              <a:off x="4691718" y="4797493"/>
              <a:ext cx="151291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Calibri"/>
                  <a:ea typeface="微软雅黑" panose="020B0503020204020204" pitchFamily="34" charset="-122"/>
                </a:rPr>
                <a:t>ADD TITLE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4675093" y="5215188"/>
              <a:ext cx="249989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YOU LIKE THIS POWERPOINT TEMPLATE</a:t>
              </a:r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7" name="图形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10800000" flipH="1">
            <a:off x="668020" y="-513715"/>
            <a:ext cx="7529830" cy="6283325"/>
          </a:xfrm>
          <a:prstGeom prst="rect">
            <a:avLst/>
          </a:prstGeom>
        </p:spPr>
      </p:pic>
      <p:sp>
        <p:nvSpPr>
          <p:cNvPr id="79" name="任意多边形 78"/>
          <p:cNvSpPr/>
          <p:nvPr/>
        </p:nvSpPr>
        <p:spPr>
          <a:xfrm rot="10800000" flipH="1">
            <a:off x="4670425" y="352425"/>
            <a:ext cx="2851150" cy="2707640"/>
          </a:xfrm>
          <a:custGeom>
            <a:avLst/>
            <a:gdLst>
              <a:gd name="connsiteX0" fmla="*/ 8 w 4719"/>
              <a:gd name="connsiteY0" fmla="*/ 1128 h 4354"/>
              <a:gd name="connsiteX1" fmla="*/ 2701 w 4719"/>
              <a:gd name="connsiteY1" fmla="*/ 0 h 4354"/>
              <a:gd name="connsiteX2" fmla="*/ 4683 w 4719"/>
              <a:gd name="connsiteY2" fmla="*/ 2000 h 4354"/>
              <a:gd name="connsiteX3" fmla="*/ 3080 w 4719"/>
              <a:gd name="connsiteY3" fmla="*/ 4292 h 4354"/>
              <a:gd name="connsiteX4" fmla="*/ 1096 w 4719"/>
              <a:gd name="connsiteY4" fmla="*/ 3287 h 4354"/>
              <a:gd name="connsiteX5" fmla="*/ 8 w 4719"/>
              <a:gd name="connsiteY5" fmla="*/ 1128 h 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" h="4355">
                <a:moveTo>
                  <a:pt x="8" y="1128"/>
                </a:moveTo>
                <a:cubicBezTo>
                  <a:pt x="-134" y="50"/>
                  <a:pt x="1614" y="-5"/>
                  <a:pt x="2701" y="0"/>
                </a:cubicBezTo>
                <a:cubicBezTo>
                  <a:pt x="3788" y="5"/>
                  <a:pt x="4942" y="1311"/>
                  <a:pt x="4683" y="2000"/>
                </a:cubicBezTo>
                <a:cubicBezTo>
                  <a:pt x="4424" y="2689"/>
                  <a:pt x="3715" y="4066"/>
                  <a:pt x="3080" y="4292"/>
                </a:cubicBezTo>
                <a:cubicBezTo>
                  <a:pt x="1718" y="4533"/>
                  <a:pt x="1183" y="4051"/>
                  <a:pt x="1096" y="3287"/>
                </a:cubicBezTo>
                <a:cubicBezTo>
                  <a:pt x="1009" y="2523"/>
                  <a:pt x="150" y="2206"/>
                  <a:pt x="8" y="1128"/>
                </a:cubicBez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AutoShape 28"/>
          <p:cNvSpPr>
            <a:spLocks noChangeAspect="1" noChangeArrowheads="1" noTextEdit="1"/>
          </p:cNvSpPr>
          <p:nvPr/>
        </p:nvSpPr>
        <p:spPr bwMode="auto">
          <a:xfrm>
            <a:off x="844867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091170" y="0"/>
            <a:ext cx="4097215" cy="6858000"/>
          </a:xfrm>
          <a:prstGeom prst="rect">
            <a:avLst/>
          </a:prstGeom>
          <a:solidFill>
            <a:srgbClr val="004475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8718964" y="4745470"/>
            <a:ext cx="465887" cy="369332"/>
            <a:chOff x="627794" y="4745470"/>
            <a:chExt cx="465887" cy="369332"/>
          </a:xfrm>
        </p:grpSpPr>
        <p:sp>
          <p:nvSpPr>
            <p:cNvPr id="59" name="矩形 58"/>
            <p:cNvSpPr/>
            <p:nvPr/>
          </p:nvSpPr>
          <p:spPr>
            <a:xfrm>
              <a:off x="627794" y="4817660"/>
              <a:ext cx="436728" cy="245659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39711" y="474547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endPara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9505555" y="4560804"/>
            <a:ext cx="455356" cy="502515"/>
            <a:chOff x="1414385" y="4560804"/>
            <a:chExt cx="455356" cy="502515"/>
          </a:xfrm>
        </p:grpSpPr>
        <p:sp>
          <p:nvSpPr>
            <p:cNvPr id="62" name="矩形 61"/>
            <p:cNvSpPr/>
            <p:nvPr/>
          </p:nvSpPr>
          <p:spPr>
            <a:xfrm>
              <a:off x="1433013" y="4599296"/>
              <a:ext cx="436728" cy="464023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414385" y="456080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endPara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0320781" y="4055357"/>
            <a:ext cx="453970" cy="1007962"/>
            <a:chOff x="2229611" y="4055357"/>
            <a:chExt cx="453970" cy="1007962"/>
          </a:xfrm>
        </p:grpSpPr>
        <p:sp>
          <p:nvSpPr>
            <p:cNvPr id="65" name="矩形 64"/>
            <p:cNvSpPr/>
            <p:nvPr/>
          </p:nvSpPr>
          <p:spPr>
            <a:xfrm>
              <a:off x="2238232" y="4094328"/>
              <a:ext cx="436728" cy="968991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229611" y="4055357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53</a:t>
              </a:r>
              <a:endPara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1125822" y="3287307"/>
            <a:ext cx="453970" cy="1776012"/>
            <a:chOff x="3034652" y="3287307"/>
            <a:chExt cx="453970" cy="1776012"/>
          </a:xfrm>
        </p:grpSpPr>
        <p:sp>
          <p:nvSpPr>
            <p:cNvPr id="68" name="矩形 67"/>
            <p:cNvSpPr/>
            <p:nvPr/>
          </p:nvSpPr>
          <p:spPr>
            <a:xfrm>
              <a:off x="3043451" y="3316406"/>
              <a:ext cx="436728" cy="1746913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034652" y="3287307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92</a:t>
              </a:r>
              <a:endPara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0" name="直接连接符 69"/>
          <p:cNvCxnSpPr/>
          <p:nvPr/>
        </p:nvCxnSpPr>
        <p:spPr>
          <a:xfrm>
            <a:off x="8523098" y="5063319"/>
            <a:ext cx="3230267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71" name="矩形 70"/>
          <p:cNvSpPr/>
          <p:nvPr/>
        </p:nvSpPr>
        <p:spPr>
          <a:xfrm>
            <a:off x="8466878" y="5094097"/>
            <a:ext cx="9409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January</a:t>
            </a:r>
          </a:p>
        </p:txBody>
      </p:sp>
      <p:sp>
        <p:nvSpPr>
          <p:cNvPr id="72" name="矩形 71"/>
          <p:cNvSpPr/>
          <p:nvPr/>
        </p:nvSpPr>
        <p:spPr>
          <a:xfrm>
            <a:off x="9209661" y="5101811"/>
            <a:ext cx="10575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February</a:t>
            </a:r>
          </a:p>
        </p:txBody>
      </p:sp>
      <p:sp>
        <p:nvSpPr>
          <p:cNvPr id="73" name="矩形 72"/>
          <p:cNvSpPr/>
          <p:nvPr/>
        </p:nvSpPr>
        <p:spPr>
          <a:xfrm>
            <a:off x="10149900" y="5108809"/>
            <a:ext cx="795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march</a:t>
            </a:r>
            <a:endParaRPr lang="zh-CN" altLang="en-US" sz="1600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989035" y="5108809"/>
            <a:ext cx="6479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April</a:t>
            </a:r>
            <a:endParaRPr lang="zh-CN" altLang="en-US" sz="1600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9350804" y="755532"/>
            <a:ext cx="157485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BLACK</a:t>
            </a:r>
            <a:endParaRPr lang="en-US" altLang="zh-CN" sz="2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</a:p>
          <a:p>
            <a:pPr algn="ctr"/>
            <a:r>
              <a:rPr lang="en-US" altLang="zh-CN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68755" y="1195070"/>
            <a:ext cx="4376420" cy="3546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20490" y="2810370"/>
            <a:ext cx="1086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Part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7700" y="3323121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02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4481314" y="3131332"/>
            <a:ext cx="537635" cy="5103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4" name="文本框 3"/>
          <p:cNvSpPr txBox="1"/>
          <p:nvPr/>
        </p:nvSpPr>
        <p:spPr>
          <a:xfrm>
            <a:off x="5730176" y="2615235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思源宋体 CN Heavy" pitchFamily="18" charset="-122"/>
              </a:rPr>
              <a:t>解决方案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9523" y="3353674"/>
            <a:ext cx="1891030" cy="1050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项目的理解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我们的解决方案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我们的优势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pic>
        <p:nvPicPr>
          <p:cNvPr id="6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4980" y="35242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30275" y="35242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sp>
        <p:nvSpPr>
          <p:cNvPr id="5" name="Diamond 4"/>
          <p:cNvSpPr/>
          <p:nvPr/>
        </p:nvSpPr>
        <p:spPr>
          <a:xfrm>
            <a:off x="4401503" y="2218952"/>
            <a:ext cx="3104599" cy="3104600"/>
          </a:xfrm>
          <a:prstGeom prst="diamond">
            <a:avLst/>
          </a:prstGeom>
          <a:noFill/>
          <a:ln w="101600">
            <a:solidFill>
              <a:srgbClr val="004475"/>
            </a:solidFill>
          </a:ln>
        </p:spPr>
        <p:style>
          <a:lnRef idx="2">
            <a:srgbClr val="FE745A">
              <a:shade val="50000"/>
            </a:srgbClr>
          </a:lnRef>
          <a:fillRef idx="1">
            <a:srgbClr val="FE745A"/>
          </a:fillRef>
          <a:effectRef idx="0">
            <a:srgbClr val="FE745A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7845927" y="2290272"/>
            <a:ext cx="1418048" cy="1418048"/>
          </a:xfrm>
          <a:prstGeom prst="diamond">
            <a:avLst/>
          </a:prstGeom>
          <a:noFill/>
          <a:ln w="28575">
            <a:solidFill>
              <a:srgbClr val="004475"/>
            </a:solidFill>
          </a:ln>
        </p:spPr>
        <p:style>
          <a:lnRef idx="2">
            <a:srgbClr val="FE745A">
              <a:shade val="50000"/>
            </a:srgbClr>
          </a:lnRef>
          <a:fillRef idx="1">
            <a:srgbClr val="FE745A"/>
          </a:fillRef>
          <a:effectRef idx="0">
            <a:srgbClr val="FE745A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占位符 2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054" y="507228"/>
            <a:ext cx="3104599" cy="3104600"/>
          </a:xfrm>
          <a:custGeom>
            <a:avLst/>
            <a:gdLst>
              <a:gd name="connsiteX0" fmla="*/ 1552300 w 3104599"/>
              <a:gd name="connsiteY0" fmla="*/ 0 h 3104600"/>
              <a:gd name="connsiteX1" fmla="*/ 3104599 w 3104599"/>
              <a:gd name="connsiteY1" fmla="*/ 1552300 h 3104600"/>
              <a:gd name="connsiteX2" fmla="*/ 1552300 w 3104599"/>
              <a:gd name="connsiteY2" fmla="*/ 3104600 h 3104600"/>
              <a:gd name="connsiteX3" fmla="*/ 0 w 3104599"/>
              <a:gd name="connsiteY3" fmla="*/ 1552300 h 310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599" h="3104600">
                <a:moveTo>
                  <a:pt x="1552300" y="0"/>
                </a:moveTo>
                <a:lnTo>
                  <a:pt x="3104599" y="1552300"/>
                </a:lnTo>
                <a:lnTo>
                  <a:pt x="1552300" y="3104600"/>
                </a:lnTo>
                <a:lnTo>
                  <a:pt x="0" y="1552300"/>
                </a:lnTo>
                <a:close/>
              </a:path>
            </a:pathLst>
          </a:custGeom>
        </p:spPr>
      </p:pic>
      <p:pic>
        <p:nvPicPr>
          <p:cNvPr id="11" name="图片占位符 10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4951" y="1446996"/>
            <a:ext cx="3104599" cy="3104600"/>
          </a:xfrm>
          <a:custGeom>
            <a:avLst/>
            <a:gdLst>
              <a:gd name="connsiteX0" fmla="*/ 1552300 w 3104599"/>
              <a:gd name="connsiteY0" fmla="*/ 0 h 3104600"/>
              <a:gd name="connsiteX1" fmla="*/ 3104599 w 3104599"/>
              <a:gd name="connsiteY1" fmla="*/ 1552300 h 3104600"/>
              <a:gd name="connsiteX2" fmla="*/ 1552300 w 3104599"/>
              <a:gd name="connsiteY2" fmla="*/ 3104600 h 3104600"/>
              <a:gd name="connsiteX3" fmla="*/ 0 w 3104599"/>
              <a:gd name="connsiteY3" fmla="*/ 1552300 h 310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599" h="3104600">
                <a:moveTo>
                  <a:pt x="1552300" y="0"/>
                </a:moveTo>
                <a:lnTo>
                  <a:pt x="3104599" y="1552300"/>
                </a:lnTo>
                <a:lnTo>
                  <a:pt x="1552300" y="3104600"/>
                </a:lnTo>
                <a:lnTo>
                  <a:pt x="0" y="1552300"/>
                </a:lnTo>
                <a:close/>
              </a:path>
            </a:pathLst>
          </a:custGeom>
        </p:spPr>
      </p:pic>
      <p:pic>
        <p:nvPicPr>
          <p:cNvPr id="12" name="图片占位符 11"/>
          <p:cNvPicPr>
            <a:picLocks noGrp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8400" y="3158719"/>
            <a:ext cx="3104599" cy="3104600"/>
          </a:xfrm>
          <a:custGeom>
            <a:avLst/>
            <a:gdLst>
              <a:gd name="connsiteX0" fmla="*/ 1552300 w 3104599"/>
              <a:gd name="connsiteY0" fmla="*/ 0 h 3104600"/>
              <a:gd name="connsiteX1" fmla="*/ 3104599 w 3104599"/>
              <a:gd name="connsiteY1" fmla="*/ 1552300 h 3104600"/>
              <a:gd name="connsiteX2" fmla="*/ 1552300 w 3104599"/>
              <a:gd name="connsiteY2" fmla="*/ 3104600 h 3104600"/>
              <a:gd name="connsiteX3" fmla="*/ 0 w 3104599"/>
              <a:gd name="connsiteY3" fmla="*/ 1552300 h 310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599" h="3104600">
                <a:moveTo>
                  <a:pt x="1552300" y="0"/>
                </a:moveTo>
                <a:lnTo>
                  <a:pt x="3104599" y="1552300"/>
                </a:lnTo>
                <a:lnTo>
                  <a:pt x="1552300" y="3104600"/>
                </a:lnTo>
                <a:lnTo>
                  <a:pt x="0" y="1552300"/>
                </a:lnTo>
                <a:close/>
              </a:path>
            </a:pathLst>
          </a:custGeom>
        </p:spPr>
      </p:pic>
      <p:sp>
        <p:nvSpPr>
          <p:cNvPr id="10" name="文本框 9"/>
          <p:cNvSpPr txBox="1"/>
          <p:nvPr/>
        </p:nvSpPr>
        <p:spPr>
          <a:xfrm>
            <a:off x="3020850" y="1672917"/>
            <a:ext cx="281543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400" b="1" dirty="0">
                <a:solidFill>
                  <a:sysClr val="windowText" lastClr="000000"/>
                </a:solidFill>
                <a:latin typeface="思源宋体 CN Heavy" pitchFamily="18" charset="-122"/>
                <a:ea typeface="思源宋体 CN Heavy" pitchFamily="18" charset="-122"/>
              </a:rPr>
              <a:t>YOUR TILTLE HERE</a:t>
            </a:r>
          </a:p>
        </p:txBody>
      </p:sp>
      <p:sp>
        <p:nvSpPr>
          <p:cNvPr id="14" name="矩形 13"/>
          <p:cNvSpPr/>
          <p:nvPr/>
        </p:nvSpPr>
        <p:spPr>
          <a:xfrm>
            <a:off x="2216785" y="3796030"/>
            <a:ext cx="276606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 for today I will exercise my soul in three ways. I will do somebody a good turn and not get found out: If anybody knows of it, it will not count. I will do at least two things I don‘t want to do—just for exercise. I will not show anyone that my feelings are hurt: they may be hurt, but today I will not show it.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4980" y="35242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30275" y="35242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sp>
        <p:nvSpPr>
          <p:cNvPr id="24578" name="六边形 3"/>
          <p:cNvSpPr>
            <a:spLocks noChangeArrowheads="1"/>
          </p:cNvSpPr>
          <p:nvPr/>
        </p:nvSpPr>
        <p:spPr bwMode="auto">
          <a:xfrm rot="16200000">
            <a:off x="8384382" y="3088481"/>
            <a:ext cx="2889250" cy="2490787"/>
          </a:xfrm>
          <a:prstGeom prst="hexagon">
            <a:avLst>
              <a:gd name="adj" fmla="val 24993"/>
              <a:gd name="vf" fmla="val 115470"/>
            </a:avLst>
          </a:prstGeom>
          <a:solidFill>
            <a:srgbClr val="004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579" name="六边形 4"/>
          <p:cNvSpPr>
            <a:spLocks noChangeArrowheads="1"/>
          </p:cNvSpPr>
          <p:nvPr/>
        </p:nvSpPr>
        <p:spPr bwMode="auto">
          <a:xfrm rot="16200000">
            <a:off x="5894388" y="3092450"/>
            <a:ext cx="2889250" cy="2489200"/>
          </a:xfrm>
          <a:prstGeom prst="hexagon">
            <a:avLst>
              <a:gd name="adj" fmla="val 25009"/>
              <a:gd name="vf" fmla="val 115470"/>
            </a:avLst>
          </a:prstGeom>
          <a:solidFill>
            <a:srgbClr val="1C59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580" name="六边形 5"/>
          <p:cNvSpPr>
            <a:spLocks noChangeArrowheads="1"/>
          </p:cNvSpPr>
          <p:nvPr/>
        </p:nvSpPr>
        <p:spPr bwMode="auto">
          <a:xfrm rot="16200000">
            <a:off x="7139781" y="827882"/>
            <a:ext cx="2887663" cy="2489200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396E9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597" name="任意多边形 22"/>
          <p:cNvSpPr>
            <a:spLocks noChangeAspect="1" noChangeArrowheads="1"/>
          </p:cNvSpPr>
          <p:nvPr/>
        </p:nvSpPr>
        <p:spPr bwMode="auto">
          <a:xfrm rot="16200000">
            <a:off x="9517856" y="1959769"/>
            <a:ext cx="623888" cy="2489200"/>
          </a:xfrm>
          <a:custGeom>
            <a:avLst/>
            <a:gdLst>
              <a:gd name="T0" fmla="*/ 623528 w 623528"/>
              <a:gd name="T1" fmla="*/ 1245074 h 2490148"/>
              <a:gd name="T2" fmla="*/ 991 w 623528"/>
              <a:gd name="T3" fmla="*/ 2490148 h 2490148"/>
              <a:gd name="T4" fmla="*/ 0 w 623528"/>
              <a:gd name="T5" fmla="*/ 2490148 h 2490148"/>
              <a:gd name="T6" fmla="*/ 0 w 623528"/>
              <a:gd name="T7" fmla="*/ 0 h 2490148"/>
              <a:gd name="T8" fmla="*/ 991 w 623528"/>
              <a:gd name="T9" fmla="*/ 0 h 24901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3528"/>
              <a:gd name="T16" fmla="*/ 0 h 2490148"/>
              <a:gd name="T17" fmla="*/ 623528 w 623528"/>
              <a:gd name="T18" fmla="*/ 2490148 h 24901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3528" h="2490148">
                <a:moveTo>
                  <a:pt x="623528" y="1245074"/>
                </a:moveTo>
                <a:lnTo>
                  <a:pt x="991" y="2490148"/>
                </a:lnTo>
                <a:lnTo>
                  <a:pt x="0" y="2490148"/>
                </a:lnTo>
                <a:lnTo>
                  <a:pt x="0" y="0"/>
                </a:lnTo>
                <a:lnTo>
                  <a:pt x="991" y="0"/>
                </a:lnTo>
                <a:close/>
              </a:path>
            </a:pathLst>
          </a:custGeom>
          <a:solidFill>
            <a:srgbClr val="0D0D0D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598" name="任意多边形 23"/>
          <p:cNvSpPr>
            <a:spLocks noChangeArrowheads="1"/>
          </p:cNvSpPr>
          <p:nvPr/>
        </p:nvSpPr>
        <p:spPr bwMode="auto">
          <a:xfrm rot="16200000">
            <a:off x="7026275" y="1958975"/>
            <a:ext cx="623888" cy="2490788"/>
          </a:xfrm>
          <a:custGeom>
            <a:avLst/>
            <a:gdLst>
              <a:gd name="T0" fmla="*/ 623528 w 623528"/>
              <a:gd name="T1" fmla="*/ 1245074 h 2490148"/>
              <a:gd name="T2" fmla="*/ 991 w 623528"/>
              <a:gd name="T3" fmla="*/ 2490148 h 2490148"/>
              <a:gd name="T4" fmla="*/ 0 w 623528"/>
              <a:gd name="T5" fmla="*/ 2490148 h 2490148"/>
              <a:gd name="T6" fmla="*/ 0 w 623528"/>
              <a:gd name="T7" fmla="*/ 0 h 2490148"/>
              <a:gd name="T8" fmla="*/ 991 w 623528"/>
              <a:gd name="T9" fmla="*/ 0 h 24901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3528"/>
              <a:gd name="T16" fmla="*/ 0 h 2490148"/>
              <a:gd name="T17" fmla="*/ 623528 w 623528"/>
              <a:gd name="T18" fmla="*/ 2490148 h 24901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3528" h="2490148">
                <a:moveTo>
                  <a:pt x="623528" y="1245074"/>
                </a:moveTo>
                <a:lnTo>
                  <a:pt x="991" y="2490148"/>
                </a:lnTo>
                <a:lnTo>
                  <a:pt x="0" y="2490148"/>
                </a:lnTo>
                <a:lnTo>
                  <a:pt x="0" y="0"/>
                </a:lnTo>
                <a:lnTo>
                  <a:pt x="991" y="0"/>
                </a:lnTo>
                <a:close/>
              </a:path>
            </a:pathLst>
          </a:custGeom>
          <a:solidFill>
            <a:srgbClr val="0D0D0D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599" name="任意多边形 24"/>
          <p:cNvSpPr>
            <a:spLocks noChangeAspect="1" noChangeArrowheads="1"/>
          </p:cNvSpPr>
          <p:nvPr/>
        </p:nvSpPr>
        <p:spPr bwMode="auto">
          <a:xfrm rot="5400000" flipV="1">
            <a:off x="8272463" y="1965325"/>
            <a:ext cx="623888" cy="2490787"/>
          </a:xfrm>
          <a:custGeom>
            <a:avLst/>
            <a:gdLst>
              <a:gd name="T0" fmla="*/ 623528 w 623528"/>
              <a:gd name="T1" fmla="*/ 1245074 h 2490148"/>
              <a:gd name="T2" fmla="*/ 991 w 623528"/>
              <a:gd name="T3" fmla="*/ 2490148 h 2490148"/>
              <a:gd name="T4" fmla="*/ 0 w 623528"/>
              <a:gd name="T5" fmla="*/ 2490148 h 2490148"/>
              <a:gd name="T6" fmla="*/ 0 w 623528"/>
              <a:gd name="T7" fmla="*/ 0 h 2490148"/>
              <a:gd name="T8" fmla="*/ 991 w 623528"/>
              <a:gd name="T9" fmla="*/ 0 h 24901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3528"/>
              <a:gd name="T16" fmla="*/ 0 h 2490148"/>
              <a:gd name="T17" fmla="*/ 623528 w 623528"/>
              <a:gd name="T18" fmla="*/ 2490148 h 24901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3528" h="2490148">
                <a:moveTo>
                  <a:pt x="623528" y="1245074"/>
                </a:moveTo>
                <a:lnTo>
                  <a:pt x="991" y="2490148"/>
                </a:lnTo>
                <a:lnTo>
                  <a:pt x="0" y="2490148"/>
                </a:lnTo>
                <a:lnTo>
                  <a:pt x="0" y="0"/>
                </a:lnTo>
                <a:lnTo>
                  <a:pt x="991" y="0"/>
                </a:lnTo>
                <a:close/>
              </a:path>
            </a:pathLst>
          </a:custGeom>
          <a:solidFill>
            <a:srgbClr val="0D0D0D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600" name="文本框 25"/>
          <p:cNvSpPr>
            <a:spLocks noChangeArrowheads="1"/>
          </p:cNvSpPr>
          <p:nvPr/>
        </p:nvSpPr>
        <p:spPr bwMode="auto">
          <a:xfrm>
            <a:off x="8256588" y="890588"/>
            <a:ext cx="7508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01</a:t>
            </a:r>
            <a:endParaRPr lang="zh-CN" altLang="en-US" sz="400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601" name="文本框 26"/>
          <p:cNvSpPr>
            <a:spLocks noChangeArrowheads="1"/>
          </p:cNvSpPr>
          <p:nvPr/>
        </p:nvSpPr>
        <p:spPr bwMode="auto">
          <a:xfrm>
            <a:off x="9440863" y="4852988"/>
            <a:ext cx="7508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03</a:t>
            </a:r>
            <a:endParaRPr lang="zh-CN" altLang="en-US" sz="400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602" name="文本框 27"/>
          <p:cNvSpPr>
            <a:spLocks noChangeArrowheads="1"/>
          </p:cNvSpPr>
          <p:nvPr/>
        </p:nvSpPr>
        <p:spPr bwMode="auto">
          <a:xfrm>
            <a:off x="6980238" y="4852988"/>
            <a:ext cx="7508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02</a:t>
            </a:r>
            <a:endParaRPr lang="zh-CN" altLang="en-US" sz="400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603" name="文本框 28"/>
          <p:cNvSpPr>
            <a:spLocks noChangeArrowheads="1"/>
          </p:cNvSpPr>
          <p:nvPr/>
        </p:nvSpPr>
        <p:spPr bwMode="auto">
          <a:xfrm>
            <a:off x="7654925" y="1758950"/>
            <a:ext cx="2006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Heading text of sample.</a:t>
            </a:r>
            <a:endParaRPr lang="zh-CN" altLang="en-US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</p:txBody>
      </p:sp>
      <p:sp>
        <p:nvSpPr>
          <p:cNvPr id="24604" name="文本框 29"/>
          <p:cNvSpPr>
            <a:spLocks noChangeArrowheads="1"/>
          </p:cNvSpPr>
          <p:nvPr/>
        </p:nvSpPr>
        <p:spPr bwMode="auto">
          <a:xfrm>
            <a:off x="6335713" y="3889375"/>
            <a:ext cx="2006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Heading text of sample.</a:t>
            </a:r>
            <a:endParaRPr lang="zh-CN" altLang="en-US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</p:txBody>
      </p:sp>
      <p:sp>
        <p:nvSpPr>
          <p:cNvPr id="24605" name="文本框 30"/>
          <p:cNvSpPr>
            <a:spLocks noChangeArrowheads="1"/>
          </p:cNvSpPr>
          <p:nvPr/>
        </p:nvSpPr>
        <p:spPr bwMode="auto">
          <a:xfrm>
            <a:off x="8851900" y="3889375"/>
            <a:ext cx="2006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Heading text of sample.</a:t>
            </a:r>
            <a:endParaRPr lang="zh-CN" altLang="en-US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89205" y="2255212"/>
            <a:ext cx="2815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ysClr val="windowText" lastClr="000000"/>
                </a:solidFill>
                <a:latin typeface="思源宋体 CN Heavy" pitchFamily="18" charset="-122"/>
                <a:ea typeface="思源宋体 CN Heavy" pitchFamily="18" charset="-122"/>
              </a:rPr>
              <a:t>YOUR TILTLE HERE</a:t>
            </a:r>
          </a:p>
        </p:txBody>
      </p:sp>
      <p:sp>
        <p:nvSpPr>
          <p:cNvPr id="9" name="矩形 8"/>
          <p:cNvSpPr/>
          <p:nvPr/>
        </p:nvSpPr>
        <p:spPr>
          <a:xfrm>
            <a:off x="1289050" y="2720975"/>
            <a:ext cx="389763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 for today I will exercise my soul in three ways. I will do somebody a good turn and not get found out: If anybody knows of it, it will not count. I will do at least two things I don‘t want to do—just for exercise. I will not show anyone that my feelings are hurt: they may be hurt, but today I will not show it.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68755" y="1195070"/>
            <a:ext cx="4376420" cy="3546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20490" y="2810370"/>
            <a:ext cx="1086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Part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7700" y="3323121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03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4481314" y="3131332"/>
            <a:ext cx="537635" cy="5103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4" name="文本框 3"/>
          <p:cNvSpPr txBox="1"/>
          <p:nvPr/>
        </p:nvSpPr>
        <p:spPr>
          <a:xfrm>
            <a:off x="5730176" y="2615235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dirty="0">
                <a:latin typeface="思源宋体 CN Heavy" pitchFamily="18" charset="-122"/>
                <a:ea typeface="思源宋体 CN Heavy" pitchFamily="18" charset="-122"/>
                <a:sym typeface="+mn-ea"/>
              </a:rPr>
              <a:t>预期目标</a:t>
            </a:r>
            <a:endParaRPr lang="zh-CN" altLang="en-US" sz="4000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19523" y="3353674"/>
            <a:ext cx="2094230" cy="1050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预期实现订单额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新开发客户数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市场份额获得突破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5"/>
          <p:cNvSpPr/>
          <p:nvPr/>
        </p:nvSpPr>
        <p:spPr bwMode="auto">
          <a:xfrm flipH="1">
            <a:off x="6831965" y="66675"/>
            <a:ext cx="5359400" cy="6604000"/>
          </a:xfrm>
          <a:custGeom>
            <a:avLst/>
            <a:gdLst>
              <a:gd name="T0" fmla="*/ 0 w 3376"/>
              <a:gd name="T1" fmla="*/ 0 h 4160"/>
              <a:gd name="T2" fmla="*/ 3376 w 3376"/>
              <a:gd name="T3" fmla="*/ 1881 h 4160"/>
              <a:gd name="T4" fmla="*/ 253 w 3376"/>
              <a:gd name="T5" fmla="*/ 4160 h 4160"/>
              <a:gd name="T6" fmla="*/ 0 w 3376"/>
              <a:gd name="T7" fmla="*/ 0 h 4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160">
                <a:moveTo>
                  <a:pt x="0" y="0"/>
                </a:moveTo>
                <a:lnTo>
                  <a:pt x="3376" y="1881"/>
                </a:lnTo>
                <a:lnTo>
                  <a:pt x="253" y="41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6"/>
          <p:cNvSpPr/>
          <p:nvPr/>
        </p:nvSpPr>
        <p:spPr bwMode="auto">
          <a:xfrm flipH="1">
            <a:off x="6831965" y="57150"/>
            <a:ext cx="5359400" cy="6532245"/>
          </a:xfrm>
          <a:custGeom>
            <a:avLst/>
            <a:gdLst>
              <a:gd name="T0" fmla="*/ 0 w 3376"/>
              <a:gd name="T1" fmla="*/ 0 h 4115"/>
              <a:gd name="T2" fmla="*/ 3376 w 3376"/>
              <a:gd name="T3" fmla="*/ 1887 h 4115"/>
              <a:gd name="T4" fmla="*/ 217 w 3376"/>
              <a:gd name="T5" fmla="*/ 4115 h 4115"/>
              <a:gd name="T6" fmla="*/ 0 w 3376"/>
              <a:gd name="T7" fmla="*/ 0 h 4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115">
                <a:moveTo>
                  <a:pt x="0" y="0"/>
                </a:moveTo>
                <a:lnTo>
                  <a:pt x="3376" y="1887"/>
                </a:lnTo>
                <a:lnTo>
                  <a:pt x="217" y="41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7"/>
          <p:cNvSpPr/>
          <p:nvPr/>
        </p:nvSpPr>
        <p:spPr bwMode="auto">
          <a:xfrm flipH="1">
            <a:off x="6831965" y="41275"/>
            <a:ext cx="5359400" cy="6473825"/>
          </a:xfrm>
          <a:custGeom>
            <a:avLst/>
            <a:gdLst>
              <a:gd name="T0" fmla="*/ 0 w 3376"/>
              <a:gd name="T1" fmla="*/ 0 h 4078"/>
              <a:gd name="T2" fmla="*/ 3376 w 3376"/>
              <a:gd name="T3" fmla="*/ 1897 h 4078"/>
              <a:gd name="T4" fmla="*/ 181 w 3376"/>
              <a:gd name="T5" fmla="*/ 4078 h 4078"/>
              <a:gd name="T6" fmla="*/ 0 w 3376"/>
              <a:gd name="T7" fmla="*/ 0 h 4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078">
                <a:moveTo>
                  <a:pt x="0" y="0"/>
                </a:moveTo>
                <a:lnTo>
                  <a:pt x="3376" y="1897"/>
                </a:lnTo>
                <a:lnTo>
                  <a:pt x="181" y="40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8"/>
          <p:cNvSpPr/>
          <p:nvPr/>
        </p:nvSpPr>
        <p:spPr bwMode="auto">
          <a:xfrm flipH="1">
            <a:off x="6831965" y="33020"/>
            <a:ext cx="5359400" cy="6398895"/>
          </a:xfrm>
          <a:custGeom>
            <a:avLst/>
            <a:gdLst>
              <a:gd name="T0" fmla="*/ 0 w 3376"/>
              <a:gd name="T1" fmla="*/ 0 h 4031"/>
              <a:gd name="T2" fmla="*/ 3376 w 3376"/>
              <a:gd name="T3" fmla="*/ 1902 h 4031"/>
              <a:gd name="T4" fmla="*/ 144 w 3376"/>
              <a:gd name="T5" fmla="*/ 4031 h 4031"/>
              <a:gd name="T6" fmla="*/ 0 w 3376"/>
              <a:gd name="T7" fmla="*/ 0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031">
                <a:moveTo>
                  <a:pt x="0" y="0"/>
                </a:moveTo>
                <a:lnTo>
                  <a:pt x="3376" y="1902"/>
                </a:lnTo>
                <a:lnTo>
                  <a:pt x="144" y="40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Freeform 9"/>
          <p:cNvSpPr/>
          <p:nvPr/>
        </p:nvSpPr>
        <p:spPr bwMode="auto">
          <a:xfrm flipH="1">
            <a:off x="6831965" y="25400"/>
            <a:ext cx="5359400" cy="6334125"/>
          </a:xfrm>
          <a:custGeom>
            <a:avLst/>
            <a:gdLst>
              <a:gd name="T0" fmla="*/ 0 w 3376"/>
              <a:gd name="T1" fmla="*/ 0 h 3990"/>
              <a:gd name="T2" fmla="*/ 3376 w 3376"/>
              <a:gd name="T3" fmla="*/ 1907 h 3990"/>
              <a:gd name="T4" fmla="*/ 108 w 3376"/>
              <a:gd name="T5" fmla="*/ 3990 h 3990"/>
              <a:gd name="T6" fmla="*/ 0 w 3376"/>
              <a:gd name="T7" fmla="*/ 0 h 3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89">
                <a:moveTo>
                  <a:pt x="0" y="0"/>
                </a:moveTo>
                <a:lnTo>
                  <a:pt x="3376" y="1907"/>
                </a:lnTo>
                <a:lnTo>
                  <a:pt x="108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Freeform 10"/>
          <p:cNvSpPr/>
          <p:nvPr/>
        </p:nvSpPr>
        <p:spPr bwMode="auto">
          <a:xfrm flipH="1">
            <a:off x="6831965" y="17145"/>
            <a:ext cx="5359400" cy="6259195"/>
          </a:xfrm>
          <a:custGeom>
            <a:avLst/>
            <a:gdLst>
              <a:gd name="T0" fmla="*/ 0 w 3376"/>
              <a:gd name="T1" fmla="*/ 0 h 3943"/>
              <a:gd name="T2" fmla="*/ 3376 w 3376"/>
              <a:gd name="T3" fmla="*/ 1912 h 3943"/>
              <a:gd name="T4" fmla="*/ 72 w 3376"/>
              <a:gd name="T5" fmla="*/ 3943 h 3943"/>
              <a:gd name="T6" fmla="*/ 0 w 3376"/>
              <a:gd name="T7" fmla="*/ 0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43">
                <a:moveTo>
                  <a:pt x="0" y="0"/>
                </a:moveTo>
                <a:lnTo>
                  <a:pt x="3376" y="1912"/>
                </a:lnTo>
                <a:lnTo>
                  <a:pt x="72" y="39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11"/>
          <p:cNvSpPr/>
          <p:nvPr/>
        </p:nvSpPr>
        <p:spPr bwMode="auto">
          <a:xfrm flipH="1">
            <a:off x="6831965" y="7620"/>
            <a:ext cx="5359400" cy="6195695"/>
          </a:xfrm>
          <a:custGeom>
            <a:avLst/>
            <a:gdLst>
              <a:gd name="T0" fmla="*/ 0 w 3376"/>
              <a:gd name="T1" fmla="*/ 0 h 3903"/>
              <a:gd name="T2" fmla="*/ 3376 w 3376"/>
              <a:gd name="T3" fmla="*/ 1918 h 3903"/>
              <a:gd name="T4" fmla="*/ 36 w 3376"/>
              <a:gd name="T5" fmla="*/ 3903 h 3903"/>
              <a:gd name="T6" fmla="*/ 0 w 3376"/>
              <a:gd name="T7" fmla="*/ 0 h 3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03">
                <a:moveTo>
                  <a:pt x="0" y="0"/>
                </a:moveTo>
                <a:lnTo>
                  <a:pt x="3376" y="1918"/>
                </a:lnTo>
                <a:lnTo>
                  <a:pt x="36" y="3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12"/>
          <p:cNvSpPr/>
          <p:nvPr/>
        </p:nvSpPr>
        <p:spPr bwMode="auto">
          <a:xfrm flipH="1">
            <a:off x="6831965" y="0"/>
            <a:ext cx="5359400" cy="6121400"/>
          </a:xfrm>
          <a:custGeom>
            <a:avLst/>
            <a:gdLst>
              <a:gd name="T0" fmla="*/ 0 w 3376"/>
              <a:gd name="T1" fmla="*/ 0 h 3856"/>
              <a:gd name="T2" fmla="*/ 3376 w 3376"/>
              <a:gd name="T3" fmla="*/ 1923 h 3856"/>
              <a:gd name="T4" fmla="*/ 0 w 3376"/>
              <a:gd name="T5" fmla="*/ 3856 h 3856"/>
              <a:gd name="T6" fmla="*/ 0 w 3376"/>
              <a:gd name="T7" fmla="*/ 0 h 3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856">
                <a:moveTo>
                  <a:pt x="0" y="0"/>
                </a:moveTo>
                <a:lnTo>
                  <a:pt x="3376" y="1923"/>
                </a:lnTo>
                <a:lnTo>
                  <a:pt x="0" y="38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tile tx="0" ty="0" sx="100000" sy="100000" flip="none" algn="ctr"/>
          </a:blip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13"/>
          <p:cNvSpPr/>
          <p:nvPr/>
        </p:nvSpPr>
        <p:spPr bwMode="auto">
          <a:xfrm flipH="1">
            <a:off x="-635" y="1746250"/>
            <a:ext cx="4104005" cy="5062220"/>
          </a:xfrm>
          <a:custGeom>
            <a:avLst/>
            <a:gdLst>
              <a:gd name="T0" fmla="*/ 2585 w 2585"/>
              <a:gd name="T1" fmla="*/ 3189 h 3189"/>
              <a:gd name="T2" fmla="*/ 0 w 2585"/>
              <a:gd name="T3" fmla="*/ 1747 h 3189"/>
              <a:gd name="T4" fmla="*/ 2394 w 2585"/>
              <a:gd name="T5" fmla="*/ 0 h 3189"/>
              <a:gd name="T6" fmla="*/ 2585 w 2585"/>
              <a:gd name="T7" fmla="*/ 3189 h 3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89">
                <a:moveTo>
                  <a:pt x="2585" y="3189"/>
                </a:moveTo>
                <a:lnTo>
                  <a:pt x="0" y="1747"/>
                </a:lnTo>
                <a:lnTo>
                  <a:pt x="2394" y="0"/>
                </a:lnTo>
                <a:lnTo>
                  <a:pt x="2585" y="3189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14"/>
          <p:cNvSpPr/>
          <p:nvPr/>
        </p:nvSpPr>
        <p:spPr bwMode="auto">
          <a:xfrm flipH="1">
            <a:off x="-635" y="1811655"/>
            <a:ext cx="4104005" cy="5005070"/>
          </a:xfrm>
          <a:custGeom>
            <a:avLst/>
            <a:gdLst>
              <a:gd name="T0" fmla="*/ 2585 w 2585"/>
              <a:gd name="T1" fmla="*/ 3153 h 3153"/>
              <a:gd name="T2" fmla="*/ 0 w 2585"/>
              <a:gd name="T3" fmla="*/ 1706 h 3153"/>
              <a:gd name="T4" fmla="*/ 2419 w 2585"/>
              <a:gd name="T5" fmla="*/ 0 h 3153"/>
              <a:gd name="T6" fmla="*/ 2585 w 2585"/>
              <a:gd name="T7" fmla="*/ 3153 h 3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53">
                <a:moveTo>
                  <a:pt x="2585" y="3153"/>
                </a:moveTo>
                <a:lnTo>
                  <a:pt x="0" y="1706"/>
                </a:lnTo>
                <a:lnTo>
                  <a:pt x="2419" y="0"/>
                </a:lnTo>
                <a:lnTo>
                  <a:pt x="2585" y="3153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15"/>
          <p:cNvSpPr/>
          <p:nvPr/>
        </p:nvSpPr>
        <p:spPr bwMode="auto">
          <a:xfrm flipH="1">
            <a:off x="-635" y="1868805"/>
            <a:ext cx="4104005" cy="4956175"/>
          </a:xfrm>
          <a:custGeom>
            <a:avLst/>
            <a:gdLst>
              <a:gd name="T0" fmla="*/ 2585 w 2585"/>
              <a:gd name="T1" fmla="*/ 3122 h 3122"/>
              <a:gd name="T2" fmla="*/ 0 w 2585"/>
              <a:gd name="T3" fmla="*/ 1670 h 3122"/>
              <a:gd name="T4" fmla="*/ 2445 w 2585"/>
              <a:gd name="T5" fmla="*/ 0 h 3122"/>
              <a:gd name="T6" fmla="*/ 2585 w 2585"/>
              <a:gd name="T7" fmla="*/ 3122 h 3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22">
                <a:moveTo>
                  <a:pt x="2585" y="3122"/>
                </a:moveTo>
                <a:lnTo>
                  <a:pt x="0" y="1670"/>
                </a:lnTo>
                <a:lnTo>
                  <a:pt x="2445" y="0"/>
                </a:lnTo>
                <a:lnTo>
                  <a:pt x="2585" y="3122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Freeform 16"/>
          <p:cNvSpPr/>
          <p:nvPr/>
        </p:nvSpPr>
        <p:spPr bwMode="auto">
          <a:xfrm flipH="1">
            <a:off x="-635" y="1927225"/>
            <a:ext cx="4104005" cy="4906645"/>
          </a:xfrm>
          <a:custGeom>
            <a:avLst/>
            <a:gdLst>
              <a:gd name="T0" fmla="*/ 2585 w 2585"/>
              <a:gd name="T1" fmla="*/ 3091 h 3091"/>
              <a:gd name="T2" fmla="*/ 0 w 2585"/>
              <a:gd name="T3" fmla="*/ 1633 h 3091"/>
              <a:gd name="T4" fmla="*/ 2476 w 2585"/>
              <a:gd name="T5" fmla="*/ 0 h 3091"/>
              <a:gd name="T6" fmla="*/ 2585 w 2585"/>
              <a:gd name="T7" fmla="*/ 3091 h 3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91">
                <a:moveTo>
                  <a:pt x="2585" y="3091"/>
                </a:moveTo>
                <a:lnTo>
                  <a:pt x="0" y="1633"/>
                </a:lnTo>
                <a:lnTo>
                  <a:pt x="2476" y="0"/>
                </a:lnTo>
                <a:lnTo>
                  <a:pt x="2585" y="3091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17"/>
          <p:cNvSpPr/>
          <p:nvPr/>
        </p:nvSpPr>
        <p:spPr bwMode="auto">
          <a:xfrm flipH="1">
            <a:off x="-635" y="1992630"/>
            <a:ext cx="4104005" cy="4841875"/>
          </a:xfrm>
          <a:custGeom>
            <a:avLst/>
            <a:gdLst>
              <a:gd name="T0" fmla="*/ 2585 w 2585"/>
              <a:gd name="T1" fmla="*/ 3050 h 3050"/>
              <a:gd name="T2" fmla="*/ 0 w 2585"/>
              <a:gd name="T3" fmla="*/ 1592 h 3050"/>
              <a:gd name="T4" fmla="*/ 2502 w 2585"/>
              <a:gd name="T5" fmla="*/ 0 h 3050"/>
              <a:gd name="T6" fmla="*/ 2585 w 2585"/>
              <a:gd name="T7" fmla="*/ 305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50">
                <a:moveTo>
                  <a:pt x="2585" y="3050"/>
                </a:moveTo>
                <a:lnTo>
                  <a:pt x="0" y="1592"/>
                </a:lnTo>
                <a:lnTo>
                  <a:pt x="2502" y="0"/>
                </a:lnTo>
                <a:lnTo>
                  <a:pt x="2585" y="3050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Freeform 18"/>
          <p:cNvSpPr/>
          <p:nvPr/>
        </p:nvSpPr>
        <p:spPr bwMode="auto">
          <a:xfrm flipH="1">
            <a:off x="-635" y="2049780"/>
            <a:ext cx="4104005" cy="4792345"/>
          </a:xfrm>
          <a:custGeom>
            <a:avLst/>
            <a:gdLst>
              <a:gd name="T0" fmla="*/ 2585 w 2585"/>
              <a:gd name="T1" fmla="*/ 3019 h 3019"/>
              <a:gd name="T2" fmla="*/ 0 w 2585"/>
              <a:gd name="T3" fmla="*/ 1556 h 3019"/>
              <a:gd name="T4" fmla="*/ 2533 w 2585"/>
              <a:gd name="T5" fmla="*/ 0 h 3019"/>
              <a:gd name="T6" fmla="*/ 2585 w 2585"/>
              <a:gd name="T7" fmla="*/ 3019 h 3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19">
                <a:moveTo>
                  <a:pt x="2585" y="3019"/>
                </a:moveTo>
                <a:lnTo>
                  <a:pt x="0" y="1556"/>
                </a:lnTo>
                <a:lnTo>
                  <a:pt x="2533" y="0"/>
                </a:lnTo>
                <a:lnTo>
                  <a:pt x="2585" y="3019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19"/>
          <p:cNvSpPr/>
          <p:nvPr/>
        </p:nvSpPr>
        <p:spPr bwMode="auto">
          <a:xfrm flipH="1">
            <a:off x="-635" y="2106930"/>
            <a:ext cx="4104005" cy="4743450"/>
          </a:xfrm>
          <a:custGeom>
            <a:avLst/>
            <a:gdLst>
              <a:gd name="T0" fmla="*/ 2585 w 2585"/>
              <a:gd name="T1" fmla="*/ 2988 h 2988"/>
              <a:gd name="T2" fmla="*/ 0 w 2585"/>
              <a:gd name="T3" fmla="*/ 1520 h 2988"/>
              <a:gd name="T4" fmla="*/ 2559 w 2585"/>
              <a:gd name="T5" fmla="*/ 0 h 2988"/>
              <a:gd name="T6" fmla="*/ 2585 w 2585"/>
              <a:gd name="T7" fmla="*/ 2988 h 2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2988">
                <a:moveTo>
                  <a:pt x="2585" y="2988"/>
                </a:moveTo>
                <a:lnTo>
                  <a:pt x="0" y="1520"/>
                </a:lnTo>
                <a:lnTo>
                  <a:pt x="2559" y="0"/>
                </a:lnTo>
                <a:lnTo>
                  <a:pt x="2585" y="2988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20"/>
          <p:cNvSpPr/>
          <p:nvPr/>
        </p:nvSpPr>
        <p:spPr bwMode="auto">
          <a:xfrm flipH="1">
            <a:off x="-635" y="2165350"/>
            <a:ext cx="4104005" cy="4692650"/>
          </a:xfrm>
          <a:custGeom>
            <a:avLst/>
            <a:gdLst>
              <a:gd name="T0" fmla="*/ 2585 w 2585"/>
              <a:gd name="T1" fmla="*/ 2956 h 2956"/>
              <a:gd name="T2" fmla="*/ 0 w 2585"/>
              <a:gd name="T3" fmla="*/ 1483 h 2956"/>
              <a:gd name="T4" fmla="*/ 2585 w 2585"/>
              <a:gd name="T5" fmla="*/ 0 h 2956"/>
              <a:gd name="T6" fmla="*/ 2585 w 2585"/>
              <a:gd name="T7" fmla="*/ 2956 h 2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2956">
                <a:moveTo>
                  <a:pt x="2585" y="2956"/>
                </a:moveTo>
                <a:lnTo>
                  <a:pt x="0" y="1483"/>
                </a:lnTo>
                <a:lnTo>
                  <a:pt x="2585" y="0"/>
                </a:lnTo>
                <a:lnTo>
                  <a:pt x="2585" y="2956"/>
                </a:lnTo>
                <a:close/>
              </a:path>
            </a:pathLst>
          </a:custGeom>
          <a:blipFill dpi="0" rotWithShape="1">
            <a:blip r:embed="rId2"/>
            <a:tile tx="-577850" ty="-685800" sx="100000" sy="100000" flip="none" algn="tl"/>
          </a:blip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 flipH="1">
            <a:off x="3342640" y="1372235"/>
            <a:ext cx="6309995" cy="1189864"/>
            <a:chOff x="2538897" y="1372152"/>
            <a:chExt cx="6309681" cy="1189928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2538897" y="1744126"/>
              <a:ext cx="2820503" cy="0"/>
            </a:xfrm>
            <a:prstGeom prst="line">
              <a:avLst/>
            </a:prstGeom>
            <a:ln>
              <a:solidFill>
                <a:srgbClr val="004475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62" name="矩形 61"/>
            <p:cNvSpPr/>
            <p:nvPr/>
          </p:nvSpPr>
          <p:spPr>
            <a:xfrm>
              <a:off x="3249637" y="1372152"/>
              <a:ext cx="221242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2000" b="1" dirty="0">
                  <a:latin typeface="Calibri"/>
                  <a:ea typeface="微软雅黑" panose="020B0503020204020204" pitchFamily="34" charset="-122"/>
                </a:rPr>
                <a:t>ADD YOUR TITLE</a:t>
              </a:r>
              <a:endParaRPr lang="zh-CN" altLang="en-US" sz="2000" b="1" dirty="0"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4375183" y="1731038"/>
              <a:ext cx="4473395" cy="8310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YOU LIKE THIS POWERPOINT TEMPLATE,PLEASE FOCUS ON ME,YOU WILL GET BETTER.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 flipH="1">
            <a:off x="2499360" y="4907914"/>
            <a:ext cx="4669790" cy="1197944"/>
            <a:chOff x="5022261" y="4907888"/>
            <a:chExt cx="4669988" cy="1197651"/>
          </a:xfrm>
        </p:grpSpPr>
        <p:cxnSp>
          <p:nvCxnSpPr>
            <p:cNvPr id="65" name="直接连接符 64"/>
            <p:cNvCxnSpPr/>
            <p:nvPr/>
          </p:nvCxnSpPr>
          <p:spPr>
            <a:xfrm>
              <a:off x="6871746" y="5246982"/>
              <a:ext cx="2820503" cy="0"/>
            </a:xfrm>
            <a:prstGeom prst="line">
              <a:avLst/>
            </a:prstGeom>
            <a:ln>
              <a:solidFill>
                <a:srgbClr val="004475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6786096" y="4907888"/>
              <a:ext cx="221242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Calibri"/>
                  <a:ea typeface="微软雅黑" panose="020B0503020204020204" pitchFamily="34" charset="-122"/>
                </a:rPr>
                <a:t>ADD YOUR TITLE</a:t>
              </a:r>
              <a:endParaRPr lang="zh-CN" altLang="en-US" sz="2000" b="1" dirty="0"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5022261" y="5274745"/>
              <a:ext cx="4473395" cy="8307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YOU LIKE THIS POWERPOINT TEMPLATE,PLEASE FOCUS ON ME,YOU WILL GET BETTER.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1" name="直接连接符 70"/>
          <p:cNvCxnSpPr/>
          <p:nvPr/>
        </p:nvCxnSpPr>
        <p:spPr>
          <a:xfrm flipH="1" flipV="1">
            <a:off x="6136640" y="3948430"/>
            <a:ext cx="471805" cy="255905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2" name="直接连接符 71"/>
          <p:cNvCxnSpPr/>
          <p:nvPr/>
        </p:nvCxnSpPr>
        <p:spPr>
          <a:xfrm flipH="1" flipV="1">
            <a:off x="4282440" y="2966720"/>
            <a:ext cx="274320" cy="148590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pic>
        <p:nvPicPr>
          <p:cNvPr id="79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80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74980" y="35242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930275" y="35242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4016135" y="3240097"/>
            <a:ext cx="2815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ysClr val="windowText" lastClr="000000"/>
                </a:solidFill>
                <a:latin typeface="思源宋体 CN Heavy" pitchFamily="18" charset="-122"/>
                <a:ea typeface="思源宋体 CN Heavy" pitchFamily="18" charset="-122"/>
              </a:rPr>
              <a:t>KEY WORD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4980" y="35242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30275" y="35242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sp>
        <p:nvSpPr>
          <p:cNvPr id="2" name="Line 5"/>
          <p:cNvSpPr>
            <a:spLocks noChangeShapeType="1"/>
          </p:cNvSpPr>
          <p:nvPr/>
        </p:nvSpPr>
        <p:spPr bwMode="auto">
          <a:xfrm flipH="1">
            <a:off x="1558925" y="4429126"/>
            <a:ext cx="0" cy="652463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>
            <a:off x="3838575" y="4244976"/>
            <a:ext cx="0" cy="1246188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>
            <a:off x="1757363" y="3705226"/>
            <a:ext cx="0" cy="2081213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3640138" y="4556126"/>
            <a:ext cx="0" cy="6699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1944688" y="3705226"/>
            <a:ext cx="0" cy="1701800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3465513" y="4170363"/>
            <a:ext cx="0" cy="1128713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2125663" y="4429126"/>
            <a:ext cx="0" cy="1593850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3265488" y="3513138"/>
            <a:ext cx="0" cy="2057400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H="1">
            <a:off x="2312988" y="3705226"/>
            <a:ext cx="0" cy="1430338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3084513" y="4511676"/>
            <a:ext cx="0" cy="12747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H="1">
            <a:off x="2500313" y="4421188"/>
            <a:ext cx="0" cy="949325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H="1">
            <a:off x="2898775" y="3479801"/>
            <a:ext cx="0" cy="1655763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41600" y="3087688"/>
            <a:ext cx="127000" cy="2138363"/>
            <a:chOff x="2641600" y="3087688"/>
            <a:chExt cx="127000" cy="2138363"/>
          </a:xfrm>
        </p:grpSpPr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>
              <a:off x="2705100" y="3211513"/>
              <a:ext cx="0" cy="2014538"/>
            </a:xfrm>
            <a:prstGeom prst="line">
              <a:avLst/>
            </a:prstGeom>
            <a:noFill/>
            <a:ln w="12700" cap="flat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2641600" y="3087688"/>
              <a:ext cx="127000" cy="123825"/>
            </a:xfrm>
            <a:prstGeom prst="ellipse">
              <a:avLst/>
            </a:prstGeom>
            <a:noFill/>
            <a:ln w="12700" cap="flat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4768850" y="4445001"/>
            <a:ext cx="0" cy="781050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H="1">
            <a:off x="4986338" y="3970338"/>
            <a:ext cx="0" cy="1131888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 flipH="1">
            <a:off x="6877050" y="4387851"/>
            <a:ext cx="0" cy="6699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051675" y="4013201"/>
            <a:ext cx="0" cy="116205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 flipH="1">
            <a:off x="7229475" y="4287838"/>
            <a:ext cx="0" cy="887413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 flipH="1">
            <a:off x="7423150" y="4511676"/>
            <a:ext cx="0" cy="5461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 flipH="1">
            <a:off x="5154613" y="4448176"/>
            <a:ext cx="0" cy="1338263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H="1">
            <a:off x="6683375" y="4230688"/>
            <a:ext cx="0" cy="1685925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H="1">
            <a:off x="5348288" y="3651251"/>
            <a:ext cx="0" cy="1839913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H="1">
            <a:off x="6481763" y="3419476"/>
            <a:ext cx="0" cy="2690813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30"/>
          <p:cNvSpPr>
            <a:spLocks noChangeShapeType="1"/>
          </p:cNvSpPr>
          <p:nvPr/>
        </p:nvSpPr>
        <p:spPr bwMode="auto">
          <a:xfrm flipH="1">
            <a:off x="5530850" y="4244976"/>
            <a:ext cx="0" cy="13255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 flipH="1">
            <a:off x="6291263" y="4230688"/>
            <a:ext cx="0" cy="1879600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2"/>
          <p:cNvSpPr>
            <a:spLocks noChangeShapeType="1"/>
          </p:cNvSpPr>
          <p:nvPr/>
        </p:nvSpPr>
        <p:spPr bwMode="auto">
          <a:xfrm flipH="1">
            <a:off x="5730875" y="4348163"/>
            <a:ext cx="0" cy="827088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3"/>
          <p:cNvSpPr>
            <a:spLocks noChangeShapeType="1"/>
          </p:cNvSpPr>
          <p:nvPr/>
        </p:nvSpPr>
        <p:spPr bwMode="auto">
          <a:xfrm flipH="1">
            <a:off x="6102350" y="3708401"/>
            <a:ext cx="0" cy="1862138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848350" y="2960688"/>
            <a:ext cx="123825" cy="3149600"/>
            <a:chOff x="5848350" y="2960688"/>
            <a:chExt cx="123825" cy="3149600"/>
          </a:xfrm>
        </p:grpSpPr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H="1">
              <a:off x="5911850" y="3087688"/>
              <a:ext cx="0" cy="3022600"/>
            </a:xfrm>
            <a:prstGeom prst="line">
              <a:avLst/>
            </a:prstGeom>
            <a:noFill/>
            <a:ln w="12700" cap="flat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auto">
            <a:xfrm>
              <a:off x="5848350" y="2960688"/>
              <a:ext cx="123825" cy="127000"/>
            </a:xfrm>
            <a:prstGeom prst="ellipse">
              <a:avLst/>
            </a:prstGeom>
            <a:noFill/>
            <a:ln w="12700" cap="flat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Line 36"/>
          <p:cNvSpPr>
            <a:spLocks noChangeShapeType="1"/>
          </p:cNvSpPr>
          <p:nvPr/>
        </p:nvSpPr>
        <p:spPr bwMode="auto">
          <a:xfrm flipH="1">
            <a:off x="10834688" y="4605338"/>
            <a:ext cx="0" cy="536575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 flipH="1">
            <a:off x="8186738" y="4508501"/>
            <a:ext cx="0" cy="11303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 flipH="1">
            <a:off x="10063163" y="4033838"/>
            <a:ext cx="0" cy="207645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 flipH="1">
            <a:off x="10274300" y="3919538"/>
            <a:ext cx="0" cy="16510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 flipH="1">
            <a:off x="10452100" y="4341813"/>
            <a:ext cx="0" cy="6572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H="1">
            <a:off x="10644188" y="4595813"/>
            <a:ext cx="0" cy="5461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H="1">
            <a:off x="9883775" y="4327526"/>
            <a:ext cx="0" cy="814388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H="1">
            <a:off x="8572500" y="4137026"/>
            <a:ext cx="0" cy="1722438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 flipH="1">
            <a:off x="9705975" y="4387851"/>
            <a:ext cx="0" cy="1577975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H="1">
            <a:off x="8753475" y="3976688"/>
            <a:ext cx="0" cy="12493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 flipH="1">
            <a:off x="9513888" y="3346451"/>
            <a:ext cx="0" cy="2619375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H="1">
            <a:off x="8940800" y="4137026"/>
            <a:ext cx="0" cy="1393825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 flipH="1">
            <a:off x="9323388" y="4387851"/>
            <a:ext cx="0" cy="1631950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9069388" y="3316288"/>
            <a:ext cx="123825" cy="2794000"/>
            <a:chOff x="9069388" y="3316288"/>
            <a:chExt cx="123825" cy="2794000"/>
          </a:xfrm>
        </p:grpSpPr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H="1">
              <a:off x="9132888" y="3443288"/>
              <a:ext cx="0" cy="2667000"/>
            </a:xfrm>
            <a:prstGeom prst="line">
              <a:avLst/>
            </a:prstGeom>
            <a:noFill/>
            <a:ln w="12700" cap="flat">
              <a:solidFill>
                <a:srgbClr val="00447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auto">
            <a:xfrm>
              <a:off x="9069388" y="3316288"/>
              <a:ext cx="123825" cy="127000"/>
            </a:xfrm>
            <a:prstGeom prst="ellipse">
              <a:avLst/>
            </a:prstGeom>
            <a:noFill/>
            <a:ln w="12700" cap="flat">
              <a:solidFill>
                <a:srgbClr val="00447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984625" y="3717926"/>
            <a:ext cx="80963" cy="1384300"/>
            <a:chOff x="3984625" y="3717926"/>
            <a:chExt cx="80963" cy="1384300"/>
          </a:xfrm>
        </p:grpSpPr>
        <p:sp>
          <p:nvSpPr>
            <p:cNvPr id="55" name="Line 7"/>
            <p:cNvSpPr>
              <a:spLocks noChangeShapeType="1"/>
            </p:cNvSpPr>
            <p:nvPr/>
          </p:nvSpPr>
          <p:spPr bwMode="auto">
            <a:xfrm flipH="1">
              <a:off x="4025900" y="3805238"/>
              <a:ext cx="0" cy="1296988"/>
            </a:xfrm>
            <a:prstGeom prst="lin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52"/>
            <p:cNvSpPr>
              <a:spLocks noChangeArrowheads="1"/>
            </p:cNvSpPr>
            <p:nvPr/>
          </p:nvSpPr>
          <p:spPr bwMode="auto">
            <a:xfrm>
              <a:off x="3984625" y="3717926"/>
              <a:ext cx="80963" cy="80963"/>
            </a:xfrm>
            <a:prstGeom prst="ellips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2454632" y="2755033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48</a:t>
            </a:r>
            <a:r>
              <a:rPr lang="en-US" altLang="zh-CN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644804" y="2626549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94</a:t>
            </a:r>
            <a:r>
              <a:rPr lang="en-US" altLang="zh-CN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846792" y="2980721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88</a:t>
            </a:r>
            <a:r>
              <a:rPr lang="en-US" altLang="zh-CN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8342313" y="3847839"/>
            <a:ext cx="82550" cy="1414724"/>
            <a:chOff x="8342313" y="3847839"/>
            <a:chExt cx="82550" cy="1414724"/>
          </a:xfrm>
        </p:grpSpPr>
        <p:sp>
          <p:nvSpPr>
            <p:cNvPr id="60" name="Oval 53"/>
            <p:cNvSpPr>
              <a:spLocks noChangeArrowheads="1"/>
            </p:cNvSpPr>
            <p:nvPr/>
          </p:nvSpPr>
          <p:spPr bwMode="auto">
            <a:xfrm>
              <a:off x="8342313" y="3847839"/>
              <a:ext cx="82550" cy="79375"/>
            </a:xfrm>
            <a:prstGeom prst="ellips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8382000" y="3922713"/>
              <a:ext cx="0" cy="1339850"/>
            </a:xfrm>
            <a:prstGeom prst="line">
              <a:avLst/>
            </a:prstGeom>
            <a:noFill/>
            <a:ln w="12700" cap="flat">
              <a:solidFill>
                <a:srgbClr val="D8D8D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2" name="文本框 61"/>
          <p:cNvSpPr txBox="1"/>
          <p:nvPr/>
        </p:nvSpPr>
        <p:spPr>
          <a:xfrm>
            <a:off x="8143902" y="3626178"/>
            <a:ext cx="4539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en-US" altLang="zh-CN" sz="90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10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838603" y="3453142"/>
            <a:ext cx="4539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46</a:t>
            </a:r>
            <a:r>
              <a:rPr lang="en-US" altLang="zh-CN" sz="90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10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 rot="16200000">
            <a:off x="2050281" y="3545475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 rot="16200000">
            <a:off x="5249107" y="3562960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 rot="16200000">
            <a:off x="8469020" y="3796967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 rot="16200000">
            <a:off x="7849828" y="4167155"/>
            <a:ext cx="878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200" dirty="0">
                <a:solidFill>
                  <a:sysClr val="window" lastClr="FFFFFF">
                    <a:lumMod val="65000"/>
                  </a:sysClr>
                </a:solidFill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200" dirty="0">
              <a:solidFill>
                <a:sysClr val="window" lastClr="FFFFFF">
                  <a:lumMod val="65000"/>
                </a:sysClr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 rot="16200000">
            <a:off x="3504761" y="4014755"/>
            <a:ext cx="878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200" dirty="0">
                <a:solidFill>
                  <a:sysClr val="window" lastClr="FFFFFF">
                    <a:lumMod val="65000"/>
                  </a:sysClr>
                </a:solidFill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200" dirty="0">
              <a:solidFill>
                <a:sysClr val="window" lastClr="FFFFFF">
                  <a:lumMod val="65000"/>
                </a:sysClr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687965" y="954097"/>
            <a:ext cx="2815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ysClr val="windowText" lastClr="000000"/>
                </a:solidFill>
                <a:latin typeface="思源宋体 CN Heavy" pitchFamily="18" charset="-122"/>
                <a:ea typeface="思源宋体 CN Heavy" pitchFamily="18" charset="-122"/>
              </a:rPr>
              <a:t>YOUR TILTLE HERE</a:t>
            </a:r>
          </a:p>
        </p:txBody>
      </p:sp>
      <p:sp>
        <p:nvSpPr>
          <p:cNvPr id="71" name="矩形 70"/>
          <p:cNvSpPr/>
          <p:nvPr/>
        </p:nvSpPr>
        <p:spPr>
          <a:xfrm>
            <a:off x="2652713" y="1419860"/>
            <a:ext cx="688594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 for today I will exercise my soul in three ways. I will do somebody a good turn and not get found out: If anybody knows of it, it will not count. I will do at least two things I don‘t want to do—just for exercise. I will not show anyone that my feelings are hurt: they may be hurt, but today I will not show it.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68755" y="1195070"/>
            <a:ext cx="4376420" cy="3546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20490" y="2810370"/>
            <a:ext cx="1086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Part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7700" y="3323121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04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4481314" y="3131332"/>
            <a:ext cx="537635" cy="5103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3" name="文本框 2"/>
          <p:cNvSpPr txBox="1"/>
          <p:nvPr/>
        </p:nvSpPr>
        <p:spPr>
          <a:xfrm>
            <a:off x="5730176" y="2615235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思源宋体 CN Heavy" pitchFamily="18" charset="-122"/>
              </a:rPr>
              <a:t>实施计划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9523" y="3353674"/>
            <a:ext cx="2115814" cy="1043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项目模队人员结构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项目实施计划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项目风险控制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形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52775" y="1042988"/>
            <a:ext cx="5886450" cy="477202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091884" y="1620180"/>
            <a:ext cx="28990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Segoe UI Semibold" panose="020B0702040204020203" pitchFamily="34" charset="0"/>
                <a:ea typeface="微软雅黑" panose="020B0503020204020204" pitchFamily="34" charset="-122"/>
                <a:cs typeface="Segoe UI Semibold" panose="020B0702040204020203" pitchFamily="34" charset="0"/>
              </a:rPr>
              <a:t>Creative</a:t>
            </a:r>
          </a:p>
          <a:p>
            <a:r>
              <a:rPr lang="en-US" altLang="zh-CN" sz="3600" dirty="0">
                <a:latin typeface="Segoe UI Semibold" panose="020B0702040204020203" pitchFamily="34" charset="0"/>
                <a:ea typeface="微软雅黑" panose="020B0503020204020204" pitchFamily="34" charset="-122"/>
                <a:cs typeface="Segoe UI Semibold" panose="020B0702040204020203" pitchFamily="34" charset="0"/>
              </a:rPr>
              <a:t>Presentation Template</a:t>
            </a:r>
          </a:p>
          <a:p>
            <a:r>
              <a:rPr lang="en-US" altLang="zh-CN" sz="3600" dirty="0">
                <a:latin typeface="Segoe UI Semibold" panose="020B0702040204020203" pitchFamily="34" charset="0"/>
                <a:ea typeface="微软雅黑" panose="020B0503020204020204" pitchFamily="34" charset="-122"/>
                <a:cs typeface="Segoe UI Semibold" panose="020B0702040204020203" pitchFamily="34" charset="0"/>
              </a:rPr>
              <a:t>Slide</a:t>
            </a:r>
            <a:endParaRPr lang="zh-CN" altLang="en-US" sz="3600" dirty="0">
              <a:latin typeface="Segoe UI Semibold" panose="020B0702040204020203" pitchFamily="34" charset="0"/>
              <a:ea typeface="微软雅黑" panose="020B0503020204020204" pitchFamily="34" charset="-122"/>
              <a:cs typeface="Segoe UI Semibold" panose="020B0702040204020203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91884" y="3860438"/>
            <a:ext cx="2723326" cy="5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Modern and Multipurpose Presentation</a:t>
            </a:r>
            <a:endParaRPr lang="zh-CN" altLang="en-US" sz="1200" b="1" dirty="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91884" y="5314682"/>
            <a:ext cx="7165714" cy="107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You can choose whether or not to support certain items, If you choose to support an item, this will be identified on the item page. All supported items include a support period. Buyers can buy support extensions on these item. Some transactions may be subject to tax that may be added to the list price or handing fee. </a:t>
            </a:r>
            <a:endParaRPr lang="zh-CN" altLang="en-US" sz="110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37" name="Rectangle 11"/>
          <p:cNvSpPr/>
          <p:nvPr/>
        </p:nvSpPr>
        <p:spPr>
          <a:xfrm>
            <a:off x="9039225" y="635"/>
            <a:ext cx="3149599" cy="6858000"/>
          </a:xfrm>
          <a:prstGeom prst="rect">
            <a:avLst/>
          </a:prstGeom>
          <a:blipFill dpi="0" rotWithShape="1">
            <a:blip r:embed="rId5"/>
            <a:stretch>
              <a:fillRect l="-261131" r="-259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5B9BD5">
                    <a:shade val="50000"/>
                  </a:srgb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12"/>
          <p:cNvSpPr/>
          <p:nvPr/>
        </p:nvSpPr>
        <p:spPr>
          <a:xfrm>
            <a:off x="4952261" y="858030"/>
            <a:ext cx="2178212" cy="4120370"/>
          </a:xfrm>
          <a:prstGeom prst="rect">
            <a:avLst/>
          </a:prstGeom>
          <a:blipFill dpi="0" rotWithShape="1">
            <a:blip r:embed="rId6"/>
            <a:stretch>
              <a:fillRect l="-234343" t="-13575" r="-69762" b="-6591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5B9BD5">
                    <a:shade val="50000"/>
                  </a:srgb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13"/>
          <p:cNvSpPr/>
          <p:nvPr/>
        </p:nvSpPr>
        <p:spPr>
          <a:xfrm>
            <a:off x="7252116" y="858030"/>
            <a:ext cx="2178212" cy="4120370"/>
          </a:xfrm>
          <a:prstGeom prst="rect">
            <a:avLst/>
          </a:prstGeom>
          <a:blipFill dpi="0" rotWithShape="1">
            <a:blip r:embed="rId7"/>
            <a:stretch>
              <a:fillRect l="-44980" t="-1280" r="-196368" b="-22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5B9BD5">
                    <a:shade val="50000"/>
                  </a:srgb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形 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4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74980" y="35242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30275" y="35242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4953000" y="855980"/>
            <a:ext cx="2177415" cy="4123055"/>
          </a:xfrm>
          <a:prstGeom prst="rect">
            <a:avLst/>
          </a:prstGeom>
          <a:solidFill>
            <a:srgbClr val="004475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252970" y="857885"/>
            <a:ext cx="2177415" cy="4123055"/>
          </a:xfrm>
          <a:prstGeom prst="rect">
            <a:avLst/>
          </a:prstGeom>
          <a:solidFill>
            <a:srgbClr val="004475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5410" y="138430"/>
            <a:ext cx="824865" cy="668655"/>
          </a:xfrm>
          <a:prstGeom prst="rect">
            <a:avLst/>
          </a:prstGeom>
        </p:spPr>
      </p:pic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4980" y="35242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30275" y="35242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</a:rPr>
              <a:t>在此添加标题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05490" y="4120495"/>
            <a:ext cx="4175441" cy="1585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You can choose whether or not to support certain items, If you choose to support an item, this will be identified on the item page. All supported items include a support period. Buyers can buy support extensions on these item. Some transactions may be subject to tax that may be added to the list price or handing fee. </a:t>
            </a:r>
            <a:endParaRPr lang="zh-CN" altLang="en-US" sz="110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352145" y="3717017"/>
            <a:ext cx="378691" cy="0"/>
          </a:xfrm>
          <a:prstGeom prst="line">
            <a:avLst/>
          </a:prstGeom>
          <a:ln w="19050">
            <a:solidFill>
              <a:sysClr val="windowText" lastClr="000000">
                <a:lumMod val="75000"/>
                <a:lumOff val="2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graphicFrame>
        <p:nvGraphicFramePr>
          <p:cNvPr id="13" name="图表 12"/>
          <p:cNvGraphicFramePr/>
          <p:nvPr/>
        </p:nvGraphicFramePr>
        <p:xfrm>
          <a:off x="-200011" y="1105110"/>
          <a:ext cx="7034444" cy="468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205500" y="1269057"/>
            <a:ext cx="281543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400" b="1" dirty="0">
                <a:solidFill>
                  <a:sysClr val="windowText" lastClr="000000"/>
                </a:solidFill>
                <a:latin typeface="思源宋体 CN Heavy" pitchFamily="18" charset="-122"/>
                <a:ea typeface="思源宋体 CN Heavy" pitchFamily="18" charset="-122"/>
              </a:rPr>
              <a:t>YOUR TILTLE HERE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xmlns="" id="{3E64EB20-A182-4919-A28C-C44ADD30110B}"/>
              </a:ext>
            </a:extLst>
          </p:cNvPr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35" y="1342244"/>
            <a:ext cx="5017182" cy="4945002"/>
          </a:xfrm>
          <a:prstGeom prst="rect">
            <a:avLst/>
          </a:prstGeom>
        </p:spPr>
      </p:pic>
      <p:pic>
        <p:nvPicPr>
          <p:cNvPr id="38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1850" y="507048"/>
            <a:ext cx="5886450" cy="47720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281930" y="3155315"/>
            <a:ext cx="29876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latin typeface="思源宋体 CN Heavy" pitchFamily="18" charset="-122"/>
                <a:ea typeface="思源宋体 CN Heavy" pitchFamily="18" charset="-122"/>
              </a:rPr>
              <a:t>THANKS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/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22</TotalTime>
  <Words>984</Words>
  <Application>Microsoft Office PowerPoint</Application>
  <PresentationFormat>自定义</PresentationFormat>
  <Paragraphs>130</Paragraphs>
  <Slides>16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第一PPT，www.1ppt.com</vt:lpstr>
      <vt:lpstr>1_Office 主题​​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123</cp:lastModifiedBy>
  <cp:revision>13</cp:revision>
  <dcterms:created xsi:type="dcterms:W3CDTF">2019-12-23T08:37:00Z</dcterms:created>
  <dcterms:modified xsi:type="dcterms:W3CDTF">2025-12-10T01:52:31Z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84C6B3CFDD344F52AC7AAF395B18D943_12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v1.0_mb_Kpv4xgLZH3LXsTbo+ltTdQ==</vt:lpwstr>
  </property>
</Properties>
</file>