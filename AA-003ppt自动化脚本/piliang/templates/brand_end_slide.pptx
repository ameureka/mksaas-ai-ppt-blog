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88"/>
  </p:normalViewPr>
  <p:slideViewPr>
    <p:cSldViewPr snapToGrid="0" snapToObjects="1">
      <p:cViewPr>
        <p:scale>
          <a:sx n="83" d="100"/>
          <a:sy n="83" d="100"/>
        </p:scale>
        <p:origin x="1544" y="16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9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T176619</cp:lastModifiedBy>
  <cp:revision>3</cp:revision>
  <dcterms:created xsi:type="dcterms:W3CDTF">2013-01-27T09:14:16Z</dcterms:created>
  <dcterms:modified xsi:type="dcterms:W3CDTF">2025-12-13T12:34:18Z</dcterms:modified>
  <cp:category/>
</cp:coreProperties>
</file>