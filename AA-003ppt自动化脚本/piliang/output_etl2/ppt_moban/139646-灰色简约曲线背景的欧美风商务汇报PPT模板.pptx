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charts/chart1.xml" ContentType="application/vnd.openxmlformats-officedocument.drawingml.chart+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23"/>
  </p:notesMasterIdLst>
  <p:handoutMasterIdLst>
    <p:handoutMasterId r:id="rId24"/>
  </p:handoutMasterIdLst>
  <p:sldIdLst>
    <p:sldId id="623" r:id="rId3"/>
    <p:sldId id="670" r:id="rId4"/>
    <p:sldId id="672" r:id="rId5"/>
    <p:sldId id="671" r:id="rId6"/>
    <p:sldId id="691" r:id="rId7"/>
    <p:sldId id="692" r:id="rId8"/>
    <p:sldId id="690" r:id="rId9"/>
    <p:sldId id="693" r:id="rId10"/>
    <p:sldId id="694" r:id="rId11"/>
    <p:sldId id="695" r:id="rId12"/>
    <p:sldId id="696" r:id="rId13"/>
    <p:sldId id="697" r:id="rId14"/>
    <p:sldId id="698" r:id="rId15"/>
    <p:sldId id="700" r:id="rId16"/>
    <p:sldId id="699" r:id="rId17"/>
    <p:sldId id="702" r:id="rId18"/>
    <p:sldId id="701" r:id="rId19"/>
    <p:sldId id="703" r:id="rId20"/>
    <p:sldId id="277" r:id="rId21"/>
    <p:sldId id="722" r:id="rId22"/>
  </p:sldIdLst>
  <p:sldSz cx="9144000" cy="5143500" type="screen16x9"/>
  <p:notesSz cx="6858000" cy="9144000"/>
  <p:custDataLst>
    <p:tags r:id="rId2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85"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5546" autoAdjust="0"/>
  </p:normalViewPr>
  <p:slideViewPr>
    <p:cSldViewPr snapToGrid="0" showGuides="1">
      <p:cViewPr>
        <p:scale>
          <a:sx n="75" d="100"/>
          <a:sy n="75" d="100"/>
        </p:scale>
        <p:origin x="894" y="780"/>
      </p:cViewPr>
      <p:guideLst>
        <p:guide orient="horz" pos="3185"/>
        <p:guide pos="2880"/>
      </p:guideLst>
    </p:cSldViewPr>
  </p:slideViewPr>
  <p:notesTextViewPr>
    <p:cViewPr>
      <p:scale>
        <a:sx n="1" d="1"/>
        <a:sy n="1" d="1"/>
      </p:scale>
      <p:origin x="0" y="-54"/>
    </p:cViewPr>
  </p:notesTextViewPr>
  <p:notesViewPr>
    <p:cSldViewPr snapToGrid="0">
      <p:cViewPr varScale="1">
        <p:scale>
          <a:sx n="65" d="100"/>
          <a:sy n="65" d="100"/>
        </p:scale>
        <p:origin x="2299"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2007____.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Office_Excel_2007____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系列 1</c:v>
                </c:pt>
              </c:strCache>
            </c:strRef>
          </c:tx>
          <c:spPr>
            <a:solidFill>
              <a:schemeClr val="accent1">
                <a:lumMod val="75000"/>
                <a:alpha val="43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00" b="0" i="0" u="none" strike="noStrike" kern="1200" baseline="0" smtId="4294967295">
                    <a:solidFill>
                      <a:schemeClr val="tx1"/>
                    </a:solidFill>
                    <a:latin typeface="+mj-lt"/>
                    <a:ea typeface="+mn-ea"/>
                    <a:cs typeface="+mn-cs"/>
                  </a:defRPr>
                </a:pPr>
                <a:endParaRPr lang="zh-CN"/>
              </a:p>
            </c:txPr>
            <c:dLblPos val="ct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c:spPr>
                </c15:leaderLines>
              </c:ext>
            </c:extLst>
          </c:dLbls>
          <c:cat>
            <c:strRef>
              <c:f>Sheet1!$A$2:$A$9</c:f>
              <c:strCache>
                <c:ptCount val="8"/>
                <c:pt idx="0">
                  <c:v>2013年</c:v>
                </c:pt>
                <c:pt idx="1">
                  <c:v>2014年</c:v>
                </c:pt>
                <c:pt idx="2">
                  <c:v>2015年</c:v>
                </c:pt>
                <c:pt idx="3">
                  <c:v>2016年</c:v>
                </c:pt>
                <c:pt idx="4">
                  <c:v>2017年</c:v>
                </c:pt>
                <c:pt idx="5">
                  <c:v>2018年</c:v>
                </c:pt>
                <c:pt idx="6">
                  <c:v>2019年</c:v>
                </c:pt>
                <c:pt idx="7">
                  <c:v>2020年</c:v>
                </c:pt>
              </c:strCache>
            </c:strRef>
          </c:cat>
          <c:val>
            <c:numRef>
              <c:f>Sheet1!$B$2:$B$9</c:f>
              <c:numCache>
                <c:formatCode>General</c:formatCode>
                <c:ptCount val="8"/>
                <c:pt idx="0">
                  <c:v>10</c:v>
                </c:pt>
                <c:pt idx="1">
                  <c:v>14</c:v>
                </c:pt>
                <c:pt idx="2">
                  <c:v>19</c:v>
                </c:pt>
                <c:pt idx="3">
                  <c:v>24</c:v>
                </c:pt>
                <c:pt idx="4">
                  <c:v>28</c:v>
                </c:pt>
                <c:pt idx="5">
                  <c:v>32</c:v>
                </c:pt>
                <c:pt idx="6">
                  <c:v>35</c:v>
                </c:pt>
                <c:pt idx="7">
                  <c:v>41</c:v>
                </c:pt>
              </c:numCache>
            </c:numRef>
          </c:val>
          <c:extLst>
            <c:ext xmlns:c16="http://schemas.microsoft.com/office/drawing/2014/chart" uri="{C3380CC4-5D6E-409C-BE32-E72D297353CC}">
              <c16:uniqueId val="{00000008-0288-4577-9520-0E02F181BEE7}"/>
            </c:ext>
          </c:extLst>
        </c:ser>
        <c:ser>
          <c:idx val="1"/>
          <c:order val="1"/>
          <c:tx>
            <c:strRef>
              <c:f>Sheet1!$C$1</c:f>
              <c:strCache>
                <c:ptCount val="1"/>
                <c:pt idx="0">
                  <c:v>系列 2</c:v>
                </c:pt>
              </c:strCache>
            </c:strRef>
          </c:tx>
          <c:spPr>
            <a:solidFill>
              <a:schemeClr val="accent1">
                <a:lumMod val="75000"/>
                <a:lumOff val="25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00" b="0" i="0" u="none" strike="noStrike" kern="1200" baseline="0" smtId="4294967295">
                    <a:solidFill>
                      <a:schemeClr val="tx1"/>
                    </a:solidFill>
                    <a:latin typeface="+mj-lt"/>
                    <a:ea typeface="+mn-ea"/>
                    <a:cs typeface="+mn-cs"/>
                  </a:defRPr>
                </a:pPr>
                <a:endParaRPr lang="zh-CN"/>
              </a:p>
            </c:txPr>
            <c:dLblPos val="ctr"/>
            <c:showLegendKey val="0"/>
            <c:showVal val="1"/>
            <c:showCatName val="0"/>
            <c:showSerName val="0"/>
            <c:showPercent val="0"/>
            <c:showBubbleSize val="0"/>
            <c:showLeaderLines val="0"/>
            <c:extLst xmlns:a14="http://schemas.microsoft.com/office/drawing/2010/main" xmlns:wp="http://schemas.openxmlformats.org/drawingml/2006/wordprocessingDrawing" xmlns:w="http://schemas.openxmlformats.org/wordprocessingml/2006/main" xmlns:m="http://schemas.openxmlformats.org/officeDocument/2006/math">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c:spPr>
                </c15:leaderLines>
              </c:ext>
            </c:extLst>
          </c:dLbls>
          <c:cat>
            <c:strRef>
              <c:f>Sheet1!$A$2:$A$9</c:f>
              <c:strCache>
                <c:ptCount val="8"/>
                <c:pt idx="0">
                  <c:v>2013年</c:v>
                </c:pt>
                <c:pt idx="1">
                  <c:v>2014年</c:v>
                </c:pt>
                <c:pt idx="2">
                  <c:v>2015年</c:v>
                </c:pt>
                <c:pt idx="3">
                  <c:v>2016年</c:v>
                </c:pt>
                <c:pt idx="4">
                  <c:v>2017年</c:v>
                </c:pt>
                <c:pt idx="5">
                  <c:v>2018年</c:v>
                </c:pt>
                <c:pt idx="6">
                  <c:v>2019年</c:v>
                </c:pt>
                <c:pt idx="7">
                  <c:v>2020年</c:v>
                </c:pt>
              </c:strCache>
            </c:strRef>
          </c:cat>
          <c:val>
            <c:numRef>
              <c:f>Sheet1!$C$2:$C$9</c:f>
              <c:numCache>
                <c:formatCode>General</c:formatCode>
                <c:ptCount val="8"/>
                <c:pt idx="0">
                  <c:v>7</c:v>
                </c:pt>
                <c:pt idx="1">
                  <c:v>11</c:v>
                </c:pt>
                <c:pt idx="2">
                  <c:v>18</c:v>
                </c:pt>
                <c:pt idx="3">
                  <c:v>26</c:v>
                </c:pt>
                <c:pt idx="4">
                  <c:v>30</c:v>
                </c:pt>
                <c:pt idx="5">
                  <c:v>45</c:v>
                </c:pt>
                <c:pt idx="6">
                  <c:v>50</c:v>
                </c:pt>
                <c:pt idx="7">
                  <c:v>60</c:v>
                </c:pt>
              </c:numCache>
            </c:numRef>
          </c:val>
          <c:extLst>
            <c:ext xmlns:c16="http://schemas.microsoft.com/office/drawing/2014/chart" uri="{C3380CC4-5D6E-409C-BE32-E72D297353CC}">
              <c16:uniqueId val="{00000011-0288-4577-9520-0E02F181BEE7}"/>
            </c:ext>
          </c:extLst>
        </c:ser>
        <c:dLbls>
          <c:showLegendKey val="0"/>
          <c:showVal val="0"/>
          <c:showCatName val="0"/>
          <c:showSerName val="0"/>
          <c:showPercent val="0"/>
          <c:showBubbleSize val="0"/>
        </c:dLbls>
        <c:gapWidth val="131"/>
        <c:overlap val="100"/>
        <c:axId val="545565008"/>
        <c:axId val="542796384"/>
      </c:barChart>
      <c:catAx>
        <c:axId val="54556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60000000" spcFirstLastPara="1" vertOverflow="ellipsis" vert="horz" wrap="square" anchor="ctr" anchorCtr="1"/>
          <a:lstStyle/>
          <a:p>
            <a:pPr>
              <a:defRPr lang="zh-CN" sz="1100" b="0" i="0" u="none" strike="noStrike" kern="1200" baseline="0" smtId="4294967295">
                <a:solidFill>
                  <a:schemeClr val="accent1"/>
                </a:solidFill>
                <a:latin typeface="+mj-lt"/>
                <a:ea typeface="+mn-ea"/>
                <a:cs typeface="+mn-cs"/>
              </a:defRPr>
            </a:pPr>
            <a:endParaRPr lang="zh-CN"/>
          </a:p>
        </c:txPr>
        <c:crossAx val="542796384"/>
        <c:crosses val="autoZero"/>
        <c:auto val="0"/>
        <c:lblAlgn val="ctr"/>
        <c:lblOffset val="100"/>
        <c:noMultiLvlLbl val="0"/>
      </c:catAx>
      <c:valAx>
        <c:axId val="542796384"/>
        <c:scaling>
          <c:orientation val="minMax"/>
        </c:scaling>
        <c:delete val="0"/>
        <c:axPos val="l"/>
        <c:numFmt formatCode="0%"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zh-CN" sz="1100" b="0" i="0" u="none" strike="noStrike" kern="1200" baseline="0" smtId="4294967295">
                <a:solidFill>
                  <a:schemeClr val="accent1"/>
                </a:solidFill>
                <a:latin typeface="+mj-lt"/>
                <a:ea typeface="+mn-ea"/>
                <a:cs typeface="+mn-cs"/>
              </a:defRPr>
            </a:pPr>
            <a:endParaRPr lang="zh-CN"/>
          </a:p>
        </c:txPr>
        <c:crossAx val="545565008"/>
        <c:crosses val="autoZero"/>
        <c:crossBetween val="between"/>
      </c:valAx>
      <c:spPr>
        <a:noFill/>
        <a:ln>
          <a:noFill/>
        </a:ln>
        <a:effectLst/>
      </c:spPr>
    </c:plotArea>
    <c:plotVisOnly val="1"/>
    <c:dispBlanksAs val="gap"/>
    <c:showDLblsOverMax val="0"/>
    <c:extLst xmlns:a14="http://schemas.microsoft.com/office/drawing/2010/main" xmlns:wp="http://schemas.openxmlformats.org/drawingml/2006/wordprocessingDrawing" xmlns:w="http://schemas.openxmlformats.org/wordprocessingml/2006/main" xmlns:m="http://schemas.openxmlformats.org/officeDocument/2006/math">
      <c:ext uri="{0b15fc19-7d7d-44ad-8c2d-2c3a37ce22c3}">
        <chartProps xmlns="https://web.wps.cn/et/2018/main" chartId="{ba4fd051-8272-4d63-9d91-5f8b31d7e38c}"/>
      </c:ext>
    </c:extLst>
  </c:chart>
  <c:spPr>
    <a:noFill/>
    <a:ln>
      <a:noFill/>
    </a:ln>
    <a:effectLst/>
  </c:spPr>
  <c:txPr>
    <a:bodyPr/>
    <a:lstStyle/>
    <a:p>
      <a:pPr>
        <a:defRPr lang="zh-CN" sz="1100" smtId="4294967295">
          <a:solidFill>
            <a:schemeClr val="accent1"/>
          </a:solidFill>
          <a:latin typeface="+mj-lt"/>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794023364782333E-2"/>
          <c:y val="3.9978876709938049E-2"/>
          <c:w val="0.91638433933258057"/>
          <c:h val="0.84372216463088989"/>
        </c:manualLayout>
      </c:layout>
      <c:lineChart>
        <c:grouping val="standard"/>
        <c:varyColors val="0"/>
        <c:ser>
          <c:idx val="0"/>
          <c:order val="0"/>
          <c:tx>
            <c:strRef>
              <c:f>Sheet1!$B$1</c:f>
              <c:strCache>
                <c:ptCount val="1"/>
                <c:pt idx="0">
                  <c:v>系列 1</c:v>
                </c:pt>
              </c:strCache>
            </c:strRef>
          </c:tx>
          <c:spPr>
            <a:ln w="28575" cap="rnd">
              <a:solidFill>
                <a:schemeClr val="accent1">
                  <a:lumMod val="50000"/>
                  <a:lumOff val="50000"/>
                </a:schemeClr>
              </a:solidFill>
              <a:round/>
            </a:ln>
            <a:effectLst/>
          </c:spPr>
          <c:marker>
            <c:symbol val="none"/>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0F62-4EED-8C50-77B4E3B09232}"/>
            </c:ext>
          </c:extLst>
        </c:ser>
        <c:ser>
          <c:idx val="1"/>
          <c:order val="1"/>
          <c:tx>
            <c:strRef>
              <c:f>Sheet1!$C$1</c:f>
              <c:strCache>
                <c:ptCount val="1"/>
                <c:pt idx="0">
                  <c:v>系列 2</c:v>
                </c:pt>
              </c:strCache>
            </c:strRef>
          </c:tx>
          <c:spPr>
            <a:ln w="28575" cap="rnd">
              <a:solidFill>
                <a:schemeClr val="accent1"/>
              </a:solidFill>
              <a:round/>
            </a:ln>
            <a:effectLst/>
          </c:spPr>
          <c:marker>
            <c:symbol val="none"/>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0F62-4EED-8C50-77B4E3B09232}"/>
            </c:ext>
          </c:extLst>
        </c:ser>
        <c:ser>
          <c:idx val="2"/>
          <c:order val="2"/>
          <c:tx>
            <c:strRef>
              <c:f>Sheet1!$D$1</c:f>
              <c:strCache>
                <c:ptCount val="1"/>
                <c:pt idx="0">
                  <c:v>系列 3</c:v>
                </c:pt>
              </c:strCache>
            </c:strRef>
          </c:tx>
          <c:spPr>
            <a:ln w="28575" cap="rnd">
              <a:solidFill>
                <a:schemeClr val="accent1">
                  <a:lumMod val="75000"/>
                  <a:lumOff val="25000"/>
                </a:schemeClr>
              </a:solidFill>
              <a:round/>
            </a:ln>
            <a:effectLst/>
          </c:spPr>
          <c:marker>
            <c:symbol val="none"/>
          </c:marker>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0F62-4EED-8C50-77B4E3B09232}"/>
            </c:ext>
          </c:extLst>
        </c:ser>
        <c:dLbls>
          <c:showLegendKey val="0"/>
          <c:showVal val="0"/>
          <c:showCatName val="0"/>
          <c:showSerName val="0"/>
          <c:showPercent val="0"/>
          <c:showBubbleSize val="0"/>
        </c:dLbls>
        <c:smooth val="0"/>
        <c:axId val="681783792"/>
        <c:axId val="1576181712"/>
      </c:lineChart>
      <c:catAx>
        <c:axId val="68178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smtId="4294967295">
                <a:solidFill>
                  <a:schemeClr val="bg1"/>
                </a:solidFill>
                <a:latin typeface="+mj-lt"/>
                <a:ea typeface="+mn-ea"/>
                <a:cs typeface="+mn-cs"/>
              </a:defRPr>
            </a:pPr>
            <a:endParaRPr lang="zh-CN"/>
          </a:p>
        </c:txPr>
        <c:crossAx val="1576181712"/>
        <c:crosses val="autoZero"/>
        <c:auto val="0"/>
        <c:lblAlgn val="ctr"/>
        <c:lblOffset val="100"/>
        <c:noMultiLvlLbl val="0"/>
      </c:catAx>
      <c:valAx>
        <c:axId val="157618171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smtId="4294967295">
                <a:solidFill>
                  <a:schemeClr val="bg1"/>
                </a:solidFill>
                <a:latin typeface="+mj-lt"/>
                <a:ea typeface="+mn-ea"/>
                <a:cs typeface="+mn-cs"/>
              </a:defRPr>
            </a:pPr>
            <a:endParaRPr lang="zh-CN"/>
          </a:p>
        </c:txPr>
        <c:crossAx val="681783792"/>
        <c:crosses val="autoZero"/>
        <c:crossBetween val="between"/>
      </c:valAx>
      <c:spPr>
        <a:noFill/>
        <a:ln w="25400">
          <a:noFill/>
        </a:ln>
        <a:effectLst/>
      </c:spPr>
    </c:plotArea>
    <c:plotVisOnly val="1"/>
    <c:dispBlanksAs val="gap"/>
    <c:showDLblsOverMax val="0"/>
    <c:extLst xmlns:a14="http://schemas.microsoft.com/office/drawing/2010/main" xmlns:wp="http://schemas.openxmlformats.org/drawingml/2006/wordprocessingDrawing" xmlns:w="http://schemas.openxmlformats.org/wordprocessingml/2006/main" xmlns:m="http://schemas.openxmlformats.org/officeDocument/2006/math">
      <c:ext uri="{0b15fc19-7d7d-44ad-8c2d-2c3a37ce22c3}">
        <chartProps xmlns="https://web.wps.cn/et/2018/main" chartId="{6f0726a9-ed5e-4750-bf42-415acc5a0cea}"/>
      </c:ext>
    </c:extLst>
  </c:chart>
  <c:spPr>
    <a:noFill/>
    <a:ln>
      <a:noFill/>
    </a:ln>
    <a:effectLst/>
  </c:spPr>
  <c:txPr>
    <a:bodyPr/>
    <a:lstStyle/>
    <a:p>
      <a:pPr>
        <a:defRPr lang="zh-CN" smtId="4294967295">
          <a:solidFill>
            <a:schemeClr val="bg1"/>
          </a:solidFill>
          <a:latin typeface="+mj-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E59116-8487-4D3B-921F-0E41E65F4555}" type="datetimeFigureOut">
              <a:rPr lang="zh-CN" altLang="en-US" smtClean="0"/>
              <a:t>2025/12/9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F2A5C0-3CFB-4282-AD2D-2FF4823B029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DFCB8-7EF4-48C1-8984-7222E239D7EE}" type="datetimeFigureOut">
              <a:rPr lang="zh-CN" altLang="en-US" smtClean="0"/>
              <a:t>2025/12/9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3BA41-6BA2-47AC-9C1D-5ECEA0A6E282}"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模板来自于： 第一</a:t>
            </a:r>
            <a:r>
              <a:rPr lang="en-US" altLang="zh-CN" dirty="0"/>
              <a:t>PPT https://www.1ppt.com/</a:t>
            </a:r>
          </a:p>
          <a:p>
            <a:endParaRPr lang="zh-CN" altLang="en-US" dirty="0"/>
          </a:p>
        </p:txBody>
      </p:sp>
    </p:spTree>
    <p:extLst>
      <p:ext uri="{BB962C8B-B14F-4D97-AF65-F5344CB8AC3E}">
        <p14:creationId xmlns:p14="http://schemas.microsoft.com/office/powerpoint/2010/main" val="25713868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标题幻灯片">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标题幻灯片">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Picture Placeholder 7"/>
          <p:cNvSpPr>
            <a:spLocks noGrp="1"/>
          </p:cNvSpPr>
          <p:nvPr>
            <p:ph type="pic" sz="quarter" idx="14"/>
          </p:nvPr>
        </p:nvSpPr>
        <p:spPr>
          <a:xfrm>
            <a:off x="-3641" y="1219571"/>
            <a:ext cx="4573820" cy="17402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矩形 4"/>
          <p:cNvSpPr/>
          <p:nvPr userDrawn="1"/>
        </p:nvSpPr>
        <p:spPr>
          <a:xfrm>
            <a:off x="4562876" y="1219571"/>
            <a:ext cx="4581124" cy="174026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标题幻灯片">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Picture Placeholder 7"/>
          <p:cNvSpPr>
            <a:spLocks noGrp="1"/>
          </p:cNvSpPr>
          <p:nvPr>
            <p:ph type="pic" sz="quarter" idx="14"/>
          </p:nvPr>
        </p:nvSpPr>
        <p:spPr>
          <a:xfrm>
            <a:off x="-3642" y="1219571"/>
            <a:ext cx="2944065" cy="17402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6" name="Picture Placeholder 7"/>
          <p:cNvSpPr>
            <a:spLocks noGrp="1"/>
          </p:cNvSpPr>
          <p:nvPr>
            <p:ph type="pic" sz="quarter" idx="15"/>
          </p:nvPr>
        </p:nvSpPr>
        <p:spPr>
          <a:xfrm>
            <a:off x="3131343" y="1219571"/>
            <a:ext cx="2944065" cy="17402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7" name="Picture Placeholder 7"/>
          <p:cNvSpPr>
            <a:spLocks noGrp="1"/>
          </p:cNvSpPr>
          <p:nvPr>
            <p:ph type="pic" sz="quarter" idx="16"/>
          </p:nvPr>
        </p:nvSpPr>
        <p:spPr>
          <a:xfrm>
            <a:off x="6199935" y="1219571"/>
            <a:ext cx="2944065" cy="17402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标题幻灯片">
    <p:bg>
      <p:bgPr>
        <a:solidFill>
          <a:schemeClr val="tx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4" name="Picture Placeholder 7"/>
          <p:cNvSpPr>
            <a:spLocks noGrp="1"/>
          </p:cNvSpPr>
          <p:nvPr>
            <p:ph type="pic" sz="quarter" idx="14"/>
          </p:nvPr>
        </p:nvSpPr>
        <p:spPr>
          <a:xfrm>
            <a:off x="-3642" y="1219571"/>
            <a:ext cx="2944065" cy="17402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7" name="Picture Placeholder 7"/>
          <p:cNvSpPr>
            <a:spLocks noGrp="1"/>
          </p:cNvSpPr>
          <p:nvPr>
            <p:ph type="pic" sz="quarter" idx="16"/>
          </p:nvPr>
        </p:nvSpPr>
        <p:spPr>
          <a:xfrm>
            <a:off x="6199935" y="1219571"/>
            <a:ext cx="2944065" cy="17402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2940423" y="1219571"/>
            <a:ext cx="3259512" cy="1740266"/>
          </a:xfrm>
          <a:prstGeom prst="rect">
            <a:avLst/>
          </a:prstGeom>
          <a:solidFill>
            <a:schemeClr val="accent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rcRect l="18440" b="14868"/>
          <a:stretch>
            <a:fillRect/>
          </a:stretch>
        </p:blipFill>
        <p:spPr>
          <a:xfrm>
            <a:off x="0" y="-225287"/>
            <a:ext cx="9144000" cy="536878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_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B145599E-9679-41CE-8D80-3A399E72F153}" type="datetimeFigureOut">
              <a:rPr lang="zh-CN" altLang="en-US" smtClean="0"/>
              <a:t>2025/12/9</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a:ea typeface="Arial"/>
                <a:cs typeface="Arial"/>
                <a:sym typeface="Wingdings" panose="0500000000000000000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69989D-4831-4E99-B76E-9A53CB0F3A88}" type="datetimeFigureOut">
              <a:rPr lang="zh-CN" altLang="en-US" smtClean="0"/>
              <a:t>2025/12/9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E3F9CDB-1F21-4789-A81E-8FEA25CE194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D669989D-4831-4E99-B76E-9A53CB0F3A88}" type="datetimeFigureOut">
              <a:rPr lang="zh-CN" altLang="en-US" smtClean="0"/>
              <a:t>2025/12/9</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EE3F9CDB-1F21-4789-A81E-8FEA25CE194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hf sldNum="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ransition/>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6895" indent="-213995"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10" Type="http://schemas.openxmlformats.org/officeDocument/2006/relationships/slideLayout" Target="../slideLayouts/slideLayout6.xml"/><Relationship Id="rId4" Type="http://schemas.openxmlformats.org/officeDocument/2006/relationships/tags" Target="../tags/tag6.xml"/><Relationship Id="rId9" Type="http://schemas.openxmlformats.org/officeDocument/2006/relationships/tags" Target="../tags/tag1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ags" Target="../tags/tag12.xml"/></Relationships>
</file>

<file path=ppt/slides/_rels/slide4.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4.jpe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Layout" Target="../slideLayouts/slideLayout3.xml"/><Relationship Id="rId5" Type="http://schemas.openxmlformats.org/officeDocument/2006/relationships/tags" Target="../tags/tag18.xml"/><Relationship Id="rId4" Type="http://schemas.openxmlformats.org/officeDocument/2006/relationships/tags" Target="../tags/tag17.xml"/></Relationships>
</file>

<file path=ppt/slides/_rels/slide5.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Layout" Target="../slideLayouts/slideLayout2.xml"/><Relationship Id="rId5" Type="http://schemas.openxmlformats.org/officeDocument/2006/relationships/tags" Target="../tags/tag23.xml"/><Relationship Id="rId4" Type="http://schemas.openxmlformats.org/officeDocument/2006/relationships/tags" Target="../tags/tag22.xml"/></Relationships>
</file>

<file path=ppt/slides/_rels/slide6.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tags" Target="../tags/tag26.xml"/><Relationship Id="rId7" Type="http://schemas.openxmlformats.org/officeDocument/2006/relationships/image" Target="../media/image6.jpe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5.jpeg"/><Relationship Id="rId5" Type="http://schemas.openxmlformats.org/officeDocument/2006/relationships/slideLayout" Target="../slideLayouts/slideLayout4.xml"/><Relationship Id="rId4" Type="http://schemas.openxmlformats.org/officeDocument/2006/relationships/tags" Target="../tags/tag27.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6.xml"/><Relationship Id="rId1" Type="http://schemas.openxmlformats.org/officeDocument/2006/relationships/tags" Target="../tags/tag35.xml"/></Relationships>
</file>

<file path=ppt/slides/_rels/slide9.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chart" Target="../charts/chart1.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chart" Target="../charts/chart2.xml"/><Relationship Id="rId5" Type="http://schemas.openxmlformats.org/officeDocument/2006/relationships/slideLayout" Target="../slideLayouts/slideLayout2.xml"/><Relationship Id="rId4" Type="http://schemas.openxmlformats.org/officeDocument/2006/relationships/tags" Target="../tags/tag4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5.xml"/><Relationship Id="rId1" Type="http://schemas.openxmlformats.org/officeDocument/2006/relationships/tags" Target="../tags/tag44.xml"/></Relationships>
</file>

<file path=ppt/slides/_rels/slide12.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8.jpeg"/><Relationship Id="rId5" Type="http://schemas.openxmlformats.org/officeDocument/2006/relationships/slideLayout" Target="../slideLayouts/slideLayout2.xml"/><Relationship Id="rId4" Type="http://schemas.openxmlformats.org/officeDocument/2006/relationships/tags" Target="../tags/tag49.xml"/></Relationships>
</file>

<file path=ppt/slides/_rels/slide13.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slideLayout" Target="../slideLayouts/slideLayout2.xml"/><Relationship Id="rId5" Type="http://schemas.openxmlformats.org/officeDocument/2006/relationships/tags" Target="../tags/tag54.xml"/><Relationship Id="rId4" Type="http://schemas.openxmlformats.org/officeDocument/2006/relationships/tags" Target="../tags/tag5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6.xml"/><Relationship Id="rId1" Type="http://schemas.openxmlformats.org/officeDocument/2006/relationships/tags" Target="../tags/tag55.xml"/></Relationships>
</file>

<file path=ppt/slides/_rels/slide15.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Layout" Target="../slideLayouts/slideLayout2.xml"/><Relationship Id="rId5" Type="http://schemas.openxmlformats.org/officeDocument/2006/relationships/tags" Target="../tags/tag61.xml"/><Relationship Id="rId4" Type="http://schemas.openxmlformats.org/officeDocument/2006/relationships/tags" Target="../tags/tag60.xml"/></Relationships>
</file>

<file path=ppt/slides/_rels/slide16.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10.jpe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9.jpeg"/><Relationship Id="rId5" Type="http://schemas.openxmlformats.org/officeDocument/2006/relationships/slideLayout" Target="../slideLayouts/slideLayout5.xml"/><Relationship Id="rId4" Type="http://schemas.openxmlformats.org/officeDocument/2006/relationships/tags" Target="../tags/tag65.xml"/></Relationships>
</file>

<file path=ppt/slides/_rels/slide17.xml.rels><?xml version="1.0" encoding="UTF-8" standalone="yes"?>
<Relationships xmlns="http://schemas.openxmlformats.org/package/2006/relationships"><Relationship Id="rId8" Type="http://schemas.openxmlformats.org/officeDocument/2006/relationships/tags" Target="../tags/tag73.xml"/><Relationship Id="rId3" Type="http://schemas.openxmlformats.org/officeDocument/2006/relationships/tags" Target="../tags/tag68.xml"/><Relationship Id="rId7" Type="http://schemas.openxmlformats.org/officeDocument/2006/relationships/tags" Target="../tags/tag7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5" Type="http://schemas.openxmlformats.org/officeDocument/2006/relationships/tags" Target="../tags/tag70.xml"/><Relationship Id="rId10" Type="http://schemas.openxmlformats.org/officeDocument/2006/relationships/slideLayout" Target="../slideLayouts/slideLayout2.xml"/><Relationship Id="rId4" Type="http://schemas.openxmlformats.org/officeDocument/2006/relationships/tags" Target="../tags/tag69.xml"/><Relationship Id="rId9" Type="http://schemas.openxmlformats.org/officeDocument/2006/relationships/tags" Target="../tags/tag7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7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1.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10.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image" Target="../media/image12.png"/><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3389024" y="2319843"/>
            <a:ext cx="5016615" cy="486352"/>
          </a:xfrm>
          <a:prstGeom prst="rect">
            <a:avLst/>
          </a:prstGeom>
        </p:spPr>
        <p:txBody>
          <a:bodyPr wrap="square">
            <a:spAutoFit/>
          </a:bodyPr>
          <a:lstStyle/>
          <a:p>
            <a:pPr algn="r" defTabSz="914400">
              <a:lnSpc>
                <a:spcPct val="150000"/>
              </a:lnSpc>
              <a:defRPr/>
            </a:pPr>
            <a:r>
              <a:rPr lang="en-US" altLang="zh-CN" sz="900" kern="0">
                <a:solidFill>
                  <a:schemeClr val="bg1">
                    <a:lumMod val="50000"/>
                  </a:schemeClr>
                </a:solidFill>
                <a:cs typeface="Arial" panose="020B0604020202020204" pitchFamily="34" charset="0"/>
              </a:rPr>
              <a:t>Lorem ipsum dolor sit amet, consectetuer adipiscing elit. Aenean commodo ligula eget dolorLorem ipsum dolor sit ametLorem ipsum dolor sit amet, consectetuer adipiscing elit. </a:t>
            </a:r>
          </a:p>
        </p:txBody>
      </p:sp>
      <p:sp>
        <p:nvSpPr>
          <p:cNvPr id="2" name="矩形: 圆角 1"/>
          <p:cNvSpPr/>
          <p:nvPr/>
        </p:nvSpPr>
        <p:spPr>
          <a:xfrm>
            <a:off x="7250333" y="2915454"/>
            <a:ext cx="1069766" cy="266552"/>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j-lt"/>
              </a:rPr>
              <a:t>第一</a:t>
            </a:r>
            <a:r>
              <a:rPr lang="en-US" altLang="zh-CN" sz="1200" dirty="0">
                <a:solidFill>
                  <a:schemeClr val="tx1"/>
                </a:solidFill>
                <a:latin typeface="+mj-lt"/>
              </a:rPr>
              <a:t>PPT</a:t>
            </a:r>
            <a:endParaRPr lang="zh-CN" altLang="en-US" sz="1200" dirty="0">
              <a:solidFill>
                <a:schemeClr val="tx1"/>
              </a:solidFill>
              <a:latin typeface="+mj-lt"/>
            </a:endParaRPr>
          </a:p>
        </p:txBody>
      </p:sp>
      <p:sp>
        <p:nvSpPr>
          <p:cNvPr id="14" name="PA_矩形 8"/>
          <p:cNvSpPr/>
          <p:nvPr>
            <p:custDataLst>
              <p:tags r:id="rId1"/>
            </p:custDataLst>
          </p:nvPr>
        </p:nvSpPr>
        <p:spPr>
          <a:xfrm>
            <a:off x="4019504" y="1570732"/>
            <a:ext cx="4386135" cy="769441"/>
          </a:xfrm>
          <a:prstGeom prst="rect">
            <a:avLst/>
          </a:prstGeom>
        </p:spPr>
        <p:txBody>
          <a:bodyPr wrap="square">
            <a:spAutoFit/>
          </a:bodyPr>
          <a:lstStyle/>
          <a:p>
            <a:pPr lvl="0" algn="r" defTabSz="685800">
              <a:defRPr/>
            </a:pPr>
            <a:r>
              <a:rPr lang="en-US" altLang="zh-CN" sz="4400" b="1" kern="0" dirty="0">
                <a:solidFill>
                  <a:srgbClr val="4D4D4D"/>
                </a:solidFill>
                <a:latin typeface="+mj-lt"/>
                <a:ea typeface="微软雅黑" panose="020B0503020204020204" pitchFamily="34" charset="-122"/>
              </a:rPr>
              <a:t>Business report</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_矩形 8"/>
          <p:cNvSpPr/>
          <p:nvPr>
            <p:custDataLst>
              <p:tags r:id="rId1"/>
            </p:custDataLst>
          </p:nvPr>
        </p:nvSpPr>
        <p:spPr>
          <a:xfrm>
            <a:off x="905141" y="1850084"/>
            <a:ext cx="2900610" cy="369332"/>
          </a:xfrm>
          <a:prstGeom prst="rect">
            <a:avLst/>
          </a:prstGeom>
        </p:spPr>
        <p:txBody>
          <a:bodyPr wrap="square">
            <a:spAutoFit/>
          </a:bodyPr>
          <a:lstStyle/>
          <a:p>
            <a:pPr defTabSz="685800"/>
            <a:r>
              <a:rPr lang="en-US" altLang="zh-CN" b="1" kern="0">
                <a:solidFill>
                  <a:srgbClr val="4D4D4D"/>
                </a:solidFill>
                <a:latin typeface="+mj-lt"/>
                <a:ea typeface="微软雅黑" panose="020B0503020204020204" pitchFamily="34" charset="-122"/>
              </a:rPr>
              <a:t>Add Your Title</a:t>
            </a:r>
          </a:p>
        </p:txBody>
      </p:sp>
      <p:sp>
        <p:nvSpPr>
          <p:cNvPr id="8" name="矩形 7"/>
          <p:cNvSpPr/>
          <p:nvPr/>
        </p:nvSpPr>
        <p:spPr>
          <a:xfrm>
            <a:off x="913531" y="2159721"/>
            <a:ext cx="3352799" cy="309637"/>
          </a:xfrm>
          <a:prstGeom prst="rect">
            <a:avLst/>
          </a:prstGeom>
        </p:spPr>
        <p:txBody>
          <a:bodyPr wrap="square">
            <a:spAutoFit/>
          </a:bodyPr>
          <a:lstStyle/>
          <a:p>
            <a:pPr defTabSz="914400">
              <a:lnSpc>
                <a:spcPct val="150000"/>
              </a:lnSpc>
              <a:defRPr/>
            </a:pPr>
            <a:r>
              <a:rPr lang="en-US" altLang="zh-CN" sz="1050" kern="0">
                <a:solidFill>
                  <a:srgbClr val="4D4D4D"/>
                </a:solidFill>
                <a:cs typeface="Arial" panose="020B0604020202020204" pitchFamily="34" charset="0"/>
              </a:rPr>
              <a:t>Lorem ipsum dolor sit amet, consectetuer adipiscing elit. </a:t>
            </a:r>
          </a:p>
        </p:txBody>
      </p:sp>
      <p:sp>
        <p:nvSpPr>
          <p:cNvPr id="13" name="PA_矩形 8"/>
          <p:cNvSpPr/>
          <p:nvPr>
            <p:custDataLst>
              <p:tags r:id="rId2"/>
            </p:custDataLst>
          </p:nvPr>
        </p:nvSpPr>
        <p:spPr>
          <a:xfrm>
            <a:off x="896752" y="3134142"/>
            <a:ext cx="2900610" cy="369332"/>
          </a:xfrm>
          <a:prstGeom prst="rect">
            <a:avLst/>
          </a:prstGeom>
        </p:spPr>
        <p:txBody>
          <a:bodyPr wrap="square">
            <a:spAutoFit/>
          </a:bodyPr>
          <a:lstStyle/>
          <a:p>
            <a:pPr defTabSz="685800"/>
            <a:r>
              <a:rPr lang="en-US" altLang="zh-CN" b="1" kern="0">
                <a:solidFill>
                  <a:srgbClr val="4D4D4D"/>
                </a:solidFill>
                <a:latin typeface="+mj-lt"/>
                <a:ea typeface="微软雅黑" panose="020B0503020204020204" pitchFamily="34" charset="-122"/>
              </a:rPr>
              <a:t>Add Your Title</a:t>
            </a:r>
          </a:p>
        </p:txBody>
      </p:sp>
      <p:sp>
        <p:nvSpPr>
          <p:cNvPr id="15" name="矩形 14"/>
          <p:cNvSpPr/>
          <p:nvPr/>
        </p:nvSpPr>
        <p:spPr>
          <a:xfrm>
            <a:off x="905142" y="3443779"/>
            <a:ext cx="3352799" cy="309637"/>
          </a:xfrm>
          <a:prstGeom prst="rect">
            <a:avLst/>
          </a:prstGeom>
        </p:spPr>
        <p:txBody>
          <a:bodyPr wrap="square">
            <a:spAutoFit/>
          </a:bodyPr>
          <a:lstStyle/>
          <a:p>
            <a:pPr defTabSz="914400">
              <a:lnSpc>
                <a:spcPct val="150000"/>
              </a:lnSpc>
              <a:defRPr/>
            </a:pPr>
            <a:r>
              <a:rPr lang="en-US" altLang="zh-CN" sz="1050" kern="0">
                <a:solidFill>
                  <a:srgbClr val="4D4D4D"/>
                </a:solidFill>
                <a:cs typeface="Arial" panose="020B0604020202020204" pitchFamily="34" charset="0"/>
              </a:rPr>
              <a:t>Lorem ipsum dolor sit amet, consectetuer adipiscing elit. </a:t>
            </a:r>
          </a:p>
        </p:txBody>
      </p:sp>
      <p:sp>
        <p:nvSpPr>
          <p:cNvPr id="17" name="PA_矩形 8"/>
          <p:cNvSpPr/>
          <p:nvPr>
            <p:custDataLst>
              <p:tags r:id="rId3"/>
            </p:custDataLst>
          </p:nvPr>
        </p:nvSpPr>
        <p:spPr>
          <a:xfrm>
            <a:off x="5396707" y="1850084"/>
            <a:ext cx="2900610" cy="369332"/>
          </a:xfrm>
          <a:prstGeom prst="rect">
            <a:avLst/>
          </a:prstGeom>
        </p:spPr>
        <p:txBody>
          <a:bodyPr wrap="square">
            <a:spAutoFit/>
          </a:bodyPr>
          <a:lstStyle/>
          <a:p>
            <a:pPr defTabSz="685800"/>
            <a:r>
              <a:rPr lang="en-US" altLang="zh-CN" b="1" kern="0">
                <a:solidFill>
                  <a:srgbClr val="4D4D4D"/>
                </a:solidFill>
                <a:latin typeface="+mj-lt"/>
                <a:ea typeface="微软雅黑" panose="020B0503020204020204" pitchFamily="34" charset="-122"/>
              </a:rPr>
              <a:t>Add Your Title</a:t>
            </a:r>
          </a:p>
        </p:txBody>
      </p:sp>
      <p:sp>
        <p:nvSpPr>
          <p:cNvPr id="18" name="矩形 17"/>
          <p:cNvSpPr/>
          <p:nvPr/>
        </p:nvSpPr>
        <p:spPr>
          <a:xfrm>
            <a:off x="5405097" y="2159721"/>
            <a:ext cx="3352799" cy="309637"/>
          </a:xfrm>
          <a:prstGeom prst="rect">
            <a:avLst/>
          </a:prstGeom>
        </p:spPr>
        <p:txBody>
          <a:bodyPr wrap="square">
            <a:spAutoFit/>
          </a:bodyPr>
          <a:lstStyle/>
          <a:p>
            <a:pPr defTabSz="914400">
              <a:lnSpc>
                <a:spcPct val="150000"/>
              </a:lnSpc>
              <a:defRPr/>
            </a:pPr>
            <a:r>
              <a:rPr lang="en-US" altLang="zh-CN" sz="1050" kern="0">
                <a:solidFill>
                  <a:srgbClr val="4D4D4D"/>
                </a:solidFill>
                <a:cs typeface="Arial" panose="020B0604020202020204" pitchFamily="34" charset="0"/>
              </a:rPr>
              <a:t>Lorem ipsum dolor sit amet, consectetuer adipiscing elit. </a:t>
            </a:r>
          </a:p>
        </p:txBody>
      </p:sp>
      <p:sp>
        <p:nvSpPr>
          <p:cNvPr id="20" name="PA_矩形 8"/>
          <p:cNvSpPr/>
          <p:nvPr>
            <p:custDataLst>
              <p:tags r:id="rId4"/>
            </p:custDataLst>
          </p:nvPr>
        </p:nvSpPr>
        <p:spPr>
          <a:xfrm>
            <a:off x="5388317" y="3134142"/>
            <a:ext cx="2900610" cy="369332"/>
          </a:xfrm>
          <a:prstGeom prst="rect">
            <a:avLst/>
          </a:prstGeom>
        </p:spPr>
        <p:txBody>
          <a:bodyPr wrap="square">
            <a:spAutoFit/>
          </a:bodyPr>
          <a:lstStyle/>
          <a:p>
            <a:pPr defTabSz="685800"/>
            <a:r>
              <a:rPr lang="en-US" altLang="zh-CN" b="1" kern="0">
                <a:solidFill>
                  <a:srgbClr val="4D4D4D"/>
                </a:solidFill>
                <a:latin typeface="+mj-lt"/>
                <a:ea typeface="微软雅黑" panose="020B0503020204020204" pitchFamily="34" charset="-122"/>
              </a:rPr>
              <a:t>Add Your Title</a:t>
            </a:r>
          </a:p>
        </p:txBody>
      </p:sp>
      <p:sp>
        <p:nvSpPr>
          <p:cNvPr id="21" name="矩形 20"/>
          <p:cNvSpPr/>
          <p:nvPr/>
        </p:nvSpPr>
        <p:spPr>
          <a:xfrm>
            <a:off x="5396707" y="3443779"/>
            <a:ext cx="3352799" cy="309637"/>
          </a:xfrm>
          <a:prstGeom prst="rect">
            <a:avLst/>
          </a:prstGeom>
        </p:spPr>
        <p:txBody>
          <a:bodyPr wrap="square">
            <a:spAutoFit/>
          </a:bodyPr>
          <a:lstStyle/>
          <a:p>
            <a:pPr defTabSz="914400">
              <a:lnSpc>
                <a:spcPct val="150000"/>
              </a:lnSpc>
              <a:defRPr/>
            </a:pPr>
            <a:r>
              <a:rPr lang="en-US" altLang="zh-CN" sz="1050" kern="0">
                <a:solidFill>
                  <a:srgbClr val="4D4D4D"/>
                </a:solidFill>
                <a:cs typeface="Arial" panose="020B0604020202020204" pitchFamily="34" charset="0"/>
              </a:rPr>
              <a:t>Lorem ipsum dolor sit amet, consectetuer adipiscing elit. </a:t>
            </a:r>
          </a:p>
        </p:txBody>
      </p:sp>
      <p:sp>
        <p:nvSpPr>
          <p:cNvPr id="25" name="PA_矩形 8"/>
          <p:cNvSpPr/>
          <p:nvPr>
            <p:custDataLst>
              <p:tags r:id="rId5"/>
            </p:custDataLst>
          </p:nvPr>
        </p:nvSpPr>
        <p:spPr>
          <a:xfrm>
            <a:off x="3122883" y="85100"/>
            <a:ext cx="2900610" cy="646331"/>
          </a:xfrm>
          <a:prstGeom prst="rect">
            <a:avLst/>
          </a:prstGeom>
        </p:spPr>
        <p:txBody>
          <a:bodyPr wrap="square">
            <a:spAutoFit/>
          </a:bodyPr>
          <a:lstStyle/>
          <a:p>
            <a:pPr lvl="0" algn="ctr" defTabSz="685800">
              <a:defRPr/>
            </a:pPr>
            <a:r>
              <a:rPr lang="en-US" altLang="zh-CN" sz="3600" b="1" kern="0">
                <a:solidFill>
                  <a:srgbClr val="4D4D4D"/>
                </a:solidFill>
                <a:latin typeface="+mj-lt"/>
                <a:ea typeface="微软雅黑" panose="020B0503020204020204" pitchFamily="34" charset="-122"/>
              </a:rPr>
              <a:t>Contents</a:t>
            </a:r>
          </a:p>
        </p:txBody>
      </p:sp>
      <p:grpSp>
        <p:nvGrpSpPr>
          <p:cNvPr id="3" name="组合 2"/>
          <p:cNvGrpSpPr/>
          <p:nvPr/>
        </p:nvGrpSpPr>
        <p:grpSpPr>
          <a:xfrm>
            <a:off x="433107" y="1935436"/>
            <a:ext cx="467839" cy="457934"/>
            <a:chOff x="63991" y="1940118"/>
            <a:chExt cx="467839" cy="457934"/>
          </a:xfrm>
        </p:grpSpPr>
        <p:sp>
          <p:nvSpPr>
            <p:cNvPr id="2" name="椭圆 1"/>
            <p:cNvSpPr/>
            <p:nvPr/>
          </p:nvSpPr>
          <p:spPr>
            <a:xfrm>
              <a:off x="73896" y="1940118"/>
              <a:ext cx="457934" cy="457934"/>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PA_矩形 8"/>
            <p:cNvSpPr/>
            <p:nvPr>
              <p:custDataLst>
                <p:tags r:id="rId9"/>
              </p:custDataLst>
            </p:nvPr>
          </p:nvSpPr>
          <p:spPr>
            <a:xfrm>
              <a:off x="63991" y="1984419"/>
              <a:ext cx="463645" cy="369332"/>
            </a:xfrm>
            <a:prstGeom prst="rect">
              <a:avLst/>
            </a:prstGeom>
          </p:spPr>
          <p:txBody>
            <a:bodyPr wrap="square">
              <a:spAutoFit/>
            </a:bodyPr>
            <a:lstStyle/>
            <a:p>
              <a:pPr algn="ctr" defTabSz="685800"/>
              <a:r>
                <a:rPr lang="en-US" altLang="zh-CN" b="1" kern="0">
                  <a:latin typeface="+mj-lt"/>
                  <a:ea typeface="微软雅黑" panose="020B0503020204020204" pitchFamily="34" charset="-122"/>
                </a:rPr>
                <a:t>01</a:t>
              </a:r>
            </a:p>
          </p:txBody>
        </p:sp>
      </p:grpSp>
      <p:grpSp>
        <p:nvGrpSpPr>
          <p:cNvPr id="26" name="组合 25"/>
          <p:cNvGrpSpPr/>
          <p:nvPr/>
        </p:nvGrpSpPr>
        <p:grpSpPr>
          <a:xfrm>
            <a:off x="4920478" y="1935436"/>
            <a:ext cx="467839" cy="457934"/>
            <a:chOff x="63991" y="1940118"/>
            <a:chExt cx="467839" cy="457934"/>
          </a:xfrm>
        </p:grpSpPr>
        <p:sp>
          <p:nvSpPr>
            <p:cNvPr id="27" name="椭圆 26"/>
            <p:cNvSpPr/>
            <p:nvPr/>
          </p:nvSpPr>
          <p:spPr>
            <a:xfrm>
              <a:off x="73896" y="1940118"/>
              <a:ext cx="457934" cy="457934"/>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PA_矩形 8"/>
            <p:cNvSpPr/>
            <p:nvPr>
              <p:custDataLst>
                <p:tags r:id="rId8"/>
              </p:custDataLst>
            </p:nvPr>
          </p:nvSpPr>
          <p:spPr>
            <a:xfrm>
              <a:off x="63991" y="1984419"/>
              <a:ext cx="463645" cy="369332"/>
            </a:xfrm>
            <a:prstGeom prst="rect">
              <a:avLst/>
            </a:prstGeom>
          </p:spPr>
          <p:txBody>
            <a:bodyPr wrap="square">
              <a:spAutoFit/>
            </a:bodyPr>
            <a:lstStyle/>
            <a:p>
              <a:pPr algn="ctr" defTabSz="685800"/>
              <a:r>
                <a:rPr lang="en-US" altLang="zh-CN" b="1" kern="0">
                  <a:latin typeface="+mj-lt"/>
                  <a:ea typeface="微软雅黑" panose="020B0503020204020204" pitchFamily="34" charset="-122"/>
                </a:rPr>
                <a:t>02</a:t>
              </a:r>
            </a:p>
          </p:txBody>
        </p:sp>
      </p:grpSp>
      <p:grpSp>
        <p:nvGrpSpPr>
          <p:cNvPr id="29" name="组合 28"/>
          <p:cNvGrpSpPr/>
          <p:nvPr/>
        </p:nvGrpSpPr>
        <p:grpSpPr>
          <a:xfrm>
            <a:off x="428913" y="3155117"/>
            <a:ext cx="467839" cy="457934"/>
            <a:chOff x="63991" y="1940118"/>
            <a:chExt cx="467839" cy="457934"/>
          </a:xfrm>
        </p:grpSpPr>
        <p:sp>
          <p:nvSpPr>
            <p:cNvPr id="30" name="椭圆 29"/>
            <p:cNvSpPr/>
            <p:nvPr/>
          </p:nvSpPr>
          <p:spPr>
            <a:xfrm>
              <a:off x="73896" y="1940118"/>
              <a:ext cx="457934" cy="457934"/>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PA_矩形 8"/>
            <p:cNvSpPr/>
            <p:nvPr>
              <p:custDataLst>
                <p:tags r:id="rId7"/>
              </p:custDataLst>
            </p:nvPr>
          </p:nvSpPr>
          <p:spPr>
            <a:xfrm>
              <a:off x="63991" y="1984419"/>
              <a:ext cx="463645" cy="369332"/>
            </a:xfrm>
            <a:prstGeom prst="rect">
              <a:avLst/>
            </a:prstGeom>
          </p:spPr>
          <p:txBody>
            <a:bodyPr wrap="square">
              <a:spAutoFit/>
            </a:bodyPr>
            <a:lstStyle/>
            <a:p>
              <a:pPr algn="ctr" defTabSz="685800"/>
              <a:r>
                <a:rPr lang="en-US" altLang="zh-CN" b="1" kern="0">
                  <a:latin typeface="+mj-lt"/>
                  <a:ea typeface="微软雅黑" panose="020B0503020204020204" pitchFamily="34" charset="-122"/>
                </a:rPr>
                <a:t>03</a:t>
              </a:r>
            </a:p>
          </p:txBody>
        </p:sp>
      </p:grpSp>
      <p:grpSp>
        <p:nvGrpSpPr>
          <p:cNvPr id="32" name="组合 31"/>
          <p:cNvGrpSpPr/>
          <p:nvPr/>
        </p:nvGrpSpPr>
        <p:grpSpPr>
          <a:xfrm>
            <a:off x="4916284" y="3155117"/>
            <a:ext cx="467839" cy="457934"/>
            <a:chOff x="63991" y="1940118"/>
            <a:chExt cx="467839" cy="457934"/>
          </a:xfrm>
        </p:grpSpPr>
        <p:sp>
          <p:nvSpPr>
            <p:cNvPr id="33" name="椭圆 32"/>
            <p:cNvSpPr/>
            <p:nvPr/>
          </p:nvSpPr>
          <p:spPr>
            <a:xfrm>
              <a:off x="73896" y="1940118"/>
              <a:ext cx="457934" cy="457934"/>
            </a:xfrm>
            <a:prstGeom prst="ellipse">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PA_矩形 8"/>
            <p:cNvSpPr/>
            <p:nvPr>
              <p:custDataLst>
                <p:tags r:id="rId6"/>
              </p:custDataLst>
            </p:nvPr>
          </p:nvSpPr>
          <p:spPr>
            <a:xfrm>
              <a:off x="63991" y="1984419"/>
              <a:ext cx="463645" cy="369332"/>
            </a:xfrm>
            <a:prstGeom prst="rect">
              <a:avLst/>
            </a:prstGeom>
          </p:spPr>
          <p:txBody>
            <a:bodyPr wrap="square">
              <a:spAutoFit/>
            </a:bodyPr>
            <a:lstStyle/>
            <a:p>
              <a:pPr algn="ctr" defTabSz="685800"/>
              <a:r>
                <a:rPr lang="en-US" altLang="zh-CN" b="1" kern="0">
                  <a:latin typeface="+mj-lt"/>
                  <a:ea typeface="微软雅黑" panose="020B0503020204020204" pitchFamily="34" charset="-122"/>
                </a:rPr>
                <a:t>04</a:t>
              </a:r>
            </a:p>
          </p:txBody>
        </p:sp>
      </p:grpSp>
      <p:sp>
        <p:nvSpPr>
          <p:cNvPr id="35" name="矩形 34"/>
          <p:cNvSpPr/>
          <p:nvPr/>
        </p:nvSpPr>
        <p:spPr>
          <a:xfrm>
            <a:off x="2064881" y="681784"/>
            <a:ext cx="5016615" cy="278602"/>
          </a:xfrm>
          <a:prstGeom prst="rect">
            <a:avLst/>
          </a:prstGeom>
        </p:spPr>
        <p:txBody>
          <a:bodyPr wrap="square">
            <a:spAutoFit/>
          </a:bodyPr>
          <a:lstStyle/>
          <a:p>
            <a:pPr algn="ctr" defTabSz="914400">
              <a:lnSpc>
                <a:spcPct val="150000"/>
              </a:lnSpc>
              <a:defRPr/>
            </a:pPr>
            <a:r>
              <a:rPr lang="en-US" altLang="zh-CN" sz="900" kern="0">
                <a:solidFill>
                  <a:srgbClr val="4D4D4D"/>
                </a:solidFill>
                <a:cs typeface="Arial" panose="020B0604020202020204" pitchFamily="34" charset="0"/>
              </a:rPr>
              <a:t>Lorem ipsum dolor sit amet, consectetuer adipiscing elit. Aenean commodo ligula eget dolor</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_矩形 8"/>
          <p:cNvSpPr/>
          <p:nvPr>
            <p:custDataLst>
              <p:tags r:id="rId1"/>
            </p:custDataLst>
          </p:nvPr>
        </p:nvSpPr>
        <p:spPr>
          <a:xfrm>
            <a:off x="691108" y="2112456"/>
            <a:ext cx="3792693" cy="646331"/>
          </a:xfrm>
          <a:prstGeom prst="rect">
            <a:avLst/>
          </a:prstGeom>
        </p:spPr>
        <p:txBody>
          <a:bodyPr wrap="square">
            <a:spAutoFit/>
          </a:bodyPr>
          <a:lstStyle/>
          <a:p>
            <a:pPr defTabSz="685800"/>
            <a:r>
              <a:rPr lang="en-US" altLang="zh-CN" sz="3600" b="1" kern="0">
                <a:solidFill>
                  <a:srgbClr val="4D4D4D"/>
                </a:solidFill>
                <a:latin typeface="+mj-lt"/>
                <a:ea typeface="微软雅黑" panose="020B0503020204020204" pitchFamily="34" charset="-122"/>
              </a:rPr>
              <a:t>Add Your Title</a:t>
            </a:r>
          </a:p>
        </p:txBody>
      </p:sp>
      <p:sp>
        <p:nvSpPr>
          <p:cNvPr id="8" name="矩形 7"/>
          <p:cNvSpPr/>
          <p:nvPr/>
        </p:nvSpPr>
        <p:spPr>
          <a:xfrm>
            <a:off x="691108" y="2708910"/>
            <a:ext cx="5034263" cy="552011"/>
          </a:xfrm>
          <a:prstGeom prst="rect">
            <a:avLst/>
          </a:prstGeom>
        </p:spPr>
        <p:txBody>
          <a:bodyPr wrap="square">
            <a:spAutoFit/>
          </a:bodyPr>
          <a:lstStyle/>
          <a:p>
            <a:pPr defTabSz="914400">
              <a:lnSpc>
                <a:spcPct val="150000"/>
              </a:lnSpc>
              <a:defRPr/>
            </a:pPr>
            <a:r>
              <a:rPr lang="en-US" altLang="zh-CN" sz="1050" kern="0">
                <a:solidFill>
                  <a:schemeClr val="bg1">
                    <a:lumMod val="50000"/>
                    <a:lumOff val="50000"/>
                  </a:schemeClr>
                </a:solidFill>
                <a:cs typeface="Arial" panose="020B0604020202020204" pitchFamily="34" charset="0"/>
              </a:rPr>
              <a:t>Lorem ipsum dolor sit amet, consectetuer adipiscing elit. Aenean commodo ligula eget dolorLorem ipsum dolor sit ametLorem ipsum dolor sit amet, consectetuer adipiscing elit. </a:t>
            </a:r>
          </a:p>
        </p:txBody>
      </p:sp>
      <p:sp>
        <p:nvSpPr>
          <p:cNvPr id="9" name="PA_矩形 8"/>
          <p:cNvSpPr/>
          <p:nvPr>
            <p:custDataLst>
              <p:tags r:id="rId2"/>
            </p:custDataLst>
          </p:nvPr>
        </p:nvSpPr>
        <p:spPr>
          <a:xfrm>
            <a:off x="724358" y="1189126"/>
            <a:ext cx="1004690" cy="923330"/>
          </a:xfrm>
          <a:prstGeom prst="rect">
            <a:avLst/>
          </a:prstGeom>
        </p:spPr>
        <p:txBody>
          <a:bodyPr wrap="square">
            <a:spAutoFit/>
          </a:bodyPr>
          <a:lstStyle/>
          <a:p>
            <a:pPr defTabSz="685800"/>
            <a:r>
              <a:rPr lang="en-US" altLang="zh-CN" sz="5400" b="1" kern="0">
                <a:solidFill>
                  <a:srgbClr val="4D4D4D"/>
                </a:solidFill>
                <a:latin typeface="+mj-lt"/>
                <a:ea typeface="微软雅黑" panose="020B0503020204020204" pitchFamily="34" charset="-122"/>
              </a:rPr>
              <a:t>01</a:t>
            </a:r>
          </a:p>
        </p:txBody>
      </p:sp>
      <p:sp>
        <p:nvSpPr>
          <p:cNvPr id="11" name="矩形: 圆角 10"/>
          <p:cNvSpPr/>
          <p:nvPr/>
        </p:nvSpPr>
        <p:spPr>
          <a:xfrm>
            <a:off x="787586" y="3467057"/>
            <a:ext cx="1176906" cy="215060"/>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solidFill>
                <a:latin typeface="+mj-lt"/>
              </a:rPr>
              <a:t>PART ONE</a:t>
            </a:r>
            <a:endParaRPr lang="zh-CN" altLang="en-US" sz="1200">
              <a:solidFill>
                <a:schemeClr val="tx1"/>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798235" y="1943192"/>
            <a:ext cx="3924190" cy="794385"/>
          </a:xfrm>
          <a:prstGeom prst="rect">
            <a:avLst/>
          </a:prstGeom>
        </p:spPr>
        <p:txBody>
          <a:bodyPr wrap="square">
            <a:spAutoFit/>
          </a:bodyPr>
          <a:lstStyle/>
          <a:p>
            <a:pPr defTabSz="685800">
              <a:lnSpc>
                <a:spcPct val="150000"/>
              </a:lnSpc>
              <a:buClr>
                <a:srgbClr val="E7E6E6">
                  <a:lumMod val="10000"/>
                </a:srgbClr>
              </a:buClr>
              <a:defRPr/>
            </a:pPr>
            <a:r>
              <a:rPr kumimoji="0" lang="en-US" altLang="zh-CN" sz="105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1050">
                <a:ea typeface="微软雅黑" panose="020B0503020204020204" pitchFamily="34" charset="-122"/>
                <a:cs typeface="+mn-ea"/>
                <a:sym typeface="+mn-lt"/>
              </a:rPr>
              <a:t>Lorem ipsum dolor sit amet, consectetuer adipiscing elit. Aenean commodo ligula eget dolor. </a:t>
            </a:r>
          </a:p>
        </p:txBody>
      </p:sp>
      <p:sp>
        <p:nvSpPr>
          <p:cNvPr id="17" name="PA_矩形 8"/>
          <p:cNvSpPr/>
          <p:nvPr>
            <p:custDataLst>
              <p:tags r:id="rId1"/>
            </p:custDataLst>
          </p:nvPr>
        </p:nvSpPr>
        <p:spPr>
          <a:xfrm>
            <a:off x="4798235" y="1557383"/>
            <a:ext cx="2333581" cy="400110"/>
          </a:xfrm>
          <a:prstGeom prst="rect">
            <a:avLst/>
          </a:prstGeom>
        </p:spPr>
        <p:txBody>
          <a:bodyPr wrap="square">
            <a:spAutoFit/>
          </a:bodyPr>
          <a:lstStyle/>
          <a:p>
            <a:pPr lvl="0" defTabSz="685800">
              <a:defRPr/>
            </a:pPr>
            <a:r>
              <a:rPr lang="en-US" altLang="zh-CN" sz="2000" b="1" kern="0">
                <a:latin typeface="+mj-lt"/>
                <a:ea typeface="微软雅黑" panose="020B0503020204020204" pitchFamily="34" charset="-122"/>
              </a:rPr>
              <a:t>Add Your Title</a:t>
            </a:r>
          </a:p>
        </p:txBody>
      </p:sp>
      <p:sp>
        <p:nvSpPr>
          <p:cNvPr id="5" name="椭圆 4"/>
          <p:cNvSpPr/>
          <p:nvPr/>
        </p:nvSpPr>
        <p:spPr>
          <a:xfrm>
            <a:off x="184558" y="3362822"/>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610226" y="3762932"/>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19" name="PA_矩形 8"/>
          <p:cNvSpPr/>
          <p:nvPr>
            <p:custDataLst>
              <p:tags r:id="rId2"/>
            </p:custDataLst>
          </p:nvPr>
        </p:nvSpPr>
        <p:spPr>
          <a:xfrm>
            <a:off x="610226" y="3375601"/>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20" name="椭圆 19"/>
          <p:cNvSpPr/>
          <p:nvPr/>
        </p:nvSpPr>
        <p:spPr>
          <a:xfrm>
            <a:off x="3127858" y="3362822"/>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3553526" y="3762932"/>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22" name="PA_矩形 8"/>
          <p:cNvSpPr/>
          <p:nvPr>
            <p:custDataLst>
              <p:tags r:id="rId3"/>
            </p:custDataLst>
          </p:nvPr>
        </p:nvSpPr>
        <p:spPr>
          <a:xfrm>
            <a:off x="3553526" y="3375601"/>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23" name="椭圆 22"/>
          <p:cNvSpPr/>
          <p:nvPr/>
        </p:nvSpPr>
        <p:spPr>
          <a:xfrm>
            <a:off x="6071158" y="3362822"/>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496826" y="3762932"/>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25" name="PA_矩形 8"/>
          <p:cNvSpPr/>
          <p:nvPr>
            <p:custDataLst>
              <p:tags r:id="rId4"/>
            </p:custDataLst>
          </p:nvPr>
        </p:nvSpPr>
        <p:spPr>
          <a:xfrm>
            <a:off x="6496826" y="3375601"/>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grpSp>
        <p:nvGrpSpPr>
          <p:cNvPr id="26" name="Group 112"/>
          <p:cNvGrpSpPr/>
          <p:nvPr/>
        </p:nvGrpSpPr>
        <p:grpSpPr>
          <a:xfrm>
            <a:off x="3236937" y="3487654"/>
            <a:ext cx="207510" cy="194408"/>
            <a:chOff x="5368132" y="3540125"/>
            <a:chExt cx="465138" cy="435769"/>
          </a:xfrm>
          <a:solidFill>
            <a:schemeClr val="tx1"/>
          </a:solidFill>
        </p:grpSpPr>
        <p:sp>
          <p:nvSpPr>
            <p:cNvPr id="27"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8"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29" name="AutoShape 112"/>
          <p:cNvSpPr/>
          <p:nvPr/>
        </p:nvSpPr>
        <p:spPr bwMode="auto">
          <a:xfrm>
            <a:off x="6180068" y="3467566"/>
            <a:ext cx="207847" cy="206931"/>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tx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30" name="Group 124"/>
          <p:cNvGrpSpPr/>
          <p:nvPr/>
        </p:nvGrpSpPr>
        <p:grpSpPr>
          <a:xfrm>
            <a:off x="293637" y="3472978"/>
            <a:ext cx="207510" cy="174577"/>
            <a:chOff x="5368132" y="2625725"/>
            <a:chExt cx="465138" cy="391319"/>
          </a:xfrm>
          <a:solidFill>
            <a:schemeClr val="tx1"/>
          </a:solidFill>
        </p:grpSpPr>
        <p:sp>
          <p:nvSpPr>
            <p:cNvPr id="31"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2"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3"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4" name="PA_矩形 8"/>
          <p:cNvSpPr/>
          <p:nvPr>
            <p:custDataLst>
              <p:tags r:id="rId5"/>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pic>
        <p:nvPicPr>
          <p:cNvPr id="10" name="图片占位符 9"/>
          <p:cNvPicPr>
            <a:picLocks noGrp="1" noChangeAspect="1"/>
          </p:cNvPicPr>
          <p:nvPr>
            <p:ph type="pic" sz="quarter" idx="14"/>
          </p:nvPr>
        </p:nvPicPr>
        <p:blipFill>
          <a:blip r:embed="rId7" cstate="print">
            <a:extLst>
              <a:ext uri="{28A0092B-C50C-407E-A947-70E740481C1C}">
                <a14:useLocalDpi xmlns:a14="http://schemas.microsoft.com/office/drawing/2010/main" val="0"/>
              </a:ext>
            </a:extLst>
          </a:blip>
          <a:srcRect t="21466" b="21466"/>
          <a:stretch>
            <a:fillRect/>
          </a:stretch>
        </p:blipFill>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sp>
        <p:nvSpPr>
          <p:cNvPr id="2" name="矩形 1"/>
          <p:cNvSpPr/>
          <p:nvPr/>
        </p:nvSpPr>
        <p:spPr>
          <a:xfrm>
            <a:off x="159796" y="1328875"/>
            <a:ext cx="2107663" cy="15386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2395751" y="1328875"/>
            <a:ext cx="2107663" cy="1538612"/>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631705" y="1328875"/>
            <a:ext cx="2107663" cy="1538612"/>
          </a:xfrm>
          <a:prstGeom prst="rect">
            <a:avLst/>
          </a:prstGeom>
          <a:solidFill>
            <a:schemeClr val="accent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6867660" y="1328875"/>
            <a:ext cx="2107663" cy="1538612"/>
          </a:xfrm>
          <a:prstGeom prst="rect">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159796" y="1866804"/>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74" name="PA_矩形 8"/>
          <p:cNvSpPr/>
          <p:nvPr>
            <p:custDataLst>
              <p:tags r:id="rId2"/>
            </p:custDataLst>
          </p:nvPr>
        </p:nvSpPr>
        <p:spPr>
          <a:xfrm>
            <a:off x="11642" y="1521981"/>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sp>
        <p:nvSpPr>
          <p:cNvPr id="75" name="矩形 74"/>
          <p:cNvSpPr/>
          <p:nvPr/>
        </p:nvSpPr>
        <p:spPr>
          <a:xfrm>
            <a:off x="2415613" y="1866804"/>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76" name="PA_矩形 8"/>
          <p:cNvSpPr/>
          <p:nvPr>
            <p:custDataLst>
              <p:tags r:id="rId3"/>
            </p:custDataLst>
          </p:nvPr>
        </p:nvSpPr>
        <p:spPr>
          <a:xfrm>
            <a:off x="2267459" y="1521981"/>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sp>
        <p:nvSpPr>
          <p:cNvPr id="77" name="矩形 76"/>
          <p:cNvSpPr/>
          <p:nvPr/>
        </p:nvSpPr>
        <p:spPr>
          <a:xfrm>
            <a:off x="4671430" y="1868949"/>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78" name="PA_矩形 8"/>
          <p:cNvSpPr/>
          <p:nvPr>
            <p:custDataLst>
              <p:tags r:id="rId4"/>
            </p:custDataLst>
          </p:nvPr>
        </p:nvSpPr>
        <p:spPr>
          <a:xfrm>
            <a:off x="4523276" y="1524126"/>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sp>
        <p:nvSpPr>
          <p:cNvPr id="79" name="矩形 78"/>
          <p:cNvSpPr/>
          <p:nvPr/>
        </p:nvSpPr>
        <p:spPr>
          <a:xfrm>
            <a:off x="6896581" y="1868949"/>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80" name="PA_矩形 8"/>
          <p:cNvSpPr/>
          <p:nvPr>
            <p:custDataLst>
              <p:tags r:id="rId5"/>
            </p:custDataLst>
          </p:nvPr>
        </p:nvSpPr>
        <p:spPr>
          <a:xfrm>
            <a:off x="6748427" y="1524126"/>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sp>
        <p:nvSpPr>
          <p:cNvPr id="81" name="矩形 80"/>
          <p:cNvSpPr/>
          <p:nvPr/>
        </p:nvSpPr>
        <p:spPr>
          <a:xfrm>
            <a:off x="645347" y="3250043"/>
            <a:ext cx="7853305" cy="794385"/>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1050" b="0" i="0" u="none" strike="noStrike" kern="1200" cap="none" spc="0" normalizeH="0" baseline="0" noProof="0" err="1">
                <a:ln>
                  <a:noFill/>
                </a:ln>
                <a:solidFill>
                  <a:schemeClr val="accent1">
                    <a:lumMod val="75000"/>
                    <a:lumOff val="25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1050">
                <a:solidFill>
                  <a:schemeClr val="accent1">
                    <a:lumMod val="75000"/>
                    <a:lumOff val="25000"/>
                  </a:schemeClr>
                </a:solidFill>
                <a:ea typeface="微软雅黑" panose="020B0503020204020204" pitchFamily="34" charset="-122"/>
                <a:cs typeface="+mn-ea"/>
                <a:sym typeface="+mn-lt"/>
              </a:rPr>
              <a:t>Lorem ipsum dolor sit amet, consectetuer adipiscing elit. Aenean commodo ligula eget dolor. Aenean commodo ligula eget dolor. Lorem ipsum dolor sit amet, consectetuer adipiscing elit. Aenean commodo ligula eget dolor.</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pic>
        <p:nvPicPr>
          <p:cNvPr id="7" name="图片占位符 6"/>
          <p:cNvPicPr>
            <a:picLocks noGrp="1" noChangeAspect="1"/>
          </p:cNvPicPr>
          <p:nvPr>
            <p:ph type="pic" sz="quarter" idx="14"/>
          </p:nvPr>
        </p:nvPicPr>
        <p:blipFill>
          <a:blip r:embed="rId6" cstate="print">
            <a:extLst>
              <a:ext uri="{28A0092B-C50C-407E-A947-70E740481C1C}">
                <a14:useLocalDpi xmlns:a14="http://schemas.microsoft.com/office/drawing/2010/main" val="0"/>
              </a:ext>
            </a:extLst>
          </a:blip>
          <a:srcRect t="5663" b="5663"/>
          <a:stretch>
            <a:fillRect/>
          </a:stretch>
        </p:blipFill>
        <p:spPr/>
      </p:pic>
      <p:pic>
        <p:nvPicPr>
          <p:cNvPr id="9" name="图片占位符 8"/>
          <p:cNvPicPr>
            <a:picLocks noGrp="1" noChangeAspect="1"/>
          </p:cNvPicPr>
          <p:nvPr>
            <p:ph type="pic" sz="quarter" idx="15"/>
          </p:nvPr>
        </p:nvPicPr>
        <p:blipFill>
          <a:blip r:embed="rId7" cstate="print">
            <a:extLst>
              <a:ext uri="{28A0092B-C50C-407E-A947-70E740481C1C}">
                <a14:useLocalDpi xmlns:a14="http://schemas.microsoft.com/office/drawing/2010/main" val="0"/>
              </a:ext>
            </a:extLst>
          </a:blip>
          <a:srcRect t="5687" b="5687"/>
          <a:stretch>
            <a:fillRect/>
          </a:stretch>
        </p:blipFill>
        <p:spPr/>
      </p:pic>
      <p:pic>
        <p:nvPicPr>
          <p:cNvPr id="11" name="图片占位符 10"/>
          <p:cNvPicPr>
            <a:picLocks noGrp="1" noChangeAspect="1"/>
          </p:cNvPicPr>
          <p:nvPr>
            <p:ph type="pic" sz="quarter" idx="16"/>
          </p:nvPr>
        </p:nvPicPr>
        <p:blipFill>
          <a:blip r:embed="rId8" cstate="print">
            <a:extLst>
              <a:ext uri="{28A0092B-C50C-407E-A947-70E740481C1C}">
                <a14:useLocalDpi xmlns:a14="http://schemas.microsoft.com/office/drawing/2010/main" val="0"/>
              </a:ext>
            </a:extLst>
          </a:blip>
          <a:srcRect t="5687" b="5687"/>
          <a:stretch>
            <a:fillRect/>
          </a:stretch>
        </p:blipFill>
        <p:spPr/>
      </p:pic>
      <p:sp>
        <p:nvSpPr>
          <p:cNvPr id="26" name="矩形 25"/>
          <p:cNvSpPr/>
          <p:nvPr/>
        </p:nvSpPr>
        <p:spPr>
          <a:xfrm>
            <a:off x="188362" y="3576878"/>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27" name="PA_矩形 8"/>
          <p:cNvSpPr/>
          <p:nvPr>
            <p:custDataLst>
              <p:tags r:id="rId2"/>
            </p:custDataLst>
          </p:nvPr>
        </p:nvSpPr>
        <p:spPr>
          <a:xfrm>
            <a:off x="188362" y="3189547"/>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28" name="矩形 27"/>
          <p:cNvSpPr/>
          <p:nvPr/>
        </p:nvSpPr>
        <p:spPr>
          <a:xfrm>
            <a:off x="3311862" y="3576878"/>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29" name="PA_矩形 8"/>
          <p:cNvSpPr/>
          <p:nvPr>
            <p:custDataLst>
              <p:tags r:id="rId3"/>
            </p:custDataLst>
          </p:nvPr>
        </p:nvSpPr>
        <p:spPr>
          <a:xfrm>
            <a:off x="3311862" y="3189547"/>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30" name="矩形 29"/>
          <p:cNvSpPr/>
          <p:nvPr/>
        </p:nvSpPr>
        <p:spPr>
          <a:xfrm>
            <a:off x="6324004" y="3558879"/>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31" name="PA_矩形 8"/>
          <p:cNvSpPr/>
          <p:nvPr>
            <p:custDataLst>
              <p:tags r:id="rId4"/>
            </p:custDataLst>
          </p:nvPr>
        </p:nvSpPr>
        <p:spPr>
          <a:xfrm>
            <a:off x="6324004" y="3171548"/>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sp>
        <p:nvSpPr>
          <p:cNvPr id="36" name="椭圆 35"/>
          <p:cNvSpPr/>
          <p:nvPr/>
        </p:nvSpPr>
        <p:spPr>
          <a:xfrm>
            <a:off x="237824" y="1241059"/>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663492" y="1666727"/>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38" name="PA_矩形 8"/>
          <p:cNvSpPr/>
          <p:nvPr>
            <p:custDataLst>
              <p:tags r:id="rId2"/>
            </p:custDataLst>
          </p:nvPr>
        </p:nvSpPr>
        <p:spPr>
          <a:xfrm>
            <a:off x="663492" y="1279396"/>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39" name="椭圆 38"/>
          <p:cNvSpPr/>
          <p:nvPr/>
        </p:nvSpPr>
        <p:spPr>
          <a:xfrm>
            <a:off x="3181124" y="1241059"/>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3606792" y="1641169"/>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41" name="PA_矩形 8"/>
          <p:cNvSpPr/>
          <p:nvPr>
            <p:custDataLst>
              <p:tags r:id="rId3"/>
            </p:custDataLst>
          </p:nvPr>
        </p:nvSpPr>
        <p:spPr>
          <a:xfrm>
            <a:off x="3606792" y="1253838"/>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42" name="椭圆 41"/>
          <p:cNvSpPr/>
          <p:nvPr/>
        </p:nvSpPr>
        <p:spPr>
          <a:xfrm>
            <a:off x="6124424" y="1241059"/>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6550092" y="1641169"/>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44" name="PA_矩形 8"/>
          <p:cNvSpPr/>
          <p:nvPr>
            <p:custDataLst>
              <p:tags r:id="rId4"/>
            </p:custDataLst>
          </p:nvPr>
        </p:nvSpPr>
        <p:spPr>
          <a:xfrm>
            <a:off x="6550092" y="1253838"/>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grpSp>
        <p:nvGrpSpPr>
          <p:cNvPr id="45" name="Group 112"/>
          <p:cNvGrpSpPr/>
          <p:nvPr/>
        </p:nvGrpSpPr>
        <p:grpSpPr>
          <a:xfrm>
            <a:off x="3290203" y="1365891"/>
            <a:ext cx="207510" cy="194408"/>
            <a:chOff x="5368132" y="3540125"/>
            <a:chExt cx="465138" cy="435769"/>
          </a:xfrm>
          <a:solidFill>
            <a:schemeClr val="tx1"/>
          </a:solidFill>
        </p:grpSpPr>
        <p:sp>
          <p:nvSpPr>
            <p:cNvPr id="46"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7"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48" name="AutoShape 112"/>
          <p:cNvSpPr/>
          <p:nvPr/>
        </p:nvSpPr>
        <p:spPr bwMode="auto">
          <a:xfrm>
            <a:off x="6233334" y="1345803"/>
            <a:ext cx="207847" cy="206931"/>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tx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49" name="Group 124"/>
          <p:cNvGrpSpPr/>
          <p:nvPr/>
        </p:nvGrpSpPr>
        <p:grpSpPr>
          <a:xfrm>
            <a:off x="346903" y="1351215"/>
            <a:ext cx="207510" cy="174577"/>
            <a:chOff x="5368132" y="2625725"/>
            <a:chExt cx="465138" cy="391319"/>
          </a:xfrm>
          <a:solidFill>
            <a:schemeClr val="tx1"/>
          </a:solidFill>
        </p:grpSpPr>
        <p:sp>
          <p:nvSpPr>
            <p:cNvPr id="50"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1"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2"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53" name="椭圆 52"/>
          <p:cNvSpPr/>
          <p:nvPr/>
        </p:nvSpPr>
        <p:spPr>
          <a:xfrm>
            <a:off x="237824" y="2795451"/>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663492" y="3195561"/>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55" name="PA_矩形 8"/>
          <p:cNvSpPr/>
          <p:nvPr>
            <p:custDataLst>
              <p:tags r:id="rId5"/>
            </p:custDataLst>
          </p:nvPr>
        </p:nvSpPr>
        <p:spPr>
          <a:xfrm>
            <a:off x="663492" y="2808230"/>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56" name="椭圆 55"/>
          <p:cNvSpPr/>
          <p:nvPr/>
        </p:nvSpPr>
        <p:spPr>
          <a:xfrm>
            <a:off x="3181124" y="2795451"/>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3606792" y="3195561"/>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58" name="PA_矩形 8"/>
          <p:cNvSpPr/>
          <p:nvPr>
            <p:custDataLst>
              <p:tags r:id="rId6"/>
            </p:custDataLst>
          </p:nvPr>
        </p:nvSpPr>
        <p:spPr>
          <a:xfrm>
            <a:off x="3606792" y="2808230"/>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59" name="椭圆 58"/>
          <p:cNvSpPr/>
          <p:nvPr/>
        </p:nvSpPr>
        <p:spPr>
          <a:xfrm>
            <a:off x="6124424" y="2795451"/>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6550092" y="3195561"/>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61" name="PA_矩形 8"/>
          <p:cNvSpPr/>
          <p:nvPr>
            <p:custDataLst>
              <p:tags r:id="rId7"/>
            </p:custDataLst>
          </p:nvPr>
        </p:nvSpPr>
        <p:spPr>
          <a:xfrm>
            <a:off x="6550092" y="2808230"/>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70" name="AutoShape 59"/>
          <p:cNvSpPr/>
          <p:nvPr/>
        </p:nvSpPr>
        <p:spPr bwMode="auto">
          <a:xfrm>
            <a:off x="6227046" y="2898558"/>
            <a:ext cx="220424" cy="219454"/>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tx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71" name="Group 124"/>
          <p:cNvGrpSpPr/>
          <p:nvPr/>
        </p:nvGrpSpPr>
        <p:grpSpPr>
          <a:xfrm>
            <a:off x="3277646" y="2915526"/>
            <a:ext cx="220067" cy="185141"/>
            <a:chOff x="5368132" y="2625725"/>
            <a:chExt cx="465138" cy="391319"/>
          </a:xfrm>
          <a:solidFill>
            <a:schemeClr val="tx1"/>
          </a:solidFill>
        </p:grpSpPr>
        <p:sp>
          <p:nvSpPr>
            <p:cNvPr id="72"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3"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4"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75" name="组合 74"/>
          <p:cNvGrpSpPr/>
          <p:nvPr/>
        </p:nvGrpSpPr>
        <p:grpSpPr>
          <a:xfrm>
            <a:off x="340812" y="2898439"/>
            <a:ext cx="219692" cy="219692"/>
            <a:chOff x="3191434" y="2145028"/>
            <a:chExt cx="359165" cy="359165"/>
          </a:xfrm>
          <a:solidFill>
            <a:schemeClr val="tx1"/>
          </a:solidFill>
        </p:grpSpPr>
        <p:sp>
          <p:nvSpPr>
            <p:cNvPr id="76"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7"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8"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_矩形 8"/>
          <p:cNvSpPr/>
          <p:nvPr>
            <p:custDataLst>
              <p:tags r:id="rId1"/>
            </p:custDataLst>
          </p:nvPr>
        </p:nvSpPr>
        <p:spPr>
          <a:xfrm>
            <a:off x="691108" y="2112456"/>
            <a:ext cx="3792693" cy="646331"/>
          </a:xfrm>
          <a:prstGeom prst="rect">
            <a:avLst/>
          </a:prstGeom>
        </p:spPr>
        <p:txBody>
          <a:bodyPr wrap="square">
            <a:spAutoFit/>
          </a:bodyPr>
          <a:lstStyle/>
          <a:p>
            <a:pPr defTabSz="685800"/>
            <a:r>
              <a:rPr lang="en-US" altLang="zh-CN" sz="3600" b="1" kern="0">
                <a:solidFill>
                  <a:srgbClr val="4D4D4D"/>
                </a:solidFill>
                <a:latin typeface="+mj-lt"/>
                <a:ea typeface="微软雅黑" panose="020B0503020204020204" pitchFamily="34" charset="-122"/>
              </a:rPr>
              <a:t>Add Your Title</a:t>
            </a:r>
          </a:p>
        </p:txBody>
      </p:sp>
      <p:sp>
        <p:nvSpPr>
          <p:cNvPr id="8" name="矩形 7"/>
          <p:cNvSpPr/>
          <p:nvPr/>
        </p:nvSpPr>
        <p:spPr>
          <a:xfrm>
            <a:off x="691108" y="2708910"/>
            <a:ext cx="5034263" cy="552011"/>
          </a:xfrm>
          <a:prstGeom prst="rect">
            <a:avLst/>
          </a:prstGeom>
        </p:spPr>
        <p:txBody>
          <a:bodyPr wrap="square">
            <a:spAutoFit/>
          </a:bodyPr>
          <a:lstStyle/>
          <a:p>
            <a:pPr defTabSz="914400">
              <a:lnSpc>
                <a:spcPct val="150000"/>
              </a:lnSpc>
              <a:defRPr/>
            </a:pPr>
            <a:r>
              <a:rPr lang="en-US" altLang="zh-CN" sz="1050" kern="0">
                <a:solidFill>
                  <a:schemeClr val="bg1">
                    <a:lumMod val="50000"/>
                    <a:lumOff val="50000"/>
                  </a:schemeClr>
                </a:solidFill>
                <a:cs typeface="Arial" panose="020B0604020202020204" pitchFamily="34" charset="0"/>
              </a:rPr>
              <a:t>Lorem ipsum dolor sit amet, consectetuer adipiscing elit. Aenean commodo ligula eget dolorLorem ipsum dolor sit ametLorem ipsum dolor sit amet, consectetuer adipiscing elit. </a:t>
            </a:r>
          </a:p>
        </p:txBody>
      </p:sp>
      <p:sp>
        <p:nvSpPr>
          <p:cNvPr id="9" name="PA_矩形 8"/>
          <p:cNvSpPr/>
          <p:nvPr>
            <p:custDataLst>
              <p:tags r:id="rId2"/>
            </p:custDataLst>
          </p:nvPr>
        </p:nvSpPr>
        <p:spPr>
          <a:xfrm>
            <a:off x="724358" y="1189126"/>
            <a:ext cx="1004690" cy="923330"/>
          </a:xfrm>
          <a:prstGeom prst="rect">
            <a:avLst/>
          </a:prstGeom>
        </p:spPr>
        <p:txBody>
          <a:bodyPr wrap="square">
            <a:spAutoFit/>
          </a:bodyPr>
          <a:lstStyle/>
          <a:p>
            <a:pPr defTabSz="685800"/>
            <a:r>
              <a:rPr lang="en-US" altLang="zh-CN" sz="5400" b="1" kern="0">
                <a:solidFill>
                  <a:srgbClr val="4D4D4D"/>
                </a:solidFill>
                <a:latin typeface="+mj-lt"/>
                <a:ea typeface="微软雅黑" panose="020B0503020204020204" pitchFamily="34" charset="-122"/>
              </a:rPr>
              <a:t>02</a:t>
            </a:r>
          </a:p>
        </p:txBody>
      </p:sp>
      <p:sp>
        <p:nvSpPr>
          <p:cNvPr id="11" name="矩形: 圆角 10"/>
          <p:cNvSpPr/>
          <p:nvPr/>
        </p:nvSpPr>
        <p:spPr>
          <a:xfrm>
            <a:off x="787586" y="3467057"/>
            <a:ext cx="1176906" cy="215060"/>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solidFill>
                <a:latin typeface="+mj-lt"/>
              </a:rPr>
              <a:t>PART TWO</a:t>
            </a:r>
            <a:endParaRPr lang="zh-CN" altLang="en-US" sz="1200">
              <a:solidFill>
                <a:schemeClr val="tx1"/>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graphicFrame>
        <p:nvGraphicFramePr>
          <p:cNvPr id="70" name="图表 69" descr="e7d195523061f1c09e9d68d7cf438b91ef959ecb14fc25d26BBA7F7DBC18E55DFF4014AF651F0BF2569D4B6C1DA7F1A4683A481403BD872FC687266AD13265C1DE7C373772FD8728ABDD69ADD03BFF5BE2862BC891DBB79EB73C15828F0DF1DC2F0B1C670C38CB84D872D3C6C609B3C2C95C34232EA5F7BBA4BF190274E430E03C02613D2AC7931007E66AA5AE319EC6"/>
          <p:cNvGraphicFramePr/>
          <p:nvPr/>
        </p:nvGraphicFramePr>
        <p:xfrm>
          <a:off x="222721" y="1076216"/>
          <a:ext cx="8473044" cy="2482772"/>
        </p:xfrm>
        <a:graphic>
          <a:graphicData uri="http://schemas.openxmlformats.org/drawingml/2006/chart">
            <c:chart xmlns:c="http://schemas.openxmlformats.org/drawingml/2006/chart" xmlns:r="http://schemas.openxmlformats.org/officeDocument/2006/relationships" r:id="rId5"/>
          </a:graphicData>
        </a:graphic>
      </p:graphicFrame>
      <p:sp>
        <p:nvSpPr>
          <p:cNvPr id="2" name="矩形 1"/>
          <p:cNvSpPr/>
          <p:nvPr/>
        </p:nvSpPr>
        <p:spPr>
          <a:xfrm>
            <a:off x="-1" y="3720353"/>
            <a:ext cx="4572001" cy="1219200"/>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4572000" y="3720353"/>
            <a:ext cx="4572001" cy="1219200"/>
          </a:xfrm>
          <a:prstGeom prst="rect">
            <a:avLst/>
          </a:prstGeom>
          <a:solidFill>
            <a:srgbClr val="9E9E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260678" y="4161822"/>
            <a:ext cx="4149957"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ametLorem ipsum dolor sit amet, consectetuer adipiscing elit. Aenean commodo ligula eget dolor.</a:t>
            </a:r>
          </a:p>
        </p:txBody>
      </p:sp>
      <p:sp>
        <p:nvSpPr>
          <p:cNvPr id="74" name="PA_矩形 8"/>
          <p:cNvSpPr/>
          <p:nvPr>
            <p:custDataLst>
              <p:tags r:id="rId2"/>
            </p:custDataLst>
          </p:nvPr>
        </p:nvSpPr>
        <p:spPr>
          <a:xfrm>
            <a:off x="260678" y="3804838"/>
            <a:ext cx="1639427" cy="369332"/>
          </a:xfrm>
          <a:prstGeom prst="rect">
            <a:avLst/>
          </a:prstGeom>
        </p:spPr>
        <p:txBody>
          <a:bodyPr wrap="square">
            <a:spAutoFit/>
          </a:bodyPr>
          <a:lstStyle/>
          <a:p>
            <a:pPr lvl="0" defTabSz="685800">
              <a:defRPr/>
            </a:pPr>
            <a:r>
              <a:rPr lang="en-US" altLang="zh-CN" b="1" kern="0">
                <a:latin typeface="+mj-lt"/>
                <a:ea typeface="微软雅黑" panose="020B0503020204020204" pitchFamily="34" charset="-122"/>
              </a:rPr>
              <a:t>Your Title</a:t>
            </a:r>
          </a:p>
        </p:txBody>
      </p:sp>
      <p:sp>
        <p:nvSpPr>
          <p:cNvPr id="75" name="矩形 74"/>
          <p:cNvSpPr/>
          <p:nvPr/>
        </p:nvSpPr>
        <p:spPr>
          <a:xfrm>
            <a:off x="4783022" y="4174170"/>
            <a:ext cx="4149957"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ametLorem ipsum dolor sit amet, consectetuer adipiscing elit. Aenean commodo ligula eget dolor.</a:t>
            </a:r>
          </a:p>
        </p:txBody>
      </p:sp>
      <p:sp>
        <p:nvSpPr>
          <p:cNvPr id="76" name="PA_矩形 8"/>
          <p:cNvSpPr/>
          <p:nvPr>
            <p:custDataLst>
              <p:tags r:id="rId3"/>
            </p:custDataLst>
          </p:nvPr>
        </p:nvSpPr>
        <p:spPr>
          <a:xfrm>
            <a:off x="4783022" y="3817186"/>
            <a:ext cx="1639427" cy="369332"/>
          </a:xfrm>
          <a:prstGeom prst="rect">
            <a:avLst/>
          </a:prstGeom>
        </p:spPr>
        <p:txBody>
          <a:bodyPr wrap="square">
            <a:spAutoFit/>
          </a:bodyPr>
          <a:lstStyle/>
          <a:p>
            <a:pPr lvl="0" defTabSz="685800">
              <a:defRPr/>
            </a:pPr>
            <a:r>
              <a:rPr lang="en-US" altLang="zh-CN" b="1" kern="0">
                <a:latin typeface="+mj-lt"/>
                <a:ea typeface="微软雅黑" panose="020B0503020204020204" pitchFamily="34" charset="-122"/>
              </a:rPr>
              <a:t>Your Title</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graphicFrame>
        <p:nvGraphicFramePr>
          <p:cNvPr id="11" name="图表 10"/>
          <p:cNvGraphicFramePr/>
          <p:nvPr/>
        </p:nvGraphicFramePr>
        <p:xfrm>
          <a:off x="124553" y="1019260"/>
          <a:ext cx="5173588" cy="3639672"/>
        </p:xfrm>
        <a:graphic>
          <a:graphicData uri="http://schemas.openxmlformats.org/drawingml/2006/chart">
            <c:chart xmlns:c="http://schemas.openxmlformats.org/drawingml/2006/chart" xmlns:r="http://schemas.openxmlformats.org/officeDocument/2006/relationships" r:id="rId6"/>
          </a:graphicData>
        </a:graphic>
      </p:graphicFrame>
      <p:sp>
        <p:nvSpPr>
          <p:cNvPr id="12" name="矩形 11"/>
          <p:cNvSpPr/>
          <p:nvPr/>
        </p:nvSpPr>
        <p:spPr>
          <a:xfrm>
            <a:off x="5423750" y="1469433"/>
            <a:ext cx="3487167" cy="486352"/>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13" name="PA_矩形 8"/>
          <p:cNvSpPr/>
          <p:nvPr>
            <p:custDataLst>
              <p:tags r:id="rId2"/>
            </p:custDataLst>
          </p:nvPr>
        </p:nvSpPr>
        <p:spPr>
          <a:xfrm>
            <a:off x="5423750" y="1100101"/>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14" name="矩形 13"/>
          <p:cNvSpPr/>
          <p:nvPr/>
        </p:nvSpPr>
        <p:spPr>
          <a:xfrm>
            <a:off x="5423750" y="2757050"/>
            <a:ext cx="3487167" cy="486352"/>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15" name="PA_矩形 8"/>
          <p:cNvSpPr/>
          <p:nvPr>
            <p:custDataLst>
              <p:tags r:id="rId3"/>
            </p:custDataLst>
          </p:nvPr>
        </p:nvSpPr>
        <p:spPr>
          <a:xfrm>
            <a:off x="5423750" y="2387718"/>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16" name="矩形 15"/>
          <p:cNvSpPr/>
          <p:nvPr/>
        </p:nvSpPr>
        <p:spPr>
          <a:xfrm>
            <a:off x="5423750" y="4088381"/>
            <a:ext cx="3487167" cy="486352"/>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17" name="PA_矩形 8"/>
          <p:cNvSpPr/>
          <p:nvPr>
            <p:custDataLst>
              <p:tags r:id="rId4"/>
            </p:custDataLst>
          </p:nvPr>
        </p:nvSpPr>
        <p:spPr>
          <a:xfrm>
            <a:off x="5423750" y="3719049"/>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_矩形 8"/>
          <p:cNvSpPr/>
          <p:nvPr>
            <p:custDataLst>
              <p:tags r:id="rId1"/>
            </p:custDataLst>
          </p:nvPr>
        </p:nvSpPr>
        <p:spPr>
          <a:xfrm>
            <a:off x="691108" y="2112456"/>
            <a:ext cx="3792693" cy="646331"/>
          </a:xfrm>
          <a:prstGeom prst="rect">
            <a:avLst/>
          </a:prstGeom>
        </p:spPr>
        <p:txBody>
          <a:bodyPr wrap="square">
            <a:spAutoFit/>
          </a:bodyPr>
          <a:lstStyle/>
          <a:p>
            <a:pPr defTabSz="685800"/>
            <a:r>
              <a:rPr lang="en-US" altLang="zh-CN" sz="3600" b="1" kern="0">
                <a:solidFill>
                  <a:srgbClr val="4D4D4D"/>
                </a:solidFill>
                <a:latin typeface="+mj-lt"/>
                <a:ea typeface="微软雅黑" panose="020B0503020204020204" pitchFamily="34" charset="-122"/>
              </a:rPr>
              <a:t>Add Your Title</a:t>
            </a:r>
          </a:p>
        </p:txBody>
      </p:sp>
      <p:sp>
        <p:nvSpPr>
          <p:cNvPr id="8" name="矩形 7"/>
          <p:cNvSpPr/>
          <p:nvPr/>
        </p:nvSpPr>
        <p:spPr>
          <a:xfrm>
            <a:off x="691108" y="2708910"/>
            <a:ext cx="5034263" cy="552011"/>
          </a:xfrm>
          <a:prstGeom prst="rect">
            <a:avLst/>
          </a:prstGeom>
        </p:spPr>
        <p:txBody>
          <a:bodyPr wrap="square">
            <a:spAutoFit/>
          </a:bodyPr>
          <a:lstStyle/>
          <a:p>
            <a:pPr defTabSz="914400">
              <a:lnSpc>
                <a:spcPct val="150000"/>
              </a:lnSpc>
              <a:defRPr/>
            </a:pPr>
            <a:r>
              <a:rPr lang="en-US" altLang="zh-CN" sz="1050" kern="0">
                <a:solidFill>
                  <a:schemeClr val="bg1">
                    <a:lumMod val="50000"/>
                    <a:lumOff val="50000"/>
                  </a:schemeClr>
                </a:solidFill>
                <a:cs typeface="Arial" panose="020B0604020202020204" pitchFamily="34" charset="0"/>
              </a:rPr>
              <a:t>Lorem ipsum dolor sit amet, consectetuer adipiscing elit. Aenean commodo ligula eget dolorLorem ipsum dolor sit ametLorem ipsum dolor sit amet, consectetuer adipiscing elit. </a:t>
            </a:r>
          </a:p>
        </p:txBody>
      </p:sp>
      <p:sp>
        <p:nvSpPr>
          <p:cNvPr id="9" name="PA_矩形 8"/>
          <p:cNvSpPr/>
          <p:nvPr>
            <p:custDataLst>
              <p:tags r:id="rId2"/>
            </p:custDataLst>
          </p:nvPr>
        </p:nvSpPr>
        <p:spPr>
          <a:xfrm>
            <a:off x="724358" y="1189126"/>
            <a:ext cx="1004690" cy="923330"/>
          </a:xfrm>
          <a:prstGeom prst="rect">
            <a:avLst/>
          </a:prstGeom>
        </p:spPr>
        <p:txBody>
          <a:bodyPr wrap="square">
            <a:spAutoFit/>
          </a:bodyPr>
          <a:lstStyle/>
          <a:p>
            <a:pPr defTabSz="685800"/>
            <a:r>
              <a:rPr lang="en-US" altLang="zh-CN" sz="5400" b="1" kern="0">
                <a:solidFill>
                  <a:srgbClr val="4D4D4D"/>
                </a:solidFill>
                <a:latin typeface="+mj-lt"/>
                <a:ea typeface="微软雅黑" panose="020B0503020204020204" pitchFamily="34" charset="-122"/>
              </a:rPr>
              <a:t>03</a:t>
            </a:r>
          </a:p>
        </p:txBody>
      </p:sp>
      <p:sp>
        <p:nvSpPr>
          <p:cNvPr id="11" name="矩形: 圆角 10"/>
          <p:cNvSpPr/>
          <p:nvPr/>
        </p:nvSpPr>
        <p:spPr>
          <a:xfrm>
            <a:off x="787586" y="3467057"/>
            <a:ext cx="1176906" cy="215060"/>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solidFill>
                <a:latin typeface="+mj-lt"/>
              </a:rPr>
              <a:t>PART THREE</a:t>
            </a:r>
            <a:endParaRPr lang="zh-CN" altLang="en-US" sz="1200">
              <a:solidFill>
                <a:schemeClr val="tx1"/>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3562" y="0"/>
            <a:ext cx="3429299" cy="5143500"/>
          </a:xfrm>
          <a:prstGeom prst="rect">
            <a:avLst/>
          </a:prstGeom>
        </p:spPr>
      </p:pic>
      <p:sp>
        <p:nvSpPr>
          <p:cNvPr id="71" name="矩形 70"/>
          <p:cNvSpPr/>
          <p:nvPr/>
        </p:nvSpPr>
        <p:spPr>
          <a:xfrm>
            <a:off x="3225018" y="0"/>
            <a:ext cx="2693963" cy="5143500"/>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72" name="组合 71"/>
          <p:cNvGrpSpPr/>
          <p:nvPr/>
        </p:nvGrpSpPr>
        <p:grpSpPr>
          <a:xfrm>
            <a:off x="3405209" y="395128"/>
            <a:ext cx="2333581" cy="1263177"/>
            <a:chOff x="3405209" y="706884"/>
            <a:chExt cx="2333581" cy="1263177"/>
          </a:xfrm>
        </p:grpSpPr>
        <p:sp>
          <p:nvSpPr>
            <p:cNvPr id="73" name="矩形 72"/>
            <p:cNvSpPr/>
            <p:nvPr/>
          </p:nvSpPr>
          <p:spPr>
            <a:xfrm>
              <a:off x="3562046" y="1068211"/>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74" name="PA_矩形 8"/>
            <p:cNvSpPr/>
            <p:nvPr>
              <p:custDataLst>
                <p:tags r:id="rId4"/>
              </p:custDataLst>
            </p:nvPr>
          </p:nvSpPr>
          <p:spPr>
            <a:xfrm>
              <a:off x="3405209" y="706884"/>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grpSp>
      <p:grpSp>
        <p:nvGrpSpPr>
          <p:cNvPr id="75" name="组合 74"/>
          <p:cNvGrpSpPr/>
          <p:nvPr/>
        </p:nvGrpSpPr>
        <p:grpSpPr>
          <a:xfrm>
            <a:off x="3405209" y="2071289"/>
            <a:ext cx="2333581" cy="1263177"/>
            <a:chOff x="3556094" y="2146722"/>
            <a:chExt cx="2333581" cy="1263177"/>
          </a:xfrm>
        </p:grpSpPr>
        <p:sp>
          <p:nvSpPr>
            <p:cNvPr id="76" name="矩形 75"/>
            <p:cNvSpPr/>
            <p:nvPr/>
          </p:nvSpPr>
          <p:spPr>
            <a:xfrm>
              <a:off x="3712931" y="2508049"/>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77" name="PA_矩形 8"/>
            <p:cNvSpPr/>
            <p:nvPr>
              <p:custDataLst>
                <p:tags r:id="rId3"/>
              </p:custDataLst>
            </p:nvPr>
          </p:nvSpPr>
          <p:spPr>
            <a:xfrm>
              <a:off x="3556094" y="2146722"/>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grpSp>
      <p:grpSp>
        <p:nvGrpSpPr>
          <p:cNvPr id="78" name="组合 77"/>
          <p:cNvGrpSpPr/>
          <p:nvPr/>
        </p:nvGrpSpPr>
        <p:grpSpPr>
          <a:xfrm>
            <a:off x="3405209" y="3747451"/>
            <a:ext cx="2333581" cy="1263177"/>
            <a:chOff x="3556094" y="3747451"/>
            <a:chExt cx="2333581" cy="1263177"/>
          </a:xfrm>
        </p:grpSpPr>
        <p:sp>
          <p:nvSpPr>
            <p:cNvPr id="79" name="矩形 78"/>
            <p:cNvSpPr/>
            <p:nvPr/>
          </p:nvSpPr>
          <p:spPr>
            <a:xfrm>
              <a:off x="3712931" y="4108778"/>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80" name="PA_矩形 8"/>
            <p:cNvSpPr/>
            <p:nvPr>
              <p:custDataLst>
                <p:tags r:id="rId2"/>
              </p:custDataLst>
            </p:nvPr>
          </p:nvSpPr>
          <p:spPr>
            <a:xfrm>
              <a:off x="3556094" y="3747451"/>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grpSp>
      <p:sp>
        <p:nvSpPr>
          <p:cNvPr id="81" name="矩形 80"/>
          <p:cNvSpPr/>
          <p:nvPr/>
        </p:nvSpPr>
        <p:spPr>
          <a:xfrm>
            <a:off x="6075818" y="2271344"/>
            <a:ext cx="2574196" cy="1279133"/>
          </a:xfrm>
          <a:prstGeom prst="rect">
            <a:avLst/>
          </a:prstGeom>
        </p:spPr>
        <p:txBody>
          <a:bodyPr wrap="square">
            <a:spAutoFit/>
          </a:bodyPr>
          <a:lstStyle/>
          <a:p>
            <a:pPr defTabSz="685800">
              <a:lnSpc>
                <a:spcPct val="150000"/>
              </a:lnSpc>
              <a:buClr>
                <a:srgbClr val="E7E6E6">
                  <a:lumMod val="10000"/>
                </a:srgbClr>
              </a:buClr>
              <a:defRPr/>
            </a:pPr>
            <a:r>
              <a:rPr kumimoji="0" lang="en-US" altLang="zh-CN" sz="1050" b="0" i="0" u="none" strike="noStrike" kern="1200" cap="none" spc="0" normalizeH="0" baseline="0" noProof="0" err="1">
                <a:ln>
                  <a:noFill/>
                </a:ln>
                <a:solidFill>
                  <a:schemeClr val="accent1">
                    <a:lumMod val="75000"/>
                    <a:lumOff val="25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1050">
                <a:solidFill>
                  <a:schemeClr val="accent1">
                    <a:lumMod val="75000"/>
                    <a:lumOff val="25000"/>
                  </a:schemeClr>
                </a:solidFill>
                <a:ea typeface="微软雅黑" panose="020B0503020204020204" pitchFamily="34" charset="-122"/>
                <a:cs typeface="+mn-ea"/>
                <a:sym typeface="+mn-lt"/>
              </a:rPr>
              <a:t>Lorem ipsum dolor sit amet, consectetuer adipiscing elit. Aenean commodo ligula eget dolor. </a:t>
            </a:r>
          </a:p>
        </p:txBody>
      </p:sp>
      <p:sp>
        <p:nvSpPr>
          <p:cNvPr id="82" name="PA_矩形 8"/>
          <p:cNvSpPr/>
          <p:nvPr>
            <p:custDataLst>
              <p:tags r:id="rId1"/>
            </p:custDataLst>
          </p:nvPr>
        </p:nvSpPr>
        <p:spPr>
          <a:xfrm>
            <a:off x="6075818" y="1840456"/>
            <a:ext cx="2333581" cy="461665"/>
          </a:xfrm>
          <a:prstGeom prst="rect">
            <a:avLst/>
          </a:prstGeom>
        </p:spPr>
        <p:txBody>
          <a:bodyPr wrap="square">
            <a:spAutoFit/>
          </a:bodyPr>
          <a:lstStyle/>
          <a:p>
            <a:pPr lvl="0" defTabSz="685800">
              <a:defRPr/>
            </a:pPr>
            <a:r>
              <a:rPr lang="en-US" altLang="zh-CN" sz="2400" b="1" kern="0">
                <a:solidFill>
                  <a:schemeClr val="accent1">
                    <a:lumMod val="75000"/>
                    <a:lumOff val="25000"/>
                  </a:schemeClr>
                </a:solidFill>
                <a:latin typeface="+mj-lt"/>
                <a:ea typeface="微软雅黑" panose="020B0503020204020204" pitchFamily="34" charset="-122"/>
              </a:rPr>
              <a:t>Add Your Title</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sp>
        <p:nvSpPr>
          <p:cNvPr id="2" name="菱形 1"/>
          <p:cNvSpPr/>
          <p:nvPr/>
        </p:nvSpPr>
        <p:spPr>
          <a:xfrm>
            <a:off x="3110753" y="1110503"/>
            <a:ext cx="2922494" cy="2922494"/>
          </a:xfrm>
          <a:prstGeom prst="diamond">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4898967" y="1457498"/>
            <a:ext cx="703811" cy="703811"/>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3541223" y="1457498"/>
            <a:ext cx="703811" cy="703811"/>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3541222" y="2910531"/>
            <a:ext cx="703811" cy="703811"/>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5026430" y="2910531"/>
            <a:ext cx="703811" cy="703811"/>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96532" y="1497834"/>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23" name="PA_矩形 8"/>
          <p:cNvSpPr/>
          <p:nvPr>
            <p:custDataLst>
              <p:tags r:id="rId2"/>
            </p:custDataLst>
          </p:nvPr>
        </p:nvSpPr>
        <p:spPr>
          <a:xfrm>
            <a:off x="396532" y="1110503"/>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24" name="矩形 23"/>
          <p:cNvSpPr/>
          <p:nvPr/>
        </p:nvSpPr>
        <p:spPr>
          <a:xfrm>
            <a:off x="396532" y="3117770"/>
            <a:ext cx="24112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25" name="PA_矩形 8"/>
          <p:cNvSpPr/>
          <p:nvPr>
            <p:custDataLst>
              <p:tags r:id="rId3"/>
            </p:custDataLst>
          </p:nvPr>
        </p:nvSpPr>
        <p:spPr>
          <a:xfrm>
            <a:off x="396532" y="2730439"/>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26" name="矩形 25"/>
          <p:cNvSpPr/>
          <p:nvPr/>
        </p:nvSpPr>
        <p:spPr>
          <a:xfrm>
            <a:off x="6384175" y="1497834"/>
            <a:ext cx="2411215" cy="694101"/>
          </a:xfrm>
          <a:prstGeom prst="rect">
            <a:avLst/>
          </a:prstGeom>
        </p:spPr>
        <p:txBody>
          <a:bodyPr wrap="square">
            <a:spAutoFit/>
          </a:bodyPr>
          <a:lstStyle/>
          <a:p>
            <a:pPr algn="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27" name="PA_矩形 8"/>
          <p:cNvSpPr/>
          <p:nvPr>
            <p:custDataLst>
              <p:tags r:id="rId4"/>
            </p:custDataLst>
          </p:nvPr>
        </p:nvSpPr>
        <p:spPr>
          <a:xfrm>
            <a:off x="7155963" y="1110503"/>
            <a:ext cx="1639427" cy="369332"/>
          </a:xfrm>
          <a:prstGeom prst="rect">
            <a:avLst/>
          </a:prstGeom>
        </p:spPr>
        <p:txBody>
          <a:bodyPr wrap="square">
            <a:spAutoFit/>
          </a:bodyPr>
          <a:lstStyle/>
          <a:p>
            <a:pPr lvl="0" algn="r"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28" name="矩形 27"/>
          <p:cNvSpPr/>
          <p:nvPr/>
        </p:nvSpPr>
        <p:spPr>
          <a:xfrm>
            <a:off x="6384175" y="3117770"/>
            <a:ext cx="2411215" cy="694101"/>
          </a:xfrm>
          <a:prstGeom prst="rect">
            <a:avLst/>
          </a:prstGeom>
        </p:spPr>
        <p:txBody>
          <a:bodyPr wrap="square">
            <a:spAutoFit/>
          </a:bodyPr>
          <a:lstStyle/>
          <a:p>
            <a:pPr algn="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bg1">
                    <a:lumMod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bg1">
                    <a:lumMod val="50000"/>
                  </a:schemeClr>
                </a:solidFill>
                <a:ea typeface="微软雅黑" panose="020B0503020204020204" pitchFamily="34" charset="-122"/>
                <a:cs typeface="+mn-ea"/>
                <a:sym typeface="+mn-lt"/>
              </a:rPr>
              <a:t>Lorem ipsum dolor sit amet</a:t>
            </a:r>
          </a:p>
        </p:txBody>
      </p:sp>
      <p:sp>
        <p:nvSpPr>
          <p:cNvPr id="29" name="PA_矩形 8"/>
          <p:cNvSpPr/>
          <p:nvPr>
            <p:custDataLst>
              <p:tags r:id="rId5"/>
            </p:custDataLst>
          </p:nvPr>
        </p:nvSpPr>
        <p:spPr>
          <a:xfrm>
            <a:off x="7155963" y="2730439"/>
            <a:ext cx="1639427" cy="369332"/>
          </a:xfrm>
          <a:prstGeom prst="rect">
            <a:avLst/>
          </a:prstGeom>
        </p:spPr>
        <p:txBody>
          <a:bodyPr wrap="square">
            <a:spAutoFit/>
          </a:bodyPr>
          <a:lstStyle/>
          <a:p>
            <a:pPr lvl="0" algn="r"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grpSp>
        <p:nvGrpSpPr>
          <p:cNvPr id="17" name="Group 112"/>
          <p:cNvGrpSpPr/>
          <p:nvPr/>
        </p:nvGrpSpPr>
        <p:grpSpPr>
          <a:xfrm>
            <a:off x="5198445" y="3093905"/>
            <a:ext cx="359779" cy="337063"/>
            <a:chOff x="5368132" y="3540125"/>
            <a:chExt cx="465138" cy="435769"/>
          </a:xfrm>
          <a:solidFill>
            <a:schemeClr val="tx1"/>
          </a:solidFill>
        </p:grpSpPr>
        <p:sp>
          <p:nvSpPr>
            <p:cNvPr id="20"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0"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31" name="AutoShape 112"/>
          <p:cNvSpPr/>
          <p:nvPr/>
        </p:nvSpPr>
        <p:spPr bwMode="auto">
          <a:xfrm>
            <a:off x="3694070" y="3083049"/>
            <a:ext cx="360363" cy="35877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tx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32" name="组合 31"/>
          <p:cNvGrpSpPr/>
          <p:nvPr/>
        </p:nvGrpSpPr>
        <p:grpSpPr>
          <a:xfrm>
            <a:off x="5115401" y="1629820"/>
            <a:ext cx="246811" cy="359779"/>
            <a:chOff x="2528974" y="2863357"/>
            <a:chExt cx="246811" cy="359779"/>
          </a:xfrm>
          <a:solidFill>
            <a:schemeClr val="tx1"/>
          </a:solidFill>
        </p:grpSpPr>
        <p:sp>
          <p:nvSpPr>
            <p:cNvPr id="33"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6"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37" name="组合 36"/>
          <p:cNvGrpSpPr/>
          <p:nvPr/>
        </p:nvGrpSpPr>
        <p:grpSpPr>
          <a:xfrm flipH="1">
            <a:off x="3702958" y="1629820"/>
            <a:ext cx="359165" cy="359165"/>
            <a:chOff x="2473104" y="2145028"/>
            <a:chExt cx="359165" cy="359165"/>
          </a:xfrm>
          <a:solidFill>
            <a:schemeClr val="tx1"/>
          </a:solidFill>
        </p:grpSpPr>
        <p:sp>
          <p:nvSpPr>
            <p:cNvPr id="38"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9"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_矩形 8"/>
          <p:cNvSpPr/>
          <p:nvPr>
            <p:custDataLst>
              <p:tags r:id="rId1"/>
            </p:custDataLst>
          </p:nvPr>
        </p:nvSpPr>
        <p:spPr>
          <a:xfrm>
            <a:off x="691108" y="2112456"/>
            <a:ext cx="3792693" cy="646331"/>
          </a:xfrm>
          <a:prstGeom prst="rect">
            <a:avLst/>
          </a:prstGeom>
        </p:spPr>
        <p:txBody>
          <a:bodyPr wrap="square">
            <a:spAutoFit/>
          </a:bodyPr>
          <a:lstStyle/>
          <a:p>
            <a:pPr defTabSz="685800"/>
            <a:r>
              <a:rPr lang="en-US" altLang="zh-CN" sz="3600" b="1" kern="0">
                <a:solidFill>
                  <a:srgbClr val="4D4D4D"/>
                </a:solidFill>
                <a:latin typeface="+mj-lt"/>
                <a:ea typeface="微软雅黑" panose="020B0503020204020204" pitchFamily="34" charset="-122"/>
              </a:rPr>
              <a:t>Add Your Title</a:t>
            </a:r>
          </a:p>
        </p:txBody>
      </p:sp>
      <p:sp>
        <p:nvSpPr>
          <p:cNvPr id="8" name="矩形 7"/>
          <p:cNvSpPr/>
          <p:nvPr/>
        </p:nvSpPr>
        <p:spPr>
          <a:xfrm>
            <a:off x="691108" y="2708910"/>
            <a:ext cx="5034263" cy="552011"/>
          </a:xfrm>
          <a:prstGeom prst="rect">
            <a:avLst/>
          </a:prstGeom>
        </p:spPr>
        <p:txBody>
          <a:bodyPr wrap="square">
            <a:spAutoFit/>
          </a:bodyPr>
          <a:lstStyle/>
          <a:p>
            <a:pPr defTabSz="914400">
              <a:lnSpc>
                <a:spcPct val="150000"/>
              </a:lnSpc>
              <a:defRPr/>
            </a:pPr>
            <a:r>
              <a:rPr lang="en-US" altLang="zh-CN" sz="1050" kern="0">
                <a:solidFill>
                  <a:schemeClr val="bg1">
                    <a:lumMod val="50000"/>
                    <a:lumOff val="50000"/>
                  </a:schemeClr>
                </a:solidFill>
                <a:cs typeface="Arial" panose="020B0604020202020204" pitchFamily="34" charset="0"/>
              </a:rPr>
              <a:t>Lorem ipsum dolor sit amet, consectetuer adipiscing elit. Aenean commodo ligula eget dolorLorem ipsum dolor sit ametLorem ipsum dolor sit amet, consectetuer adipiscing elit. </a:t>
            </a:r>
          </a:p>
        </p:txBody>
      </p:sp>
      <p:sp>
        <p:nvSpPr>
          <p:cNvPr id="9" name="PA_矩形 8"/>
          <p:cNvSpPr/>
          <p:nvPr>
            <p:custDataLst>
              <p:tags r:id="rId2"/>
            </p:custDataLst>
          </p:nvPr>
        </p:nvSpPr>
        <p:spPr>
          <a:xfrm>
            <a:off x="724358" y="1189126"/>
            <a:ext cx="1004690" cy="923330"/>
          </a:xfrm>
          <a:prstGeom prst="rect">
            <a:avLst/>
          </a:prstGeom>
        </p:spPr>
        <p:txBody>
          <a:bodyPr wrap="square">
            <a:spAutoFit/>
          </a:bodyPr>
          <a:lstStyle/>
          <a:p>
            <a:pPr defTabSz="685800"/>
            <a:r>
              <a:rPr lang="en-US" altLang="zh-CN" sz="5400" b="1" kern="0">
                <a:solidFill>
                  <a:srgbClr val="4D4D4D"/>
                </a:solidFill>
                <a:latin typeface="+mj-lt"/>
                <a:ea typeface="微软雅黑" panose="020B0503020204020204" pitchFamily="34" charset="-122"/>
              </a:rPr>
              <a:t>04</a:t>
            </a:r>
          </a:p>
        </p:txBody>
      </p:sp>
      <p:sp>
        <p:nvSpPr>
          <p:cNvPr id="11" name="矩形: 圆角 10"/>
          <p:cNvSpPr/>
          <p:nvPr/>
        </p:nvSpPr>
        <p:spPr>
          <a:xfrm>
            <a:off x="787586" y="3467057"/>
            <a:ext cx="1176906" cy="215060"/>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a:solidFill>
                  <a:schemeClr val="tx1"/>
                </a:solidFill>
                <a:latin typeface="+mj-lt"/>
              </a:rPr>
              <a:t>PART FOUR</a:t>
            </a:r>
            <a:endParaRPr lang="zh-CN" altLang="en-US" sz="1200">
              <a:solidFill>
                <a:schemeClr val="tx1"/>
              </a:solidFill>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sp>
        <p:nvSpPr>
          <p:cNvPr id="40" name="矩形 39"/>
          <p:cNvSpPr/>
          <p:nvPr/>
        </p:nvSpPr>
        <p:spPr>
          <a:xfrm>
            <a:off x="159796" y="1328874"/>
            <a:ext cx="2107663" cy="287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2395751" y="1328874"/>
            <a:ext cx="2107663" cy="2877365"/>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631705" y="1328874"/>
            <a:ext cx="2107663" cy="2877365"/>
          </a:xfrm>
          <a:prstGeom prst="rect">
            <a:avLst/>
          </a:prstGeom>
          <a:solidFill>
            <a:schemeClr val="accent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6867660" y="1328874"/>
            <a:ext cx="2107663" cy="2877365"/>
          </a:xfrm>
          <a:prstGeom prst="rect">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847867" y="3798899"/>
            <a:ext cx="789740" cy="789740"/>
          </a:xfrm>
          <a:prstGeom prst="ellipse">
            <a:avLst/>
          </a:prstGeom>
          <a:ln>
            <a:solidFill>
              <a:srgbClr val="FEFC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3068023" y="3798899"/>
            <a:ext cx="789740" cy="789740"/>
          </a:xfrm>
          <a:prstGeom prst="ellipse">
            <a:avLst/>
          </a:prstGeom>
          <a:solidFill>
            <a:srgbClr val="5E6067"/>
          </a:solidFill>
          <a:ln>
            <a:solidFill>
              <a:srgbClr val="FEFC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5286239" y="3798899"/>
            <a:ext cx="789740" cy="789740"/>
          </a:xfrm>
          <a:prstGeom prst="ellipse">
            <a:avLst/>
          </a:prstGeom>
          <a:solidFill>
            <a:srgbClr val="92949B"/>
          </a:solidFill>
          <a:ln>
            <a:solidFill>
              <a:srgbClr val="FEFC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7526621" y="3798899"/>
            <a:ext cx="789740" cy="789740"/>
          </a:xfrm>
          <a:prstGeom prst="ellipse">
            <a:avLst/>
          </a:prstGeom>
          <a:solidFill>
            <a:srgbClr val="C8CACD"/>
          </a:solidFill>
          <a:ln>
            <a:solidFill>
              <a:srgbClr val="FEFC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组合 46"/>
          <p:cNvGrpSpPr/>
          <p:nvPr/>
        </p:nvGrpSpPr>
        <p:grpSpPr>
          <a:xfrm>
            <a:off x="75946" y="2153322"/>
            <a:ext cx="2333581" cy="1263177"/>
            <a:chOff x="3405209" y="706884"/>
            <a:chExt cx="2333581" cy="1263177"/>
          </a:xfrm>
        </p:grpSpPr>
        <p:sp>
          <p:nvSpPr>
            <p:cNvPr id="48" name="矩形 47"/>
            <p:cNvSpPr/>
            <p:nvPr/>
          </p:nvSpPr>
          <p:spPr>
            <a:xfrm>
              <a:off x="3562046" y="1068211"/>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49" name="PA_矩形 8"/>
            <p:cNvSpPr/>
            <p:nvPr>
              <p:custDataLst>
                <p:tags r:id="rId5"/>
              </p:custDataLst>
            </p:nvPr>
          </p:nvSpPr>
          <p:spPr>
            <a:xfrm>
              <a:off x="3405209" y="706884"/>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grpSp>
      <p:grpSp>
        <p:nvGrpSpPr>
          <p:cNvPr id="51" name="组合 50"/>
          <p:cNvGrpSpPr/>
          <p:nvPr/>
        </p:nvGrpSpPr>
        <p:grpSpPr>
          <a:xfrm>
            <a:off x="2307007" y="2153322"/>
            <a:ext cx="2333581" cy="1263177"/>
            <a:chOff x="3405209" y="706884"/>
            <a:chExt cx="2333581" cy="1263177"/>
          </a:xfrm>
        </p:grpSpPr>
        <p:sp>
          <p:nvSpPr>
            <p:cNvPr id="52" name="矩形 51"/>
            <p:cNvSpPr/>
            <p:nvPr/>
          </p:nvSpPr>
          <p:spPr>
            <a:xfrm>
              <a:off x="3562046" y="1068211"/>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53" name="PA_矩形 8"/>
            <p:cNvSpPr/>
            <p:nvPr>
              <p:custDataLst>
                <p:tags r:id="rId4"/>
              </p:custDataLst>
            </p:nvPr>
          </p:nvSpPr>
          <p:spPr>
            <a:xfrm>
              <a:off x="3405209" y="706884"/>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grpSp>
      <p:grpSp>
        <p:nvGrpSpPr>
          <p:cNvPr id="54" name="组合 53"/>
          <p:cNvGrpSpPr/>
          <p:nvPr/>
        </p:nvGrpSpPr>
        <p:grpSpPr>
          <a:xfrm>
            <a:off x="4534079" y="2153322"/>
            <a:ext cx="2333581" cy="1263177"/>
            <a:chOff x="3405209" y="706884"/>
            <a:chExt cx="2333581" cy="1263177"/>
          </a:xfrm>
        </p:grpSpPr>
        <p:sp>
          <p:nvSpPr>
            <p:cNvPr id="55" name="矩形 54"/>
            <p:cNvSpPr/>
            <p:nvPr/>
          </p:nvSpPr>
          <p:spPr>
            <a:xfrm>
              <a:off x="3562046" y="1068211"/>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56" name="PA_矩形 8"/>
            <p:cNvSpPr/>
            <p:nvPr>
              <p:custDataLst>
                <p:tags r:id="rId3"/>
              </p:custDataLst>
            </p:nvPr>
          </p:nvSpPr>
          <p:spPr>
            <a:xfrm>
              <a:off x="3405209" y="706884"/>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grpSp>
      <p:grpSp>
        <p:nvGrpSpPr>
          <p:cNvPr id="57" name="组合 56"/>
          <p:cNvGrpSpPr/>
          <p:nvPr/>
        </p:nvGrpSpPr>
        <p:grpSpPr>
          <a:xfrm>
            <a:off x="6734473" y="2153322"/>
            <a:ext cx="2333581" cy="1263177"/>
            <a:chOff x="3405209" y="706884"/>
            <a:chExt cx="2333581" cy="1263177"/>
          </a:xfrm>
        </p:grpSpPr>
        <p:sp>
          <p:nvSpPr>
            <p:cNvPr id="58" name="矩形 57"/>
            <p:cNvSpPr/>
            <p:nvPr/>
          </p:nvSpPr>
          <p:spPr>
            <a:xfrm>
              <a:off x="3562046" y="1068211"/>
              <a:ext cx="2037272" cy="901850"/>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59" name="PA_矩形 8"/>
            <p:cNvSpPr/>
            <p:nvPr>
              <p:custDataLst>
                <p:tags r:id="rId2"/>
              </p:custDataLst>
            </p:nvPr>
          </p:nvSpPr>
          <p:spPr>
            <a:xfrm>
              <a:off x="3405209" y="706884"/>
              <a:ext cx="2333581" cy="369332"/>
            </a:xfrm>
            <a:prstGeom prst="rect">
              <a:avLst/>
            </a:prstGeom>
          </p:spPr>
          <p:txBody>
            <a:bodyPr wrap="square">
              <a:spAutoFit/>
            </a:bodyPr>
            <a:lstStyle/>
            <a:p>
              <a:pPr lvl="0" algn="ctr" defTabSz="685800">
                <a:defRPr/>
              </a:pPr>
              <a:r>
                <a:rPr lang="en-US" altLang="zh-CN" kern="0">
                  <a:latin typeface="+mj-lt"/>
                  <a:ea typeface="微软雅黑" panose="020B0503020204020204" pitchFamily="34" charset="-122"/>
                </a:rPr>
                <a:t>Your Title</a:t>
              </a:r>
            </a:p>
          </p:txBody>
        </p:sp>
      </p:grpSp>
      <p:grpSp>
        <p:nvGrpSpPr>
          <p:cNvPr id="60" name="Group 112"/>
          <p:cNvGrpSpPr/>
          <p:nvPr/>
        </p:nvGrpSpPr>
        <p:grpSpPr>
          <a:xfrm>
            <a:off x="7730056" y="4025238"/>
            <a:ext cx="359779" cy="337063"/>
            <a:chOff x="5368132" y="3540125"/>
            <a:chExt cx="465138" cy="435769"/>
          </a:xfrm>
          <a:solidFill>
            <a:schemeClr val="tx1"/>
          </a:solidFill>
        </p:grpSpPr>
        <p:sp>
          <p:nvSpPr>
            <p:cNvPr id="61"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2"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63" name="AutoShape 112"/>
          <p:cNvSpPr/>
          <p:nvPr/>
        </p:nvSpPr>
        <p:spPr bwMode="auto">
          <a:xfrm>
            <a:off x="5504576" y="4014382"/>
            <a:ext cx="360363" cy="35877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tx1"/>
          </a:solid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64" name="组合 63"/>
          <p:cNvGrpSpPr/>
          <p:nvPr/>
        </p:nvGrpSpPr>
        <p:grpSpPr>
          <a:xfrm>
            <a:off x="3328405" y="4013880"/>
            <a:ext cx="246811" cy="359779"/>
            <a:chOff x="2528974" y="2863357"/>
            <a:chExt cx="246811" cy="359779"/>
          </a:xfrm>
          <a:solidFill>
            <a:schemeClr val="tx1"/>
          </a:solidFill>
        </p:grpSpPr>
        <p:sp>
          <p:nvSpPr>
            <p:cNvPr id="65"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6"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67" name="组合 66"/>
          <p:cNvGrpSpPr/>
          <p:nvPr/>
        </p:nvGrpSpPr>
        <p:grpSpPr>
          <a:xfrm flipH="1">
            <a:off x="1063153" y="4014187"/>
            <a:ext cx="359165" cy="359165"/>
            <a:chOff x="2473104" y="2145028"/>
            <a:chExt cx="359165" cy="359165"/>
          </a:xfrm>
          <a:solidFill>
            <a:schemeClr val="tx1"/>
          </a:solidFill>
        </p:grpSpPr>
        <p:sp>
          <p:nvSpPr>
            <p:cNvPr id="68"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69"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dirty="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pic>
        <p:nvPicPr>
          <p:cNvPr id="7" name="图片占位符 6"/>
          <p:cNvPicPr>
            <a:picLocks noGrp="1" noChangeAspect="1"/>
          </p:cNvPicPr>
          <p:nvPr>
            <p:ph type="pic" sz="quarter" idx="14"/>
          </p:nvPr>
        </p:nvPicPr>
        <p:blipFill>
          <a:blip r:embed="rId6" cstate="print">
            <a:extLst>
              <a:ext uri="{28A0092B-C50C-407E-A947-70E740481C1C}">
                <a14:useLocalDpi xmlns:a14="http://schemas.microsoft.com/office/drawing/2010/main" val="0"/>
              </a:ext>
            </a:extLst>
          </a:blip>
          <a:srcRect t="5663" b="5663"/>
          <a:stretch>
            <a:fillRect/>
          </a:stretch>
        </p:blipFill>
        <p:spPr/>
      </p:pic>
      <p:pic>
        <p:nvPicPr>
          <p:cNvPr id="9" name="图片占位符 8"/>
          <p:cNvPicPr>
            <a:picLocks noGrp="1" noChangeAspect="1"/>
          </p:cNvPicPr>
          <p:nvPr>
            <p:ph type="pic" sz="quarter" idx="16"/>
          </p:nvPr>
        </p:nvPicPr>
        <p:blipFill>
          <a:blip r:embed="rId7" cstate="print">
            <a:extLst>
              <a:ext uri="{28A0092B-C50C-407E-A947-70E740481C1C}">
                <a14:useLocalDpi xmlns:a14="http://schemas.microsoft.com/office/drawing/2010/main" val="0"/>
              </a:ext>
            </a:extLst>
          </a:blip>
          <a:srcRect t="26367" b="26367"/>
          <a:stretch>
            <a:fillRect/>
          </a:stretch>
        </p:blipFill>
        <p:spPr/>
      </p:pic>
      <p:sp>
        <p:nvSpPr>
          <p:cNvPr id="30" name="矩形 29"/>
          <p:cNvSpPr/>
          <p:nvPr/>
        </p:nvSpPr>
        <p:spPr>
          <a:xfrm>
            <a:off x="3364571" y="1951889"/>
            <a:ext cx="2411215" cy="694101"/>
          </a:xfrm>
          <a:prstGeom prst="rect">
            <a:avLst/>
          </a:prstGeom>
        </p:spPr>
        <p:txBody>
          <a:bodyPr wrap="square">
            <a:spAutoFit/>
          </a:bodyPr>
          <a:lstStyle/>
          <a:p>
            <a:pPr algn="ctr" defTabSz="685800">
              <a:lnSpc>
                <a:spcPct val="150000"/>
              </a:lnSpc>
              <a:buClr>
                <a:srgbClr val="E7E6E6">
                  <a:lumMod val="10000"/>
                </a:srgbClr>
              </a:buClr>
              <a:defRPr/>
            </a:pPr>
            <a:r>
              <a:rPr kumimoji="0" lang="en-US" altLang="zh-CN" sz="900" b="0" i="0" u="none" strike="noStrike" kern="1200" cap="none" spc="0" normalizeH="0" baseline="0" noProof="0" dirty="0">
                <a:ln>
                  <a:noFill/>
                </a:ln>
                <a:effectLst/>
                <a:uLnTx/>
                <a:uFillTx/>
                <a:latin typeface="Calibri Light"/>
                <a:ea typeface="微软雅黑" panose="020B0503020204020204" pitchFamily="34" charset="-122"/>
                <a:cs typeface="+mn-ea"/>
                <a:sym typeface="+mn-lt"/>
              </a:rPr>
              <a:t>Lorem ipsum dolor sit </a:t>
            </a:r>
            <a:r>
              <a:rPr kumimoji="0" lang="en-US" altLang="zh-CN" sz="900" b="0" i="0" u="none" strike="noStrike" kern="1200" cap="none" spc="0" normalizeH="0" baseline="0" noProof="0" dirty="0" err="1">
                <a:ln>
                  <a:noFill/>
                </a:ln>
                <a:effectLst/>
                <a:uLnTx/>
                <a:uFillTx/>
                <a:latin typeface="Calibri Light"/>
                <a:ea typeface="微软雅黑" panose="020B0503020204020204" pitchFamily="34" charset="-122"/>
                <a:cs typeface="+mn-ea"/>
                <a:sym typeface="+mn-lt"/>
              </a:rPr>
              <a:t>amet</a:t>
            </a:r>
            <a:r>
              <a:rPr kumimoji="0" lang="en-US" altLang="zh-CN" sz="900" b="0" i="0" u="none" strike="noStrike" kern="1200" cap="none" spc="0" normalizeH="0" baseline="0" noProof="0" dirty="0">
                <a:ln>
                  <a:noFill/>
                </a:ln>
                <a:effectLst/>
                <a:uLnTx/>
                <a:uFillTx/>
                <a:latin typeface="Calibri Light"/>
                <a:ea typeface="微软雅黑" panose="020B0503020204020204" pitchFamily="34" charset="-122"/>
                <a:cs typeface="+mn-ea"/>
                <a:sym typeface="+mn-lt"/>
              </a:rPr>
              <a:t>, </a:t>
            </a:r>
            <a:r>
              <a:rPr kumimoji="0" lang="en-US" altLang="zh-CN" sz="900" b="0" i="0" u="none" strike="noStrike" kern="1200" cap="none" spc="0" normalizeH="0" baseline="0" noProof="0" dirty="0" err="1">
                <a:ln>
                  <a:noFill/>
                </a:ln>
                <a:effectLst/>
                <a:uLnTx/>
                <a:uFillTx/>
                <a:latin typeface="Calibri Light"/>
                <a:ea typeface="微软雅黑" panose="020B0503020204020204" pitchFamily="34" charset="-122"/>
                <a:cs typeface="+mn-ea"/>
                <a:sym typeface="+mn-lt"/>
              </a:rPr>
              <a:t>consectetuer</a:t>
            </a:r>
            <a:r>
              <a:rPr kumimoji="0" lang="en-US" altLang="zh-CN" sz="900" b="0" i="0" u="none" strike="noStrike" kern="1200" cap="none" spc="0" normalizeH="0" baseline="0" noProof="0" dirty="0">
                <a:ln>
                  <a:noFill/>
                </a:ln>
                <a:effectLst/>
                <a:uLnTx/>
                <a:uFillTx/>
                <a:latin typeface="Calibri Light"/>
                <a:ea typeface="微软雅黑" panose="020B0503020204020204" pitchFamily="34" charset="-122"/>
                <a:cs typeface="+mn-ea"/>
                <a:sym typeface="+mn-lt"/>
              </a:rPr>
              <a:t> </a:t>
            </a:r>
            <a:r>
              <a:rPr kumimoji="0" lang="en-US" altLang="zh-CN" sz="900" b="0" i="0" u="none" strike="noStrike" kern="1200" cap="none" spc="0" normalizeH="0" baseline="0" noProof="0" dirty="0" err="1">
                <a:ln>
                  <a:noFill/>
                </a:ln>
                <a:effectLst/>
                <a:uLnTx/>
                <a:uFillTx/>
                <a:latin typeface="Calibri Light"/>
                <a:ea typeface="微软雅黑" panose="020B0503020204020204" pitchFamily="34" charset="-122"/>
                <a:cs typeface="+mn-ea"/>
                <a:sym typeface="+mn-lt"/>
              </a:rPr>
              <a:t>adipiscing</a:t>
            </a:r>
            <a:r>
              <a:rPr kumimoji="0" lang="en-US" altLang="zh-CN" sz="900" b="0" i="0" u="none" strike="noStrike" kern="1200" cap="none" spc="0" normalizeH="0" baseline="0" noProof="0" dirty="0">
                <a:ln>
                  <a:noFill/>
                </a:ln>
                <a:effectLst/>
                <a:uLnTx/>
                <a:uFillTx/>
                <a:latin typeface="Calibri Light"/>
                <a:ea typeface="微软雅黑" panose="020B0503020204020204" pitchFamily="34" charset="-122"/>
                <a:cs typeface="+mn-ea"/>
                <a:sym typeface="+mn-lt"/>
              </a:rPr>
              <a:t> </a:t>
            </a:r>
            <a:r>
              <a:rPr kumimoji="0" lang="en-US" altLang="zh-CN" sz="900" b="0" i="0" u="none" strike="noStrike" kern="1200" cap="none" spc="0" normalizeH="0" baseline="0" noProof="0" dirty="0" err="1">
                <a:ln>
                  <a:noFill/>
                </a:ln>
                <a:effectLst/>
                <a:uLnTx/>
                <a:uFillTx/>
                <a:latin typeface="Calibri Light"/>
                <a:ea typeface="微软雅黑" panose="020B0503020204020204" pitchFamily="34" charset="-122"/>
                <a:cs typeface="+mn-ea"/>
                <a:sym typeface="+mn-lt"/>
              </a:rPr>
              <a:t>elit</a:t>
            </a:r>
            <a:r>
              <a:rPr kumimoji="0" lang="en-US" altLang="zh-CN" sz="900" b="0" i="0" u="none" strike="noStrike" kern="1200" cap="none" spc="0" normalizeH="0" baseline="0" noProof="0" dirty="0">
                <a:ln>
                  <a:noFill/>
                </a:ln>
                <a:effectLst/>
                <a:uLnTx/>
                <a:uFillTx/>
                <a:latin typeface="Calibri Light"/>
                <a:ea typeface="微软雅黑" panose="020B0503020204020204" pitchFamily="34" charset="-122"/>
                <a:cs typeface="+mn-ea"/>
                <a:sym typeface="+mn-lt"/>
              </a:rPr>
              <a:t>. </a:t>
            </a:r>
            <a:r>
              <a:rPr kumimoji="0" lang="en-US" altLang="zh-CN" sz="900" b="0" i="0" u="none" strike="noStrike" kern="1200" cap="none" spc="0" normalizeH="0" baseline="0" noProof="0" dirty="0" err="1">
                <a:ln>
                  <a:noFill/>
                </a:ln>
                <a:effectLst/>
                <a:uLnTx/>
                <a:uFillTx/>
                <a:latin typeface="Calibri Light"/>
                <a:ea typeface="微软雅黑" panose="020B0503020204020204" pitchFamily="34" charset="-122"/>
                <a:cs typeface="+mn-ea"/>
                <a:sym typeface="+mn-lt"/>
              </a:rPr>
              <a:t>Aenean</a:t>
            </a:r>
            <a:r>
              <a:rPr kumimoji="0" lang="en-US" altLang="zh-CN" sz="900" b="0" i="0" u="none" strike="noStrike" kern="1200" cap="none" spc="0" normalizeH="0" baseline="0" noProof="0" dirty="0">
                <a:ln>
                  <a:noFill/>
                </a:ln>
                <a:effectLst/>
                <a:uLnTx/>
                <a:uFillTx/>
                <a:latin typeface="Calibri Light"/>
                <a:ea typeface="微软雅黑" panose="020B0503020204020204" pitchFamily="34" charset="-122"/>
                <a:cs typeface="+mn-ea"/>
                <a:sym typeface="+mn-lt"/>
              </a:rPr>
              <a:t> </a:t>
            </a:r>
            <a:r>
              <a:rPr kumimoji="0" lang="en-US" altLang="zh-CN" sz="900" b="0" i="0" u="none" strike="noStrike" kern="1200" cap="none" spc="0" normalizeH="0" baseline="0" noProof="0" dirty="0" err="1">
                <a:ln>
                  <a:noFill/>
                </a:ln>
                <a:effectLst/>
                <a:uLnTx/>
                <a:uFillTx/>
                <a:latin typeface="Calibri Light"/>
                <a:ea typeface="微软雅黑" panose="020B0503020204020204" pitchFamily="34" charset="-122"/>
                <a:cs typeface="+mn-ea"/>
                <a:sym typeface="+mn-lt"/>
              </a:rPr>
              <a:t>commodo</a:t>
            </a:r>
            <a:r>
              <a:rPr kumimoji="0" lang="en-US" altLang="zh-CN" sz="900" b="0" i="0" u="none" strike="noStrike" kern="1200" cap="none" spc="0" normalizeH="0" baseline="0" noProof="0" dirty="0">
                <a:ln>
                  <a:noFill/>
                </a:ln>
                <a:effectLst/>
                <a:uLnTx/>
                <a:uFillTx/>
                <a:latin typeface="Calibri Light"/>
                <a:ea typeface="微软雅黑" panose="020B0503020204020204" pitchFamily="34" charset="-122"/>
                <a:cs typeface="+mn-ea"/>
                <a:sym typeface="+mn-lt"/>
              </a:rPr>
              <a:t> ligula </a:t>
            </a:r>
            <a:r>
              <a:rPr kumimoji="0" lang="en-US" altLang="zh-CN" sz="900" b="0" i="0" u="none" strike="noStrike" kern="1200" cap="none" spc="0" normalizeH="0" baseline="0" noProof="0" dirty="0" err="1">
                <a:ln>
                  <a:noFill/>
                </a:ln>
                <a:effectLst/>
                <a:uLnTx/>
                <a:uFillTx/>
                <a:latin typeface="Calibri Light"/>
                <a:ea typeface="微软雅黑" panose="020B0503020204020204" pitchFamily="34" charset="-122"/>
                <a:cs typeface="+mn-ea"/>
                <a:sym typeface="+mn-lt"/>
              </a:rPr>
              <a:t>eget</a:t>
            </a:r>
            <a:r>
              <a:rPr kumimoji="0" lang="en-US" altLang="zh-CN" sz="900" b="0" i="0" u="none" strike="noStrike" kern="1200" cap="none" spc="0" normalizeH="0" baseline="0" noProof="0" dirty="0">
                <a:ln>
                  <a:noFill/>
                </a:ln>
                <a:effectLst/>
                <a:uLnTx/>
                <a:uFillTx/>
                <a:latin typeface="Calibri Light"/>
                <a:ea typeface="微软雅黑" panose="020B0503020204020204" pitchFamily="34" charset="-122"/>
                <a:cs typeface="+mn-ea"/>
                <a:sym typeface="+mn-lt"/>
              </a:rPr>
              <a:t> dolor. </a:t>
            </a:r>
            <a:r>
              <a:rPr lang="en-US" altLang="zh-CN" sz="900" dirty="0">
                <a:ea typeface="微软雅黑" panose="020B0503020204020204" pitchFamily="34" charset="-122"/>
                <a:cs typeface="+mn-ea"/>
                <a:sym typeface="+mn-lt"/>
              </a:rPr>
              <a:t>Lorem ipsum dolor sit </a:t>
            </a:r>
            <a:r>
              <a:rPr lang="en-US" altLang="zh-CN" sz="900" dirty="0" err="1">
                <a:ea typeface="微软雅黑" panose="020B0503020204020204" pitchFamily="34" charset="-122"/>
                <a:cs typeface="+mn-ea"/>
                <a:sym typeface="+mn-lt"/>
              </a:rPr>
              <a:t>amet</a:t>
            </a:r>
            <a:endParaRPr lang="en-US" altLang="zh-CN" sz="900" dirty="0">
              <a:ea typeface="微软雅黑" panose="020B0503020204020204" pitchFamily="34" charset="-122"/>
              <a:cs typeface="+mn-ea"/>
              <a:sym typeface="+mn-lt"/>
            </a:endParaRPr>
          </a:p>
        </p:txBody>
      </p:sp>
      <p:sp>
        <p:nvSpPr>
          <p:cNvPr id="31" name="PA_矩形 8"/>
          <p:cNvSpPr/>
          <p:nvPr>
            <p:custDataLst>
              <p:tags r:id="rId2"/>
            </p:custDataLst>
          </p:nvPr>
        </p:nvSpPr>
        <p:spPr>
          <a:xfrm>
            <a:off x="3750465" y="1564558"/>
            <a:ext cx="1639427" cy="400110"/>
          </a:xfrm>
          <a:prstGeom prst="rect">
            <a:avLst/>
          </a:prstGeom>
        </p:spPr>
        <p:txBody>
          <a:bodyPr wrap="square">
            <a:spAutoFit/>
          </a:bodyPr>
          <a:lstStyle/>
          <a:p>
            <a:pPr lvl="0" algn="ctr" defTabSz="685800">
              <a:defRPr/>
            </a:pPr>
            <a:r>
              <a:rPr lang="en-US" altLang="zh-CN" sz="2000" b="1" kern="0">
                <a:latin typeface="+mj-lt"/>
                <a:ea typeface="微软雅黑" panose="020B0503020204020204" pitchFamily="34" charset="-122"/>
              </a:rPr>
              <a:t>Your Title</a:t>
            </a:r>
          </a:p>
        </p:txBody>
      </p:sp>
      <p:sp>
        <p:nvSpPr>
          <p:cNvPr id="32" name="椭圆 31"/>
          <p:cNvSpPr/>
          <p:nvPr/>
        </p:nvSpPr>
        <p:spPr>
          <a:xfrm>
            <a:off x="184558" y="3362822"/>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610226" y="3762932"/>
            <a:ext cx="3209015"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solidFill>
                  <a:schemeClr val="accent1">
                    <a:lumMod val="50000"/>
                    <a:lumOff val="50000"/>
                  </a:schemeClr>
                </a:solidFill>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solidFill>
                  <a:schemeClr val="accent1">
                    <a:lumMod val="50000"/>
                    <a:lumOff val="50000"/>
                  </a:schemeClr>
                </a:solidFill>
                <a:ea typeface="微软雅黑" panose="020B0503020204020204" pitchFamily="34" charset="-122"/>
                <a:cs typeface="+mn-ea"/>
                <a:sym typeface="+mn-lt"/>
              </a:rPr>
              <a:t>Lorem ipsum dolor sit ametLorem ipsum dolor sit amet, consectetuer adipiscing elit. </a:t>
            </a:r>
          </a:p>
        </p:txBody>
      </p:sp>
      <p:sp>
        <p:nvSpPr>
          <p:cNvPr id="40" name="PA_矩形 8"/>
          <p:cNvSpPr/>
          <p:nvPr>
            <p:custDataLst>
              <p:tags r:id="rId3"/>
            </p:custDataLst>
          </p:nvPr>
        </p:nvSpPr>
        <p:spPr>
          <a:xfrm>
            <a:off x="610226" y="3375601"/>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sp>
        <p:nvSpPr>
          <p:cNvPr id="41" name="椭圆 40"/>
          <p:cNvSpPr/>
          <p:nvPr/>
        </p:nvSpPr>
        <p:spPr>
          <a:xfrm>
            <a:off x="4805933" y="3344823"/>
            <a:ext cx="425668" cy="425668"/>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5231601" y="3744933"/>
            <a:ext cx="3209015" cy="694101"/>
          </a:xfrm>
          <a:prstGeom prst="rect">
            <a:avLst/>
          </a:prstGeom>
        </p:spPr>
        <p:txBody>
          <a:bodyPr wrap="square">
            <a:spAutoFit/>
          </a:bodyPr>
          <a:lstStyle/>
          <a:p>
            <a:pPr defTabSz="685800">
              <a:lnSpc>
                <a:spcPct val="150000"/>
              </a:lnSpc>
              <a:buClr>
                <a:srgbClr val="E7E6E6">
                  <a:lumMod val="10000"/>
                </a:srgbClr>
              </a:buClr>
              <a:defRPr/>
            </a:pPr>
            <a:r>
              <a:rPr lang="en-US" altLang="zh-CN" sz="900">
                <a:solidFill>
                  <a:schemeClr val="accent1">
                    <a:lumMod val="50000"/>
                    <a:lumOff val="50000"/>
                  </a:schemeClr>
                </a:solidFill>
                <a:ea typeface="微软雅黑" panose="020B0503020204020204" pitchFamily="34" charset="-122"/>
                <a:cs typeface="+mn-ea"/>
                <a:sym typeface="+mn-lt"/>
              </a:rPr>
              <a:t>Lorem ipsum dolor sit amet, consectetuer adipiscing elit. Aenean commodo ligula eget dolor. Lorem ipsum dolor sit ametLorem ipsum dolor sit amet, consectetuer adipiscing elit. </a:t>
            </a:r>
          </a:p>
        </p:txBody>
      </p:sp>
      <p:sp>
        <p:nvSpPr>
          <p:cNvPr id="43" name="PA_矩形 8"/>
          <p:cNvSpPr/>
          <p:nvPr>
            <p:custDataLst>
              <p:tags r:id="rId4"/>
            </p:custDataLst>
          </p:nvPr>
        </p:nvSpPr>
        <p:spPr>
          <a:xfrm>
            <a:off x="5231601" y="3357602"/>
            <a:ext cx="1639427" cy="369332"/>
          </a:xfrm>
          <a:prstGeom prst="rect">
            <a:avLst/>
          </a:prstGeom>
        </p:spPr>
        <p:txBody>
          <a:bodyPr wrap="square">
            <a:spAutoFit/>
          </a:bodyPr>
          <a:lstStyle/>
          <a:p>
            <a:pPr lvl="0" defTabSz="685800">
              <a:defRPr/>
            </a:pPr>
            <a:r>
              <a:rPr lang="en-US" altLang="zh-CN" b="1" kern="0">
                <a:solidFill>
                  <a:schemeClr val="accent1">
                    <a:lumMod val="75000"/>
                    <a:lumOff val="25000"/>
                  </a:schemeClr>
                </a:solidFill>
                <a:latin typeface="+mj-lt"/>
                <a:ea typeface="微软雅黑" panose="020B0503020204020204" pitchFamily="34" charset="-122"/>
              </a:rPr>
              <a:t>Your Title</a:t>
            </a:r>
          </a:p>
        </p:txBody>
      </p:sp>
      <p:grpSp>
        <p:nvGrpSpPr>
          <p:cNvPr id="44" name="Group 112"/>
          <p:cNvGrpSpPr/>
          <p:nvPr/>
        </p:nvGrpSpPr>
        <p:grpSpPr>
          <a:xfrm>
            <a:off x="4915012" y="3469655"/>
            <a:ext cx="207510" cy="194408"/>
            <a:chOff x="5368132" y="3540125"/>
            <a:chExt cx="465138" cy="435769"/>
          </a:xfrm>
          <a:solidFill>
            <a:schemeClr val="tx1"/>
          </a:solidFill>
        </p:grpSpPr>
        <p:sp>
          <p:nvSpPr>
            <p:cNvPr id="45"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6"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7" name="Group 124"/>
          <p:cNvGrpSpPr/>
          <p:nvPr/>
        </p:nvGrpSpPr>
        <p:grpSpPr>
          <a:xfrm>
            <a:off x="293637" y="3472978"/>
            <a:ext cx="207510" cy="174577"/>
            <a:chOff x="5368132" y="2625725"/>
            <a:chExt cx="465138" cy="391319"/>
          </a:xfrm>
          <a:solidFill>
            <a:schemeClr val="tx1"/>
          </a:solidFill>
        </p:grpSpPr>
        <p:sp>
          <p:nvSpPr>
            <p:cNvPr id="48"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9"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51"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A_矩形 8"/>
          <p:cNvSpPr/>
          <p:nvPr>
            <p:custDataLst>
              <p:tags r:id="rId1"/>
            </p:custDataLst>
          </p:nvPr>
        </p:nvSpPr>
        <p:spPr>
          <a:xfrm>
            <a:off x="26105" y="60924"/>
            <a:ext cx="3792693" cy="400110"/>
          </a:xfrm>
          <a:prstGeom prst="rect">
            <a:avLst/>
          </a:prstGeom>
        </p:spPr>
        <p:txBody>
          <a:bodyPr wrap="square">
            <a:spAutoFit/>
          </a:bodyPr>
          <a:lstStyle/>
          <a:p>
            <a:pPr defTabSz="685800"/>
            <a:r>
              <a:rPr lang="en-US" altLang="zh-CN" sz="2000" b="1" kern="0">
                <a:solidFill>
                  <a:srgbClr val="4D4D4D"/>
                </a:solidFill>
                <a:latin typeface="+mj-lt"/>
                <a:ea typeface="微软雅黑" panose="020B0503020204020204" pitchFamily="34" charset="-122"/>
              </a:rPr>
              <a:t>Add Your Title</a:t>
            </a:r>
          </a:p>
        </p:txBody>
      </p:sp>
      <p:sp>
        <p:nvSpPr>
          <p:cNvPr id="35" name="矩形 34"/>
          <p:cNvSpPr/>
          <p:nvPr/>
        </p:nvSpPr>
        <p:spPr>
          <a:xfrm>
            <a:off x="26105" y="413134"/>
            <a:ext cx="3285757" cy="253916"/>
          </a:xfrm>
          <a:prstGeom prst="rect">
            <a:avLst/>
          </a:prstGeom>
        </p:spPr>
        <p:txBody>
          <a:bodyPr wrap="square">
            <a:spAutoFit/>
          </a:bodyPr>
          <a:lstStyle/>
          <a:p>
            <a:pPr defTabSz="914400">
              <a:defRPr/>
            </a:pPr>
            <a:r>
              <a:rPr lang="en-US" altLang="zh-CN" sz="1050" kern="0">
                <a:solidFill>
                  <a:schemeClr val="bg1">
                    <a:lumMod val="50000"/>
                    <a:lumOff val="50000"/>
                  </a:schemeClr>
                </a:solidFill>
                <a:cs typeface="Arial" panose="020B0604020202020204" pitchFamily="34" charset="0"/>
              </a:rPr>
              <a:t>Lorem ipsum dolor sit amet, consectetuer adipiscing elit. </a:t>
            </a:r>
          </a:p>
        </p:txBody>
      </p:sp>
      <p:sp>
        <p:nvSpPr>
          <p:cNvPr id="2" name="矩形 1"/>
          <p:cNvSpPr/>
          <p:nvPr/>
        </p:nvSpPr>
        <p:spPr>
          <a:xfrm>
            <a:off x="972591" y="1255222"/>
            <a:ext cx="3549535" cy="1479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972590" y="2847431"/>
            <a:ext cx="3549535" cy="1479665"/>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4613565" y="1255222"/>
            <a:ext cx="3549535" cy="1479665"/>
          </a:xfrm>
          <a:prstGeom prst="rect">
            <a:avLst/>
          </a:prstGeom>
          <a:solidFill>
            <a:schemeClr val="accent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4613564" y="2847431"/>
            <a:ext cx="3549535" cy="1479665"/>
          </a:xfrm>
          <a:prstGeom prst="rect">
            <a:avLst/>
          </a:prstGeom>
          <a:solidFill>
            <a:schemeClr val="accent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1202866" y="1832311"/>
            <a:ext cx="2970123"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50" name="PA_矩形 8"/>
          <p:cNvSpPr/>
          <p:nvPr>
            <p:custDataLst>
              <p:tags r:id="rId2"/>
            </p:custDataLst>
          </p:nvPr>
        </p:nvSpPr>
        <p:spPr>
          <a:xfrm>
            <a:off x="1202866" y="1490318"/>
            <a:ext cx="1639427" cy="369332"/>
          </a:xfrm>
          <a:prstGeom prst="rect">
            <a:avLst/>
          </a:prstGeom>
        </p:spPr>
        <p:txBody>
          <a:bodyPr wrap="square">
            <a:spAutoFit/>
          </a:bodyPr>
          <a:lstStyle/>
          <a:p>
            <a:pPr lvl="0" defTabSz="685800">
              <a:defRPr/>
            </a:pPr>
            <a:r>
              <a:rPr lang="en-US" altLang="zh-CN" b="1" kern="0">
                <a:latin typeface="+mj-lt"/>
                <a:ea typeface="微软雅黑" panose="020B0503020204020204" pitchFamily="34" charset="-122"/>
              </a:rPr>
              <a:t>Your Title</a:t>
            </a:r>
          </a:p>
        </p:txBody>
      </p:sp>
      <p:sp>
        <p:nvSpPr>
          <p:cNvPr id="70" name="矩形 69"/>
          <p:cNvSpPr/>
          <p:nvPr/>
        </p:nvSpPr>
        <p:spPr>
          <a:xfrm>
            <a:off x="1202866" y="3351504"/>
            <a:ext cx="2970123" cy="694101"/>
          </a:xfrm>
          <a:prstGeom prst="rect">
            <a:avLst/>
          </a:prstGeom>
        </p:spPr>
        <p:txBody>
          <a:bodyPr wrap="square">
            <a:spAutoFit/>
          </a:bodyPr>
          <a:lstStyle/>
          <a:p>
            <a:pP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71" name="PA_矩形 8"/>
          <p:cNvSpPr/>
          <p:nvPr>
            <p:custDataLst>
              <p:tags r:id="rId3"/>
            </p:custDataLst>
          </p:nvPr>
        </p:nvSpPr>
        <p:spPr>
          <a:xfrm>
            <a:off x="1202866" y="3009511"/>
            <a:ext cx="1639427" cy="369332"/>
          </a:xfrm>
          <a:prstGeom prst="rect">
            <a:avLst/>
          </a:prstGeom>
        </p:spPr>
        <p:txBody>
          <a:bodyPr wrap="square">
            <a:spAutoFit/>
          </a:bodyPr>
          <a:lstStyle/>
          <a:p>
            <a:pPr lvl="0" defTabSz="685800">
              <a:defRPr/>
            </a:pPr>
            <a:r>
              <a:rPr lang="en-US" altLang="zh-CN" b="1" kern="0">
                <a:latin typeface="+mj-lt"/>
                <a:ea typeface="微软雅黑" panose="020B0503020204020204" pitchFamily="34" charset="-122"/>
              </a:rPr>
              <a:t>Your Title</a:t>
            </a:r>
          </a:p>
        </p:txBody>
      </p:sp>
      <p:sp>
        <p:nvSpPr>
          <p:cNvPr id="72" name="矩形 71"/>
          <p:cNvSpPr/>
          <p:nvPr/>
        </p:nvSpPr>
        <p:spPr>
          <a:xfrm>
            <a:off x="4818902" y="1832311"/>
            <a:ext cx="2970123" cy="694101"/>
          </a:xfrm>
          <a:prstGeom prst="rect">
            <a:avLst/>
          </a:prstGeom>
        </p:spPr>
        <p:txBody>
          <a:bodyPr wrap="square">
            <a:spAutoFit/>
          </a:bodyPr>
          <a:lstStyle/>
          <a:p>
            <a:pPr algn="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73" name="PA_矩形 8"/>
          <p:cNvSpPr/>
          <p:nvPr>
            <p:custDataLst>
              <p:tags r:id="rId4"/>
            </p:custDataLst>
          </p:nvPr>
        </p:nvSpPr>
        <p:spPr>
          <a:xfrm>
            <a:off x="6149598" y="1490318"/>
            <a:ext cx="1639427" cy="369332"/>
          </a:xfrm>
          <a:prstGeom prst="rect">
            <a:avLst/>
          </a:prstGeom>
        </p:spPr>
        <p:txBody>
          <a:bodyPr wrap="square">
            <a:spAutoFit/>
          </a:bodyPr>
          <a:lstStyle/>
          <a:p>
            <a:pPr lvl="0" algn="r" defTabSz="685800">
              <a:defRPr/>
            </a:pPr>
            <a:r>
              <a:rPr lang="en-US" altLang="zh-CN" b="1" kern="0">
                <a:latin typeface="+mj-lt"/>
                <a:ea typeface="微软雅黑" panose="020B0503020204020204" pitchFamily="34" charset="-122"/>
              </a:rPr>
              <a:t>Your Title</a:t>
            </a:r>
          </a:p>
        </p:txBody>
      </p:sp>
      <p:sp>
        <p:nvSpPr>
          <p:cNvPr id="74" name="矩形 73"/>
          <p:cNvSpPr/>
          <p:nvPr/>
        </p:nvSpPr>
        <p:spPr>
          <a:xfrm>
            <a:off x="4818902" y="3351504"/>
            <a:ext cx="2970123" cy="694101"/>
          </a:xfrm>
          <a:prstGeom prst="rect">
            <a:avLst/>
          </a:prstGeom>
        </p:spPr>
        <p:txBody>
          <a:bodyPr wrap="square">
            <a:spAutoFit/>
          </a:bodyPr>
          <a:lstStyle/>
          <a:p>
            <a:pPr algn="r" defTabSz="685800">
              <a:lnSpc>
                <a:spcPct val="150000"/>
              </a:lnSpc>
              <a:buClr>
                <a:srgbClr val="E7E6E6">
                  <a:lumMod val="10000"/>
                </a:srgbClr>
              </a:buClr>
              <a:defRPr/>
            </a:pPr>
            <a:r>
              <a:rPr kumimoji="0" lang="en-US" altLang="zh-CN" sz="900" b="0" i="0" u="none" strike="noStrike" kern="1200" cap="none" spc="0" normalizeH="0" baseline="0" noProof="0" err="1">
                <a:ln>
                  <a:noFill/>
                </a:ln>
                <a:effectLst/>
                <a:uLnTx/>
                <a:uFillTx/>
                <a:latin typeface="Calibri Light"/>
                <a:ea typeface="微软雅黑" panose="020B0503020204020204" pitchFamily="34" charset="-122"/>
                <a:cs typeface="+mn-ea"/>
                <a:sym typeface="+mn-lt"/>
              </a:rPr>
              <a:t>Lorem ipsum dolor sit amet, consectetuer adipiscing elit. Aenean commodo ligula eget dolor. </a:t>
            </a:r>
            <a:r>
              <a:rPr lang="en-US" altLang="zh-CN" sz="900">
                <a:ea typeface="微软雅黑" panose="020B0503020204020204" pitchFamily="34" charset="-122"/>
                <a:cs typeface="+mn-ea"/>
                <a:sym typeface="+mn-lt"/>
              </a:rPr>
              <a:t>Lorem ipsum dolor sit amet</a:t>
            </a:r>
          </a:p>
        </p:txBody>
      </p:sp>
      <p:sp>
        <p:nvSpPr>
          <p:cNvPr id="75" name="PA_矩形 8"/>
          <p:cNvSpPr/>
          <p:nvPr>
            <p:custDataLst>
              <p:tags r:id="rId5"/>
            </p:custDataLst>
          </p:nvPr>
        </p:nvSpPr>
        <p:spPr>
          <a:xfrm>
            <a:off x="6149598" y="3009511"/>
            <a:ext cx="1639427" cy="369332"/>
          </a:xfrm>
          <a:prstGeom prst="rect">
            <a:avLst/>
          </a:prstGeom>
        </p:spPr>
        <p:txBody>
          <a:bodyPr wrap="square">
            <a:spAutoFit/>
          </a:bodyPr>
          <a:lstStyle/>
          <a:p>
            <a:pPr lvl="0" algn="r" defTabSz="685800">
              <a:defRPr/>
            </a:pPr>
            <a:r>
              <a:rPr lang="en-US" altLang="zh-CN" b="1" kern="0">
                <a:latin typeface="+mj-lt"/>
                <a:ea typeface="微软雅黑" panose="020B0503020204020204" pitchFamily="34" charset="-122"/>
              </a:rPr>
              <a:t>Your Title</a:t>
            </a:r>
          </a:p>
        </p:txBody>
      </p:sp>
      <p:sp>
        <p:nvSpPr>
          <p:cNvPr id="3" name="矩形 2"/>
          <p:cNvSpPr/>
          <p:nvPr/>
        </p:nvSpPr>
        <p:spPr>
          <a:xfrm>
            <a:off x="4185419" y="2401339"/>
            <a:ext cx="340822" cy="340822"/>
          </a:xfrm>
          <a:prstGeom prst="rect">
            <a:avLst/>
          </a:prstGeom>
          <a:solidFill>
            <a:schemeClr val="bg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a:off x="4609450" y="2406652"/>
            <a:ext cx="340822" cy="340822"/>
          </a:xfrm>
          <a:prstGeom prst="rect">
            <a:avLst/>
          </a:prstGeom>
          <a:solidFill>
            <a:schemeClr val="bg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4181303" y="2842118"/>
            <a:ext cx="340822" cy="340822"/>
          </a:xfrm>
          <a:prstGeom prst="rect">
            <a:avLst/>
          </a:prstGeom>
          <a:solidFill>
            <a:schemeClr val="bg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4605334" y="2847431"/>
            <a:ext cx="340822" cy="340822"/>
          </a:xfrm>
          <a:prstGeom prst="rect">
            <a:avLst/>
          </a:prstGeom>
          <a:solidFill>
            <a:schemeClr val="bg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PA_矩形 8"/>
          <p:cNvSpPr/>
          <p:nvPr>
            <p:custDataLst>
              <p:tags r:id="rId6"/>
            </p:custDataLst>
          </p:nvPr>
        </p:nvSpPr>
        <p:spPr>
          <a:xfrm>
            <a:off x="4121909" y="2404125"/>
            <a:ext cx="512833" cy="338554"/>
          </a:xfrm>
          <a:prstGeom prst="rect">
            <a:avLst/>
          </a:prstGeom>
        </p:spPr>
        <p:txBody>
          <a:bodyPr wrap="square">
            <a:spAutoFit/>
          </a:bodyPr>
          <a:lstStyle/>
          <a:p>
            <a:pPr lvl="0" algn="ctr" defTabSz="685800">
              <a:defRPr/>
            </a:pPr>
            <a:r>
              <a:rPr lang="en-US" altLang="zh-CN" sz="1600" b="1" kern="0">
                <a:solidFill>
                  <a:srgbClr val="2C2D30"/>
                </a:solidFill>
                <a:latin typeface="+mj-lt"/>
                <a:ea typeface="微软雅黑" panose="020B0503020204020204" pitchFamily="34" charset="-122"/>
              </a:rPr>
              <a:t>01</a:t>
            </a:r>
          </a:p>
        </p:txBody>
      </p:sp>
      <p:sp>
        <p:nvSpPr>
          <p:cNvPr id="80" name="PA_矩形 8"/>
          <p:cNvSpPr/>
          <p:nvPr>
            <p:custDataLst>
              <p:tags r:id="rId7"/>
            </p:custDataLst>
          </p:nvPr>
        </p:nvSpPr>
        <p:spPr>
          <a:xfrm>
            <a:off x="4524585" y="2396333"/>
            <a:ext cx="512833" cy="338554"/>
          </a:xfrm>
          <a:prstGeom prst="rect">
            <a:avLst/>
          </a:prstGeom>
        </p:spPr>
        <p:txBody>
          <a:bodyPr wrap="square">
            <a:spAutoFit/>
          </a:bodyPr>
          <a:lstStyle/>
          <a:p>
            <a:pPr lvl="0" algn="ctr" defTabSz="685800">
              <a:defRPr/>
            </a:pPr>
            <a:r>
              <a:rPr lang="en-US" altLang="zh-CN" sz="1600" b="1" kern="0">
                <a:solidFill>
                  <a:srgbClr val="92949B"/>
                </a:solidFill>
                <a:latin typeface="+mj-lt"/>
                <a:ea typeface="微软雅黑" panose="020B0503020204020204" pitchFamily="34" charset="-122"/>
              </a:rPr>
              <a:t>02</a:t>
            </a:r>
          </a:p>
        </p:txBody>
      </p:sp>
      <p:sp>
        <p:nvSpPr>
          <p:cNvPr id="81" name="PA_矩形 8"/>
          <p:cNvSpPr/>
          <p:nvPr>
            <p:custDataLst>
              <p:tags r:id="rId8"/>
            </p:custDataLst>
          </p:nvPr>
        </p:nvSpPr>
        <p:spPr>
          <a:xfrm>
            <a:off x="4495984" y="2834326"/>
            <a:ext cx="512833" cy="338554"/>
          </a:xfrm>
          <a:prstGeom prst="rect">
            <a:avLst/>
          </a:prstGeom>
        </p:spPr>
        <p:txBody>
          <a:bodyPr wrap="square">
            <a:spAutoFit/>
          </a:bodyPr>
          <a:lstStyle/>
          <a:p>
            <a:pPr lvl="0" algn="ctr" defTabSz="685800">
              <a:defRPr/>
            </a:pPr>
            <a:r>
              <a:rPr lang="en-US" altLang="zh-CN" sz="1600" b="1" kern="0">
                <a:solidFill>
                  <a:srgbClr val="C8CACD"/>
                </a:solidFill>
                <a:latin typeface="+mj-lt"/>
                <a:ea typeface="微软雅黑" panose="020B0503020204020204" pitchFamily="34" charset="-122"/>
              </a:rPr>
              <a:t>04</a:t>
            </a:r>
          </a:p>
        </p:txBody>
      </p:sp>
      <p:sp>
        <p:nvSpPr>
          <p:cNvPr id="82" name="PA_矩形 8"/>
          <p:cNvSpPr/>
          <p:nvPr>
            <p:custDataLst>
              <p:tags r:id="rId9"/>
            </p:custDataLst>
          </p:nvPr>
        </p:nvSpPr>
        <p:spPr>
          <a:xfrm>
            <a:off x="4108640" y="2829120"/>
            <a:ext cx="512833" cy="338554"/>
          </a:xfrm>
          <a:prstGeom prst="rect">
            <a:avLst/>
          </a:prstGeom>
        </p:spPr>
        <p:txBody>
          <a:bodyPr wrap="square">
            <a:spAutoFit/>
          </a:bodyPr>
          <a:lstStyle/>
          <a:p>
            <a:pPr lvl="0" algn="ctr" defTabSz="685800">
              <a:defRPr/>
            </a:pPr>
            <a:r>
              <a:rPr lang="en-US" altLang="zh-CN" sz="1600" b="1" kern="0">
                <a:solidFill>
                  <a:srgbClr val="5E6067"/>
                </a:solidFill>
                <a:latin typeface="+mj-lt"/>
                <a:ea typeface="微软雅黑" panose="020B0503020204020204" pitchFamily="34" charset="-122"/>
              </a:rPr>
              <a:t>03</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3389024" y="2319843"/>
            <a:ext cx="5016615" cy="486352"/>
          </a:xfrm>
          <a:prstGeom prst="rect">
            <a:avLst/>
          </a:prstGeom>
        </p:spPr>
        <p:txBody>
          <a:bodyPr wrap="square">
            <a:spAutoFit/>
          </a:bodyPr>
          <a:lstStyle/>
          <a:p>
            <a:pPr algn="r" defTabSz="914400">
              <a:lnSpc>
                <a:spcPct val="150000"/>
              </a:lnSpc>
              <a:defRPr/>
            </a:pPr>
            <a:r>
              <a:rPr lang="en-US" altLang="zh-CN" sz="900" kern="0" dirty="0">
                <a:solidFill>
                  <a:schemeClr val="bg1">
                    <a:lumMod val="50000"/>
                  </a:schemeClr>
                </a:solidFill>
                <a:cs typeface="Arial" panose="020B0604020202020204" pitchFamily="34" charset="0"/>
              </a:rPr>
              <a:t>Lorem ipsum dolor sit </a:t>
            </a:r>
            <a:r>
              <a:rPr lang="en-US" altLang="zh-CN" sz="900" kern="0" dirty="0" err="1">
                <a:solidFill>
                  <a:schemeClr val="bg1">
                    <a:lumMod val="50000"/>
                  </a:schemeClr>
                </a:solidFill>
                <a:cs typeface="Arial" panose="020B0604020202020204" pitchFamily="34" charset="0"/>
              </a:rPr>
              <a:t>amet</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consectetuer</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adipiscing</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elit</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Aenean</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commodo</a:t>
            </a:r>
            <a:r>
              <a:rPr lang="en-US" altLang="zh-CN" sz="900" kern="0" dirty="0">
                <a:solidFill>
                  <a:schemeClr val="bg1">
                    <a:lumMod val="50000"/>
                  </a:schemeClr>
                </a:solidFill>
                <a:cs typeface="Arial" panose="020B0604020202020204" pitchFamily="34" charset="0"/>
              </a:rPr>
              <a:t> ligula </a:t>
            </a:r>
            <a:r>
              <a:rPr lang="en-US" altLang="zh-CN" sz="900" kern="0" dirty="0" err="1">
                <a:solidFill>
                  <a:schemeClr val="bg1">
                    <a:lumMod val="50000"/>
                  </a:schemeClr>
                </a:solidFill>
                <a:cs typeface="Arial" panose="020B0604020202020204" pitchFamily="34" charset="0"/>
              </a:rPr>
              <a:t>eget</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dolorLorem</a:t>
            </a:r>
            <a:r>
              <a:rPr lang="en-US" altLang="zh-CN" sz="900" kern="0" dirty="0">
                <a:solidFill>
                  <a:schemeClr val="bg1">
                    <a:lumMod val="50000"/>
                  </a:schemeClr>
                </a:solidFill>
                <a:cs typeface="Arial" panose="020B0604020202020204" pitchFamily="34" charset="0"/>
              </a:rPr>
              <a:t> ipsum dolor sit </a:t>
            </a:r>
            <a:r>
              <a:rPr lang="en-US" altLang="zh-CN" sz="900" kern="0" dirty="0" err="1">
                <a:solidFill>
                  <a:schemeClr val="bg1">
                    <a:lumMod val="50000"/>
                  </a:schemeClr>
                </a:solidFill>
                <a:cs typeface="Arial" panose="020B0604020202020204" pitchFamily="34" charset="0"/>
              </a:rPr>
              <a:t>ametLorem</a:t>
            </a:r>
            <a:r>
              <a:rPr lang="en-US" altLang="zh-CN" sz="900" kern="0" dirty="0">
                <a:solidFill>
                  <a:schemeClr val="bg1">
                    <a:lumMod val="50000"/>
                  </a:schemeClr>
                </a:solidFill>
                <a:cs typeface="Arial" panose="020B0604020202020204" pitchFamily="34" charset="0"/>
              </a:rPr>
              <a:t> ipsum dolor sit </a:t>
            </a:r>
            <a:r>
              <a:rPr lang="en-US" altLang="zh-CN" sz="900" kern="0" dirty="0" err="1">
                <a:solidFill>
                  <a:schemeClr val="bg1">
                    <a:lumMod val="50000"/>
                  </a:schemeClr>
                </a:solidFill>
                <a:cs typeface="Arial" panose="020B0604020202020204" pitchFamily="34" charset="0"/>
              </a:rPr>
              <a:t>amet</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consectetuer</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adipiscing</a:t>
            </a:r>
            <a:r>
              <a:rPr lang="en-US" altLang="zh-CN" sz="900" kern="0" dirty="0">
                <a:solidFill>
                  <a:schemeClr val="bg1">
                    <a:lumMod val="50000"/>
                  </a:schemeClr>
                </a:solidFill>
                <a:cs typeface="Arial" panose="020B0604020202020204" pitchFamily="34" charset="0"/>
              </a:rPr>
              <a:t> </a:t>
            </a:r>
            <a:r>
              <a:rPr lang="en-US" altLang="zh-CN" sz="900" kern="0" dirty="0" err="1">
                <a:solidFill>
                  <a:schemeClr val="bg1">
                    <a:lumMod val="50000"/>
                  </a:schemeClr>
                </a:solidFill>
                <a:cs typeface="Arial" panose="020B0604020202020204" pitchFamily="34" charset="0"/>
              </a:rPr>
              <a:t>elit</a:t>
            </a:r>
            <a:r>
              <a:rPr lang="en-US" altLang="zh-CN" sz="900" kern="0" dirty="0">
                <a:solidFill>
                  <a:schemeClr val="bg1">
                    <a:lumMod val="50000"/>
                  </a:schemeClr>
                </a:solidFill>
                <a:cs typeface="Arial" panose="020B0604020202020204" pitchFamily="34" charset="0"/>
              </a:rPr>
              <a:t>. </a:t>
            </a:r>
          </a:p>
        </p:txBody>
      </p:sp>
      <p:sp>
        <p:nvSpPr>
          <p:cNvPr id="2" name="矩形: 圆角 1"/>
          <p:cNvSpPr/>
          <p:nvPr/>
        </p:nvSpPr>
        <p:spPr>
          <a:xfrm>
            <a:off x="7250333" y="2915454"/>
            <a:ext cx="1069766" cy="266552"/>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mj-lt"/>
              </a:rPr>
              <a:t>第一</a:t>
            </a:r>
            <a:r>
              <a:rPr lang="en-US" altLang="zh-CN" sz="1200" dirty="0">
                <a:solidFill>
                  <a:schemeClr val="tx1"/>
                </a:solidFill>
                <a:latin typeface="+mj-lt"/>
              </a:rPr>
              <a:t>PPT</a:t>
            </a:r>
            <a:endParaRPr lang="zh-CN" altLang="en-US" sz="1200" dirty="0">
              <a:solidFill>
                <a:schemeClr val="tx1"/>
              </a:solidFill>
              <a:latin typeface="+mj-lt"/>
            </a:endParaRPr>
          </a:p>
        </p:txBody>
      </p:sp>
      <p:sp>
        <p:nvSpPr>
          <p:cNvPr id="14" name="PA_矩形 8"/>
          <p:cNvSpPr/>
          <p:nvPr>
            <p:custDataLst>
              <p:tags r:id="rId1"/>
            </p:custDataLst>
          </p:nvPr>
        </p:nvSpPr>
        <p:spPr>
          <a:xfrm>
            <a:off x="4019504" y="1570732"/>
            <a:ext cx="4386135" cy="769441"/>
          </a:xfrm>
          <a:prstGeom prst="rect">
            <a:avLst/>
          </a:prstGeom>
        </p:spPr>
        <p:txBody>
          <a:bodyPr wrap="square">
            <a:spAutoFit/>
          </a:bodyPr>
          <a:lstStyle/>
          <a:p>
            <a:pPr lvl="0" algn="r" defTabSz="685800">
              <a:defRPr/>
            </a:pPr>
            <a:r>
              <a:rPr lang="en-US" altLang="zh-CN" sz="4400" b="1" kern="0" dirty="0">
                <a:solidFill>
                  <a:srgbClr val="4D4D4D"/>
                </a:solidFill>
                <a:latin typeface="+mj-lt"/>
                <a:ea typeface="微软雅黑" panose="020B0503020204020204" pitchFamily="34" charset="-122"/>
              </a:rPr>
              <a:t>THANK YOU </a:t>
            </a:r>
          </a:p>
        </p:txBody>
      </p:sp>
      <p:sp>
        <p:nvSpPr>
          <p:cNvPr id="5" name="TextBox 4">
            <a:extLst>
              <a:ext uri="{FF2B5EF4-FFF2-40B4-BE49-F238E27FC236}">
                <a16:creationId xmlns:a16="http://schemas.microsoft.com/office/drawing/2014/main" id="{52C66601-4E0D-46EF-B2FD-DF1D216321D2}"/>
              </a:ext>
            </a:extLst>
          </p:cNvPr>
          <p:cNvSpPr txBox="1"/>
          <p:nvPr/>
        </p:nvSpPr>
        <p:spPr>
          <a:xfrm>
            <a:off x="0" y="5"/>
            <a:ext cx="453650" cy="999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50000"/>
            <a:lumOff val="50000"/>
          </a:schemeClr>
        </a:solidFill>
        <a:effectLst/>
      </p:bgPr>
    </p:bg>
    <p:spTree>
      <p:nvGrpSpPr>
        <p:cNvPr id="1" name=""/>
        <p:cNvGrpSpPr/>
        <p:nvPr/>
      </p:nvGrpSpPr>
      <p:grpSpPr>
        <a:xfrm>
          <a:off x="0" y="0"/>
          <a:ext cx="0" cy="0"/>
          <a:chOff x="0" y="0"/>
          <a:chExt cx="0" cy="0"/>
        </a:xfrm>
      </p:grpSpPr>
      <p:sp>
        <p:nvSpPr>
          <p:cNvPr id="57" name="AutoShape 4"/>
          <p:cNvSpPr/>
          <p:nvPr/>
        </p:nvSpPr>
        <p:spPr bwMode="auto">
          <a:xfrm>
            <a:off x="8280400" y="3589338"/>
            <a:ext cx="347663" cy="3492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nvGrpSpPr>
          <p:cNvPr id="58" name="组合 57"/>
          <p:cNvGrpSpPr/>
          <p:nvPr/>
        </p:nvGrpSpPr>
        <p:grpSpPr>
          <a:xfrm>
            <a:off x="7580758" y="3616325"/>
            <a:ext cx="358775" cy="292100"/>
            <a:chOff x="7550150" y="3613150"/>
            <a:chExt cx="358775" cy="292100"/>
          </a:xfrm>
          <a:solidFill>
            <a:schemeClr val="tx1"/>
          </a:solidFill>
        </p:grpSpPr>
        <p:sp>
          <p:nvSpPr>
            <p:cNvPr id="59" name="AutoShape 5"/>
            <p:cNvSpPr/>
            <p:nvPr/>
          </p:nvSpPr>
          <p:spPr bwMode="auto">
            <a:xfrm>
              <a:off x="7796213" y="3702050"/>
              <a:ext cx="68262" cy="904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999" y="18900"/>
                  </a:moveTo>
                  <a:lnTo>
                    <a:pt x="3600" y="18900"/>
                  </a:lnTo>
                  <a:lnTo>
                    <a:pt x="3600" y="2700"/>
                  </a:lnTo>
                  <a:lnTo>
                    <a:pt x="7200" y="2700"/>
                  </a:lnTo>
                  <a:lnTo>
                    <a:pt x="17999" y="14850"/>
                  </a:lnTo>
                  <a:cubicBezTo>
                    <a:pt x="17999" y="14850"/>
                    <a:pt x="17999" y="18900"/>
                    <a:pt x="17999" y="18900"/>
                  </a:cubicBezTo>
                  <a:close/>
                  <a:moveTo>
                    <a:pt x="10195" y="1202"/>
                  </a:moveTo>
                  <a:cubicBezTo>
                    <a:pt x="9527" y="450"/>
                    <a:pt x="8402" y="0"/>
                    <a:pt x="7200" y="0"/>
                  </a:cubicBezTo>
                  <a:lnTo>
                    <a:pt x="3600" y="0"/>
                  </a:lnTo>
                  <a:cubicBezTo>
                    <a:pt x="1610" y="0"/>
                    <a:pt x="0" y="1207"/>
                    <a:pt x="0" y="2700"/>
                  </a:cubicBezTo>
                  <a:lnTo>
                    <a:pt x="0" y="18900"/>
                  </a:lnTo>
                  <a:cubicBezTo>
                    <a:pt x="0" y="20392"/>
                    <a:pt x="1610" y="21599"/>
                    <a:pt x="3600" y="21599"/>
                  </a:cubicBezTo>
                  <a:lnTo>
                    <a:pt x="17999" y="21599"/>
                  </a:lnTo>
                  <a:cubicBezTo>
                    <a:pt x="19989" y="21599"/>
                    <a:pt x="21600" y="20392"/>
                    <a:pt x="21600" y="18900"/>
                  </a:cubicBezTo>
                  <a:lnTo>
                    <a:pt x="21600" y="14850"/>
                  </a:lnTo>
                  <a:cubicBezTo>
                    <a:pt x="21600" y="14317"/>
                    <a:pt x="21389" y="13795"/>
                    <a:pt x="20995" y="13352"/>
                  </a:cubicBezTo>
                  <a:cubicBezTo>
                    <a:pt x="20995" y="13352"/>
                    <a:pt x="10195" y="1202"/>
                    <a:pt x="10195" y="1202"/>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60" name="AutoShape 6"/>
            <p:cNvSpPr/>
            <p:nvPr/>
          </p:nvSpPr>
          <p:spPr bwMode="auto">
            <a:xfrm>
              <a:off x="7550150" y="3613150"/>
              <a:ext cx="358775" cy="2921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50" y="16615"/>
                  </a:moveTo>
                  <a:cubicBezTo>
                    <a:pt x="20250" y="17074"/>
                    <a:pt x="19948" y="17446"/>
                    <a:pt x="19575" y="17446"/>
                  </a:cubicBezTo>
                  <a:lnTo>
                    <a:pt x="18803" y="17446"/>
                  </a:lnTo>
                  <a:cubicBezTo>
                    <a:pt x="18501" y="16016"/>
                    <a:pt x="17453" y="14953"/>
                    <a:pt x="16200" y="14953"/>
                  </a:cubicBezTo>
                  <a:cubicBezTo>
                    <a:pt x="14945" y="14953"/>
                    <a:pt x="13897" y="16016"/>
                    <a:pt x="13595" y="17446"/>
                  </a:cubicBezTo>
                  <a:lnTo>
                    <a:pt x="10029" y="17446"/>
                  </a:lnTo>
                  <a:cubicBezTo>
                    <a:pt x="9727" y="16016"/>
                    <a:pt x="8679" y="14953"/>
                    <a:pt x="7425" y="14953"/>
                  </a:cubicBezTo>
                  <a:cubicBezTo>
                    <a:pt x="6170" y="14953"/>
                    <a:pt x="5122" y="16016"/>
                    <a:pt x="4820" y="17446"/>
                  </a:cubicBezTo>
                  <a:lnTo>
                    <a:pt x="4050" y="17446"/>
                  </a:lnTo>
                  <a:cubicBezTo>
                    <a:pt x="3677" y="17446"/>
                    <a:pt x="3375" y="17074"/>
                    <a:pt x="3375" y="16615"/>
                  </a:cubicBezTo>
                  <a:lnTo>
                    <a:pt x="3375" y="14123"/>
                  </a:lnTo>
                  <a:lnTo>
                    <a:pt x="12150" y="14123"/>
                  </a:lnTo>
                  <a:cubicBezTo>
                    <a:pt x="13266" y="14123"/>
                    <a:pt x="14175" y="13005"/>
                    <a:pt x="14175" y="11630"/>
                  </a:cubicBezTo>
                  <a:lnTo>
                    <a:pt x="14175" y="5815"/>
                  </a:lnTo>
                  <a:lnTo>
                    <a:pt x="16875" y="5815"/>
                  </a:lnTo>
                  <a:cubicBezTo>
                    <a:pt x="17100" y="5815"/>
                    <a:pt x="17311" y="5954"/>
                    <a:pt x="17436" y="6185"/>
                  </a:cubicBezTo>
                  <a:lnTo>
                    <a:pt x="20136" y="11169"/>
                  </a:lnTo>
                  <a:cubicBezTo>
                    <a:pt x="20210" y="11306"/>
                    <a:pt x="20250" y="11466"/>
                    <a:pt x="20250" y="11630"/>
                  </a:cubicBezTo>
                  <a:cubicBezTo>
                    <a:pt x="20250" y="11630"/>
                    <a:pt x="20250" y="16615"/>
                    <a:pt x="20250" y="16615"/>
                  </a:cubicBezTo>
                  <a:close/>
                  <a:moveTo>
                    <a:pt x="16200" y="19938"/>
                  </a:moveTo>
                  <a:cubicBezTo>
                    <a:pt x="15454" y="19938"/>
                    <a:pt x="14850" y="19193"/>
                    <a:pt x="14850" y="18276"/>
                  </a:cubicBezTo>
                  <a:cubicBezTo>
                    <a:pt x="14850" y="17360"/>
                    <a:pt x="15454" y="16615"/>
                    <a:pt x="16200" y="16615"/>
                  </a:cubicBezTo>
                  <a:cubicBezTo>
                    <a:pt x="16945" y="16615"/>
                    <a:pt x="17550" y="17360"/>
                    <a:pt x="17550" y="18276"/>
                  </a:cubicBezTo>
                  <a:cubicBezTo>
                    <a:pt x="17550" y="19193"/>
                    <a:pt x="16945" y="19938"/>
                    <a:pt x="16200" y="19938"/>
                  </a:cubicBezTo>
                  <a:moveTo>
                    <a:pt x="7425" y="19938"/>
                  </a:moveTo>
                  <a:cubicBezTo>
                    <a:pt x="6679" y="19938"/>
                    <a:pt x="6075" y="19193"/>
                    <a:pt x="6075" y="18276"/>
                  </a:cubicBezTo>
                  <a:cubicBezTo>
                    <a:pt x="6075" y="17360"/>
                    <a:pt x="6679" y="16615"/>
                    <a:pt x="7425" y="16615"/>
                  </a:cubicBezTo>
                  <a:cubicBezTo>
                    <a:pt x="8170" y="16615"/>
                    <a:pt x="8775" y="17360"/>
                    <a:pt x="8775" y="18276"/>
                  </a:cubicBezTo>
                  <a:cubicBezTo>
                    <a:pt x="8775" y="19193"/>
                    <a:pt x="8170" y="19938"/>
                    <a:pt x="7425" y="19938"/>
                  </a:cubicBezTo>
                  <a:moveTo>
                    <a:pt x="2024" y="12461"/>
                  </a:moveTo>
                  <a:cubicBezTo>
                    <a:pt x="1652" y="12461"/>
                    <a:pt x="1349" y="12089"/>
                    <a:pt x="1349" y="11630"/>
                  </a:cubicBezTo>
                  <a:lnTo>
                    <a:pt x="1349" y="2492"/>
                  </a:lnTo>
                  <a:cubicBezTo>
                    <a:pt x="1349" y="2033"/>
                    <a:pt x="1652" y="1661"/>
                    <a:pt x="2024" y="1661"/>
                  </a:cubicBezTo>
                  <a:lnTo>
                    <a:pt x="12150" y="1661"/>
                  </a:lnTo>
                  <a:cubicBezTo>
                    <a:pt x="12523" y="1661"/>
                    <a:pt x="12825" y="2033"/>
                    <a:pt x="12825" y="2492"/>
                  </a:cubicBezTo>
                  <a:lnTo>
                    <a:pt x="12825" y="4153"/>
                  </a:lnTo>
                  <a:lnTo>
                    <a:pt x="12825" y="5815"/>
                  </a:lnTo>
                  <a:lnTo>
                    <a:pt x="12825" y="11630"/>
                  </a:lnTo>
                  <a:cubicBezTo>
                    <a:pt x="12825" y="12089"/>
                    <a:pt x="12523" y="12461"/>
                    <a:pt x="12150" y="12461"/>
                  </a:cubicBezTo>
                  <a:cubicBezTo>
                    <a:pt x="12150" y="12461"/>
                    <a:pt x="2024" y="12461"/>
                    <a:pt x="2024" y="12461"/>
                  </a:cubicBezTo>
                  <a:close/>
                  <a:moveTo>
                    <a:pt x="21259" y="10248"/>
                  </a:moveTo>
                  <a:lnTo>
                    <a:pt x="18559" y="5263"/>
                  </a:lnTo>
                  <a:cubicBezTo>
                    <a:pt x="18182" y="4568"/>
                    <a:pt x="17552" y="4153"/>
                    <a:pt x="16875" y="4153"/>
                  </a:cubicBezTo>
                  <a:lnTo>
                    <a:pt x="14175" y="4153"/>
                  </a:lnTo>
                  <a:lnTo>
                    <a:pt x="14175" y="2492"/>
                  </a:lnTo>
                  <a:cubicBezTo>
                    <a:pt x="14175" y="1117"/>
                    <a:pt x="13266" y="0"/>
                    <a:pt x="12150" y="0"/>
                  </a:cubicBezTo>
                  <a:lnTo>
                    <a:pt x="2024" y="0"/>
                  </a:lnTo>
                  <a:cubicBezTo>
                    <a:pt x="908" y="0"/>
                    <a:pt x="0" y="1117"/>
                    <a:pt x="0" y="2492"/>
                  </a:cubicBezTo>
                  <a:lnTo>
                    <a:pt x="0" y="11630"/>
                  </a:lnTo>
                  <a:cubicBezTo>
                    <a:pt x="0" y="13005"/>
                    <a:pt x="908" y="14123"/>
                    <a:pt x="2024" y="14123"/>
                  </a:cubicBezTo>
                  <a:lnTo>
                    <a:pt x="2025" y="14123"/>
                  </a:lnTo>
                  <a:lnTo>
                    <a:pt x="2025" y="16615"/>
                  </a:lnTo>
                  <a:cubicBezTo>
                    <a:pt x="2025" y="17989"/>
                    <a:pt x="2933" y="19107"/>
                    <a:pt x="4050" y="19107"/>
                  </a:cubicBezTo>
                  <a:lnTo>
                    <a:pt x="4820" y="19107"/>
                  </a:lnTo>
                  <a:cubicBezTo>
                    <a:pt x="5122" y="20537"/>
                    <a:pt x="6170" y="21600"/>
                    <a:pt x="7425" y="21600"/>
                  </a:cubicBezTo>
                  <a:cubicBezTo>
                    <a:pt x="8679" y="21600"/>
                    <a:pt x="9727" y="20537"/>
                    <a:pt x="10029" y="19107"/>
                  </a:cubicBezTo>
                  <a:lnTo>
                    <a:pt x="13595" y="19107"/>
                  </a:lnTo>
                  <a:cubicBezTo>
                    <a:pt x="13897" y="20537"/>
                    <a:pt x="14945" y="21600"/>
                    <a:pt x="16200" y="21600"/>
                  </a:cubicBezTo>
                  <a:cubicBezTo>
                    <a:pt x="17453" y="21600"/>
                    <a:pt x="18501" y="20537"/>
                    <a:pt x="18803" y="19107"/>
                  </a:cubicBezTo>
                  <a:lnTo>
                    <a:pt x="19575" y="19107"/>
                  </a:lnTo>
                  <a:cubicBezTo>
                    <a:pt x="20691" y="19107"/>
                    <a:pt x="21599" y="17989"/>
                    <a:pt x="21599" y="16615"/>
                  </a:cubicBezTo>
                  <a:lnTo>
                    <a:pt x="21599" y="11630"/>
                  </a:lnTo>
                  <a:cubicBezTo>
                    <a:pt x="21599" y="11137"/>
                    <a:pt x="21482" y="10658"/>
                    <a:pt x="21259" y="10248"/>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61" name="Group 5"/>
          <p:cNvGrpSpPr/>
          <p:nvPr/>
        </p:nvGrpSpPr>
        <p:grpSpPr>
          <a:xfrm>
            <a:off x="6831585" y="3578617"/>
            <a:ext cx="359165" cy="359779"/>
            <a:chOff x="9145588" y="4435475"/>
            <a:chExt cx="464344" cy="465138"/>
          </a:xfrm>
          <a:solidFill>
            <a:schemeClr val="tx1"/>
          </a:solidFill>
        </p:grpSpPr>
        <p:sp>
          <p:nvSpPr>
            <p:cNvPr id="62" name="AutoShape 7"/>
            <p:cNvSpPr/>
            <p:nvPr/>
          </p:nvSpPr>
          <p:spPr bwMode="auto">
            <a:xfrm>
              <a:off x="9145588" y="4435475"/>
              <a:ext cx="464344" cy="465138"/>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63" name="AutoShape 8"/>
            <p:cNvSpPr/>
            <p:nvPr/>
          </p:nvSpPr>
          <p:spPr bwMode="auto">
            <a:xfrm>
              <a:off x="9348788" y="4638675"/>
              <a:ext cx="57944" cy="5794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64" name="AutoShape 9"/>
            <p:cNvSpPr/>
            <p:nvPr/>
          </p:nvSpPr>
          <p:spPr bwMode="auto">
            <a:xfrm>
              <a:off x="9290050" y="4580732"/>
              <a:ext cx="174625" cy="174625"/>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65" name="AutoShape 10"/>
            <p:cNvSpPr/>
            <p:nvPr/>
          </p:nvSpPr>
          <p:spPr bwMode="auto">
            <a:xfrm>
              <a:off x="9406732" y="4696619"/>
              <a:ext cx="72231" cy="74613"/>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66" name="AutoShape 11"/>
            <p:cNvSpPr/>
            <p:nvPr/>
          </p:nvSpPr>
          <p:spPr bwMode="auto">
            <a:xfrm>
              <a:off x="9435307" y="4725988"/>
              <a:ext cx="103981" cy="106363"/>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67" name="AutoShape 12"/>
            <p:cNvSpPr/>
            <p:nvPr/>
          </p:nvSpPr>
          <p:spPr bwMode="auto">
            <a:xfrm>
              <a:off x="9421019" y="4711700"/>
              <a:ext cx="88106" cy="89694"/>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68" name="AutoShape 13"/>
            <p:cNvSpPr/>
            <p:nvPr/>
          </p:nvSpPr>
          <p:spPr bwMode="auto">
            <a:xfrm>
              <a:off x="9275763" y="4566444"/>
              <a:ext cx="73025" cy="7381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69" name="AutoShape 14"/>
            <p:cNvSpPr/>
            <p:nvPr/>
          </p:nvSpPr>
          <p:spPr bwMode="auto">
            <a:xfrm>
              <a:off x="9217819" y="4508500"/>
              <a:ext cx="103981" cy="105569"/>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70" name="AutoShape 15"/>
            <p:cNvSpPr/>
            <p:nvPr/>
          </p:nvSpPr>
          <p:spPr bwMode="auto">
            <a:xfrm>
              <a:off x="9247188" y="4537075"/>
              <a:ext cx="88107" cy="90488"/>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71" name="Group 15"/>
          <p:cNvGrpSpPr/>
          <p:nvPr/>
        </p:nvGrpSpPr>
        <p:grpSpPr>
          <a:xfrm>
            <a:off x="6112643" y="3589668"/>
            <a:ext cx="359165" cy="348727"/>
            <a:chOff x="8216107" y="4449763"/>
            <a:chExt cx="464344" cy="450850"/>
          </a:xfrm>
          <a:solidFill>
            <a:schemeClr val="tx1"/>
          </a:solidFill>
        </p:grpSpPr>
        <p:sp>
          <p:nvSpPr>
            <p:cNvPr id="72" name="AutoShape 16"/>
            <p:cNvSpPr/>
            <p:nvPr/>
          </p:nvSpPr>
          <p:spPr bwMode="auto">
            <a:xfrm>
              <a:off x="8448675" y="4696619"/>
              <a:ext cx="57944" cy="587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4841"/>
                    <a:pt x="0" y="10800"/>
                  </a:cubicBezTo>
                  <a:cubicBezTo>
                    <a:pt x="0" y="16758"/>
                    <a:pt x="4838" y="21599"/>
                    <a:pt x="10800" y="21599"/>
                  </a:cubicBezTo>
                  <a:cubicBezTo>
                    <a:pt x="16761" y="21599"/>
                    <a:pt x="21600" y="16758"/>
                    <a:pt x="21600" y="10800"/>
                  </a:cubicBezTo>
                  <a:cubicBezTo>
                    <a:pt x="21600" y="4841"/>
                    <a:pt x="16761"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73" name="AutoShape 17"/>
            <p:cNvSpPr/>
            <p:nvPr/>
          </p:nvSpPr>
          <p:spPr bwMode="auto">
            <a:xfrm>
              <a:off x="8216107" y="4449763"/>
              <a:ext cx="464344" cy="450850"/>
            </a:xfrm>
            <a:custGeom>
              <a:avLst/>
              <a:gdLst>
                <a:gd name="T0" fmla="*/ 10473 w 20946"/>
                <a:gd name="T1" fmla="*/ 10800 h 21600"/>
                <a:gd name="T2" fmla="*/ 10473 w 20946"/>
                <a:gd name="T3" fmla="*/ 10800 h 21600"/>
                <a:gd name="T4" fmla="*/ 10473 w 20946"/>
                <a:gd name="T5" fmla="*/ 10800 h 21600"/>
                <a:gd name="T6" fmla="*/ 10473 w 20946"/>
                <a:gd name="T7" fmla="*/ 10800 h 21600"/>
              </a:gdLst>
              <a:ahLst/>
              <a:cxnLst>
                <a:cxn ang="0">
                  <a:pos x="T0" y="T1"/>
                </a:cxn>
                <a:cxn ang="0">
                  <a:pos x="T2" y="T3"/>
                </a:cxn>
                <a:cxn ang="0">
                  <a:pos x="T4" y="T5"/>
                </a:cxn>
                <a:cxn ang="0">
                  <a:pos x="T6" y="T7"/>
                </a:cxn>
              </a:cxnLst>
              <a:rect l="0" t="0" r="r" b="b"/>
              <a:pathLst>
                <a:path w="20946" h="21600">
                  <a:moveTo>
                    <a:pt x="18509" y="15329"/>
                  </a:moveTo>
                  <a:lnTo>
                    <a:pt x="11782" y="15329"/>
                  </a:lnTo>
                  <a:cubicBezTo>
                    <a:pt x="10699" y="15329"/>
                    <a:pt x="9818" y="14391"/>
                    <a:pt x="9818" y="13238"/>
                  </a:cubicBezTo>
                  <a:cubicBezTo>
                    <a:pt x="9818" y="12086"/>
                    <a:pt x="10699" y="11148"/>
                    <a:pt x="11782" y="11148"/>
                  </a:cubicBezTo>
                  <a:lnTo>
                    <a:pt x="17673" y="11148"/>
                  </a:lnTo>
                  <a:cubicBezTo>
                    <a:pt x="18077" y="11142"/>
                    <a:pt x="18477" y="10934"/>
                    <a:pt x="18721" y="10588"/>
                  </a:cubicBezTo>
                  <a:cubicBezTo>
                    <a:pt x="18789" y="10491"/>
                    <a:pt x="18842" y="10381"/>
                    <a:pt x="18885" y="10267"/>
                  </a:cubicBezTo>
                  <a:cubicBezTo>
                    <a:pt x="18890" y="10251"/>
                    <a:pt x="18901" y="10239"/>
                    <a:pt x="18906" y="10224"/>
                  </a:cubicBezTo>
                  <a:cubicBezTo>
                    <a:pt x="19377" y="10880"/>
                    <a:pt x="19636" y="11686"/>
                    <a:pt x="19636" y="12541"/>
                  </a:cubicBezTo>
                  <a:cubicBezTo>
                    <a:pt x="19636" y="13613"/>
                    <a:pt x="19230" y="14607"/>
                    <a:pt x="18509" y="15329"/>
                  </a:cubicBezTo>
                  <a:moveTo>
                    <a:pt x="17673" y="17767"/>
                  </a:moveTo>
                  <a:cubicBezTo>
                    <a:pt x="17673" y="19114"/>
                    <a:pt x="16647" y="20206"/>
                    <a:pt x="15382" y="20206"/>
                  </a:cubicBezTo>
                  <a:lnTo>
                    <a:pt x="3600" y="20206"/>
                  </a:lnTo>
                  <a:cubicBezTo>
                    <a:pt x="2334" y="20206"/>
                    <a:pt x="1309" y="19114"/>
                    <a:pt x="1309" y="17767"/>
                  </a:cubicBezTo>
                  <a:lnTo>
                    <a:pt x="1309" y="6786"/>
                  </a:lnTo>
                  <a:cubicBezTo>
                    <a:pt x="1931" y="7334"/>
                    <a:pt x="2730" y="7664"/>
                    <a:pt x="3600" y="7664"/>
                  </a:cubicBezTo>
                  <a:lnTo>
                    <a:pt x="14400" y="7664"/>
                  </a:lnTo>
                  <a:lnTo>
                    <a:pt x="17018" y="7664"/>
                  </a:lnTo>
                  <a:cubicBezTo>
                    <a:pt x="17379" y="7664"/>
                    <a:pt x="17673" y="7976"/>
                    <a:pt x="17673" y="8361"/>
                  </a:cubicBezTo>
                  <a:lnTo>
                    <a:pt x="17673" y="9754"/>
                  </a:lnTo>
                  <a:lnTo>
                    <a:pt x="11782" y="9754"/>
                  </a:lnTo>
                  <a:cubicBezTo>
                    <a:pt x="9974" y="9754"/>
                    <a:pt x="8509" y="11314"/>
                    <a:pt x="8509" y="13238"/>
                  </a:cubicBezTo>
                  <a:cubicBezTo>
                    <a:pt x="8509" y="15163"/>
                    <a:pt x="9974" y="16722"/>
                    <a:pt x="11782" y="16722"/>
                  </a:cubicBezTo>
                  <a:lnTo>
                    <a:pt x="17673" y="16722"/>
                  </a:lnTo>
                  <a:cubicBezTo>
                    <a:pt x="17673" y="16722"/>
                    <a:pt x="17673" y="17767"/>
                    <a:pt x="17673" y="17767"/>
                  </a:cubicBezTo>
                  <a:close/>
                  <a:moveTo>
                    <a:pt x="16363" y="5574"/>
                  </a:moveTo>
                  <a:lnTo>
                    <a:pt x="16363" y="6270"/>
                  </a:lnTo>
                  <a:lnTo>
                    <a:pt x="14400" y="6270"/>
                  </a:lnTo>
                  <a:lnTo>
                    <a:pt x="3600" y="6270"/>
                  </a:lnTo>
                  <a:cubicBezTo>
                    <a:pt x="3246" y="6270"/>
                    <a:pt x="2916" y="6179"/>
                    <a:pt x="2617" y="6027"/>
                  </a:cubicBezTo>
                  <a:lnTo>
                    <a:pt x="2617" y="5574"/>
                  </a:lnTo>
                  <a:cubicBezTo>
                    <a:pt x="2617" y="5574"/>
                    <a:pt x="16363" y="5574"/>
                    <a:pt x="16363" y="5574"/>
                  </a:cubicBezTo>
                  <a:close/>
                  <a:moveTo>
                    <a:pt x="16363" y="4877"/>
                  </a:moveTo>
                  <a:lnTo>
                    <a:pt x="2617" y="4877"/>
                  </a:lnTo>
                  <a:lnTo>
                    <a:pt x="2617" y="4180"/>
                  </a:lnTo>
                  <a:lnTo>
                    <a:pt x="16363" y="4180"/>
                  </a:lnTo>
                  <a:cubicBezTo>
                    <a:pt x="16363" y="4180"/>
                    <a:pt x="16363" y="4877"/>
                    <a:pt x="16363" y="4877"/>
                  </a:cubicBezTo>
                  <a:close/>
                  <a:moveTo>
                    <a:pt x="16363" y="3483"/>
                  </a:moveTo>
                  <a:lnTo>
                    <a:pt x="2617" y="3483"/>
                  </a:lnTo>
                  <a:lnTo>
                    <a:pt x="2617" y="2787"/>
                  </a:lnTo>
                  <a:lnTo>
                    <a:pt x="16363" y="2787"/>
                  </a:lnTo>
                  <a:cubicBezTo>
                    <a:pt x="16363" y="2787"/>
                    <a:pt x="16363" y="3483"/>
                    <a:pt x="16363" y="3483"/>
                  </a:cubicBezTo>
                  <a:close/>
                  <a:moveTo>
                    <a:pt x="3600" y="1393"/>
                  </a:moveTo>
                  <a:lnTo>
                    <a:pt x="14400" y="1393"/>
                  </a:lnTo>
                  <a:lnTo>
                    <a:pt x="17018" y="1393"/>
                  </a:lnTo>
                  <a:cubicBezTo>
                    <a:pt x="17379" y="1393"/>
                    <a:pt x="17673" y="1705"/>
                    <a:pt x="17673" y="2090"/>
                  </a:cubicBezTo>
                  <a:lnTo>
                    <a:pt x="17673" y="3832"/>
                  </a:lnTo>
                  <a:lnTo>
                    <a:pt x="17673" y="4180"/>
                  </a:lnTo>
                  <a:lnTo>
                    <a:pt x="17673" y="6398"/>
                  </a:lnTo>
                  <a:cubicBezTo>
                    <a:pt x="17466" y="6321"/>
                    <a:pt x="17249" y="6270"/>
                    <a:pt x="17018" y="6270"/>
                  </a:cubicBezTo>
                  <a:lnTo>
                    <a:pt x="17018" y="5574"/>
                  </a:lnTo>
                  <a:lnTo>
                    <a:pt x="17018" y="4180"/>
                  </a:lnTo>
                  <a:lnTo>
                    <a:pt x="17018" y="2787"/>
                  </a:lnTo>
                  <a:cubicBezTo>
                    <a:pt x="17018" y="2401"/>
                    <a:pt x="16724" y="2090"/>
                    <a:pt x="16363" y="2090"/>
                  </a:cubicBezTo>
                  <a:lnTo>
                    <a:pt x="2617" y="2090"/>
                  </a:lnTo>
                  <a:cubicBezTo>
                    <a:pt x="2256" y="2090"/>
                    <a:pt x="1963" y="2401"/>
                    <a:pt x="1963" y="2787"/>
                  </a:cubicBezTo>
                  <a:lnTo>
                    <a:pt x="1963" y="4180"/>
                  </a:lnTo>
                  <a:lnTo>
                    <a:pt x="1963" y="5534"/>
                  </a:lnTo>
                  <a:cubicBezTo>
                    <a:pt x="1559" y="5094"/>
                    <a:pt x="1309" y="4495"/>
                    <a:pt x="1309" y="3832"/>
                  </a:cubicBezTo>
                  <a:cubicBezTo>
                    <a:pt x="1309" y="2485"/>
                    <a:pt x="2334" y="1393"/>
                    <a:pt x="3600" y="1393"/>
                  </a:cubicBezTo>
                  <a:moveTo>
                    <a:pt x="18983" y="8361"/>
                  </a:moveTo>
                  <a:lnTo>
                    <a:pt x="18982" y="8361"/>
                  </a:lnTo>
                  <a:lnTo>
                    <a:pt x="18982" y="4180"/>
                  </a:lnTo>
                  <a:lnTo>
                    <a:pt x="18982" y="3832"/>
                  </a:lnTo>
                  <a:lnTo>
                    <a:pt x="18982" y="2090"/>
                  </a:lnTo>
                  <a:cubicBezTo>
                    <a:pt x="18982" y="935"/>
                    <a:pt x="18102" y="0"/>
                    <a:pt x="17018" y="0"/>
                  </a:cubicBezTo>
                  <a:lnTo>
                    <a:pt x="14400" y="0"/>
                  </a:lnTo>
                  <a:lnTo>
                    <a:pt x="3600" y="0"/>
                  </a:lnTo>
                  <a:cubicBezTo>
                    <a:pt x="1614" y="0"/>
                    <a:pt x="0" y="1719"/>
                    <a:pt x="0" y="3832"/>
                  </a:cubicBezTo>
                  <a:lnTo>
                    <a:pt x="0" y="17767"/>
                  </a:lnTo>
                  <a:cubicBezTo>
                    <a:pt x="0" y="19880"/>
                    <a:pt x="1614" y="21600"/>
                    <a:pt x="3600" y="21600"/>
                  </a:cubicBezTo>
                  <a:lnTo>
                    <a:pt x="15382" y="21600"/>
                  </a:lnTo>
                  <a:cubicBezTo>
                    <a:pt x="17366" y="21600"/>
                    <a:pt x="18982" y="19880"/>
                    <a:pt x="18982" y="17767"/>
                  </a:cubicBezTo>
                  <a:lnTo>
                    <a:pt x="18982" y="16722"/>
                  </a:lnTo>
                  <a:lnTo>
                    <a:pt x="18983" y="16722"/>
                  </a:lnTo>
                  <a:cubicBezTo>
                    <a:pt x="21600" y="14631"/>
                    <a:pt x="21600" y="10452"/>
                    <a:pt x="18983" y="8361"/>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74" name="组合 73"/>
          <p:cNvGrpSpPr/>
          <p:nvPr/>
        </p:nvGrpSpPr>
        <p:grpSpPr>
          <a:xfrm>
            <a:off x="5394325" y="3578225"/>
            <a:ext cx="358775" cy="360363"/>
            <a:chOff x="5394325" y="3578225"/>
            <a:chExt cx="358775" cy="360363"/>
          </a:xfrm>
          <a:solidFill>
            <a:schemeClr val="tx1"/>
          </a:solidFill>
        </p:grpSpPr>
        <p:sp>
          <p:nvSpPr>
            <p:cNvPr id="75" name="AutoShape 18"/>
            <p:cNvSpPr/>
            <p:nvPr/>
          </p:nvSpPr>
          <p:spPr bwMode="auto">
            <a:xfrm>
              <a:off x="5394325" y="3578225"/>
              <a:ext cx="358775"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799"/>
                  </a:moveTo>
                  <a:cubicBezTo>
                    <a:pt x="20249" y="20048"/>
                    <a:pt x="20048" y="20249"/>
                    <a:pt x="19799" y="20249"/>
                  </a:cubicBezTo>
                  <a:lnTo>
                    <a:pt x="1800" y="20249"/>
                  </a:lnTo>
                  <a:cubicBezTo>
                    <a:pt x="1551" y="20249"/>
                    <a:pt x="1349" y="20048"/>
                    <a:pt x="1349" y="19799"/>
                  </a:cubicBezTo>
                  <a:lnTo>
                    <a:pt x="1349" y="3824"/>
                  </a:lnTo>
                  <a:cubicBezTo>
                    <a:pt x="1349" y="3576"/>
                    <a:pt x="1551" y="3375"/>
                    <a:pt x="1800" y="3375"/>
                  </a:cubicBezTo>
                  <a:lnTo>
                    <a:pt x="4724" y="3375"/>
                  </a:lnTo>
                  <a:lnTo>
                    <a:pt x="4724" y="4725"/>
                  </a:lnTo>
                  <a:cubicBezTo>
                    <a:pt x="4724" y="5098"/>
                    <a:pt x="5027" y="5400"/>
                    <a:pt x="5399" y="5400"/>
                  </a:cubicBezTo>
                  <a:cubicBezTo>
                    <a:pt x="5772" y="5400"/>
                    <a:pt x="6074" y="5098"/>
                    <a:pt x="6074" y="4725"/>
                  </a:cubicBezTo>
                  <a:lnTo>
                    <a:pt x="6074" y="3375"/>
                  </a:lnTo>
                  <a:lnTo>
                    <a:pt x="10124" y="3375"/>
                  </a:lnTo>
                  <a:lnTo>
                    <a:pt x="10124" y="4725"/>
                  </a:lnTo>
                  <a:cubicBezTo>
                    <a:pt x="10124" y="5098"/>
                    <a:pt x="10427" y="5400"/>
                    <a:pt x="10800" y="5400"/>
                  </a:cubicBezTo>
                  <a:cubicBezTo>
                    <a:pt x="11172" y="5400"/>
                    <a:pt x="11474" y="5098"/>
                    <a:pt x="11474" y="4725"/>
                  </a:cubicBezTo>
                  <a:lnTo>
                    <a:pt x="11474" y="3375"/>
                  </a:lnTo>
                  <a:lnTo>
                    <a:pt x="15524" y="3375"/>
                  </a:lnTo>
                  <a:lnTo>
                    <a:pt x="15524" y="4725"/>
                  </a:lnTo>
                  <a:cubicBezTo>
                    <a:pt x="15524" y="5098"/>
                    <a:pt x="15827" y="5400"/>
                    <a:pt x="16199" y="5400"/>
                  </a:cubicBezTo>
                  <a:cubicBezTo>
                    <a:pt x="16572" y="5400"/>
                    <a:pt x="16874" y="5098"/>
                    <a:pt x="16874" y="4725"/>
                  </a:cubicBezTo>
                  <a:lnTo>
                    <a:pt x="16874" y="3375"/>
                  </a:lnTo>
                  <a:lnTo>
                    <a:pt x="19799" y="3375"/>
                  </a:lnTo>
                  <a:cubicBezTo>
                    <a:pt x="20048" y="3375"/>
                    <a:pt x="20249" y="3576"/>
                    <a:pt x="20249" y="3824"/>
                  </a:cubicBezTo>
                  <a:cubicBezTo>
                    <a:pt x="20249" y="3824"/>
                    <a:pt x="20249" y="19799"/>
                    <a:pt x="20249" y="19799"/>
                  </a:cubicBezTo>
                  <a:close/>
                  <a:moveTo>
                    <a:pt x="19799" y="2025"/>
                  </a:moveTo>
                  <a:lnTo>
                    <a:pt x="16874" y="2025"/>
                  </a:lnTo>
                  <a:lnTo>
                    <a:pt x="16874" y="675"/>
                  </a:lnTo>
                  <a:cubicBezTo>
                    <a:pt x="16874" y="301"/>
                    <a:pt x="16572" y="0"/>
                    <a:pt x="16199" y="0"/>
                  </a:cubicBezTo>
                  <a:cubicBezTo>
                    <a:pt x="15827" y="0"/>
                    <a:pt x="15524" y="301"/>
                    <a:pt x="15524" y="675"/>
                  </a:cubicBezTo>
                  <a:lnTo>
                    <a:pt x="15524" y="2025"/>
                  </a:lnTo>
                  <a:lnTo>
                    <a:pt x="11474" y="2025"/>
                  </a:lnTo>
                  <a:lnTo>
                    <a:pt x="11474" y="675"/>
                  </a:lnTo>
                  <a:cubicBezTo>
                    <a:pt x="11474" y="301"/>
                    <a:pt x="11172" y="0"/>
                    <a:pt x="10800" y="0"/>
                  </a:cubicBezTo>
                  <a:cubicBezTo>
                    <a:pt x="10427" y="0"/>
                    <a:pt x="10124" y="301"/>
                    <a:pt x="10124" y="675"/>
                  </a:cubicBezTo>
                  <a:lnTo>
                    <a:pt x="10124" y="2025"/>
                  </a:lnTo>
                  <a:lnTo>
                    <a:pt x="6074" y="2025"/>
                  </a:lnTo>
                  <a:lnTo>
                    <a:pt x="6074" y="675"/>
                  </a:lnTo>
                  <a:cubicBezTo>
                    <a:pt x="6074" y="301"/>
                    <a:pt x="5772" y="0"/>
                    <a:pt x="5399" y="0"/>
                  </a:cubicBezTo>
                  <a:cubicBezTo>
                    <a:pt x="5027" y="0"/>
                    <a:pt x="4724" y="301"/>
                    <a:pt x="4724" y="675"/>
                  </a:cubicBezTo>
                  <a:lnTo>
                    <a:pt x="4724" y="2025"/>
                  </a:lnTo>
                  <a:lnTo>
                    <a:pt x="1800" y="2025"/>
                  </a:lnTo>
                  <a:cubicBezTo>
                    <a:pt x="805" y="2025"/>
                    <a:pt x="0" y="2830"/>
                    <a:pt x="0" y="3824"/>
                  </a:cubicBezTo>
                  <a:lnTo>
                    <a:pt x="0" y="19799"/>
                  </a:lnTo>
                  <a:cubicBezTo>
                    <a:pt x="0" y="20793"/>
                    <a:pt x="805" y="21599"/>
                    <a:pt x="1800" y="21599"/>
                  </a:cubicBezTo>
                  <a:lnTo>
                    <a:pt x="19799" y="21599"/>
                  </a:lnTo>
                  <a:cubicBezTo>
                    <a:pt x="20794" y="21599"/>
                    <a:pt x="21600" y="20793"/>
                    <a:pt x="21600" y="19799"/>
                  </a:cubicBezTo>
                  <a:lnTo>
                    <a:pt x="21600" y="3824"/>
                  </a:lnTo>
                  <a:cubicBezTo>
                    <a:pt x="21600" y="2830"/>
                    <a:pt x="20794" y="2025"/>
                    <a:pt x="19799" y="2025"/>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76" name="AutoShape 19"/>
            <p:cNvSpPr/>
            <p:nvPr/>
          </p:nvSpPr>
          <p:spPr bwMode="auto">
            <a:xfrm>
              <a:off x="5472113" y="3713163"/>
              <a:ext cx="46037" cy="349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77" name="AutoShape 20"/>
            <p:cNvSpPr/>
            <p:nvPr/>
          </p:nvSpPr>
          <p:spPr bwMode="auto">
            <a:xfrm>
              <a:off x="5472113" y="3770313"/>
              <a:ext cx="46037" cy="333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78" name="AutoShape 21"/>
            <p:cNvSpPr/>
            <p:nvPr/>
          </p:nvSpPr>
          <p:spPr bwMode="auto">
            <a:xfrm>
              <a:off x="5472113" y="3825875"/>
              <a:ext cx="46037" cy="333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79" name="AutoShape 22"/>
            <p:cNvSpPr/>
            <p:nvPr/>
          </p:nvSpPr>
          <p:spPr bwMode="auto">
            <a:xfrm>
              <a:off x="5551488" y="3825875"/>
              <a:ext cx="44450" cy="333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0" name="AutoShape 23"/>
            <p:cNvSpPr/>
            <p:nvPr/>
          </p:nvSpPr>
          <p:spPr bwMode="auto">
            <a:xfrm>
              <a:off x="5551488" y="3770313"/>
              <a:ext cx="44450" cy="333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1" name="AutoShape 24"/>
            <p:cNvSpPr/>
            <p:nvPr/>
          </p:nvSpPr>
          <p:spPr bwMode="auto">
            <a:xfrm>
              <a:off x="5551488" y="3713163"/>
              <a:ext cx="44450" cy="349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2" name="AutoShape 25"/>
            <p:cNvSpPr/>
            <p:nvPr/>
          </p:nvSpPr>
          <p:spPr bwMode="auto">
            <a:xfrm>
              <a:off x="5630863" y="3825875"/>
              <a:ext cx="44450" cy="333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3" name="AutoShape 26"/>
            <p:cNvSpPr/>
            <p:nvPr/>
          </p:nvSpPr>
          <p:spPr bwMode="auto">
            <a:xfrm>
              <a:off x="5630863" y="3770313"/>
              <a:ext cx="44450" cy="333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4" name="AutoShape 27"/>
            <p:cNvSpPr/>
            <p:nvPr/>
          </p:nvSpPr>
          <p:spPr bwMode="auto">
            <a:xfrm>
              <a:off x="5630863" y="3713163"/>
              <a:ext cx="44450" cy="349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21599"/>
                  </a:moveTo>
                  <a:lnTo>
                    <a:pt x="21600" y="21599"/>
                  </a:lnTo>
                  <a:lnTo>
                    <a:pt x="21600" y="0"/>
                  </a:lnTo>
                  <a:lnTo>
                    <a:pt x="0" y="0"/>
                  </a:lnTo>
                  <a:cubicBezTo>
                    <a:pt x="0" y="0"/>
                    <a:pt x="0" y="21599"/>
                    <a:pt x="0" y="21599"/>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85" name="AutoShape 28"/>
          <p:cNvSpPr/>
          <p:nvPr/>
        </p:nvSpPr>
        <p:spPr bwMode="auto">
          <a:xfrm>
            <a:off x="4675188" y="3578225"/>
            <a:ext cx="360362" cy="3603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9450"/>
                </a:moveTo>
                <a:cubicBezTo>
                  <a:pt x="20249" y="9823"/>
                  <a:pt x="19947" y="10124"/>
                  <a:pt x="19575" y="10124"/>
                </a:cubicBezTo>
                <a:lnTo>
                  <a:pt x="18324" y="10124"/>
                </a:lnTo>
                <a:lnTo>
                  <a:pt x="15624" y="5400"/>
                </a:lnTo>
                <a:lnTo>
                  <a:pt x="17549" y="5400"/>
                </a:lnTo>
                <a:cubicBezTo>
                  <a:pt x="17762" y="5400"/>
                  <a:pt x="17962" y="5500"/>
                  <a:pt x="18089" y="5670"/>
                </a:cubicBezTo>
                <a:lnTo>
                  <a:pt x="20114" y="8370"/>
                </a:lnTo>
                <a:cubicBezTo>
                  <a:pt x="20202" y="8486"/>
                  <a:pt x="20249" y="8628"/>
                  <a:pt x="20249" y="8774"/>
                </a:cubicBezTo>
                <a:cubicBezTo>
                  <a:pt x="20249" y="8774"/>
                  <a:pt x="20249" y="9450"/>
                  <a:pt x="20249" y="9450"/>
                </a:cubicBezTo>
                <a:close/>
                <a:moveTo>
                  <a:pt x="18224" y="20249"/>
                </a:moveTo>
                <a:lnTo>
                  <a:pt x="14174" y="20249"/>
                </a:lnTo>
                <a:lnTo>
                  <a:pt x="14174" y="13500"/>
                </a:lnTo>
                <a:cubicBezTo>
                  <a:pt x="14174" y="13126"/>
                  <a:pt x="13872" y="12825"/>
                  <a:pt x="13499" y="12825"/>
                </a:cubicBezTo>
                <a:lnTo>
                  <a:pt x="8437" y="12825"/>
                </a:lnTo>
                <a:cubicBezTo>
                  <a:pt x="8064" y="12825"/>
                  <a:pt x="7762" y="13126"/>
                  <a:pt x="7762" y="13500"/>
                </a:cubicBezTo>
                <a:lnTo>
                  <a:pt x="7762" y="20249"/>
                </a:lnTo>
                <a:lnTo>
                  <a:pt x="3374" y="20249"/>
                </a:lnTo>
                <a:lnTo>
                  <a:pt x="3374" y="11475"/>
                </a:lnTo>
                <a:lnTo>
                  <a:pt x="18224" y="11475"/>
                </a:lnTo>
                <a:cubicBezTo>
                  <a:pt x="18224" y="11475"/>
                  <a:pt x="18224" y="20249"/>
                  <a:pt x="18224" y="20249"/>
                </a:cubicBezTo>
                <a:close/>
                <a:moveTo>
                  <a:pt x="13499" y="20249"/>
                </a:moveTo>
                <a:lnTo>
                  <a:pt x="8437" y="20249"/>
                </a:lnTo>
                <a:lnTo>
                  <a:pt x="8437" y="13500"/>
                </a:lnTo>
                <a:lnTo>
                  <a:pt x="13499" y="13500"/>
                </a:lnTo>
                <a:cubicBezTo>
                  <a:pt x="13499" y="13500"/>
                  <a:pt x="13499" y="20249"/>
                  <a:pt x="13499" y="20249"/>
                </a:cubicBezTo>
                <a:close/>
                <a:moveTo>
                  <a:pt x="1349" y="9450"/>
                </a:moveTo>
                <a:lnTo>
                  <a:pt x="1349" y="8774"/>
                </a:lnTo>
                <a:cubicBezTo>
                  <a:pt x="1349" y="8628"/>
                  <a:pt x="1397" y="8486"/>
                  <a:pt x="1485" y="8370"/>
                </a:cubicBezTo>
                <a:lnTo>
                  <a:pt x="3510" y="5670"/>
                </a:lnTo>
                <a:cubicBezTo>
                  <a:pt x="3637" y="5500"/>
                  <a:pt x="3837" y="5400"/>
                  <a:pt x="4049" y="5400"/>
                </a:cubicBezTo>
                <a:lnTo>
                  <a:pt x="5975" y="5400"/>
                </a:lnTo>
                <a:lnTo>
                  <a:pt x="3275" y="10124"/>
                </a:lnTo>
                <a:lnTo>
                  <a:pt x="2024" y="10124"/>
                </a:lnTo>
                <a:cubicBezTo>
                  <a:pt x="1652" y="10124"/>
                  <a:pt x="1349" y="9823"/>
                  <a:pt x="1349" y="9450"/>
                </a:cubicBezTo>
                <a:moveTo>
                  <a:pt x="13369" y="5400"/>
                </a:moveTo>
                <a:lnTo>
                  <a:pt x="14846" y="5400"/>
                </a:lnTo>
                <a:lnTo>
                  <a:pt x="17546" y="10124"/>
                </a:lnTo>
                <a:lnTo>
                  <a:pt x="14719" y="10124"/>
                </a:lnTo>
                <a:cubicBezTo>
                  <a:pt x="14719" y="10124"/>
                  <a:pt x="13369" y="5400"/>
                  <a:pt x="13369" y="5400"/>
                </a:cubicBezTo>
                <a:close/>
                <a:moveTo>
                  <a:pt x="11137" y="5400"/>
                </a:moveTo>
                <a:lnTo>
                  <a:pt x="12666" y="5400"/>
                </a:lnTo>
                <a:lnTo>
                  <a:pt x="14016" y="10124"/>
                </a:lnTo>
                <a:lnTo>
                  <a:pt x="11137" y="10124"/>
                </a:lnTo>
                <a:cubicBezTo>
                  <a:pt x="11137" y="10124"/>
                  <a:pt x="11137" y="5400"/>
                  <a:pt x="11137" y="5400"/>
                </a:cubicBezTo>
                <a:close/>
                <a:moveTo>
                  <a:pt x="8932" y="5400"/>
                </a:moveTo>
                <a:lnTo>
                  <a:pt x="10462" y="5400"/>
                </a:lnTo>
                <a:lnTo>
                  <a:pt x="10462" y="10124"/>
                </a:lnTo>
                <a:lnTo>
                  <a:pt x="7582" y="10124"/>
                </a:lnTo>
                <a:cubicBezTo>
                  <a:pt x="7582" y="10124"/>
                  <a:pt x="8932" y="5400"/>
                  <a:pt x="8932" y="5400"/>
                </a:cubicBezTo>
                <a:close/>
                <a:moveTo>
                  <a:pt x="6880" y="10124"/>
                </a:moveTo>
                <a:lnTo>
                  <a:pt x="4052" y="10124"/>
                </a:lnTo>
                <a:lnTo>
                  <a:pt x="6752" y="5400"/>
                </a:lnTo>
                <a:lnTo>
                  <a:pt x="8230" y="5400"/>
                </a:lnTo>
                <a:cubicBezTo>
                  <a:pt x="8230" y="5400"/>
                  <a:pt x="6880" y="10124"/>
                  <a:pt x="6880" y="10124"/>
                </a:cubicBezTo>
                <a:close/>
                <a:moveTo>
                  <a:pt x="17549" y="1350"/>
                </a:moveTo>
                <a:lnTo>
                  <a:pt x="17549" y="4050"/>
                </a:lnTo>
                <a:lnTo>
                  <a:pt x="4049" y="4050"/>
                </a:lnTo>
                <a:lnTo>
                  <a:pt x="4049" y="1350"/>
                </a:lnTo>
                <a:cubicBezTo>
                  <a:pt x="4049" y="1350"/>
                  <a:pt x="17549" y="1350"/>
                  <a:pt x="17549" y="1350"/>
                </a:cubicBezTo>
                <a:close/>
                <a:moveTo>
                  <a:pt x="21194" y="7560"/>
                </a:moveTo>
                <a:lnTo>
                  <a:pt x="19170" y="4861"/>
                </a:lnTo>
                <a:cubicBezTo>
                  <a:pt x="19091" y="4755"/>
                  <a:pt x="18997" y="4663"/>
                  <a:pt x="18899" y="4576"/>
                </a:cubicBezTo>
                <a:lnTo>
                  <a:pt x="18899" y="1350"/>
                </a:lnTo>
                <a:cubicBezTo>
                  <a:pt x="18899" y="605"/>
                  <a:pt x="18295" y="0"/>
                  <a:pt x="17549" y="0"/>
                </a:cubicBezTo>
                <a:lnTo>
                  <a:pt x="4049" y="0"/>
                </a:lnTo>
                <a:cubicBezTo>
                  <a:pt x="3304" y="0"/>
                  <a:pt x="2699" y="605"/>
                  <a:pt x="2699" y="1350"/>
                </a:cubicBezTo>
                <a:lnTo>
                  <a:pt x="2699" y="4576"/>
                </a:lnTo>
                <a:cubicBezTo>
                  <a:pt x="2602" y="4663"/>
                  <a:pt x="2508" y="4754"/>
                  <a:pt x="2430" y="4860"/>
                </a:cubicBezTo>
                <a:lnTo>
                  <a:pt x="406" y="7559"/>
                </a:lnTo>
                <a:cubicBezTo>
                  <a:pt x="143" y="7907"/>
                  <a:pt x="0" y="8338"/>
                  <a:pt x="0" y="8774"/>
                </a:cubicBezTo>
                <a:lnTo>
                  <a:pt x="0" y="9450"/>
                </a:lnTo>
                <a:cubicBezTo>
                  <a:pt x="0" y="10566"/>
                  <a:pt x="908" y="11475"/>
                  <a:pt x="2024" y="11475"/>
                </a:cubicBezTo>
                <a:lnTo>
                  <a:pt x="2024" y="20249"/>
                </a:lnTo>
                <a:cubicBezTo>
                  <a:pt x="2024" y="20994"/>
                  <a:pt x="2629" y="21599"/>
                  <a:pt x="3374" y="21599"/>
                </a:cubicBezTo>
                <a:lnTo>
                  <a:pt x="18224" y="21599"/>
                </a:lnTo>
                <a:cubicBezTo>
                  <a:pt x="18970" y="21599"/>
                  <a:pt x="19575" y="20994"/>
                  <a:pt x="19575" y="20249"/>
                </a:cubicBezTo>
                <a:lnTo>
                  <a:pt x="19575" y="11475"/>
                </a:lnTo>
                <a:cubicBezTo>
                  <a:pt x="20691" y="11475"/>
                  <a:pt x="21600" y="10566"/>
                  <a:pt x="21600" y="9450"/>
                </a:cubicBezTo>
                <a:lnTo>
                  <a:pt x="21600" y="8774"/>
                </a:lnTo>
                <a:cubicBezTo>
                  <a:pt x="21600" y="8338"/>
                  <a:pt x="21456" y="7907"/>
                  <a:pt x="21194" y="756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6" name="AutoShape 29"/>
          <p:cNvSpPr/>
          <p:nvPr/>
        </p:nvSpPr>
        <p:spPr bwMode="auto">
          <a:xfrm>
            <a:off x="8267700" y="2871788"/>
            <a:ext cx="360363" cy="325437"/>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7" name="AutoShape 30"/>
          <p:cNvSpPr/>
          <p:nvPr/>
        </p:nvSpPr>
        <p:spPr bwMode="auto">
          <a:xfrm>
            <a:off x="7605713" y="2859088"/>
            <a:ext cx="247650" cy="360362"/>
          </a:xfrm>
          <a:custGeom>
            <a:avLst/>
            <a:gdLst>
              <a:gd name="T0" fmla="*/ 10383 w 20767"/>
              <a:gd name="T1" fmla="*/ 10800 h 21600"/>
              <a:gd name="T2" fmla="*/ 10383 w 20767"/>
              <a:gd name="T3" fmla="*/ 10800 h 21600"/>
              <a:gd name="T4" fmla="*/ 10383 w 20767"/>
              <a:gd name="T5" fmla="*/ 10800 h 21600"/>
              <a:gd name="T6" fmla="*/ 10383 w 20767"/>
              <a:gd name="T7" fmla="*/ 10800 h 21600"/>
            </a:gdLst>
            <a:ahLst/>
            <a:cxnLst>
              <a:cxn ang="0">
                <a:pos x="T0" y="T1"/>
              </a:cxn>
              <a:cxn ang="0">
                <a:pos x="T2" y="T3"/>
              </a:cxn>
              <a:cxn ang="0">
                <a:pos x="T4" y="T5"/>
              </a:cxn>
              <a:cxn ang="0">
                <a:pos x="T6" y="T7"/>
              </a:cxn>
            </a:cxnLst>
            <a:rect l="0" t="0" r="r" b="b"/>
            <a:pathLst>
              <a:path w="20767" h="21600">
                <a:moveTo>
                  <a:pt x="18566" y="16551"/>
                </a:moveTo>
                <a:cubicBezTo>
                  <a:pt x="17960" y="18284"/>
                  <a:pt x="17274" y="20249"/>
                  <a:pt x="9436" y="20249"/>
                </a:cubicBezTo>
                <a:cubicBezTo>
                  <a:pt x="4711" y="20249"/>
                  <a:pt x="1888" y="17809"/>
                  <a:pt x="1888" y="15451"/>
                </a:cubicBezTo>
                <a:cubicBezTo>
                  <a:pt x="1888" y="13645"/>
                  <a:pt x="2349" y="12161"/>
                  <a:pt x="2835" y="10591"/>
                </a:cubicBezTo>
                <a:cubicBezTo>
                  <a:pt x="3454" y="8600"/>
                  <a:pt x="4088" y="6563"/>
                  <a:pt x="3813" y="3868"/>
                </a:cubicBezTo>
                <a:cubicBezTo>
                  <a:pt x="6723" y="6750"/>
                  <a:pt x="7759" y="10567"/>
                  <a:pt x="7759" y="10567"/>
                </a:cubicBezTo>
                <a:cubicBezTo>
                  <a:pt x="7759" y="10567"/>
                  <a:pt x="10468" y="7846"/>
                  <a:pt x="11196" y="6582"/>
                </a:cubicBezTo>
                <a:cubicBezTo>
                  <a:pt x="11755" y="7395"/>
                  <a:pt x="12267" y="10124"/>
                  <a:pt x="12267" y="12825"/>
                </a:cubicBezTo>
                <a:cubicBezTo>
                  <a:pt x="12267" y="12825"/>
                  <a:pt x="14773" y="11347"/>
                  <a:pt x="16653" y="9127"/>
                </a:cubicBezTo>
                <a:cubicBezTo>
                  <a:pt x="18632" y="11666"/>
                  <a:pt x="19346" y="14320"/>
                  <a:pt x="18566" y="16551"/>
                </a:cubicBezTo>
                <a:moveTo>
                  <a:pt x="16041" y="6075"/>
                </a:moveTo>
                <a:cubicBezTo>
                  <a:pt x="15982" y="7879"/>
                  <a:pt x="14088" y="9404"/>
                  <a:pt x="14088" y="9404"/>
                </a:cubicBezTo>
                <a:cubicBezTo>
                  <a:pt x="14088" y="6046"/>
                  <a:pt x="10380" y="3375"/>
                  <a:pt x="10380" y="3375"/>
                </a:cubicBezTo>
                <a:cubicBezTo>
                  <a:pt x="10380" y="3375"/>
                  <a:pt x="10330" y="5373"/>
                  <a:pt x="8452" y="7389"/>
                </a:cubicBezTo>
                <a:cubicBezTo>
                  <a:pt x="6574" y="2686"/>
                  <a:pt x="938" y="0"/>
                  <a:pt x="938" y="0"/>
                </a:cubicBezTo>
                <a:cubicBezTo>
                  <a:pt x="3756" y="7389"/>
                  <a:pt x="0" y="10076"/>
                  <a:pt x="0" y="15451"/>
                </a:cubicBezTo>
                <a:cubicBezTo>
                  <a:pt x="0" y="18604"/>
                  <a:pt x="3730" y="21599"/>
                  <a:pt x="9436" y="21599"/>
                </a:cubicBezTo>
                <a:cubicBezTo>
                  <a:pt x="17888" y="21599"/>
                  <a:pt x="19523" y="19379"/>
                  <a:pt x="20396" y="16878"/>
                </a:cubicBezTo>
                <a:cubicBezTo>
                  <a:pt x="21599" y="13436"/>
                  <a:pt x="19797" y="9432"/>
                  <a:pt x="16041" y="6075"/>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8" name="AutoShape 31"/>
          <p:cNvSpPr/>
          <p:nvPr/>
        </p:nvSpPr>
        <p:spPr bwMode="auto">
          <a:xfrm>
            <a:off x="7651750" y="3016250"/>
            <a:ext cx="158750" cy="130175"/>
          </a:xfrm>
          <a:custGeom>
            <a:avLst/>
            <a:gdLst>
              <a:gd name="T0" fmla="*/ 10641 w 21282"/>
              <a:gd name="T1" fmla="*/ 10800 h 21600"/>
              <a:gd name="T2" fmla="*/ 10641 w 21282"/>
              <a:gd name="T3" fmla="*/ 10800 h 21600"/>
              <a:gd name="T4" fmla="*/ 10641 w 21282"/>
              <a:gd name="T5" fmla="*/ 10800 h 21600"/>
              <a:gd name="T6" fmla="*/ 10641 w 21282"/>
              <a:gd name="T7" fmla="*/ 10800 h 21600"/>
            </a:gdLst>
            <a:ahLst/>
            <a:cxnLst>
              <a:cxn ang="0">
                <a:pos x="T0" y="T1"/>
              </a:cxn>
              <a:cxn ang="0">
                <a:pos x="T2" y="T3"/>
              </a:cxn>
              <a:cxn ang="0">
                <a:pos x="T4" y="T5"/>
              </a:cxn>
              <a:cxn ang="0">
                <a:pos x="T6" y="T7"/>
              </a:cxn>
            </a:cxnLst>
            <a:rect l="0" t="0" r="r" b="b"/>
            <a:pathLst>
              <a:path w="21282" h="21600">
                <a:moveTo>
                  <a:pt x="20698" y="5891"/>
                </a:moveTo>
                <a:lnTo>
                  <a:pt x="19424" y="7749"/>
                </a:lnTo>
                <a:cubicBezTo>
                  <a:pt x="17846" y="10064"/>
                  <a:pt x="16352" y="12259"/>
                  <a:pt x="12365" y="14784"/>
                </a:cubicBezTo>
                <a:cubicBezTo>
                  <a:pt x="11794" y="12631"/>
                  <a:pt x="11275" y="10259"/>
                  <a:pt x="11275" y="6631"/>
                </a:cubicBezTo>
                <a:lnTo>
                  <a:pt x="11275" y="3408"/>
                </a:lnTo>
                <a:lnTo>
                  <a:pt x="9000" y="7893"/>
                </a:lnTo>
                <a:cubicBezTo>
                  <a:pt x="8233" y="9421"/>
                  <a:pt x="7598" y="10690"/>
                  <a:pt x="6649" y="12373"/>
                </a:cubicBezTo>
                <a:cubicBezTo>
                  <a:pt x="5211" y="8296"/>
                  <a:pt x="4195" y="5281"/>
                  <a:pt x="3422" y="2545"/>
                </a:cubicBezTo>
                <a:lnTo>
                  <a:pt x="2705" y="0"/>
                </a:lnTo>
                <a:lnTo>
                  <a:pt x="1926" y="2847"/>
                </a:lnTo>
                <a:cubicBezTo>
                  <a:pt x="936" y="6469"/>
                  <a:pt x="0" y="9891"/>
                  <a:pt x="0" y="18771"/>
                </a:cubicBezTo>
                <a:cubicBezTo>
                  <a:pt x="0" y="19292"/>
                  <a:pt x="333" y="19714"/>
                  <a:pt x="749" y="19714"/>
                </a:cubicBezTo>
                <a:cubicBezTo>
                  <a:pt x="1162" y="19714"/>
                  <a:pt x="1499" y="19292"/>
                  <a:pt x="1499" y="18771"/>
                </a:cubicBezTo>
                <a:cubicBezTo>
                  <a:pt x="1499" y="11964"/>
                  <a:pt x="2037" y="8594"/>
                  <a:pt x="2758" y="5681"/>
                </a:cubicBezTo>
                <a:cubicBezTo>
                  <a:pt x="3537" y="8174"/>
                  <a:pt x="4520" y="11009"/>
                  <a:pt x="5812" y="14638"/>
                </a:cubicBezTo>
                <a:lnTo>
                  <a:pt x="6339" y="16117"/>
                </a:lnTo>
                <a:lnTo>
                  <a:pt x="7100" y="14811"/>
                </a:lnTo>
                <a:cubicBezTo>
                  <a:pt x="8344" y="12681"/>
                  <a:pt x="9085" y="11248"/>
                  <a:pt x="9896" y="9638"/>
                </a:cubicBezTo>
                <a:cubicBezTo>
                  <a:pt x="10133" y="12428"/>
                  <a:pt x="10681" y="14428"/>
                  <a:pt x="11223" y="16408"/>
                </a:cubicBezTo>
                <a:lnTo>
                  <a:pt x="11495" y="17404"/>
                </a:lnTo>
                <a:lnTo>
                  <a:pt x="12253" y="16953"/>
                </a:lnTo>
                <a:cubicBezTo>
                  <a:pt x="16306" y="14531"/>
                  <a:pt x="18203" y="12327"/>
                  <a:pt x="19708" y="10211"/>
                </a:cubicBezTo>
                <a:cubicBezTo>
                  <a:pt x="19942" y="13727"/>
                  <a:pt x="19573" y="17574"/>
                  <a:pt x="18698" y="20305"/>
                </a:cubicBezTo>
                <a:cubicBezTo>
                  <a:pt x="18543" y="20787"/>
                  <a:pt x="18730" y="21336"/>
                  <a:pt x="19114" y="21531"/>
                </a:cubicBezTo>
                <a:cubicBezTo>
                  <a:pt x="19204" y="21577"/>
                  <a:pt x="19301" y="21599"/>
                  <a:pt x="19395" y="21599"/>
                </a:cubicBezTo>
                <a:cubicBezTo>
                  <a:pt x="19690" y="21599"/>
                  <a:pt x="19972" y="21377"/>
                  <a:pt x="20089" y="21008"/>
                </a:cubicBezTo>
                <a:cubicBezTo>
                  <a:pt x="21251" y="17380"/>
                  <a:pt x="21600" y="12213"/>
                  <a:pt x="20976" y="7841"/>
                </a:cubicBezTo>
                <a:cubicBezTo>
                  <a:pt x="20976" y="7841"/>
                  <a:pt x="20698" y="5891"/>
                  <a:pt x="20698" y="5891"/>
                </a:cubicBezTo>
                <a:close/>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89" name="AutoShape 32"/>
          <p:cNvSpPr/>
          <p:nvPr/>
        </p:nvSpPr>
        <p:spPr bwMode="auto">
          <a:xfrm>
            <a:off x="6831013" y="2882900"/>
            <a:ext cx="360362" cy="314325"/>
          </a:xfrm>
          <a:custGeom>
            <a:avLst/>
            <a:gdLst>
              <a:gd name="T0" fmla="+- 0 10800 108"/>
              <a:gd name="T1" fmla="*/ T0 w 21384"/>
              <a:gd name="T2" fmla="*/ 10800 h 21600"/>
              <a:gd name="T3" fmla="+- 0 10800 108"/>
              <a:gd name="T4" fmla="*/ T3 w 21384"/>
              <a:gd name="T5" fmla="*/ 10800 h 21600"/>
              <a:gd name="T6" fmla="+- 0 10800 108"/>
              <a:gd name="T7" fmla="*/ T6 w 21384"/>
              <a:gd name="T8" fmla="*/ 10800 h 21600"/>
              <a:gd name="T9" fmla="+- 0 10800 108"/>
              <a:gd name="T10" fmla="*/ T9 w 21384"/>
              <a:gd name="T11" fmla="*/ 10800 h 21600"/>
            </a:gdLst>
            <a:ahLst/>
            <a:cxnLst>
              <a:cxn ang="0">
                <a:pos x="T1" y="T2"/>
              </a:cxn>
              <a:cxn ang="0">
                <a:pos x="T4" y="T5"/>
              </a:cxn>
              <a:cxn ang="0">
                <a:pos x="T7" y="T8"/>
              </a:cxn>
              <a:cxn ang="0">
                <a:pos x="T10" y="T11"/>
              </a:cxn>
            </a:cxnLst>
            <a:rect l="0" t="0" r="r" b="b"/>
            <a:pathLst>
              <a:path w="21384" h="21600">
                <a:moveTo>
                  <a:pt x="18710" y="9257"/>
                </a:moveTo>
                <a:lnTo>
                  <a:pt x="16706" y="7714"/>
                </a:lnTo>
                <a:lnTo>
                  <a:pt x="16706" y="20057"/>
                </a:lnTo>
                <a:lnTo>
                  <a:pt x="4677" y="20057"/>
                </a:lnTo>
                <a:lnTo>
                  <a:pt x="4677" y="7714"/>
                </a:lnTo>
                <a:lnTo>
                  <a:pt x="2673" y="9257"/>
                </a:lnTo>
                <a:lnTo>
                  <a:pt x="1336" y="4628"/>
                </a:lnTo>
                <a:lnTo>
                  <a:pt x="4677" y="1542"/>
                </a:lnTo>
                <a:lnTo>
                  <a:pt x="7468" y="1542"/>
                </a:lnTo>
                <a:cubicBezTo>
                  <a:pt x="7841" y="2871"/>
                  <a:pt x="9136" y="3857"/>
                  <a:pt x="10691" y="3857"/>
                </a:cubicBezTo>
                <a:cubicBezTo>
                  <a:pt x="12247" y="3857"/>
                  <a:pt x="13542" y="2871"/>
                  <a:pt x="13915" y="1542"/>
                </a:cubicBezTo>
                <a:lnTo>
                  <a:pt x="16706" y="1542"/>
                </a:lnTo>
                <a:lnTo>
                  <a:pt x="20047" y="4628"/>
                </a:lnTo>
                <a:cubicBezTo>
                  <a:pt x="20047" y="4628"/>
                  <a:pt x="18710" y="9257"/>
                  <a:pt x="18710" y="9257"/>
                </a:cubicBezTo>
                <a:close/>
                <a:moveTo>
                  <a:pt x="13200" y="1542"/>
                </a:moveTo>
                <a:cubicBezTo>
                  <a:pt x="12831" y="2438"/>
                  <a:pt x="11852" y="3085"/>
                  <a:pt x="10691" y="3085"/>
                </a:cubicBezTo>
                <a:cubicBezTo>
                  <a:pt x="9531" y="3085"/>
                  <a:pt x="8552" y="2438"/>
                  <a:pt x="8183" y="1542"/>
                </a:cubicBezTo>
                <a:cubicBezTo>
                  <a:pt x="8183" y="1542"/>
                  <a:pt x="13200" y="1542"/>
                  <a:pt x="13200" y="1542"/>
                </a:cubicBezTo>
                <a:close/>
                <a:moveTo>
                  <a:pt x="20882" y="3423"/>
                </a:moveTo>
                <a:lnTo>
                  <a:pt x="17541" y="338"/>
                </a:lnTo>
                <a:cubicBezTo>
                  <a:pt x="17303" y="119"/>
                  <a:pt x="17009" y="0"/>
                  <a:pt x="16706" y="0"/>
                </a:cubicBezTo>
                <a:lnTo>
                  <a:pt x="4677" y="0"/>
                </a:lnTo>
                <a:cubicBezTo>
                  <a:pt x="4374" y="0"/>
                  <a:pt x="4080" y="119"/>
                  <a:pt x="3842" y="338"/>
                </a:cubicBezTo>
                <a:lnTo>
                  <a:pt x="501" y="3423"/>
                </a:lnTo>
                <a:cubicBezTo>
                  <a:pt x="64" y="3827"/>
                  <a:pt x="-108" y="4503"/>
                  <a:pt x="68" y="5116"/>
                </a:cubicBezTo>
                <a:lnTo>
                  <a:pt x="1405" y="9745"/>
                </a:lnTo>
                <a:cubicBezTo>
                  <a:pt x="1537" y="10201"/>
                  <a:pt x="1845" y="10560"/>
                  <a:pt x="2239" y="10716"/>
                </a:cubicBezTo>
                <a:cubicBezTo>
                  <a:pt x="2380" y="10772"/>
                  <a:pt x="2527" y="10800"/>
                  <a:pt x="2673" y="10800"/>
                </a:cubicBezTo>
                <a:cubicBezTo>
                  <a:pt x="2905" y="10800"/>
                  <a:pt x="3136" y="10729"/>
                  <a:pt x="3341" y="10593"/>
                </a:cubicBezTo>
                <a:lnTo>
                  <a:pt x="3341" y="20057"/>
                </a:lnTo>
                <a:cubicBezTo>
                  <a:pt x="3341" y="20908"/>
                  <a:pt x="3940" y="21600"/>
                  <a:pt x="4677" y="21600"/>
                </a:cubicBezTo>
                <a:lnTo>
                  <a:pt x="16706" y="21600"/>
                </a:lnTo>
                <a:cubicBezTo>
                  <a:pt x="17443" y="21600"/>
                  <a:pt x="18042" y="20908"/>
                  <a:pt x="18042" y="20057"/>
                </a:cubicBezTo>
                <a:lnTo>
                  <a:pt x="18042" y="10593"/>
                </a:lnTo>
                <a:cubicBezTo>
                  <a:pt x="18247" y="10729"/>
                  <a:pt x="18478" y="10800"/>
                  <a:pt x="18710" y="10800"/>
                </a:cubicBezTo>
                <a:cubicBezTo>
                  <a:pt x="18856" y="10800"/>
                  <a:pt x="19002" y="10772"/>
                  <a:pt x="19144" y="10716"/>
                </a:cubicBezTo>
                <a:cubicBezTo>
                  <a:pt x="19538" y="10560"/>
                  <a:pt x="19846" y="10201"/>
                  <a:pt x="19978" y="9745"/>
                </a:cubicBezTo>
                <a:lnTo>
                  <a:pt x="21315" y="5116"/>
                </a:lnTo>
                <a:cubicBezTo>
                  <a:pt x="21491" y="4503"/>
                  <a:pt x="21319" y="3827"/>
                  <a:pt x="20882" y="3423"/>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90" name="AutoShape 33"/>
          <p:cNvSpPr/>
          <p:nvPr/>
        </p:nvSpPr>
        <p:spPr bwMode="auto">
          <a:xfrm>
            <a:off x="6111875" y="2994025"/>
            <a:ext cx="360363" cy="225425"/>
          </a:xfrm>
          <a:custGeom>
            <a:avLst/>
            <a:gdLst>
              <a:gd name="T0" fmla="*/ 10752 w 21505"/>
              <a:gd name="T1" fmla="*/ 10800 h 21600"/>
              <a:gd name="T2" fmla="*/ 10752 w 21505"/>
              <a:gd name="T3" fmla="*/ 10800 h 21600"/>
              <a:gd name="T4" fmla="*/ 10752 w 21505"/>
              <a:gd name="T5" fmla="*/ 10800 h 21600"/>
              <a:gd name="T6" fmla="*/ 10752 w 21505"/>
              <a:gd name="T7" fmla="*/ 10800 h 21600"/>
            </a:gdLst>
            <a:ahLst/>
            <a:cxnLst>
              <a:cxn ang="0">
                <a:pos x="T0" y="T1"/>
              </a:cxn>
              <a:cxn ang="0">
                <a:pos x="T2" y="T3"/>
              </a:cxn>
              <a:cxn ang="0">
                <a:pos x="T4" y="T5"/>
              </a:cxn>
              <a:cxn ang="0">
                <a:pos x="T6" y="T7"/>
              </a:cxn>
            </a:cxnLst>
            <a:rect l="0" t="0" r="r" b="b"/>
            <a:pathLst>
              <a:path w="21505" h="21600">
                <a:moveTo>
                  <a:pt x="17472" y="17279"/>
                </a:moveTo>
                <a:lnTo>
                  <a:pt x="17472" y="18899"/>
                </a:lnTo>
                <a:cubicBezTo>
                  <a:pt x="17472" y="19198"/>
                  <a:pt x="17321" y="19439"/>
                  <a:pt x="17136" y="19439"/>
                </a:cubicBezTo>
                <a:lnTo>
                  <a:pt x="4368" y="19439"/>
                </a:lnTo>
                <a:cubicBezTo>
                  <a:pt x="4182" y="19439"/>
                  <a:pt x="4032" y="19198"/>
                  <a:pt x="4032" y="18899"/>
                </a:cubicBezTo>
                <a:lnTo>
                  <a:pt x="4032" y="17279"/>
                </a:lnTo>
                <a:lnTo>
                  <a:pt x="1344" y="12419"/>
                </a:lnTo>
                <a:cubicBezTo>
                  <a:pt x="1344" y="12121"/>
                  <a:pt x="1494" y="11879"/>
                  <a:pt x="1680" y="11879"/>
                </a:cubicBezTo>
                <a:lnTo>
                  <a:pt x="3360" y="11879"/>
                </a:lnTo>
                <a:lnTo>
                  <a:pt x="4032" y="11879"/>
                </a:lnTo>
                <a:lnTo>
                  <a:pt x="4704" y="11879"/>
                </a:lnTo>
                <a:lnTo>
                  <a:pt x="5376" y="11879"/>
                </a:lnTo>
                <a:lnTo>
                  <a:pt x="6048" y="11879"/>
                </a:lnTo>
                <a:lnTo>
                  <a:pt x="6720" y="11879"/>
                </a:lnTo>
                <a:lnTo>
                  <a:pt x="7392" y="11879"/>
                </a:lnTo>
                <a:lnTo>
                  <a:pt x="8064" y="11879"/>
                </a:lnTo>
                <a:lnTo>
                  <a:pt x="8736" y="11879"/>
                </a:lnTo>
                <a:lnTo>
                  <a:pt x="12768" y="11879"/>
                </a:lnTo>
                <a:lnTo>
                  <a:pt x="13440" y="11879"/>
                </a:lnTo>
                <a:lnTo>
                  <a:pt x="14112" y="11879"/>
                </a:lnTo>
                <a:lnTo>
                  <a:pt x="14784" y="11879"/>
                </a:lnTo>
                <a:lnTo>
                  <a:pt x="15456" y="11879"/>
                </a:lnTo>
                <a:lnTo>
                  <a:pt x="16128" y="11879"/>
                </a:lnTo>
                <a:lnTo>
                  <a:pt x="16800" y="11879"/>
                </a:lnTo>
                <a:lnTo>
                  <a:pt x="17472" y="11879"/>
                </a:lnTo>
                <a:lnTo>
                  <a:pt x="18144" y="11879"/>
                </a:lnTo>
                <a:lnTo>
                  <a:pt x="19824" y="11879"/>
                </a:lnTo>
                <a:cubicBezTo>
                  <a:pt x="20009" y="11879"/>
                  <a:pt x="20160" y="12121"/>
                  <a:pt x="20160" y="12419"/>
                </a:cubicBezTo>
                <a:cubicBezTo>
                  <a:pt x="20160" y="12419"/>
                  <a:pt x="17472" y="17279"/>
                  <a:pt x="17472" y="17279"/>
                </a:cubicBezTo>
                <a:close/>
                <a:moveTo>
                  <a:pt x="10752" y="4320"/>
                </a:moveTo>
                <a:cubicBezTo>
                  <a:pt x="8625" y="4320"/>
                  <a:pt x="6826" y="6601"/>
                  <a:pt x="6246" y="9719"/>
                </a:cubicBezTo>
                <a:lnTo>
                  <a:pt x="5552" y="9719"/>
                </a:lnTo>
                <a:cubicBezTo>
                  <a:pt x="6152" y="6000"/>
                  <a:pt x="8252" y="3239"/>
                  <a:pt x="10752" y="3239"/>
                </a:cubicBezTo>
                <a:cubicBezTo>
                  <a:pt x="12934" y="3239"/>
                  <a:pt x="14813" y="5344"/>
                  <a:pt x="15654" y="8353"/>
                </a:cubicBezTo>
                <a:lnTo>
                  <a:pt x="15054" y="8835"/>
                </a:lnTo>
                <a:cubicBezTo>
                  <a:pt x="14323" y="6180"/>
                  <a:pt x="12671" y="4320"/>
                  <a:pt x="10752" y="4320"/>
                </a:cubicBezTo>
                <a:moveTo>
                  <a:pt x="10752" y="8639"/>
                </a:moveTo>
                <a:cubicBezTo>
                  <a:pt x="10158" y="8639"/>
                  <a:pt x="9630" y="9061"/>
                  <a:pt x="9260" y="9719"/>
                </a:cubicBezTo>
                <a:lnTo>
                  <a:pt x="8437" y="9719"/>
                </a:lnTo>
                <a:cubicBezTo>
                  <a:pt x="8904" y="8435"/>
                  <a:pt x="9761" y="7560"/>
                  <a:pt x="10752" y="7560"/>
                </a:cubicBezTo>
                <a:cubicBezTo>
                  <a:pt x="11742" y="7560"/>
                  <a:pt x="12600" y="8435"/>
                  <a:pt x="13066" y="9719"/>
                </a:cubicBezTo>
                <a:lnTo>
                  <a:pt x="12244" y="9719"/>
                </a:lnTo>
                <a:cubicBezTo>
                  <a:pt x="11874" y="9061"/>
                  <a:pt x="11345" y="8639"/>
                  <a:pt x="10752" y="8639"/>
                </a:cubicBezTo>
                <a:moveTo>
                  <a:pt x="13827" y="9719"/>
                </a:moveTo>
                <a:cubicBezTo>
                  <a:pt x="13307" y="7816"/>
                  <a:pt x="12126" y="6479"/>
                  <a:pt x="10752" y="6479"/>
                </a:cubicBezTo>
                <a:cubicBezTo>
                  <a:pt x="9378" y="6479"/>
                  <a:pt x="8197" y="7816"/>
                  <a:pt x="7676" y="9719"/>
                </a:cubicBezTo>
                <a:lnTo>
                  <a:pt x="6955" y="9719"/>
                </a:lnTo>
                <a:cubicBezTo>
                  <a:pt x="7510" y="7207"/>
                  <a:pt x="9001" y="5400"/>
                  <a:pt x="10752" y="5400"/>
                </a:cubicBezTo>
                <a:cubicBezTo>
                  <a:pt x="12409" y="5400"/>
                  <a:pt x="13834" y="7015"/>
                  <a:pt x="14454" y="9317"/>
                </a:cubicBezTo>
                <a:lnTo>
                  <a:pt x="13953" y="9719"/>
                </a:lnTo>
                <a:cubicBezTo>
                  <a:pt x="13953" y="9719"/>
                  <a:pt x="13827" y="9719"/>
                  <a:pt x="13827" y="9719"/>
                </a:cubicBezTo>
                <a:close/>
                <a:moveTo>
                  <a:pt x="10752" y="1080"/>
                </a:moveTo>
                <a:cubicBezTo>
                  <a:pt x="13459" y="1080"/>
                  <a:pt x="15792" y="3672"/>
                  <a:pt x="16856" y="7388"/>
                </a:cubicBezTo>
                <a:lnTo>
                  <a:pt x="16256" y="7869"/>
                </a:lnTo>
                <a:cubicBezTo>
                  <a:pt x="15305" y="4504"/>
                  <a:pt x="13201" y="2160"/>
                  <a:pt x="10752" y="2160"/>
                </a:cubicBezTo>
                <a:cubicBezTo>
                  <a:pt x="7874" y="2160"/>
                  <a:pt x="5470" y="5392"/>
                  <a:pt x="4858" y="9719"/>
                </a:cubicBezTo>
                <a:lnTo>
                  <a:pt x="4167" y="9719"/>
                </a:lnTo>
                <a:cubicBezTo>
                  <a:pt x="4792" y="4796"/>
                  <a:pt x="7507" y="1080"/>
                  <a:pt x="10752" y="1080"/>
                </a:cubicBezTo>
                <a:moveTo>
                  <a:pt x="17336" y="9719"/>
                </a:moveTo>
                <a:lnTo>
                  <a:pt x="16958" y="9719"/>
                </a:lnTo>
                <a:lnTo>
                  <a:pt x="17294" y="9449"/>
                </a:lnTo>
                <a:cubicBezTo>
                  <a:pt x="17307" y="9540"/>
                  <a:pt x="17325" y="9628"/>
                  <a:pt x="17336" y="9719"/>
                </a:cubicBezTo>
                <a:moveTo>
                  <a:pt x="19824" y="9719"/>
                </a:moveTo>
                <a:lnTo>
                  <a:pt x="18016" y="9719"/>
                </a:lnTo>
                <a:cubicBezTo>
                  <a:pt x="17986" y="9461"/>
                  <a:pt x="17948" y="9209"/>
                  <a:pt x="17908" y="8957"/>
                </a:cubicBezTo>
                <a:lnTo>
                  <a:pt x="21132" y="6366"/>
                </a:lnTo>
                <a:cubicBezTo>
                  <a:pt x="21464" y="6099"/>
                  <a:pt x="21599" y="5450"/>
                  <a:pt x="21433" y="4916"/>
                </a:cubicBezTo>
                <a:cubicBezTo>
                  <a:pt x="21267" y="4383"/>
                  <a:pt x="20864" y="4169"/>
                  <a:pt x="20532" y="4433"/>
                </a:cubicBezTo>
                <a:lnTo>
                  <a:pt x="17456" y="6905"/>
                </a:lnTo>
                <a:cubicBezTo>
                  <a:pt x="16282" y="2836"/>
                  <a:pt x="13721" y="0"/>
                  <a:pt x="10752" y="0"/>
                </a:cubicBezTo>
                <a:cubicBezTo>
                  <a:pt x="7135" y="0"/>
                  <a:pt x="4122" y="4198"/>
                  <a:pt x="3488" y="9719"/>
                </a:cubicBezTo>
                <a:lnTo>
                  <a:pt x="1680" y="9719"/>
                </a:lnTo>
                <a:cubicBezTo>
                  <a:pt x="754" y="9719"/>
                  <a:pt x="0" y="10930"/>
                  <a:pt x="0" y="12419"/>
                </a:cubicBezTo>
                <a:cubicBezTo>
                  <a:pt x="0" y="12949"/>
                  <a:pt x="121" y="13459"/>
                  <a:pt x="339" y="13855"/>
                </a:cubicBezTo>
                <a:lnTo>
                  <a:pt x="2688" y="18101"/>
                </a:lnTo>
                <a:lnTo>
                  <a:pt x="2688" y="18899"/>
                </a:lnTo>
                <a:cubicBezTo>
                  <a:pt x="2688" y="20389"/>
                  <a:pt x="3442" y="21599"/>
                  <a:pt x="4368" y="21599"/>
                </a:cubicBezTo>
                <a:lnTo>
                  <a:pt x="17136" y="21599"/>
                </a:lnTo>
                <a:cubicBezTo>
                  <a:pt x="18062" y="21599"/>
                  <a:pt x="18816" y="20389"/>
                  <a:pt x="18816" y="18899"/>
                </a:cubicBezTo>
                <a:lnTo>
                  <a:pt x="18816" y="18101"/>
                </a:lnTo>
                <a:lnTo>
                  <a:pt x="21165" y="13855"/>
                </a:lnTo>
                <a:cubicBezTo>
                  <a:pt x="21383" y="13459"/>
                  <a:pt x="21504" y="12949"/>
                  <a:pt x="21504" y="12419"/>
                </a:cubicBezTo>
                <a:cubicBezTo>
                  <a:pt x="21504" y="10930"/>
                  <a:pt x="20750" y="9719"/>
                  <a:pt x="19824" y="9719"/>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91" name="AutoShape 34"/>
          <p:cNvSpPr/>
          <p:nvPr/>
        </p:nvSpPr>
        <p:spPr bwMode="auto">
          <a:xfrm>
            <a:off x="6202363" y="2905125"/>
            <a:ext cx="25400" cy="84138"/>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47"/>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92" name="AutoShape 35"/>
          <p:cNvSpPr/>
          <p:nvPr/>
        </p:nvSpPr>
        <p:spPr bwMode="auto">
          <a:xfrm>
            <a:off x="6337300" y="2905125"/>
            <a:ext cx="25400" cy="84138"/>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6"/>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1" y="20691"/>
                  <a:pt x="1719" y="20730"/>
                  <a:pt x="1763" y="2077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93" name="AutoShape 36"/>
          <p:cNvSpPr/>
          <p:nvPr/>
        </p:nvSpPr>
        <p:spPr bwMode="auto">
          <a:xfrm>
            <a:off x="6280150" y="2859088"/>
            <a:ext cx="26988" cy="85725"/>
          </a:xfrm>
          <a:custGeom>
            <a:avLst/>
            <a:gdLst>
              <a:gd name="T0" fmla="+- 0 10758 2273"/>
              <a:gd name="T1" fmla="*/ T0 w 16970"/>
              <a:gd name="T2" fmla="*/ 10800 h 21600"/>
              <a:gd name="T3" fmla="+- 0 10758 2273"/>
              <a:gd name="T4" fmla="*/ T3 w 16970"/>
              <a:gd name="T5" fmla="*/ 10800 h 21600"/>
              <a:gd name="T6" fmla="+- 0 10758 2273"/>
              <a:gd name="T7" fmla="*/ T6 w 16970"/>
              <a:gd name="T8" fmla="*/ 10800 h 21600"/>
              <a:gd name="T9" fmla="+- 0 10758 2273"/>
              <a:gd name="T10" fmla="*/ T9 w 16970"/>
              <a:gd name="T11" fmla="*/ 10800 h 21600"/>
            </a:gdLst>
            <a:ahLst/>
            <a:cxnLst>
              <a:cxn ang="0">
                <a:pos x="T1" y="T2"/>
              </a:cxn>
              <a:cxn ang="0">
                <a:pos x="T4" y="T5"/>
              </a:cxn>
              <a:cxn ang="0">
                <a:pos x="T7" y="T8"/>
              </a:cxn>
              <a:cxn ang="0">
                <a:pos x="T10" y="T11"/>
              </a:cxn>
            </a:cxnLst>
            <a:rect l="0" t="0" r="r" b="b"/>
            <a:pathLst>
              <a:path w="16970" h="21600">
                <a:moveTo>
                  <a:pt x="1763" y="20770"/>
                </a:moveTo>
                <a:cubicBezTo>
                  <a:pt x="1785" y="20787"/>
                  <a:pt x="1800" y="20804"/>
                  <a:pt x="1822" y="20820"/>
                </a:cubicBezTo>
                <a:lnTo>
                  <a:pt x="1840" y="20820"/>
                </a:lnTo>
                <a:cubicBezTo>
                  <a:pt x="2471" y="21282"/>
                  <a:pt x="3719" y="21600"/>
                  <a:pt x="5169" y="21600"/>
                </a:cubicBezTo>
                <a:cubicBezTo>
                  <a:pt x="7249" y="21600"/>
                  <a:pt x="8949" y="20950"/>
                  <a:pt x="8949" y="20151"/>
                </a:cubicBezTo>
                <a:cubicBezTo>
                  <a:pt x="8949" y="20027"/>
                  <a:pt x="8890" y="19906"/>
                  <a:pt x="8813" y="19791"/>
                </a:cubicBezTo>
                <a:cubicBezTo>
                  <a:pt x="8827" y="19771"/>
                  <a:pt x="8827" y="19755"/>
                  <a:pt x="8805" y="19735"/>
                </a:cubicBezTo>
                <a:cubicBezTo>
                  <a:pt x="5994" y="17195"/>
                  <a:pt x="8670" y="14408"/>
                  <a:pt x="11954" y="11407"/>
                </a:cubicBezTo>
                <a:cubicBezTo>
                  <a:pt x="15517" y="8164"/>
                  <a:pt x="19327" y="4564"/>
                  <a:pt x="15125" y="902"/>
                </a:cubicBezTo>
                <a:cubicBezTo>
                  <a:pt x="14593" y="374"/>
                  <a:pt x="13264" y="0"/>
                  <a:pt x="11701" y="0"/>
                </a:cubicBezTo>
                <a:cubicBezTo>
                  <a:pt x="9671" y="0"/>
                  <a:pt x="8016" y="632"/>
                  <a:pt x="8016" y="1411"/>
                </a:cubicBezTo>
                <a:cubicBezTo>
                  <a:pt x="8016" y="1583"/>
                  <a:pt x="8108" y="1749"/>
                  <a:pt x="8259" y="1898"/>
                </a:cubicBezTo>
                <a:cubicBezTo>
                  <a:pt x="8259" y="1904"/>
                  <a:pt x="8259" y="1909"/>
                  <a:pt x="8266" y="1915"/>
                </a:cubicBezTo>
                <a:cubicBezTo>
                  <a:pt x="8273" y="1923"/>
                  <a:pt x="8281" y="1932"/>
                  <a:pt x="8295" y="1940"/>
                </a:cubicBezTo>
                <a:lnTo>
                  <a:pt x="8325" y="1974"/>
                </a:lnTo>
                <a:cubicBezTo>
                  <a:pt x="11360" y="4592"/>
                  <a:pt x="8424" y="7275"/>
                  <a:pt x="5106" y="10305"/>
                </a:cubicBezTo>
                <a:cubicBezTo>
                  <a:pt x="1605" y="13500"/>
                  <a:pt x="-2273" y="17040"/>
                  <a:pt x="1635" y="20649"/>
                </a:cubicBezTo>
                <a:cubicBezTo>
                  <a:pt x="1675" y="20691"/>
                  <a:pt x="1719" y="20730"/>
                  <a:pt x="1763" y="2077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nvGrpSpPr>
          <p:cNvPr id="94" name="组合 93"/>
          <p:cNvGrpSpPr/>
          <p:nvPr/>
        </p:nvGrpSpPr>
        <p:grpSpPr>
          <a:xfrm>
            <a:off x="5394325" y="2859088"/>
            <a:ext cx="358775" cy="360362"/>
            <a:chOff x="5394325" y="2859088"/>
            <a:chExt cx="358775" cy="360362"/>
          </a:xfrm>
          <a:solidFill>
            <a:schemeClr val="tx1"/>
          </a:solidFill>
        </p:grpSpPr>
        <p:sp>
          <p:nvSpPr>
            <p:cNvPr id="95" name="AutoShape 37"/>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96" name="AutoShape 38"/>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97" name="AutoShape 39"/>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98" name="AutoShape 40"/>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99" name="AutoShape 41"/>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00" name="AutoShape 42"/>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101" name="AutoShape 43"/>
          <p:cNvSpPr/>
          <p:nvPr/>
        </p:nvSpPr>
        <p:spPr bwMode="auto">
          <a:xfrm>
            <a:off x="4675188" y="2882900"/>
            <a:ext cx="360362" cy="257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02" name="AutoShape 44"/>
          <p:cNvSpPr/>
          <p:nvPr/>
        </p:nvSpPr>
        <p:spPr bwMode="auto">
          <a:xfrm>
            <a:off x="5000625" y="2994025"/>
            <a:ext cx="22225" cy="1238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03" name="AutoShape 45"/>
          <p:cNvSpPr/>
          <p:nvPr/>
        </p:nvSpPr>
        <p:spPr bwMode="auto">
          <a:xfrm>
            <a:off x="4989513" y="3128963"/>
            <a:ext cx="46037" cy="682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04" name="AutoShape 46"/>
          <p:cNvSpPr/>
          <p:nvPr/>
        </p:nvSpPr>
        <p:spPr bwMode="auto">
          <a:xfrm>
            <a:off x="8267700" y="2141538"/>
            <a:ext cx="360363"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874" y="17549"/>
                </a:moveTo>
                <a:cubicBezTo>
                  <a:pt x="15513" y="17549"/>
                  <a:pt x="14343" y="15612"/>
                  <a:pt x="13809" y="12825"/>
                </a:cubicBezTo>
                <a:lnTo>
                  <a:pt x="15524" y="12825"/>
                </a:lnTo>
                <a:cubicBezTo>
                  <a:pt x="17038" y="12825"/>
                  <a:pt x="18224" y="11343"/>
                  <a:pt x="18224" y="9450"/>
                </a:cubicBezTo>
                <a:cubicBezTo>
                  <a:pt x="18224" y="7558"/>
                  <a:pt x="17038" y="6075"/>
                  <a:pt x="15524" y="6075"/>
                </a:cubicBezTo>
                <a:lnTo>
                  <a:pt x="13809" y="6075"/>
                </a:lnTo>
                <a:cubicBezTo>
                  <a:pt x="14343" y="3289"/>
                  <a:pt x="15513" y="1350"/>
                  <a:pt x="16874" y="1350"/>
                </a:cubicBezTo>
                <a:cubicBezTo>
                  <a:pt x="18739" y="1350"/>
                  <a:pt x="20249" y="4976"/>
                  <a:pt x="20249" y="9450"/>
                </a:cubicBezTo>
                <a:cubicBezTo>
                  <a:pt x="20249" y="13923"/>
                  <a:pt x="18739" y="17549"/>
                  <a:pt x="16874" y="17549"/>
                </a:cubicBezTo>
                <a:moveTo>
                  <a:pt x="8926" y="11482"/>
                </a:moveTo>
                <a:lnTo>
                  <a:pt x="8774" y="11482"/>
                </a:lnTo>
                <a:lnTo>
                  <a:pt x="8774" y="11475"/>
                </a:lnTo>
                <a:cubicBezTo>
                  <a:pt x="8028" y="11475"/>
                  <a:pt x="7424" y="10569"/>
                  <a:pt x="7424" y="9450"/>
                </a:cubicBezTo>
                <a:cubicBezTo>
                  <a:pt x="7424" y="8332"/>
                  <a:pt x="8028" y="7425"/>
                  <a:pt x="8774" y="7425"/>
                </a:cubicBezTo>
                <a:lnTo>
                  <a:pt x="8926" y="7425"/>
                </a:lnTo>
                <a:cubicBezTo>
                  <a:pt x="10200" y="7425"/>
                  <a:pt x="11391" y="6924"/>
                  <a:pt x="12441" y="6063"/>
                </a:cubicBezTo>
                <a:cubicBezTo>
                  <a:pt x="12248" y="7149"/>
                  <a:pt x="12149" y="8300"/>
                  <a:pt x="12149" y="9450"/>
                </a:cubicBezTo>
                <a:cubicBezTo>
                  <a:pt x="12149" y="10603"/>
                  <a:pt x="12248" y="11758"/>
                  <a:pt x="12442" y="12846"/>
                </a:cubicBezTo>
                <a:cubicBezTo>
                  <a:pt x="11393" y="11983"/>
                  <a:pt x="10200" y="11482"/>
                  <a:pt x="8926" y="11482"/>
                </a:cubicBezTo>
                <a:moveTo>
                  <a:pt x="8096" y="20249"/>
                </a:moveTo>
                <a:lnTo>
                  <a:pt x="5396" y="20249"/>
                </a:lnTo>
                <a:lnTo>
                  <a:pt x="5396" y="14175"/>
                </a:lnTo>
                <a:cubicBezTo>
                  <a:pt x="5396" y="13683"/>
                  <a:pt x="5264" y="13223"/>
                  <a:pt x="5033" y="12825"/>
                </a:cubicBezTo>
                <a:lnTo>
                  <a:pt x="5505" y="12825"/>
                </a:lnTo>
                <a:lnTo>
                  <a:pt x="5505" y="12832"/>
                </a:lnTo>
                <a:lnTo>
                  <a:pt x="7535" y="12832"/>
                </a:lnTo>
                <a:cubicBezTo>
                  <a:pt x="7463" y="13042"/>
                  <a:pt x="7421" y="13265"/>
                  <a:pt x="7421" y="13500"/>
                </a:cubicBezTo>
                <a:lnTo>
                  <a:pt x="7421" y="18225"/>
                </a:lnTo>
                <a:cubicBezTo>
                  <a:pt x="7421" y="18874"/>
                  <a:pt x="7784" y="19307"/>
                  <a:pt x="8001" y="19565"/>
                </a:cubicBezTo>
                <a:cubicBezTo>
                  <a:pt x="8031" y="19601"/>
                  <a:pt x="8065" y="19638"/>
                  <a:pt x="8096" y="19677"/>
                </a:cubicBezTo>
                <a:cubicBezTo>
                  <a:pt x="8096" y="19677"/>
                  <a:pt x="8096" y="20249"/>
                  <a:pt x="8096" y="20249"/>
                </a:cubicBezTo>
                <a:close/>
                <a:moveTo>
                  <a:pt x="1349" y="9450"/>
                </a:moveTo>
                <a:cubicBezTo>
                  <a:pt x="1349" y="8332"/>
                  <a:pt x="1953" y="7425"/>
                  <a:pt x="2699" y="7425"/>
                </a:cubicBezTo>
                <a:lnTo>
                  <a:pt x="7434" y="7425"/>
                </a:lnTo>
                <a:cubicBezTo>
                  <a:pt x="7014" y="7916"/>
                  <a:pt x="6749" y="8631"/>
                  <a:pt x="6749" y="9450"/>
                </a:cubicBezTo>
                <a:cubicBezTo>
                  <a:pt x="6749" y="10270"/>
                  <a:pt x="7014" y="10984"/>
                  <a:pt x="7434" y="11475"/>
                </a:cubicBezTo>
                <a:lnTo>
                  <a:pt x="2699" y="11475"/>
                </a:lnTo>
                <a:cubicBezTo>
                  <a:pt x="1953" y="11475"/>
                  <a:pt x="1349" y="10569"/>
                  <a:pt x="1349" y="9450"/>
                </a:cubicBezTo>
                <a:moveTo>
                  <a:pt x="13499" y="9450"/>
                </a:moveTo>
                <a:cubicBezTo>
                  <a:pt x="13499" y="8749"/>
                  <a:pt x="13540" y="8073"/>
                  <a:pt x="13610" y="7425"/>
                </a:cubicBezTo>
                <a:lnTo>
                  <a:pt x="15524" y="7425"/>
                </a:lnTo>
                <a:cubicBezTo>
                  <a:pt x="16269" y="7425"/>
                  <a:pt x="16874" y="8332"/>
                  <a:pt x="16874" y="9450"/>
                </a:cubicBezTo>
                <a:cubicBezTo>
                  <a:pt x="16874" y="10569"/>
                  <a:pt x="16269" y="11475"/>
                  <a:pt x="15524" y="11475"/>
                </a:cubicBezTo>
                <a:lnTo>
                  <a:pt x="13610" y="11475"/>
                </a:lnTo>
                <a:cubicBezTo>
                  <a:pt x="13540" y="10826"/>
                  <a:pt x="13499" y="10151"/>
                  <a:pt x="13499" y="9450"/>
                </a:cubicBezTo>
                <a:moveTo>
                  <a:pt x="16874" y="0"/>
                </a:moveTo>
                <a:cubicBezTo>
                  <a:pt x="15489" y="0"/>
                  <a:pt x="14400" y="951"/>
                  <a:pt x="13618" y="2420"/>
                </a:cubicBezTo>
                <a:lnTo>
                  <a:pt x="13604" y="2412"/>
                </a:lnTo>
                <a:cubicBezTo>
                  <a:pt x="12469" y="4635"/>
                  <a:pt x="10778" y="6075"/>
                  <a:pt x="8926" y="6075"/>
                </a:cubicBezTo>
                <a:lnTo>
                  <a:pt x="8479" y="6075"/>
                </a:lnTo>
                <a:lnTo>
                  <a:pt x="5505" y="6075"/>
                </a:lnTo>
                <a:lnTo>
                  <a:pt x="2699" y="6075"/>
                </a:lnTo>
                <a:cubicBezTo>
                  <a:pt x="1185" y="6075"/>
                  <a:pt x="0" y="7558"/>
                  <a:pt x="0" y="9450"/>
                </a:cubicBezTo>
                <a:cubicBezTo>
                  <a:pt x="0" y="11343"/>
                  <a:pt x="1185" y="12825"/>
                  <a:pt x="2699" y="12825"/>
                </a:cubicBezTo>
                <a:cubicBezTo>
                  <a:pt x="3443" y="12827"/>
                  <a:pt x="4046" y="13430"/>
                  <a:pt x="4046" y="14175"/>
                </a:cubicBezTo>
                <a:lnTo>
                  <a:pt x="4046" y="20249"/>
                </a:lnTo>
                <a:cubicBezTo>
                  <a:pt x="4046" y="20996"/>
                  <a:pt x="4651" y="21599"/>
                  <a:pt x="5396" y="21599"/>
                </a:cubicBezTo>
                <a:lnTo>
                  <a:pt x="8096" y="21599"/>
                </a:lnTo>
                <a:cubicBezTo>
                  <a:pt x="8842" y="21599"/>
                  <a:pt x="9446" y="20996"/>
                  <a:pt x="9446" y="20249"/>
                </a:cubicBezTo>
                <a:lnTo>
                  <a:pt x="9446" y="19575"/>
                </a:lnTo>
                <a:cubicBezTo>
                  <a:pt x="9446" y="18900"/>
                  <a:pt x="8771" y="18598"/>
                  <a:pt x="8771" y="18225"/>
                </a:cubicBezTo>
                <a:lnTo>
                  <a:pt x="8771" y="13500"/>
                </a:lnTo>
                <a:cubicBezTo>
                  <a:pt x="8771" y="13484"/>
                  <a:pt x="8781" y="13473"/>
                  <a:pt x="8782" y="13458"/>
                </a:cubicBezTo>
                <a:cubicBezTo>
                  <a:pt x="8789" y="13361"/>
                  <a:pt x="8815" y="13271"/>
                  <a:pt x="8859" y="13191"/>
                </a:cubicBezTo>
                <a:cubicBezTo>
                  <a:pt x="8871" y="13169"/>
                  <a:pt x="8884" y="13151"/>
                  <a:pt x="8898" y="13132"/>
                </a:cubicBezTo>
                <a:cubicBezTo>
                  <a:pt x="8952" y="13051"/>
                  <a:pt x="9020" y="12985"/>
                  <a:pt x="9103" y="12934"/>
                </a:cubicBezTo>
                <a:cubicBezTo>
                  <a:pt x="9107" y="12931"/>
                  <a:pt x="9108" y="12927"/>
                  <a:pt x="9112" y="12925"/>
                </a:cubicBezTo>
                <a:cubicBezTo>
                  <a:pt x="9115" y="12925"/>
                  <a:pt x="9117" y="12922"/>
                  <a:pt x="9120" y="12922"/>
                </a:cubicBezTo>
                <a:cubicBezTo>
                  <a:pt x="9174" y="12892"/>
                  <a:pt x="9238" y="12885"/>
                  <a:pt x="9299" y="12868"/>
                </a:cubicBezTo>
                <a:cubicBezTo>
                  <a:pt x="11003" y="13049"/>
                  <a:pt x="12545" y="14424"/>
                  <a:pt x="13604" y="16495"/>
                </a:cubicBezTo>
                <a:lnTo>
                  <a:pt x="13621" y="16487"/>
                </a:lnTo>
                <a:cubicBezTo>
                  <a:pt x="14404" y="17950"/>
                  <a:pt x="15490" y="18900"/>
                  <a:pt x="16874" y="18900"/>
                </a:cubicBezTo>
                <a:cubicBezTo>
                  <a:pt x="19977" y="18900"/>
                  <a:pt x="21600" y="14145"/>
                  <a:pt x="21600" y="9450"/>
                </a:cubicBezTo>
                <a:cubicBezTo>
                  <a:pt x="21600" y="4754"/>
                  <a:pt x="19977" y="0"/>
                  <a:pt x="16874"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05" name="AutoShape 47"/>
          <p:cNvSpPr/>
          <p:nvPr/>
        </p:nvSpPr>
        <p:spPr bwMode="auto">
          <a:xfrm>
            <a:off x="7550150" y="2141538"/>
            <a:ext cx="358775" cy="358775"/>
          </a:xfrm>
          <a:custGeom>
            <a:avLst/>
            <a:gdLst>
              <a:gd name="T0" fmla="+- 0 10853 107"/>
              <a:gd name="T1" fmla="*/ T0 w 21493"/>
              <a:gd name="T2" fmla="*/ 10800 h 21600"/>
              <a:gd name="T3" fmla="+- 0 10853 107"/>
              <a:gd name="T4" fmla="*/ T3 w 21493"/>
              <a:gd name="T5" fmla="*/ 10800 h 21600"/>
              <a:gd name="T6" fmla="+- 0 10853 107"/>
              <a:gd name="T7" fmla="*/ T6 w 21493"/>
              <a:gd name="T8" fmla="*/ 10800 h 21600"/>
              <a:gd name="T9" fmla="+- 0 10853 107"/>
              <a:gd name="T10" fmla="*/ T9 w 21493"/>
              <a:gd name="T11" fmla="*/ 10800 h 21600"/>
            </a:gdLst>
            <a:ahLst/>
            <a:cxnLst>
              <a:cxn ang="0">
                <a:pos x="T1" y="T2"/>
              </a:cxn>
              <a:cxn ang="0">
                <a:pos x="T4" y="T5"/>
              </a:cxn>
              <a:cxn ang="0">
                <a:pos x="T7" y="T8"/>
              </a:cxn>
              <a:cxn ang="0">
                <a:pos x="T10" y="T11"/>
              </a:cxn>
            </a:cxnLst>
            <a:rect l="0" t="0" r="r" b="b"/>
            <a:pathLst>
              <a:path w="21493" h="21600">
                <a:moveTo>
                  <a:pt x="20123" y="3375"/>
                </a:moveTo>
                <a:lnTo>
                  <a:pt x="8704" y="5400"/>
                </a:lnTo>
                <a:lnTo>
                  <a:pt x="8704" y="4725"/>
                </a:lnTo>
                <a:lnTo>
                  <a:pt x="8704" y="3375"/>
                </a:lnTo>
                <a:lnTo>
                  <a:pt x="20123" y="1350"/>
                </a:lnTo>
                <a:lnTo>
                  <a:pt x="20123" y="2700"/>
                </a:lnTo>
                <a:cubicBezTo>
                  <a:pt x="20123" y="2700"/>
                  <a:pt x="20123" y="3375"/>
                  <a:pt x="20123" y="3375"/>
                </a:cubicBezTo>
                <a:close/>
                <a:moveTo>
                  <a:pt x="17901" y="18014"/>
                </a:moveTo>
                <a:cubicBezTo>
                  <a:pt x="16291" y="18553"/>
                  <a:pt x="14628" y="18025"/>
                  <a:pt x="14187" y="16839"/>
                </a:cubicBezTo>
                <a:cubicBezTo>
                  <a:pt x="13745" y="15651"/>
                  <a:pt x="14691" y="14251"/>
                  <a:pt x="16300" y="13712"/>
                </a:cubicBezTo>
                <a:cubicBezTo>
                  <a:pt x="17910" y="13173"/>
                  <a:pt x="19573" y="13699"/>
                  <a:pt x="20014" y="14886"/>
                </a:cubicBezTo>
                <a:cubicBezTo>
                  <a:pt x="20456" y="16074"/>
                  <a:pt x="19510" y="17474"/>
                  <a:pt x="17901" y="18014"/>
                </a:cubicBezTo>
                <a:moveTo>
                  <a:pt x="5163" y="20039"/>
                </a:moveTo>
                <a:cubicBezTo>
                  <a:pt x="3554" y="20578"/>
                  <a:pt x="1890" y="20050"/>
                  <a:pt x="1450" y="18864"/>
                </a:cubicBezTo>
                <a:cubicBezTo>
                  <a:pt x="1008" y="17676"/>
                  <a:pt x="1954" y="16276"/>
                  <a:pt x="3562" y="15737"/>
                </a:cubicBezTo>
                <a:cubicBezTo>
                  <a:pt x="5172" y="15198"/>
                  <a:pt x="6836" y="15724"/>
                  <a:pt x="7277" y="16911"/>
                </a:cubicBezTo>
                <a:cubicBezTo>
                  <a:pt x="7719" y="18099"/>
                  <a:pt x="6773" y="19499"/>
                  <a:pt x="5163" y="20039"/>
                </a:cubicBezTo>
                <a:moveTo>
                  <a:pt x="21012" y="316"/>
                </a:moveTo>
                <a:cubicBezTo>
                  <a:pt x="20770" y="110"/>
                  <a:pt x="20463" y="0"/>
                  <a:pt x="20149" y="0"/>
                </a:cubicBezTo>
                <a:cubicBezTo>
                  <a:pt x="20072" y="0"/>
                  <a:pt x="19993" y="6"/>
                  <a:pt x="19916" y="21"/>
                </a:cubicBezTo>
                <a:lnTo>
                  <a:pt x="8497" y="2046"/>
                </a:lnTo>
                <a:cubicBezTo>
                  <a:pt x="7855" y="2159"/>
                  <a:pt x="7387" y="2719"/>
                  <a:pt x="7387" y="3375"/>
                </a:cubicBezTo>
                <a:lnTo>
                  <a:pt x="7387" y="4725"/>
                </a:lnTo>
                <a:lnTo>
                  <a:pt x="7387" y="5400"/>
                </a:lnTo>
                <a:lnTo>
                  <a:pt x="7387" y="14964"/>
                </a:lnTo>
                <a:cubicBezTo>
                  <a:pt x="6706" y="14467"/>
                  <a:pt x="5822" y="14175"/>
                  <a:pt x="4839" y="14175"/>
                </a:cubicBezTo>
                <a:cubicBezTo>
                  <a:pt x="4268" y="14175"/>
                  <a:pt x="3696" y="14269"/>
                  <a:pt x="3139" y="14455"/>
                </a:cubicBezTo>
                <a:cubicBezTo>
                  <a:pt x="1865" y="14882"/>
                  <a:pt x="843" y="15739"/>
                  <a:pt x="336" y="16807"/>
                </a:cubicBezTo>
                <a:cubicBezTo>
                  <a:pt x="-56" y="17633"/>
                  <a:pt x="-107" y="18530"/>
                  <a:pt x="192" y="19336"/>
                </a:cubicBezTo>
                <a:cubicBezTo>
                  <a:pt x="703" y="20711"/>
                  <a:pt x="2155" y="21599"/>
                  <a:pt x="3892" y="21599"/>
                </a:cubicBezTo>
                <a:cubicBezTo>
                  <a:pt x="4462" y="21599"/>
                  <a:pt x="5033" y="21506"/>
                  <a:pt x="5590" y="21319"/>
                </a:cubicBezTo>
                <a:cubicBezTo>
                  <a:pt x="6865" y="20893"/>
                  <a:pt x="7887" y="20036"/>
                  <a:pt x="8394" y="18969"/>
                </a:cubicBezTo>
                <a:cubicBezTo>
                  <a:pt x="8612" y="18509"/>
                  <a:pt x="8714" y="18027"/>
                  <a:pt x="8718" y="17549"/>
                </a:cubicBezTo>
                <a:lnTo>
                  <a:pt x="8730" y="17549"/>
                </a:lnTo>
                <a:lnTo>
                  <a:pt x="8730" y="6750"/>
                </a:lnTo>
                <a:cubicBezTo>
                  <a:pt x="8807" y="6750"/>
                  <a:pt x="8886" y="6743"/>
                  <a:pt x="8964" y="6730"/>
                </a:cubicBezTo>
                <a:lnTo>
                  <a:pt x="20149" y="4746"/>
                </a:lnTo>
                <a:lnTo>
                  <a:pt x="20149" y="12939"/>
                </a:lnTo>
                <a:cubicBezTo>
                  <a:pt x="19468" y="12442"/>
                  <a:pt x="18584" y="12150"/>
                  <a:pt x="17600" y="12150"/>
                </a:cubicBezTo>
                <a:cubicBezTo>
                  <a:pt x="17030" y="12150"/>
                  <a:pt x="16459" y="12244"/>
                  <a:pt x="15902" y="12430"/>
                </a:cubicBezTo>
                <a:cubicBezTo>
                  <a:pt x="14628" y="12857"/>
                  <a:pt x="13606" y="13714"/>
                  <a:pt x="13098" y="14782"/>
                </a:cubicBezTo>
                <a:cubicBezTo>
                  <a:pt x="12706" y="15608"/>
                  <a:pt x="12656" y="16505"/>
                  <a:pt x="12955" y="17311"/>
                </a:cubicBezTo>
                <a:cubicBezTo>
                  <a:pt x="13466" y="18686"/>
                  <a:pt x="14918" y="19575"/>
                  <a:pt x="16653" y="19575"/>
                </a:cubicBezTo>
                <a:cubicBezTo>
                  <a:pt x="17224" y="19575"/>
                  <a:pt x="17796" y="19481"/>
                  <a:pt x="18352" y="19294"/>
                </a:cubicBezTo>
                <a:cubicBezTo>
                  <a:pt x="19627" y="18868"/>
                  <a:pt x="20649" y="18011"/>
                  <a:pt x="21157" y="16944"/>
                </a:cubicBezTo>
                <a:cubicBezTo>
                  <a:pt x="21374" y="16484"/>
                  <a:pt x="21477" y="16002"/>
                  <a:pt x="21480" y="15525"/>
                </a:cubicBezTo>
                <a:lnTo>
                  <a:pt x="21493" y="15525"/>
                </a:lnTo>
                <a:lnTo>
                  <a:pt x="21493" y="3375"/>
                </a:lnTo>
                <a:lnTo>
                  <a:pt x="21493" y="2700"/>
                </a:lnTo>
                <a:lnTo>
                  <a:pt x="21493" y="1350"/>
                </a:lnTo>
                <a:cubicBezTo>
                  <a:pt x="21493" y="951"/>
                  <a:pt x="21317" y="572"/>
                  <a:pt x="21012" y="316"/>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nvGrpSpPr>
          <p:cNvPr id="106" name="组合 105"/>
          <p:cNvGrpSpPr/>
          <p:nvPr/>
        </p:nvGrpSpPr>
        <p:grpSpPr>
          <a:xfrm>
            <a:off x="6853689" y="2141343"/>
            <a:ext cx="314346" cy="359165"/>
            <a:chOff x="6853689" y="2141343"/>
            <a:chExt cx="314346" cy="359165"/>
          </a:xfrm>
          <a:solidFill>
            <a:schemeClr val="tx1"/>
          </a:solidFill>
        </p:grpSpPr>
        <p:sp>
          <p:nvSpPr>
            <p:cNvPr id="107" name="AutoShape 48"/>
            <p:cNvSpPr/>
            <p:nvPr/>
          </p:nvSpPr>
          <p:spPr bwMode="auto">
            <a:xfrm>
              <a:off x="6853689" y="2141343"/>
              <a:ext cx="314346"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425"/>
                  </a:moveTo>
                  <a:cubicBezTo>
                    <a:pt x="5687" y="7425"/>
                    <a:pt x="1542" y="6064"/>
                    <a:pt x="1542" y="4387"/>
                  </a:cubicBezTo>
                  <a:cubicBezTo>
                    <a:pt x="1542" y="2709"/>
                    <a:pt x="5687" y="1350"/>
                    <a:pt x="10800" y="1350"/>
                  </a:cubicBezTo>
                  <a:cubicBezTo>
                    <a:pt x="15912" y="1350"/>
                    <a:pt x="20057" y="2709"/>
                    <a:pt x="20057" y="4387"/>
                  </a:cubicBezTo>
                  <a:cubicBezTo>
                    <a:pt x="20057" y="6064"/>
                    <a:pt x="15912" y="7425"/>
                    <a:pt x="10800" y="7425"/>
                  </a:cubicBezTo>
                  <a:moveTo>
                    <a:pt x="20057" y="9112"/>
                  </a:moveTo>
                  <a:lnTo>
                    <a:pt x="20054" y="9112"/>
                  </a:lnTo>
                  <a:cubicBezTo>
                    <a:pt x="20054" y="9119"/>
                    <a:pt x="20057" y="9127"/>
                    <a:pt x="20057" y="9133"/>
                  </a:cubicBezTo>
                  <a:cubicBezTo>
                    <a:pt x="20057" y="10800"/>
                    <a:pt x="15912" y="12150"/>
                    <a:pt x="10800" y="12150"/>
                  </a:cubicBezTo>
                  <a:cubicBezTo>
                    <a:pt x="5687" y="12150"/>
                    <a:pt x="1542" y="10800"/>
                    <a:pt x="1542" y="9133"/>
                  </a:cubicBezTo>
                  <a:cubicBezTo>
                    <a:pt x="1542" y="9127"/>
                    <a:pt x="1545" y="9119"/>
                    <a:pt x="1545" y="9112"/>
                  </a:cubicBezTo>
                  <a:lnTo>
                    <a:pt x="1542" y="9112"/>
                  </a:lnTo>
                  <a:lnTo>
                    <a:pt x="1542" y="6793"/>
                  </a:lnTo>
                  <a:cubicBezTo>
                    <a:pt x="3564" y="8140"/>
                    <a:pt x="7271" y="8774"/>
                    <a:pt x="10800" y="8774"/>
                  </a:cubicBezTo>
                  <a:cubicBezTo>
                    <a:pt x="14328" y="8774"/>
                    <a:pt x="18035" y="8140"/>
                    <a:pt x="20057" y="6793"/>
                  </a:cubicBezTo>
                  <a:cubicBezTo>
                    <a:pt x="20057" y="6793"/>
                    <a:pt x="20057" y="9112"/>
                    <a:pt x="20057" y="9112"/>
                  </a:cubicBezTo>
                  <a:close/>
                  <a:moveTo>
                    <a:pt x="20057" y="13162"/>
                  </a:moveTo>
                  <a:lnTo>
                    <a:pt x="20054" y="13162"/>
                  </a:lnTo>
                  <a:cubicBezTo>
                    <a:pt x="20054" y="13169"/>
                    <a:pt x="20057" y="13177"/>
                    <a:pt x="20057" y="13183"/>
                  </a:cubicBezTo>
                  <a:cubicBezTo>
                    <a:pt x="20057" y="14850"/>
                    <a:pt x="15912" y="16200"/>
                    <a:pt x="10800" y="16200"/>
                  </a:cubicBezTo>
                  <a:cubicBezTo>
                    <a:pt x="5687" y="16200"/>
                    <a:pt x="1542" y="14850"/>
                    <a:pt x="1542" y="13183"/>
                  </a:cubicBezTo>
                  <a:cubicBezTo>
                    <a:pt x="1542" y="13177"/>
                    <a:pt x="1545" y="13169"/>
                    <a:pt x="1545" y="13162"/>
                  </a:cubicBezTo>
                  <a:lnTo>
                    <a:pt x="1542" y="13162"/>
                  </a:lnTo>
                  <a:lnTo>
                    <a:pt x="1542" y="10640"/>
                  </a:lnTo>
                  <a:cubicBezTo>
                    <a:pt x="3136" y="12077"/>
                    <a:pt x="6982" y="12825"/>
                    <a:pt x="10800" y="12825"/>
                  </a:cubicBezTo>
                  <a:cubicBezTo>
                    <a:pt x="14617" y="12825"/>
                    <a:pt x="18463" y="12077"/>
                    <a:pt x="20057" y="10640"/>
                  </a:cubicBezTo>
                  <a:cubicBezTo>
                    <a:pt x="20057" y="10640"/>
                    <a:pt x="20057" y="13162"/>
                    <a:pt x="20057" y="13162"/>
                  </a:cubicBezTo>
                  <a:close/>
                  <a:moveTo>
                    <a:pt x="20057" y="17212"/>
                  </a:moveTo>
                  <a:cubicBezTo>
                    <a:pt x="20057" y="18889"/>
                    <a:pt x="15912" y="20249"/>
                    <a:pt x="10800" y="20249"/>
                  </a:cubicBezTo>
                  <a:cubicBezTo>
                    <a:pt x="5687" y="20249"/>
                    <a:pt x="1542" y="18889"/>
                    <a:pt x="1542" y="17212"/>
                  </a:cubicBezTo>
                  <a:lnTo>
                    <a:pt x="1542" y="14690"/>
                  </a:lnTo>
                  <a:cubicBezTo>
                    <a:pt x="3136" y="16127"/>
                    <a:pt x="6982" y="16875"/>
                    <a:pt x="10800" y="16875"/>
                  </a:cubicBezTo>
                  <a:cubicBezTo>
                    <a:pt x="14617" y="16875"/>
                    <a:pt x="18463" y="16127"/>
                    <a:pt x="20057" y="14690"/>
                  </a:cubicBezTo>
                  <a:cubicBezTo>
                    <a:pt x="20057" y="14690"/>
                    <a:pt x="20057" y="17212"/>
                    <a:pt x="20057" y="17212"/>
                  </a:cubicBezTo>
                  <a:close/>
                  <a:moveTo>
                    <a:pt x="10800" y="0"/>
                  </a:moveTo>
                  <a:cubicBezTo>
                    <a:pt x="5598" y="0"/>
                    <a:pt x="0" y="1372"/>
                    <a:pt x="0" y="4387"/>
                  </a:cubicBezTo>
                  <a:lnTo>
                    <a:pt x="0" y="17212"/>
                  </a:lnTo>
                  <a:cubicBezTo>
                    <a:pt x="0" y="20226"/>
                    <a:pt x="5598" y="21599"/>
                    <a:pt x="10800" y="21599"/>
                  </a:cubicBezTo>
                  <a:cubicBezTo>
                    <a:pt x="16001" y="21599"/>
                    <a:pt x="21599" y="20226"/>
                    <a:pt x="21599" y="17212"/>
                  </a:cubicBezTo>
                  <a:lnTo>
                    <a:pt x="21599" y="4387"/>
                  </a:lnTo>
                  <a:cubicBezTo>
                    <a:pt x="21599" y="1372"/>
                    <a:pt x="16001"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08" name="AutoShape 49"/>
            <p:cNvSpPr/>
            <p:nvPr/>
          </p:nvSpPr>
          <p:spPr bwMode="auto">
            <a:xfrm>
              <a:off x="7100498" y="2421922"/>
              <a:ext cx="22717" cy="2210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09" name="AutoShape 50"/>
            <p:cNvSpPr/>
            <p:nvPr/>
          </p:nvSpPr>
          <p:spPr bwMode="auto">
            <a:xfrm>
              <a:off x="7100498" y="2354387"/>
              <a:ext cx="22717" cy="227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10" name="AutoShape 51"/>
            <p:cNvSpPr/>
            <p:nvPr/>
          </p:nvSpPr>
          <p:spPr bwMode="auto">
            <a:xfrm>
              <a:off x="7100498" y="2286850"/>
              <a:ext cx="22717" cy="2271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11" name="组合 110"/>
          <p:cNvGrpSpPr/>
          <p:nvPr/>
        </p:nvGrpSpPr>
        <p:grpSpPr>
          <a:xfrm>
            <a:off x="6111875" y="2141538"/>
            <a:ext cx="360363" cy="358775"/>
            <a:chOff x="6111875" y="2141538"/>
            <a:chExt cx="360363" cy="358775"/>
          </a:xfrm>
          <a:solidFill>
            <a:schemeClr val="tx1"/>
          </a:solidFill>
        </p:grpSpPr>
        <p:sp>
          <p:nvSpPr>
            <p:cNvPr id="112" name="AutoShape 52"/>
            <p:cNvSpPr/>
            <p:nvPr/>
          </p:nvSpPr>
          <p:spPr bwMode="auto">
            <a:xfrm>
              <a:off x="6111875" y="2141538"/>
              <a:ext cx="360363" cy="358775"/>
            </a:xfrm>
            <a:custGeom>
              <a:avLst/>
              <a:gdLst>
                <a:gd name="T0" fmla="+- 0 10800 87"/>
                <a:gd name="T1" fmla="*/ T0 w 21426"/>
                <a:gd name="T2" fmla="+- 0 10799 73"/>
                <a:gd name="T3" fmla="*/ 10799 h 21453"/>
                <a:gd name="T4" fmla="+- 0 10800 87"/>
                <a:gd name="T5" fmla="*/ T4 w 21426"/>
                <a:gd name="T6" fmla="+- 0 10799 73"/>
                <a:gd name="T7" fmla="*/ 10799 h 21453"/>
                <a:gd name="T8" fmla="+- 0 10800 87"/>
                <a:gd name="T9" fmla="*/ T8 w 21426"/>
                <a:gd name="T10" fmla="+- 0 10799 73"/>
                <a:gd name="T11" fmla="*/ 10799 h 21453"/>
                <a:gd name="T12" fmla="+- 0 10800 87"/>
                <a:gd name="T13" fmla="*/ T12 w 21426"/>
                <a:gd name="T14" fmla="+- 0 10799 73"/>
                <a:gd name="T15" fmla="*/ 10799 h 21453"/>
              </a:gdLst>
              <a:ahLst/>
              <a:cxnLst>
                <a:cxn ang="0">
                  <a:pos x="T1" y="T3"/>
                </a:cxn>
                <a:cxn ang="0">
                  <a:pos x="T5" y="T7"/>
                </a:cxn>
                <a:cxn ang="0">
                  <a:pos x="T9" y="T11"/>
                </a:cxn>
                <a:cxn ang="0">
                  <a:pos x="T13" y="T15"/>
                </a:cxn>
              </a:cxnLst>
              <a:rect l="0" t="0" r="r" b="b"/>
              <a:pathLst>
                <a:path w="21426" h="21453">
                  <a:moveTo>
                    <a:pt x="8034" y="20112"/>
                  </a:moveTo>
                  <a:cubicBezTo>
                    <a:pt x="5816" y="17892"/>
                    <a:pt x="3556" y="15628"/>
                    <a:pt x="1338" y="13408"/>
                  </a:cubicBezTo>
                  <a:cubicBezTo>
                    <a:pt x="3241" y="7240"/>
                    <a:pt x="11488" y="7509"/>
                    <a:pt x="13391" y="1341"/>
                  </a:cubicBezTo>
                  <a:cubicBezTo>
                    <a:pt x="15609" y="3560"/>
                    <a:pt x="17869" y="5825"/>
                    <a:pt x="20087" y="8045"/>
                  </a:cubicBezTo>
                  <a:cubicBezTo>
                    <a:pt x="18184" y="14212"/>
                    <a:pt x="9937" y="13944"/>
                    <a:pt x="8034" y="20112"/>
                  </a:cubicBezTo>
                  <a:moveTo>
                    <a:pt x="21034" y="7097"/>
                  </a:moveTo>
                  <a:lnTo>
                    <a:pt x="14338" y="393"/>
                  </a:lnTo>
                  <a:cubicBezTo>
                    <a:pt x="14006" y="60"/>
                    <a:pt x="13525" y="-73"/>
                    <a:pt x="13069" y="39"/>
                  </a:cubicBezTo>
                  <a:cubicBezTo>
                    <a:pt x="12828" y="98"/>
                    <a:pt x="12614" y="222"/>
                    <a:pt x="12444" y="393"/>
                  </a:cubicBezTo>
                  <a:cubicBezTo>
                    <a:pt x="12292" y="545"/>
                    <a:pt x="12177" y="733"/>
                    <a:pt x="12112" y="944"/>
                  </a:cubicBezTo>
                  <a:cubicBezTo>
                    <a:pt x="11808" y="1929"/>
                    <a:pt x="11283" y="2785"/>
                    <a:pt x="10507" y="3562"/>
                  </a:cubicBezTo>
                  <a:cubicBezTo>
                    <a:pt x="9471" y="4598"/>
                    <a:pt x="8121" y="5384"/>
                    <a:pt x="6693" y="6214"/>
                  </a:cubicBezTo>
                  <a:cubicBezTo>
                    <a:pt x="5177" y="7094"/>
                    <a:pt x="3611" y="8006"/>
                    <a:pt x="2328" y="9290"/>
                  </a:cubicBezTo>
                  <a:cubicBezTo>
                    <a:pt x="1237" y="10383"/>
                    <a:pt x="493" y="11600"/>
                    <a:pt x="59" y="13011"/>
                  </a:cubicBezTo>
                  <a:cubicBezTo>
                    <a:pt x="-87" y="13488"/>
                    <a:pt x="40" y="14004"/>
                    <a:pt x="391" y="14356"/>
                  </a:cubicBezTo>
                  <a:lnTo>
                    <a:pt x="7087" y="21060"/>
                  </a:lnTo>
                  <a:cubicBezTo>
                    <a:pt x="7419" y="21393"/>
                    <a:pt x="7900" y="21526"/>
                    <a:pt x="8356" y="21414"/>
                  </a:cubicBezTo>
                  <a:cubicBezTo>
                    <a:pt x="8597" y="21354"/>
                    <a:pt x="8811" y="21231"/>
                    <a:pt x="8981" y="21060"/>
                  </a:cubicBezTo>
                  <a:cubicBezTo>
                    <a:pt x="9133" y="20908"/>
                    <a:pt x="9248" y="20720"/>
                    <a:pt x="9314" y="20508"/>
                  </a:cubicBezTo>
                  <a:cubicBezTo>
                    <a:pt x="9617" y="19523"/>
                    <a:pt x="10142" y="18667"/>
                    <a:pt x="10918" y="17890"/>
                  </a:cubicBezTo>
                  <a:cubicBezTo>
                    <a:pt x="11954" y="16853"/>
                    <a:pt x="13304" y="16069"/>
                    <a:pt x="14733" y="15239"/>
                  </a:cubicBezTo>
                  <a:cubicBezTo>
                    <a:pt x="16248" y="14357"/>
                    <a:pt x="17814" y="13446"/>
                    <a:pt x="19097" y="12162"/>
                  </a:cubicBezTo>
                  <a:cubicBezTo>
                    <a:pt x="20188" y="11070"/>
                    <a:pt x="20932" y="9852"/>
                    <a:pt x="21366" y="8440"/>
                  </a:cubicBezTo>
                  <a:cubicBezTo>
                    <a:pt x="21512" y="7965"/>
                    <a:pt x="21385" y="7448"/>
                    <a:pt x="21034" y="7097"/>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13" name="AutoShape 53"/>
            <p:cNvSpPr/>
            <p:nvPr/>
          </p:nvSpPr>
          <p:spPr bwMode="auto">
            <a:xfrm>
              <a:off x="6248400" y="2265363"/>
              <a:ext cx="96838" cy="100012"/>
            </a:xfrm>
            <a:custGeom>
              <a:avLst/>
              <a:gdLst>
                <a:gd name="T0" fmla="+- 0 10801 59"/>
                <a:gd name="T1" fmla="*/ T0 w 21484"/>
                <a:gd name="T2" fmla="+- 0 10799 41"/>
                <a:gd name="T3" fmla="*/ 10799 h 21516"/>
                <a:gd name="T4" fmla="+- 0 10801 59"/>
                <a:gd name="T5" fmla="*/ T4 w 21484"/>
                <a:gd name="T6" fmla="+- 0 10799 41"/>
                <a:gd name="T7" fmla="*/ 10799 h 21516"/>
                <a:gd name="T8" fmla="+- 0 10801 59"/>
                <a:gd name="T9" fmla="*/ T8 w 21484"/>
                <a:gd name="T10" fmla="+- 0 10799 41"/>
                <a:gd name="T11" fmla="*/ 10799 h 21516"/>
                <a:gd name="T12" fmla="+- 0 10801 59"/>
                <a:gd name="T13" fmla="*/ T12 w 21484"/>
                <a:gd name="T14" fmla="+- 0 10799 41"/>
                <a:gd name="T15" fmla="*/ 10799 h 21516"/>
              </a:gdLst>
              <a:ahLst/>
              <a:cxnLst>
                <a:cxn ang="0">
                  <a:pos x="T1" y="T3"/>
                </a:cxn>
                <a:cxn ang="0">
                  <a:pos x="T5" y="T7"/>
                </a:cxn>
                <a:cxn ang="0">
                  <a:pos x="T9" y="T11"/>
                </a:cxn>
                <a:cxn ang="0">
                  <a:pos x="T13" y="T15"/>
                </a:cxn>
              </a:cxnLst>
              <a:rect l="0" t="0" r="r" b="b"/>
              <a:pathLst>
                <a:path w="21484" h="21516">
                  <a:moveTo>
                    <a:pt x="17511" y="14987"/>
                  </a:moveTo>
                  <a:cubicBezTo>
                    <a:pt x="17287" y="15384"/>
                    <a:pt x="17032" y="15740"/>
                    <a:pt x="16731" y="16049"/>
                  </a:cubicBezTo>
                  <a:cubicBezTo>
                    <a:pt x="15340" y="14692"/>
                    <a:pt x="13947" y="13205"/>
                    <a:pt x="12559" y="11675"/>
                  </a:cubicBezTo>
                  <a:cubicBezTo>
                    <a:pt x="12912" y="11521"/>
                    <a:pt x="13287" y="11362"/>
                    <a:pt x="13689" y="11198"/>
                  </a:cubicBezTo>
                  <a:cubicBezTo>
                    <a:pt x="14092" y="11034"/>
                    <a:pt x="14494" y="10927"/>
                    <a:pt x="14895" y="10861"/>
                  </a:cubicBezTo>
                  <a:cubicBezTo>
                    <a:pt x="15308" y="10801"/>
                    <a:pt x="15715" y="10819"/>
                    <a:pt x="16122" y="10913"/>
                  </a:cubicBezTo>
                  <a:cubicBezTo>
                    <a:pt x="16527" y="11011"/>
                    <a:pt x="16909" y="11222"/>
                    <a:pt x="17262" y="11554"/>
                  </a:cubicBezTo>
                  <a:cubicBezTo>
                    <a:pt x="17612" y="11890"/>
                    <a:pt x="17835" y="12244"/>
                    <a:pt x="17923" y="12620"/>
                  </a:cubicBezTo>
                  <a:cubicBezTo>
                    <a:pt x="18020" y="13004"/>
                    <a:pt x="18025" y="13392"/>
                    <a:pt x="17958" y="13789"/>
                  </a:cubicBezTo>
                  <a:cubicBezTo>
                    <a:pt x="17883" y="14187"/>
                    <a:pt x="17738" y="14585"/>
                    <a:pt x="17511" y="14987"/>
                  </a:cubicBezTo>
                  <a:moveTo>
                    <a:pt x="5799" y="10193"/>
                  </a:moveTo>
                  <a:cubicBezTo>
                    <a:pt x="5096" y="10221"/>
                    <a:pt x="4482" y="9996"/>
                    <a:pt x="3946" y="9496"/>
                  </a:cubicBezTo>
                  <a:cubicBezTo>
                    <a:pt x="3717" y="9285"/>
                    <a:pt x="3558" y="9028"/>
                    <a:pt x="3461" y="8724"/>
                  </a:cubicBezTo>
                  <a:cubicBezTo>
                    <a:pt x="3359" y="8420"/>
                    <a:pt x="3326" y="8088"/>
                    <a:pt x="3366" y="7723"/>
                  </a:cubicBezTo>
                  <a:cubicBezTo>
                    <a:pt x="3397" y="7363"/>
                    <a:pt x="3509" y="6989"/>
                    <a:pt x="3703" y="6610"/>
                  </a:cubicBezTo>
                  <a:cubicBezTo>
                    <a:pt x="3889" y="6231"/>
                    <a:pt x="4160" y="5852"/>
                    <a:pt x="4510" y="5487"/>
                  </a:cubicBezTo>
                  <a:cubicBezTo>
                    <a:pt x="5768" y="6694"/>
                    <a:pt x="7022" y="8018"/>
                    <a:pt x="8282" y="9388"/>
                  </a:cubicBezTo>
                  <a:cubicBezTo>
                    <a:pt x="7330" y="9893"/>
                    <a:pt x="6501" y="10164"/>
                    <a:pt x="5799" y="10193"/>
                  </a:cubicBezTo>
                  <a:moveTo>
                    <a:pt x="19678" y="8570"/>
                  </a:moveTo>
                  <a:cubicBezTo>
                    <a:pt x="18868" y="7915"/>
                    <a:pt x="18055" y="7470"/>
                    <a:pt x="17235" y="7250"/>
                  </a:cubicBezTo>
                  <a:cubicBezTo>
                    <a:pt x="16421" y="7031"/>
                    <a:pt x="15603" y="6942"/>
                    <a:pt x="14779" y="6998"/>
                  </a:cubicBezTo>
                  <a:cubicBezTo>
                    <a:pt x="13964" y="7059"/>
                    <a:pt x="13130" y="7236"/>
                    <a:pt x="12296" y="7545"/>
                  </a:cubicBezTo>
                  <a:cubicBezTo>
                    <a:pt x="11462" y="7859"/>
                    <a:pt x="10625" y="8200"/>
                    <a:pt x="9782" y="8593"/>
                  </a:cubicBezTo>
                  <a:cubicBezTo>
                    <a:pt x="8448" y="7115"/>
                    <a:pt x="7114" y="5658"/>
                    <a:pt x="5778" y="4299"/>
                  </a:cubicBezTo>
                  <a:cubicBezTo>
                    <a:pt x="6382" y="3775"/>
                    <a:pt x="6963" y="3509"/>
                    <a:pt x="7526" y="3490"/>
                  </a:cubicBezTo>
                  <a:cubicBezTo>
                    <a:pt x="8088" y="3467"/>
                    <a:pt x="8631" y="3523"/>
                    <a:pt x="9145" y="3649"/>
                  </a:cubicBezTo>
                  <a:cubicBezTo>
                    <a:pt x="9669" y="3775"/>
                    <a:pt x="10149" y="3883"/>
                    <a:pt x="10590" y="3967"/>
                  </a:cubicBezTo>
                  <a:cubicBezTo>
                    <a:pt x="11038" y="4051"/>
                    <a:pt x="11424" y="3958"/>
                    <a:pt x="11765" y="3682"/>
                  </a:cubicBezTo>
                  <a:cubicBezTo>
                    <a:pt x="12123" y="3382"/>
                    <a:pt x="12321" y="2994"/>
                    <a:pt x="12351" y="2526"/>
                  </a:cubicBezTo>
                  <a:cubicBezTo>
                    <a:pt x="12376" y="2054"/>
                    <a:pt x="12189" y="1596"/>
                    <a:pt x="11782" y="1147"/>
                  </a:cubicBezTo>
                  <a:cubicBezTo>
                    <a:pt x="11258" y="569"/>
                    <a:pt x="10630" y="216"/>
                    <a:pt x="9872" y="85"/>
                  </a:cubicBezTo>
                  <a:cubicBezTo>
                    <a:pt x="9126" y="-41"/>
                    <a:pt x="8358" y="-30"/>
                    <a:pt x="7564" y="136"/>
                  </a:cubicBezTo>
                  <a:cubicBezTo>
                    <a:pt x="6780" y="309"/>
                    <a:pt x="6032" y="595"/>
                    <a:pt x="5324" y="997"/>
                  </a:cubicBezTo>
                  <a:cubicBezTo>
                    <a:pt x="4617" y="1399"/>
                    <a:pt x="4048" y="1811"/>
                    <a:pt x="3626" y="2213"/>
                  </a:cubicBezTo>
                  <a:cubicBezTo>
                    <a:pt x="3464" y="2066"/>
                    <a:pt x="3302" y="1918"/>
                    <a:pt x="3141" y="1773"/>
                  </a:cubicBezTo>
                  <a:cubicBezTo>
                    <a:pt x="2963" y="1614"/>
                    <a:pt x="2739" y="1530"/>
                    <a:pt x="2471" y="1535"/>
                  </a:cubicBezTo>
                  <a:cubicBezTo>
                    <a:pt x="2200" y="1535"/>
                    <a:pt x="1977" y="1647"/>
                    <a:pt x="1793" y="1853"/>
                  </a:cubicBezTo>
                  <a:cubicBezTo>
                    <a:pt x="1615" y="2054"/>
                    <a:pt x="1530" y="2288"/>
                    <a:pt x="1565" y="2536"/>
                  </a:cubicBezTo>
                  <a:cubicBezTo>
                    <a:pt x="1589" y="2793"/>
                    <a:pt x="1696" y="2989"/>
                    <a:pt x="1880" y="3139"/>
                  </a:cubicBezTo>
                  <a:cubicBezTo>
                    <a:pt x="2044" y="3270"/>
                    <a:pt x="2203" y="3401"/>
                    <a:pt x="2364" y="3537"/>
                  </a:cubicBezTo>
                  <a:cubicBezTo>
                    <a:pt x="1731" y="4276"/>
                    <a:pt x="1207" y="5094"/>
                    <a:pt x="795" y="5957"/>
                  </a:cubicBezTo>
                  <a:cubicBezTo>
                    <a:pt x="378" y="6820"/>
                    <a:pt x="130" y="7676"/>
                    <a:pt x="37" y="8509"/>
                  </a:cubicBezTo>
                  <a:cubicBezTo>
                    <a:pt x="-59" y="9346"/>
                    <a:pt x="33" y="10113"/>
                    <a:pt x="298" y="10824"/>
                  </a:cubicBezTo>
                  <a:cubicBezTo>
                    <a:pt x="566" y="11540"/>
                    <a:pt x="1056" y="12148"/>
                    <a:pt x="1774" y="12723"/>
                  </a:cubicBezTo>
                  <a:cubicBezTo>
                    <a:pt x="2942" y="13658"/>
                    <a:pt x="4321" y="14056"/>
                    <a:pt x="5915" y="13967"/>
                  </a:cubicBezTo>
                  <a:cubicBezTo>
                    <a:pt x="7507" y="13874"/>
                    <a:pt x="9223" y="13415"/>
                    <a:pt x="11064" y="12461"/>
                  </a:cubicBezTo>
                  <a:cubicBezTo>
                    <a:pt x="12532" y="14093"/>
                    <a:pt x="14002" y="15716"/>
                    <a:pt x="15470" y="17223"/>
                  </a:cubicBezTo>
                  <a:cubicBezTo>
                    <a:pt x="14849" y="17728"/>
                    <a:pt x="14305" y="18018"/>
                    <a:pt x="13826" y="18111"/>
                  </a:cubicBezTo>
                  <a:cubicBezTo>
                    <a:pt x="13344" y="18210"/>
                    <a:pt x="12917" y="18200"/>
                    <a:pt x="12530" y="18088"/>
                  </a:cubicBezTo>
                  <a:cubicBezTo>
                    <a:pt x="12142" y="17971"/>
                    <a:pt x="11782" y="17803"/>
                    <a:pt x="11455" y="17587"/>
                  </a:cubicBezTo>
                  <a:cubicBezTo>
                    <a:pt x="11125" y="17368"/>
                    <a:pt x="10799" y="17181"/>
                    <a:pt x="10474" y="17026"/>
                  </a:cubicBezTo>
                  <a:cubicBezTo>
                    <a:pt x="10154" y="16872"/>
                    <a:pt x="9823" y="16788"/>
                    <a:pt x="9486" y="16783"/>
                  </a:cubicBezTo>
                  <a:cubicBezTo>
                    <a:pt x="9145" y="16778"/>
                    <a:pt x="8785" y="16937"/>
                    <a:pt x="8388" y="17265"/>
                  </a:cubicBezTo>
                  <a:cubicBezTo>
                    <a:pt x="7981" y="17606"/>
                    <a:pt x="7777" y="18004"/>
                    <a:pt x="7777" y="18453"/>
                  </a:cubicBezTo>
                  <a:cubicBezTo>
                    <a:pt x="7777" y="18897"/>
                    <a:pt x="7991" y="19351"/>
                    <a:pt x="8408" y="19809"/>
                  </a:cubicBezTo>
                  <a:cubicBezTo>
                    <a:pt x="8830" y="20268"/>
                    <a:pt x="9379" y="20651"/>
                    <a:pt x="10042" y="20955"/>
                  </a:cubicBezTo>
                  <a:cubicBezTo>
                    <a:pt x="10708" y="21259"/>
                    <a:pt x="11455" y="21451"/>
                    <a:pt x="12279" y="21502"/>
                  </a:cubicBezTo>
                  <a:cubicBezTo>
                    <a:pt x="13103" y="21559"/>
                    <a:pt x="13970" y="21437"/>
                    <a:pt x="14886" y="21109"/>
                  </a:cubicBezTo>
                  <a:cubicBezTo>
                    <a:pt x="15807" y="20787"/>
                    <a:pt x="16721" y="20202"/>
                    <a:pt x="17617" y="19332"/>
                  </a:cubicBezTo>
                  <a:cubicBezTo>
                    <a:pt x="18051" y="19739"/>
                    <a:pt x="18489" y="20127"/>
                    <a:pt x="18921" y="20501"/>
                  </a:cubicBezTo>
                  <a:cubicBezTo>
                    <a:pt x="19107" y="20656"/>
                    <a:pt x="19328" y="20731"/>
                    <a:pt x="19601" y="20712"/>
                  </a:cubicBezTo>
                  <a:cubicBezTo>
                    <a:pt x="19861" y="20703"/>
                    <a:pt x="20090" y="20586"/>
                    <a:pt x="20269" y="20375"/>
                  </a:cubicBezTo>
                  <a:cubicBezTo>
                    <a:pt x="20455" y="20160"/>
                    <a:pt x="20532" y="19921"/>
                    <a:pt x="20503" y="19674"/>
                  </a:cubicBezTo>
                  <a:cubicBezTo>
                    <a:pt x="20477" y="19421"/>
                    <a:pt x="20371" y="19229"/>
                    <a:pt x="20192" y="19089"/>
                  </a:cubicBezTo>
                  <a:cubicBezTo>
                    <a:pt x="19755" y="18752"/>
                    <a:pt x="19321" y="18397"/>
                    <a:pt x="18884" y="18022"/>
                  </a:cubicBezTo>
                  <a:cubicBezTo>
                    <a:pt x="19626" y="17143"/>
                    <a:pt x="20221" y="16217"/>
                    <a:pt x="20664" y="15300"/>
                  </a:cubicBezTo>
                  <a:cubicBezTo>
                    <a:pt x="21103" y="14379"/>
                    <a:pt x="21367" y="13490"/>
                    <a:pt x="21453" y="12667"/>
                  </a:cubicBezTo>
                  <a:cubicBezTo>
                    <a:pt x="21540" y="11839"/>
                    <a:pt x="21439" y="11091"/>
                    <a:pt x="21159" y="10412"/>
                  </a:cubicBezTo>
                  <a:cubicBezTo>
                    <a:pt x="20880" y="9725"/>
                    <a:pt x="20386" y="9135"/>
                    <a:pt x="19678" y="857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14" name="AutoShape 54"/>
            <p:cNvSpPr/>
            <p:nvPr/>
          </p:nvSpPr>
          <p:spPr bwMode="auto">
            <a:xfrm>
              <a:off x="6235700" y="2387600"/>
              <a:ext cx="55563" cy="57150"/>
            </a:xfrm>
            <a:custGeom>
              <a:avLst/>
              <a:gdLst>
                <a:gd name="T0" fmla="+- 0 10791 197"/>
                <a:gd name="T1" fmla="*/ T0 w 21188"/>
                <a:gd name="T2" fmla="+- 0 10794 193"/>
                <a:gd name="T3" fmla="*/ 10794 h 21203"/>
                <a:gd name="T4" fmla="+- 0 10791 197"/>
                <a:gd name="T5" fmla="*/ T4 w 21188"/>
                <a:gd name="T6" fmla="+- 0 10794 193"/>
                <a:gd name="T7" fmla="*/ 10794 h 21203"/>
                <a:gd name="T8" fmla="+- 0 10791 197"/>
                <a:gd name="T9" fmla="*/ T8 w 21188"/>
                <a:gd name="T10" fmla="+- 0 10794 193"/>
                <a:gd name="T11" fmla="*/ 10794 h 21203"/>
                <a:gd name="T12" fmla="+- 0 10791 197"/>
                <a:gd name="T13" fmla="*/ T12 w 21188"/>
                <a:gd name="T14" fmla="+- 0 10794 193"/>
                <a:gd name="T15" fmla="*/ 10794 h 21203"/>
              </a:gdLst>
              <a:ahLst/>
              <a:cxnLst>
                <a:cxn ang="0">
                  <a:pos x="T1" y="T3"/>
                </a:cxn>
                <a:cxn ang="0">
                  <a:pos x="T5" y="T7"/>
                </a:cxn>
                <a:cxn ang="0">
                  <a:pos x="T9" y="T11"/>
                </a:cxn>
                <a:cxn ang="0">
                  <a:pos x="T13" y="T15"/>
                </a:cxn>
              </a:cxnLst>
              <a:rect l="0" t="0" r="r" b="b"/>
              <a:pathLst>
                <a:path w="21188" h="21203">
                  <a:moveTo>
                    <a:pt x="17615" y="468"/>
                  </a:moveTo>
                  <a:lnTo>
                    <a:pt x="17606" y="468"/>
                  </a:lnTo>
                  <a:cubicBezTo>
                    <a:pt x="14870" y="2476"/>
                    <a:pt x="12200" y="4590"/>
                    <a:pt x="9727" y="6958"/>
                  </a:cubicBezTo>
                  <a:cubicBezTo>
                    <a:pt x="7348" y="9227"/>
                    <a:pt x="5200" y="11619"/>
                    <a:pt x="3329" y="14060"/>
                  </a:cubicBezTo>
                  <a:lnTo>
                    <a:pt x="341" y="17962"/>
                  </a:lnTo>
                  <a:lnTo>
                    <a:pt x="350" y="17970"/>
                  </a:lnTo>
                  <a:cubicBezTo>
                    <a:pt x="-197" y="18786"/>
                    <a:pt x="-106" y="19880"/>
                    <a:pt x="638" y="20590"/>
                  </a:cubicBezTo>
                  <a:cubicBezTo>
                    <a:pt x="1491" y="21407"/>
                    <a:pt x="2889" y="21407"/>
                    <a:pt x="3746" y="20590"/>
                  </a:cubicBezTo>
                  <a:cubicBezTo>
                    <a:pt x="3877" y="20460"/>
                    <a:pt x="3984" y="20321"/>
                    <a:pt x="4069" y="20174"/>
                  </a:cubicBezTo>
                  <a:lnTo>
                    <a:pt x="6867" y="16517"/>
                  </a:lnTo>
                  <a:cubicBezTo>
                    <a:pt x="8601" y="14255"/>
                    <a:pt x="10606" y="12027"/>
                    <a:pt x="12824" y="9913"/>
                  </a:cubicBezTo>
                  <a:cubicBezTo>
                    <a:pt x="15281" y="7570"/>
                    <a:pt x="17557" y="5758"/>
                    <a:pt x="20329" y="3749"/>
                  </a:cubicBezTo>
                  <a:lnTo>
                    <a:pt x="20321" y="3741"/>
                  </a:lnTo>
                  <a:cubicBezTo>
                    <a:pt x="20400" y="3684"/>
                    <a:pt x="20473" y="3635"/>
                    <a:pt x="20543" y="3570"/>
                  </a:cubicBezTo>
                  <a:cubicBezTo>
                    <a:pt x="21402" y="2753"/>
                    <a:pt x="21402" y="1427"/>
                    <a:pt x="20543" y="606"/>
                  </a:cubicBezTo>
                  <a:cubicBezTo>
                    <a:pt x="19742" y="-161"/>
                    <a:pt x="18472" y="-193"/>
                    <a:pt x="17615" y="468"/>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15" name="AutoShape 55"/>
            <p:cNvSpPr/>
            <p:nvPr/>
          </p:nvSpPr>
          <p:spPr bwMode="auto">
            <a:xfrm>
              <a:off x="6292850" y="2197100"/>
              <a:ext cx="55563" cy="57150"/>
            </a:xfrm>
            <a:custGeom>
              <a:avLst/>
              <a:gdLst>
                <a:gd name="T0" fmla="+- 0 10803 213"/>
                <a:gd name="T1" fmla="*/ T0 w 21180"/>
                <a:gd name="T2" fmla="+- 0 10801 203"/>
                <a:gd name="T3" fmla="*/ 10801 h 21196"/>
                <a:gd name="T4" fmla="+- 0 10803 213"/>
                <a:gd name="T5" fmla="*/ T4 w 21180"/>
                <a:gd name="T6" fmla="+- 0 10801 203"/>
                <a:gd name="T7" fmla="*/ 10801 h 21196"/>
                <a:gd name="T8" fmla="+- 0 10803 213"/>
                <a:gd name="T9" fmla="*/ T8 w 21180"/>
                <a:gd name="T10" fmla="+- 0 10801 203"/>
                <a:gd name="T11" fmla="*/ 10801 h 21196"/>
                <a:gd name="T12" fmla="+- 0 10803 213"/>
                <a:gd name="T13" fmla="*/ T12 w 21180"/>
                <a:gd name="T14" fmla="+- 0 10801 203"/>
                <a:gd name="T15" fmla="*/ 10801 h 21196"/>
              </a:gdLst>
              <a:ahLst/>
              <a:cxnLst>
                <a:cxn ang="0">
                  <a:pos x="T1" y="T3"/>
                </a:cxn>
                <a:cxn ang="0">
                  <a:pos x="T5" y="T7"/>
                </a:cxn>
                <a:cxn ang="0">
                  <a:pos x="T9" y="T11"/>
                </a:cxn>
                <a:cxn ang="0">
                  <a:pos x="T13" y="T15"/>
                </a:cxn>
              </a:cxnLst>
              <a:rect l="0" t="0" r="r" b="b"/>
              <a:pathLst>
                <a:path w="21180" h="21196">
                  <a:moveTo>
                    <a:pt x="8372" y="11356"/>
                  </a:moveTo>
                  <a:cubicBezTo>
                    <a:pt x="6122" y="13508"/>
                    <a:pt x="3675" y="15444"/>
                    <a:pt x="1144" y="17292"/>
                  </a:cubicBezTo>
                  <a:cubicBezTo>
                    <a:pt x="963" y="17388"/>
                    <a:pt x="786" y="17493"/>
                    <a:pt x="637" y="17645"/>
                  </a:cubicBezTo>
                  <a:cubicBezTo>
                    <a:pt x="-213" y="18457"/>
                    <a:pt x="-213" y="19774"/>
                    <a:pt x="637" y="20585"/>
                  </a:cubicBezTo>
                  <a:cubicBezTo>
                    <a:pt x="1464" y="21380"/>
                    <a:pt x="2796" y="21397"/>
                    <a:pt x="3652" y="20641"/>
                  </a:cubicBezTo>
                  <a:lnTo>
                    <a:pt x="3665" y="20649"/>
                  </a:lnTo>
                  <a:cubicBezTo>
                    <a:pt x="6364" y="18673"/>
                    <a:pt x="8988" y="16581"/>
                    <a:pt x="11419" y="14263"/>
                  </a:cubicBezTo>
                  <a:cubicBezTo>
                    <a:pt x="13759" y="12030"/>
                    <a:pt x="15873" y="9685"/>
                    <a:pt x="17715" y="7283"/>
                  </a:cubicBezTo>
                  <a:lnTo>
                    <a:pt x="20663" y="3427"/>
                  </a:lnTo>
                  <a:lnTo>
                    <a:pt x="20654" y="3419"/>
                  </a:lnTo>
                  <a:cubicBezTo>
                    <a:pt x="21386" y="2600"/>
                    <a:pt x="21357" y="1379"/>
                    <a:pt x="20541" y="608"/>
                  </a:cubicBezTo>
                  <a:cubicBezTo>
                    <a:pt x="19697" y="-203"/>
                    <a:pt x="18323" y="-203"/>
                    <a:pt x="17468" y="608"/>
                  </a:cubicBezTo>
                  <a:cubicBezTo>
                    <a:pt x="17313" y="760"/>
                    <a:pt x="17197" y="937"/>
                    <a:pt x="17094" y="1114"/>
                  </a:cubicBezTo>
                  <a:lnTo>
                    <a:pt x="14228" y="4857"/>
                  </a:lnTo>
                  <a:cubicBezTo>
                    <a:pt x="12526" y="7090"/>
                    <a:pt x="10552" y="9275"/>
                    <a:pt x="8372" y="11356"/>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16" name="组合 115"/>
          <p:cNvGrpSpPr/>
          <p:nvPr/>
        </p:nvGrpSpPr>
        <p:grpSpPr>
          <a:xfrm>
            <a:off x="5394312" y="2141343"/>
            <a:ext cx="359165" cy="359165"/>
            <a:chOff x="5394312" y="2141343"/>
            <a:chExt cx="359165" cy="359165"/>
          </a:xfrm>
          <a:solidFill>
            <a:schemeClr val="tx1"/>
          </a:solidFill>
        </p:grpSpPr>
        <p:sp>
          <p:nvSpPr>
            <p:cNvPr id="117" name="AutoShape 56"/>
            <p:cNvSpPr/>
            <p:nvPr/>
          </p:nvSpPr>
          <p:spPr bwMode="auto">
            <a:xfrm>
              <a:off x="5394312"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18" name="AutoShape 57"/>
            <p:cNvSpPr/>
            <p:nvPr/>
          </p:nvSpPr>
          <p:spPr bwMode="auto">
            <a:xfrm>
              <a:off x="5641124" y="2141343"/>
              <a:ext cx="112353"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19" name="AutoShape 58"/>
            <p:cNvSpPr/>
            <p:nvPr/>
          </p:nvSpPr>
          <p:spPr bwMode="auto">
            <a:xfrm>
              <a:off x="5517718" y="2141343"/>
              <a:ext cx="11235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120" name="AutoShape 59"/>
          <p:cNvSpPr/>
          <p:nvPr/>
        </p:nvSpPr>
        <p:spPr bwMode="auto">
          <a:xfrm>
            <a:off x="4675188" y="2141538"/>
            <a:ext cx="360362" cy="35877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1" name="AutoShape 60"/>
          <p:cNvSpPr/>
          <p:nvPr/>
        </p:nvSpPr>
        <p:spPr bwMode="auto">
          <a:xfrm>
            <a:off x="8437563" y="1522413"/>
            <a:ext cx="22225" cy="238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19"/>
                  <a:pt x="16769" y="0"/>
                  <a:pt x="10800" y="0"/>
                </a:cubicBezTo>
                <a:cubicBezTo>
                  <a:pt x="4830" y="0"/>
                  <a:pt x="0" y="4819"/>
                  <a:pt x="0" y="10800"/>
                </a:cubicBezTo>
                <a:cubicBezTo>
                  <a:pt x="0" y="16769"/>
                  <a:pt x="4830" y="21599"/>
                  <a:pt x="10800" y="21599"/>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2" name="AutoShape 61"/>
          <p:cNvSpPr/>
          <p:nvPr/>
        </p:nvSpPr>
        <p:spPr bwMode="auto">
          <a:xfrm>
            <a:off x="8437563" y="1658938"/>
            <a:ext cx="22225" cy="206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0" y="0"/>
                  <a:pt x="0" y="4830"/>
                  <a:pt x="0" y="10800"/>
                </a:cubicBezTo>
                <a:cubicBezTo>
                  <a:pt x="0" y="16769"/>
                  <a:pt x="4830" y="21599"/>
                  <a:pt x="10800" y="21599"/>
                </a:cubicBezTo>
                <a:cubicBezTo>
                  <a:pt x="16769" y="21599"/>
                  <a:pt x="21600" y="16769"/>
                  <a:pt x="21600" y="10800"/>
                </a:cubicBezTo>
                <a:cubicBezTo>
                  <a:pt x="21600" y="4830"/>
                  <a:pt x="16769" y="0"/>
                  <a:pt x="10800"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3" name="AutoShape 62"/>
          <p:cNvSpPr/>
          <p:nvPr/>
        </p:nvSpPr>
        <p:spPr bwMode="auto">
          <a:xfrm>
            <a:off x="8369300" y="1590675"/>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0" y="0"/>
                  <a:pt x="0" y="4819"/>
                  <a:pt x="0" y="10800"/>
                </a:cubicBezTo>
                <a:cubicBezTo>
                  <a:pt x="0" y="16769"/>
                  <a:pt x="4830" y="21599"/>
                  <a:pt x="10800" y="21599"/>
                </a:cubicBezTo>
                <a:cubicBezTo>
                  <a:pt x="16769" y="21599"/>
                  <a:pt x="21600" y="16769"/>
                  <a:pt x="21600" y="10800"/>
                </a:cubicBezTo>
                <a:cubicBezTo>
                  <a:pt x="21600" y="4819"/>
                  <a:pt x="16769" y="0"/>
                  <a:pt x="10800"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4" name="AutoShape 63"/>
          <p:cNvSpPr/>
          <p:nvPr/>
        </p:nvSpPr>
        <p:spPr bwMode="auto">
          <a:xfrm>
            <a:off x="8504238" y="1590675"/>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4830" y="21599"/>
                  <a:pt x="10800" y="21599"/>
                </a:cubicBezTo>
                <a:cubicBezTo>
                  <a:pt x="16769" y="21599"/>
                  <a:pt x="21600" y="16769"/>
                  <a:pt x="21600" y="10800"/>
                </a:cubicBezTo>
                <a:cubicBezTo>
                  <a:pt x="21600" y="4819"/>
                  <a:pt x="16769" y="0"/>
                  <a:pt x="10800" y="0"/>
                </a:cubicBezTo>
                <a:cubicBezTo>
                  <a:pt x="4830" y="0"/>
                  <a:pt x="0" y="4819"/>
                  <a:pt x="0" y="1080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5" name="AutoShape 64"/>
          <p:cNvSpPr/>
          <p:nvPr/>
        </p:nvSpPr>
        <p:spPr bwMode="auto">
          <a:xfrm>
            <a:off x="8391525" y="1635125"/>
            <a:ext cx="22225" cy="23813"/>
          </a:xfrm>
          <a:custGeom>
            <a:avLst/>
            <a:gdLst>
              <a:gd name="T0" fmla="+- 0 10802 965"/>
              <a:gd name="T1" fmla="*/ T0 w 19675"/>
              <a:gd name="T2" fmla="+- 0 10800 961"/>
              <a:gd name="T3" fmla="*/ 10800 h 19678"/>
              <a:gd name="T4" fmla="+- 0 10802 965"/>
              <a:gd name="T5" fmla="*/ T4 w 19675"/>
              <a:gd name="T6" fmla="+- 0 10800 961"/>
              <a:gd name="T7" fmla="*/ 10800 h 19678"/>
              <a:gd name="T8" fmla="+- 0 10802 965"/>
              <a:gd name="T9" fmla="*/ T8 w 19675"/>
              <a:gd name="T10" fmla="+- 0 10800 961"/>
              <a:gd name="T11" fmla="*/ 10800 h 19678"/>
              <a:gd name="T12" fmla="+- 0 10802 965"/>
              <a:gd name="T13" fmla="*/ T12 w 19675"/>
              <a:gd name="T14" fmla="+- 0 10800 961"/>
              <a:gd name="T15" fmla="*/ 10800 h 19678"/>
            </a:gdLst>
            <a:ahLst/>
            <a:cxnLst>
              <a:cxn ang="0">
                <a:pos x="T1" y="T3"/>
              </a:cxn>
              <a:cxn ang="0">
                <a:pos x="T5" y="T7"/>
              </a:cxn>
              <a:cxn ang="0">
                <a:pos x="T9" y="T11"/>
              </a:cxn>
              <a:cxn ang="0">
                <a:pos x="T13" y="T15"/>
              </a:cxn>
            </a:cxnLst>
            <a:rect l="0" t="0" r="r" b="b"/>
            <a:pathLst>
              <a:path w="19675" h="19678">
                <a:moveTo>
                  <a:pt x="2894" y="2882"/>
                </a:moveTo>
                <a:cubicBezTo>
                  <a:pt x="-965" y="6725"/>
                  <a:pt x="-965" y="12952"/>
                  <a:pt x="2894" y="16795"/>
                </a:cubicBezTo>
                <a:cubicBezTo>
                  <a:pt x="6734" y="20638"/>
                  <a:pt x="12935" y="20638"/>
                  <a:pt x="16794" y="16795"/>
                </a:cubicBezTo>
                <a:cubicBezTo>
                  <a:pt x="20634" y="12952"/>
                  <a:pt x="20634" y="6725"/>
                  <a:pt x="16794" y="2882"/>
                </a:cubicBezTo>
                <a:cubicBezTo>
                  <a:pt x="12935" y="-961"/>
                  <a:pt x="6734" y="-961"/>
                  <a:pt x="2894" y="2882"/>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6" name="AutoShape 65"/>
          <p:cNvSpPr/>
          <p:nvPr/>
        </p:nvSpPr>
        <p:spPr bwMode="auto">
          <a:xfrm>
            <a:off x="8391525" y="1546225"/>
            <a:ext cx="22225" cy="22225"/>
          </a:xfrm>
          <a:custGeom>
            <a:avLst/>
            <a:gdLst>
              <a:gd name="T0" fmla="+- 0 10801 962"/>
              <a:gd name="T1" fmla="*/ T0 w 19678"/>
              <a:gd name="T2" fmla="+- 0 10801 965"/>
              <a:gd name="T3" fmla="*/ 10801 h 19673"/>
              <a:gd name="T4" fmla="+- 0 10801 962"/>
              <a:gd name="T5" fmla="*/ T4 w 19678"/>
              <a:gd name="T6" fmla="+- 0 10801 965"/>
              <a:gd name="T7" fmla="*/ 10801 h 19673"/>
              <a:gd name="T8" fmla="+- 0 10801 962"/>
              <a:gd name="T9" fmla="*/ T8 w 19678"/>
              <a:gd name="T10" fmla="+- 0 10801 965"/>
              <a:gd name="T11" fmla="*/ 10801 h 19673"/>
              <a:gd name="T12" fmla="+- 0 10801 962"/>
              <a:gd name="T13" fmla="*/ T12 w 19678"/>
              <a:gd name="T14" fmla="+- 0 10801 965"/>
              <a:gd name="T15" fmla="*/ 10801 h 19673"/>
            </a:gdLst>
            <a:ahLst/>
            <a:cxnLst>
              <a:cxn ang="0">
                <a:pos x="T1" y="T3"/>
              </a:cxn>
              <a:cxn ang="0">
                <a:pos x="T5" y="T7"/>
              </a:cxn>
              <a:cxn ang="0">
                <a:pos x="T9" y="T11"/>
              </a:cxn>
              <a:cxn ang="0">
                <a:pos x="T13" y="T15"/>
              </a:cxn>
            </a:cxnLst>
            <a:rect l="0" t="0" r="r" b="b"/>
            <a:pathLst>
              <a:path w="19678" h="19673">
                <a:moveTo>
                  <a:pt x="2897" y="2894"/>
                </a:moveTo>
                <a:cubicBezTo>
                  <a:pt x="-962" y="6734"/>
                  <a:pt x="-962" y="12935"/>
                  <a:pt x="2877" y="16785"/>
                </a:cubicBezTo>
                <a:cubicBezTo>
                  <a:pt x="6737" y="20635"/>
                  <a:pt x="12938" y="20635"/>
                  <a:pt x="16797" y="16785"/>
                </a:cubicBezTo>
                <a:cubicBezTo>
                  <a:pt x="20638" y="12935"/>
                  <a:pt x="20638" y="6734"/>
                  <a:pt x="16797" y="2894"/>
                </a:cubicBezTo>
                <a:cubicBezTo>
                  <a:pt x="12938" y="-965"/>
                  <a:pt x="6737" y="-965"/>
                  <a:pt x="2897" y="2894"/>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7" name="AutoShape 66"/>
          <p:cNvSpPr/>
          <p:nvPr/>
        </p:nvSpPr>
        <p:spPr bwMode="auto">
          <a:xfrm>
            <a:off x="8482013" y="1635125"/>
            <a:ext cx="22225" cy="23813"/>
          </a:xfrm>
          <a:custGeom>
            <a:avLst/>
            <a:gdLst>
              <a:gd name="T0" fmla="+- 0 10800 961"/>
              <a:gd name="T1" fmla="*/ T0 w 19678"/>
              <a:gd name="T2" fmla="+- 0 10800 961"/>
              <a:gd name="T3" fmla="*/ 10800 h 19678"/>
              <a:gd name="T4" fmla="+- 0 10800 961"/>
              <a:gd name="T5" fmla="*/ T4 w 19678"/>
              <a:gd name="T6" fmla="+- 0 10800 961"/>
              <a:gd name="T7" fmla="*/ 10800 h 19678"/>
              <a:gd name="T8" fmla="+- 0 10800 961"/>
              <a:gd name="T9" fmla="*/ T8 w 19678"/>
              <a:gd name="T10" fmla="+- 0 10800 961"/>
              <a:gd name="T11" fmla="*/ 10800 h 19678"/>
              <a:gd name="T12" fmla="+- 0 10800 961"/>
              <a:gd name="T13" fmla="*/ T12 w 19678"/>
              <a:gd name="T14" fmla="+- 0 10800 961"/>
              <a:gd name="T15" fmla="*/ 10800 h 19678"/>
            </a:gdLst>
            <a:ahLst/>
            <a:cxnLst>
              <a:cxn ang="0">
                <a:pos x="T1" y="T3"/>
              </a:cxn>
              <a:cxn ang="0">
                <a:pos x="T5" y="T7"/>
              </a:cxn>
              <a:cxn ang="0">
                <a:pos x="T9" y="T11"/>
              </a:cxn>
              <a:cxn ang="0">
                <a:pos x="T13" y="T15"/>
              </a:cxn>
            </a:cxnLst>
            <a:rect l="0" t="0" r="r" b="b"/>
            <a:pathLst>
              <a:path w="19678" h="19678">
                <a:moveTo>
                  <a:pt x="2882" y="2882"/>
                </a:moveTo>
                <a:cubicBezTo>
                  <a:pt x="-961" y="6725"/>
                  <a:pt x="-961" y="12952"/>
                  <a:pt x="2882" y="16795"/>
                </a:cubicBezTo>
                <a:cubicBezTo>
                  <a:pt x="6725" y="20638"/>
                  <a:pt x="12952" y="20638"/>
                  <a:pt x="16795" y="16795"/>
                </a:cubicBezTo>
                <a:cubicBezTo>
                  <a:pt x="20639" y="12952"/>
                  <a:pt x="20639" y="6725"/>
                  <a:pt x="16795" y="2882"/>
                </a:cubicBezTo>
                <a:cubicBezTo>
                  <a:pt x="12952" y="-961"/>
                  <a:pt x="6725" y="-961"/>
                  <a:pt x="2882" y="2882"/>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8" name="AutoShape 67"/>
          <p:cNvSpPr/>
          <p:nvPr/>
        </p:nvSpPr>
        <p:spPr bwMode="auto">
          <a:xfrm>
            <a:off x="8335963" y="1422400"/>
            <a:ext cx="2460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9818" y="16200"/>
                </a:moveTo>
                <a:cubicBezTo>
                  <a:pt x="5486" y="16200"/>
                  <a:pt x="1963" y="13776"/>
                  <a:pt x="1963" y="10800"/>
                </a:cubicBezTo>
                <a:cubicBezTo>
                  <a:pt x="1963" y="7821"/>
                  <a:pt x="5486" y="5400"/>
                  <a:pt x="9818" y="5400"/>
                </a:cubicBezTo>
                <a:cubicBezTo>
                  <a:pt x="14148" y="5400"/>
                  <a:pt x="17672" y="7821"/>
                  <a:pt x="17672" y="10800"/>
                </a:cubicBezTo>
                <a:cubicBezTo>
                  <a:pt x="17672" y="13776"/>
                  <a:pt x="14148" y="16200"/>
                  <a:pt x="9818" y="16200"/>
                </a:cubicBezTo>
                <a:moveTo>
                  <a:pt x="13745" y="20249"/>
                </a:moveTo>
                <a:lnTo>
                  <a:pt x="5890" y="20249"/>
                </a:lnTo>
                <a:lnTo>
                  <a:pt x="4909" y="16613"/>
                </a:lnTo>
                <a:cubicBezTo>
                  <a:pt x="6358" y="17192"/>
                  <a:pt x="8019" y="17549"/>
                  <a:pt x="9818" y="17549"/>
                </a:cubicBezTo>
                <a:cubicBezTo>
                  <a:pt x="11614" y="17549"/>
                  <a:pt x="13277" y="17192"/>
                  <a:pt x="14727" y="16613"/>
                </a:cubicBezTo>
                <a:cubicBezTo>
                  <a:pt x="14727" y="16613"/>
                  <a:pt x="13745" y="20249"/>
                  <a:pt x="13745" y="20249"/>
                </a:cubicBezTo>
                <a:close/>
                <a:moveTo>
                  <a:pt x="5992" y="1350"/>
                </a:moveTo>
                <a:lnTo>
                  <a:pt x="13847" y="1350"/>
                </a:lnTo>
                <a:lnTo>
                  <a:pt x="14828" y="4985"/>
                </a:lnTo>
                <a:cubicBezTo>
                  <a:pt x="13379" y="4406"/>
                  <a:pt x="11718" y="4050"/>
                  <a:pt x="9919" y="4050"/>
                </a:cubicBezTo>
                <a:cubicBezTo>
                  <a:pt x="8123" y="4050"/>
                  <a:pt x="6460" y="4406"/>
                  <a:pt x="5010" y="4985"/>
                </a:cubicBezTo>
                <a:cubicBezTo>
                  <a:pt x="5010" y="4985"/>
                  <a:pt x="5992" y="1350"/>
                  <a:pt x="5992" y="1350"/>
                </a:cubicBezTo>
                <a:close/>
                <a:moveTo>
                  <a:pt x="19636" y="9450"/>
                </a:moveTo>
                <a:cubicBezTo>
                  <a:pt x="19567" y="9450"/>
                  <a:pt x="19509" y="9472"/>
                  <a:pt x="19442" y="9477"/>
                </a:cubicBezTo>
                <a:cubicBezTo>
                  <a:pt x="19101" y="8298"/>
                  <a:pt x="18294" y="7245"/>
                  <a:pt x="17187" y="6376"/>
                </a:cubicBezTo>
                <a:lnTo>
                  <a:pt x="15778" y="1102"/>
                </a:lnTo>
                <a:cubicBezTo>
                  <a:pt x="15605" y="464"/>
                  <a:pt x="14794" y="0"/>
                  <a:pt x="13847" y="0"/>
                </a:cubicBezTo>
                <a:lnTo>
                  <a:pt x="5992" y="0"/>
                </a:lnTo>
                <a:cubicBezTo>
                  <a:pt x="5047" y="0"/>
                  <a:pt x="4236" y="464"/>
                  <a:pt x="4061" y="1102"/>
                </a:cubicBezTo>
                <a:lnTo>
                  <a:pt x="2686" y="6198"/>
                </a:lnTo>
                <a:cubicBezTo>
                  <a:pt x="1037" y="7405"/>
                  <a:pt x="0" y="9012"/>
                  <a:pt x="0" y="10800"/>
                </a:cubicBezTo>
                <a:cubicBezTo>
                  <a:pt x="0" y="12542"/>
                  <a:pt x="995" y="14110"/>
                  <a:pt x="2573" y="15307"/>
                </a:cubicBezTo>
                <a:lnTo>
                  <a:pt x="3959" y="20496"/>
                </a:lnTo>
                <a:cubicBezTo>
                  <a:pt x="4132" y="21135"/>
                  <a:pt x="4943" y="21599"/>
                  <a:pt x="5890" y="21599"/>
                </a:cubicBezTo>
                <a:lnTo>
                  <a:pt x="13745" y="21599"/>
                </a:lnTo>
                <a:cubicBezTo>
                  <a:pt x="14690" y="21599"/>
                  <a:pt x="15501" y="21135"/>
                  <a:pt x="15676" y="20496"/>
                </a:cubicBezTo>
                <a:lnTo>
                  <a:pt x="17074" y="15311"/>
                </a:lnTo>
                <a:cubicBezTo>
                  <a:pt x="18242" y="14426"/>
                  <a:pt x="19089" y="13340"/>
                  <a:pt x="19442" y="12122"/>
                </a:cubicBezTo>
                <a:cubicBezTo>
                  <a:pt x="19509" y="12127"/>
                  <a:pt x="19567" y="12150"/>
                  <a:pt x="19636" y="12150"/>
                </a:cubicBezTo>
                <a:cubicBezTo>
                  <a:pt x="20719" y="12150"/>
                  <a:pt x="21600" y="11544"/>
                  <a:pt x="21600" y="10800"/>
                </a:cubicBezTo>
                <a:cubicBezTo>
                  <a:pt x="21600" y="10053"/>
                  <a:pt x="20719" y="9450"/>
                  <a:pt x="19636" y="945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29" name="AutoShape 68"/>
          <p:cNvSpPr/>
          <p:nvPr/>
        </p:nvSpPr>
        <p:spPr bwMode="auto">
          <a:xfrm>
            <a:off x="8437563" y="1546225"/>
            <a:ext cx="66675" cy="68263"/>
          </a:xfrm>
          <a:custGeom>
            <a:avLst/>
            <a:gdLst>
              <a:gd name="T0" fmla="*/ 10740 w 21481"/>
              <a:gd name="T1" fmla="+- 0 10860 120"/>
              <a:gd name="T2" fmla="*/ 10860 h 21480"/>
              <a:gd name="T3" fmla="*/ 10740 w 21481"/>
              <a:gd name="T4" fmla="+- 0 10860 120"/>
              <a:gd name="T5" fmla="*/ 10860 h 21480"/>
              <a:gd name="T6" fmla="*/ 10740 w 21481"/>
              <a:gd name="T7" fmla="+- 0 10860 120"/>
              <a:gd name="T8" fmla="*/ 10860 h 21480"/>
              <a:gd name="T9" fmla="*/ 10740 w 21481"/>
              <a:gd name="T10" fmla="+- 0 10860 120"/>
              <a:gd name="T11" fmla="*/ 10860 h 21480"/>
            </a:gdLst>
            <a:ahLst/>
            <a:cxnLst>
              <a:cxn ang="0">
                <a:pos x="T0" y="T2"/>
              </a:cxn>
              <a:cxn ang="0">
                <a:pos x="T3" y="T5"/>
              </a:cxn>
              <a:cxn ang="0">
                <a:pos x="T6" y="T8"/>
              </a:cxn>
              <a:cxn ang="0">
                <a:pos x="T9" y="T11"/>
              </a:cxn>
            </a:cxnLst>
            <a:rect l="0" t="0" r="r" b="b"/>
            <a:pathLst>
              <a:path w="21481" h="21480">
                <a:moveTo>
                  <a:pt x="21127" y="346"/>
                </a:moveTo>
                <a:cubicBezTo>
                  <a:pt x="20697" y="-82"/>
                  <a:pt x="20002" y="-120"/>
                  <a:pt x="19516" y="270"/>
                </a:cubicBezTo>
                <a:lnTo>
                  <a:pt x="1055" y="15432"/>
                </a:lnTo>
                <a:cubicBezTo>
                  <a:pt x="375" y="16113"/>
                  <a:pt x="0" y="17012"/>
                  <a:pt x="0" y="17972"/>
                </a:cubicBezTo>
                <a:cubicBezTo>
                  <a:pt x="0" y="18902"/>
                  <a:pt x="361" y="19783"/>
                  <a:pt x="1027" y="20446"/>
                </a:cubicBezTo>
                <a:cubicBezTo>
                  <a:pt x="1694" y="21103"/>
                  <a:pt x="2583" y="21473"/>
                  <a:pt x="3542" y="21479"/>
                </a:cubicBezTo>
                <a:cubicBezTo>
                  <a:pt x="4431" y="21473"/>
                  <a:pt x="5354" y="21144"/>
                  <a:pt x="6028" y="20495"/>
                </a:cubicBezTo>
                <a:lnTo>
                  <a:pt x="12598" y="12627"/>
                </a:lnTo>
                <a:lnTo>
                  <a:pt x="21224" y="1935"/>
                </a:lnTo>
                <a:cubicBezTo>
                  <a:pt x="21600" y="1462"/>
                  <a:pt x="21558" y="771"/>
                  <a:pt x="21127" y="346"/>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nvGrpSpPr>
          <p:cNvPr id="130" name="Group 69"/>
          <p:cNvGrpSpPr/>
          <p:nvPr/>
        </p:nvGrpSpPr>
        <p:grpSpPr>
          <a:xfrm>
            <a:off x="7549916" y="1422399"/>
            <a:ext cx="359165" cy="337063"/>
            <a:chOff x="10074275" y="1647825"/>
            <a:chExt cx="464344" cy="435769"/>
          </a:xfrm>
          <a:solidFill>
            <a:schemeClr val="tx1"/>
          </a:solidFill>
        </p:grpSpPr>
        <p:sp>
          <p:nvSpPr>
            <p:cNvPr id="131" name="AutoShape 69"/>
            <p:cNvSpPr/>
            <p:nvPr/>
          </p:nvSpPr>
          <p:spPr bwMode="auto">
            <a:xfrm>
              <a:off x="10074275" y="1647825"/>
              <a:ext cx="464344"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223" y="5760"/>
                  </a:moveTo>
                  <a:lnTo>
                    <a:pt x="17548" y="5760"/>
                  </a:lnTo>
                  <a:cubicBezTo>
                    <a:pt x="16804" y="5760"/>
                    <a:pt x="16198" y="5114"/>
                    <a:pt x="16198" y="4320"/>
                  </a:cubicBezTo>
                  <a:lnTo>
                    <a:pt x="16200" y="4320"/>
                  </a:lnTo>
                  <a:lnTo>
                    <a:pt x="16200" y="1440"/>
                  </a:lnTo>
                  <a:lnTo>
                    <a:pt x="20250" y="5760"/>
                  </a:lnTo>
                  <a:cubicBezTo>
                    <a:pt x="20250" y="5760"/>
                    <a:pt x="18223" y="5760"/>
                    <a:pt x="18223" y="5760"/>
                  </a:cubicBezTo>
                  <a:close/>
                  <a:moveTo>
                    <a:pt x="20250" y="19440"/>
                  </a:moveTo>
                  <a:cubicBezTo>
                    <a:pt x="20250" y="19837"/>
                    <a:pt x="19948" y="20160"/>
                    <a:pt x="19575" y="20160"/>
                  </a:cubicBezTo>
                  <a:lnTo>
                    <a:pt x="2024" y="20160"/>
                  </a:lnTo>
                  <a:cubicBezTo>
                    <a:pt x="1651" y="20160"/>
                    <a:pt x="1349" y="19837"/>
                    <a:pt x="1349" y="19440"/>
                  </a:cubicBezTo>
                  <a:lnTo>
                    <a:pt x="1349" y="2160"/>
                  </a:lnTo>
                  <a:cubicBezTo>
                    <a:pt x="1349" y="1762"/>
                    <a:pt x="1651" y="1440"/>
                    <a:pt x="2024" y="1440"/>
                  </a:cubicBezTo>
                  <a:lnTo>
                    <a:pt x="15525" y="1440"/>
                  </a:lnTo>
                  <a:lnTo>
                    <a:pt x="15525" y="4320"/>
                  </a:lnTo>
                  <a:lnTo>
                    <a:pt x="15523" y="4320"/>
                  </a:lnTo>
                  <a:cubicBezTo>
                    <a:pt x="15523" y="5513"/>
                    <a:pt x="16430" y="6480"/>
                    <a:pt x="17548" y="6480"/>
                  </a:cubicBezTo>
                  <a:lnTo>
                    <a:pt x="18223" y="6480"/>
                  </a:lnTo>
                  <a:lnTo>
                    <a:pt x="20250" y="6480"/>
                  </a:lnTo>
                  <a:cubicBezTo>
                    <a:pt x="20250" y="6480"/>
                    <a:pt x="20250" y="19440"/>
                    <a:pt x="20250" y="19440"/>
                  </a:cubicBezTo>
                  <a:close/>
                  <a:moveTo>
                    <a:pt x="21204" y="4741"/>
                  </a:moveTo>
                  <a:lnTo>
                    <a:pt x="17154" y="421"/>
                  </a:lnTo>
                  <a:cubicBezTo>
                    <a:pt x="16901" y="151"/>
                    <a:pt x="16557" y="0"/>
                    <a:pt x="16200" y="0"/>
                  </a:cubicBezTo>
                  <a:lnTo>
                    <a:pt x="2024" y="0"/>
                  </a:lnTo>
                  <a:cubicBezTo>
                    <a:pt x="908" y="0"/>
                    <a:pt x="0" y="968"/>
                    <a:pt x="0" y="2160"/>
                  </a:cubicBezTo>
                  <a:lnTo>
                    <a:pt x="0" y="19440"/>
                  </a:lnTo>
                  <a:cubicBezTo>
                    <a:pt x="0" y="20631"/>
                    <a:pt x="908" y="21600"/>
                    <a:pt x="2024" y="21600"/>
                  </a:cubicBezTo>
                  <a:lnTo>
                    <a:pt x="19575" y="21600"/>
                  </a:lnTo>
                  <a:cubicBezTo>
                    <a:pt x="20691" y="21600"/>
                    <a:pt x="21599" y="20631"/>
                    <a:pt x="21599" y="19440"/>
                  </a:cubicBezTo>
                  <a:lnTo>
                    <a:pt x="21599" y="5760"/>
                  </a:lnTo>
                  <a:cubicBezTo>
                    <a:pt x="21599" y="5378"/>
                    <a:pt x="21457" y="5011"/>
                    <a:pt x="21204" y="4741"/>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32" name="AutoShape 70"/>
            <p:cNvSpPr/>
            <p:nvPr/>
          </p:nvSpPr>
          <p:spPr bwMode="auto">
            <a:xfrm>
              <a:off x="10291763" y="1734344"/>
              <a:ext cx="87313"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33" name="AutoShape 71"/>
            <p:cNvSpPr/>
            <p:nvPr/>
          </p:nvSpPr>
          <p:spPr bwMode="auto">
            <a:xfrm>
              <a:off x="10291763" y="1778000"/>
              <a:ext cx="87313" cy="1508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00" y="21599"/>
                  </a:moveTo>
                  <a:lnTo>
                    <a:pt x="19800" y="21599"/>
                  </a:lnTo>
                  <a:cubicBezTo>
                    <a:pt x="20791" y="21599"/>
                    <a:pt x="21600" y="16769"/>
                    <a:pt x="21600" y="10800"/>
                  </a:cubicBezTo>
                  <a:cubicBezTo>
                    <a:pt x="21600" y="4830"/>
                    <a:pt x="20791" y="0"/>
                    <a:pt x="19800" y="0"/>
                  </a:cubicBezTo>
                  <a:lnTo>
                    <a:pt x="1800" y="0"/>
                  </a:lnTo>
                  <a:cubicBezTo>
                    <a:pt x="801" y="0"/>
                    <a:pt x="0" y="4830"/>
                    <a:pt x="0" y="10800"/>
                  </a:cubicBezTo>
                  <a:cubicBezTo>
                    <a:pt x="0" y="16769"/>
                    <a:pt x="801" y="21599"/>
                    <a:pt x="1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34" name="AutoShape 72"/>
            <p:cNvSpPr/>
            <p:nvPr/>
          </p:nvSpPr>
          <p:spPr bwMode="auto">
            <a:xfrm>
              <a:off x="10291763" y="1821657"/>
              <a:ext cx="188913" cy="150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0800"/>
                  </a:moveTo>
                  <a:cubicBezTo>
                    <a:pt x="0" y="16769"/>
                    <a:pt x="369" y="21599"/>
                    <a:pt x="830" y="21599"/>
                  </a:cubicBezTo>
                  <a:lnTo>
                    <a:pt x="20769" y="21599"/>
                  </a:lnTo>
                  <a:cubicBezTo>
                    <a:pt x="21226" y="21599"/>
                    <a:pt x="21600" y="16769"/>
                    <a:pt x="21600" y="10800"/>
                  </a:cubicBezTo>
                  <a:cubicBezTo>
                    <a:pt x="21600" y="4830"/>
                    <a:pt x="21226" y="0"/>
                    <a:pt x="20769" y="0"/>
                  </a:cubicBezTo>
                  <a:lnTo>
                    <a:pt x="830" y="0"/>
                  </a:lnTo>
                  <a:cubicBezTo>
                    <a:pt x="369" y="0"/>
                    <a:pt x="0" y="4830"/>
                    <a:pt x="0" y="1080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35" name="AutoShape 73"/>
            <p:cNvSpPr/>
            <p:nvPr/>
          </p:nvSpPr>
          <p:spPr bwMode="auto">
            <a:xfrm>
              <a:off x="10132219" y="1908969"/>
              <a:ext cx="348456"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36" name="AutoShape 74"/>
            <p:cNvSpPr/>
            <p:nvPr/>
          </p:nvSpPr>
          <p:spPr bwMode="auto">
            <a:xfrm>
              <a:off x="10132219" y="1952625"/>
              <a:ext cx="348456"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37" name="AutoShape 75"/>
            <p:cNvSpPr/>
            <p:nvPr/>
          </p:nvSpPr>
          <p:spPr bwMode="auto">
            <a:xfrm>
              <a:off x="10132219" y="1996282"/>
              <a:ext cx="348456"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48"/>
                    <a:pt x="201" y="21599"/>
                    <a:pt x="449" y="21599"/>
                  </a:cubicBezTo>
                  <a:lnTo>
                    <a:pt x="21150" y="21599"/>
                  </a:lnTo>
                  <a:cubicBezTo>
                    <a:pt x="21397" y="21599"/>
                    <a:pt x="21599" y="16748"/>
                    <a:pt x="21599" y="10800"/>
                  </a:cubicBezTo>
                  <a:cubicBezTo>
                    <a:pt x="21599" y="4830"/>
                    <a:pt x="21397" y="0"/>
                    <a:pt x="2115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38" name="AutoShape 76"/>
            <p:cNvSpPr/>
            <p:nvPr/>
          </p:nvSpPr>
          <p:spPr bwMode="auto">
            <a:xfrm>
              <a:off x="10132219" y="1865313"/>
              <a:ext cx="348456" cy="142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150" y="0"/>
                  </a:moveTo>
                  <a:lnTo>
                    <a:pt x="449" y="0"/>
                  </a:lnTo>
                  <a:cubicBezTo>
                    <a:pt x="201" y="0"/>
                    <a:pt x="0" y="4830"/>
                    <a:pt x="0" y="10800"/>
                  </a:cubicBezTo>
                  <a:cubicBezTo>
                    <a:pt x="0" y="16769"/>
                    <a:pt x="201" y="21599"/>
                    <a:pt x="449" y="21599"/>
                  </a:cubicBezTo>
                  <a:lnTo>
                    <a:pt x="21150" y="21599"/>
                  </a:lnTo>
                  <a:cubicBezTo>
                    <a:pt x="21397" y="21599"/>
                    <a:pt x="21599" y="16769"/>
                    <a:pt x="21599" y="10800"/>
                  </a:cubicBezTo>
                  <a:cubicBezTo>
                    <a:pt x="21599" y="4830"/>
                    <a:pt x="21397" y="0"/>
                    <a:pt x="2115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39" name="AutoShape 77"/>
            <p:cNvSpPr/>
            <p:nvPr/>
          </p:nvSpPr>
          <p:spPr bwMode="auto">
            <a:xfrm>
              <a:off x="10132219" y="1720057"/>
              <a:ext cx="130969" cy="1166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5400"/>
                  </a:moveTo>
                  <a:lnTo>
                    <a:pt x="16800" y="5400"/>
                  </a:lnTo>
                  <a:lnTo>
                    <a:pt x="16800" y="16200"/>
                  </a:lnTo>
                  <a:lnTo>
                    <a:pt x="4799" y="16200"/>
                  </a:lnTo>
                  <a:cubicBezTo>
                    <a:pt x="4799" y="16200"/>
                    <a:pt x="4799" y="5400"/>
                    <a:pt x="4799" y="5400"/>
                  </a:cubicBezTo>
                  <a:close/>
                  <a:moveTo>
                    <a:pt x="2399" y="21599"/>
                  </a:moveTo>
                  <a:lnTo>
                    <a:pt x="19200" y="21599"/>
                  </a:lnTo>
                  <a:cubicBezTo>
                    <a:pt x="20526" y="21599"/>
                    <a:pt x="21599" y="20392"/>
                    <a:pt x="21599" y="18900"/>
                  </a:cubicBezTo>
                  <a:lnTo>
                    <a:pt x="21599" y="2700"/>
                  </a:lnTo>
                  <a:cubicBezTo>
                    <a:pt x="21599" y="1207"/>
                    <a:pt x="20526" y="0"/>
                    <a:pt x="19200" y="0"/>
                  </a:cubicBezTo>
                  <a:lnTo>
                    <a:pt x="2399" y="0"/>
                  </a:lnTo>
                  <a:cubicBezTo>
                    <a:pt x="1073" y="0"/>
                    <a:pt x="0" y="1207"/>
                    <a:pt x="0" y="2700"/>
                  </a:cubicBezTo>
                  <a:lnTo>
                    <a:pt x="0" y="18900"/>
                  </a:lnTo>
                  <a:cubicBezTo>
                    <a:pt x="0" y="20392"/>
                    <a:pt x="1073" y="21599"/>
                    <a:pt x="2399"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40" name="组合 139"/>
          <p:cNvGrpSpPr/>
          <p:nvPr/>
        </p:nvGrpSpPr>
        <p:grpSpPr>
          <a:xfrm>
            <a:off x="6842125" y="1422400"/>
            <a:ext cx="336550" cy="358775"/>
            <a:chOff x="6842125" y="1422400"/>
            <a:chExt cx="336550" cy="358775"/>
          </a:xfrm>
          <a:solidFill>
            <a:schemeClr val="tx1"/>
          </a:solidFill>
        </p:grpSpPr>
        <p:sp>
          <p:nvSpPr>
            <p:cNvPr id="141" name="AutoShape 78"/>
            <p:cNvSpPr/>
            <p:nvPr/>
          </p:nvSpPr>
          <p:spPr bwMode="auto">
            <a:xfrm>
              <a:off x="6842125" y="1422400"/>
              <a:ext cx="336550"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18900"/>
                  </a:moveTo>
                  <a:cubicBezTo>
                    <a:pt x="20160" y="19643"/>
                    <a:pt x="19513" y="20249"/>
                    <a:pt x="18720" y="20249"/>
                  </a:cubicBezTo>
                  <a:lnTo>
                    <a:pt x="2880" y="20249"/>
                  </a:lnTo>
                  <a:cubicBezTo>
                    <a:pt x="2086" y="20249"/>
                    <a:pt x="1440" y="19643"/>
                    <a:pt x="1440" y="18900"/>
                  </a:cubicBezTo>
                  <a:lnTo>
                    <a:pt x="1440" y="2700"/>
                  </a:lnTo>
                  <a:cubicBezTo>
                    <a:pt x="1440" y="1955"/>
                    <a:pt x="2086" y="1350"/>
                    <a:pt x="2880" y="1350"/>
                  </a:cubicBezTo>
                  <a:lnTo>
                    <a:pt x="18720" y="1350"/>
                  </a:lnTo>
                  <a:cubicBezTo>
                    <a:pt x="19513" y="1350"/>
                    <a:pt x="20160" y="1955"/>
                    <a:pt x="20160" y="2700"/>
                  </a:cubicBezTo>
                  <a:cubicBezTo>
                    <a:pt x="20160" y="2700"/>
                    <a:pt x="20160" y="18900"/>
                    <a:pt x="20160" y="18900"/>
                  </a:cubicBezTo>
                  <a:close/>
                  <a:moveTo>
                    <a:pt x="18720" y="0"/>
                  </a:moveTo>
                  <a:lnTo>
                    <a:pt x="2880" y="0"/>
                  </a:lnTo>
                  <a:cubicBezTo>
                    <a:pt x="1289" y="0"/>
                    <a:pt x="0" y="1208"/>
                    <a:pt x="0" y="2700"/>
                  </a:cubicBezTo>
                  <a:lnTo>
                    <a:pt x="0" y="18900"/>
                  </a:lnTo>
                  <a:cubicBezTo>
                    <a:pt x="0" y="20391"/>
                    <a:pt x="1289" y="21599"/>
                    <a:pt x="2880" y="21599"/>
                  </a:cubicBezTo>
                  <a:lnTo>
                    <a:pt x="18720" y="21599"/>
                  </a:lnTo>
                  <a:cubicBezTo>
                    <a:pt x="20310" y="21599"/>
                    <a:pt x="21599" y="20391"/>
                    <a:pt x="21599" y="18900"/>
                  </a:cubicBezTo>
                  <a:lnTo>
                    <a:pt x="21599" y="2700"/>
                  </a:lnTo>
                  <a:cubicBezTo>
                    <a:pt x="21599" y="1208"/>
                    <a:pt x="20310" y="0"/>
                    <a:pt x="1872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42" name="AutoShape 79"/>
            <p:cNvSpPr/>
            <p:nvPr/>
          </p:nvSpPr>
          <p:spPr bwMode="auto">
            <a:xfrm>
              <a:off x="6888163" y="1466850"/>
              <a:ext cx="246062" cy="2254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18" y="20519"/>
                  </a:moveTo>
                  <a:lnTo>
                    <a:pt x="14053" y="16248"/>
                  </a:lnTo>
                  <a:lnTo>
                    <a:pt x="16690" y="12959"/>
                  </a:lnTo>
                  <a:lnTo>
                    <a:pt x="20618" y="17689"/>
                  </a:lnTo>
                  <a:lnTo>
                    <a:pt x="20618" y="20519"/>
                  </a:lnTo>
                  <a:cubicBezTo>
                    <a:pt x="20618" y="20519"/>
                    <a:pt x="17418" y="20519"/>
                    <a:pt x="17418" y="20519"/>
                  </a:cubicBezTo>
                  <a:close/>
                  <a:moveTo>
                    <a:pt x="981" y="11446"/>
                  </a:moveTo>
                  <a:lnTo>
                    <a:pt x="4909" y="6479"/>
                  </a:lnTo>
                  <a:lnTo>
                    <a:pt x="12828" y="16353"/>
                  </a:lnTo>
                  <a:lnTo>
                    <a:pt x="13398" y="17064"/>
                  </a:lnTo>
                  <a:lnTo>
                    <a:pt x="16109" y="20519"/>
                  </a:lnTo>
                  <a:lnTo>
                    <a:pt x="981" y="20519"/>
                  </a:lnTo>
                  <a:cubicBezTo>
                    <a:pt x="981" y="20519"/>
                    <a:pt x="981" y="11446"/>
                    <a:pt x="981" y="11446"/>
                  </a:cubicBezTo>
                  <a:close/>
                  <a:moveTo>
                    <a:pt x="20618" y="1080"/>
                  </a:moveTo>
                  <a:lnTo>
                    <a:pt x="20618" y="16058"/>
                  </a:lnTo>
                  <a:lnTo>
                    <a:pt x="17427" y="12244"/>
                  </a:lnTo>
                  <a:cubicBezTo>
                    <a:pt x="17240" y="12012"/>
                    <a:pt x="16972" y="11879"/>
                    <a:pt x="16690" y="11879"/>
                  </a:cubicBezTo>
                  <a:cubicBezTo>
                    <a:pt x="16409" y="11879"/>
                    <a:pt x="16141" y="12012"/>
                    <a:pt x="15954" y="12244"/>
                  </a:cubicBezTo>
                  <a:lnTo>
                    <a:pt x="13399" y="15432"/>
                  </a:lnTo>
                  <a:lnTo>
                    <a:pt x="5645" y="5764"/>
                  </a:lnTo>
                  <a:cubicBezTo>
                    <a:pt x="5458" y="5532"/>
                    <a:pt x="5190" y="5400"/>
                    <a:pt x="4909" y="5400"/>
                  </a:cubicBezTo>
                  <a:cubicBezTo>
                    <a:pt x="4627" y="5400"/>
                    <a:pt x="4359" y="5532"/>
                    <a:pt x="4172" y="5764"/>
                  </a:cubicBezTo>
                  <a:lnTo>
                    <a:pt x="981" y="9812"/>
                  </a:lnTo>
                  <a:lnTo>
                    <a:pt x="981" y="1080"/>
                  </a:lnTo>
                  <a:cubicBezTo>
                    <a:pt x="981" y="1080"/>
                    <a:pt x="20618" y="1080"/>
                    <a:pt x="20618" y="1080"/>
                  </a:cubicBezTo>
                  <a:close/>
                  <a:moveTo>
                    <a:pt x="20618" y="0"/>
                  </a:moveTo>
                  <a:lnTo>
                    <a:pt x="981" y="0"/>
                  </a:lnTo>
                  <a:cubicBezTo>
                    <a:pt x="439" y="0"/>
                    <a:pt x="0" y="483"/>
                    <a:pt x="0" y="1080"/>
                  </a:cubicBezTo>
                  <a:lnTo>
                    <a:pt x="0" y="20519"/>
                  </a:lnTo>
                  <a:cubicBezTo>
                    <a:pt x="0" y="21116"/>
                    <a:pt x="439" y="21599"/>
                    <a:pt x="981" y="21599"/>
                  </a:cubicBezTo>
                  <a:lnTo>
                    <a:pt x="20618" y="21599"/>
                  </a:lnTo>
                  <a:cubicBezTo>
                    <a:pt x="21160" y="21599"/>
                    <a:pt x="21600" y="21116"/>
                    <a:pt x="21600" y="20519"/>
                  </a:cubicBezTo>
                  <a:lnTo>
                    <a:pt x="21600" y="1080"/>
                  </a:lnTo>
                  <a:cubicBezTo>
                    <a:pt x="21600" y="483"/>
                    <a:pt x="21160" y="0"/>
                    <a:pt x="20618"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43" name="AutoShape 80"/>
            <p:cNvSpPr/>
            <p:nvPr/>
          </p:nvSpPr>
          <p:spPr bwMode="auto">
            <a:xfrm>
              <a:off x="7021513" y="1501775"/>
              <a:ext cx="68262" cy="666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3600"/>
                  </a:moveTo>
                  <a:cubicBezTo>
                    <a:pt x="14769" y="3600"/>
                    <a:pt x="17999" y="6827"/>
                    <a:pt x="17999" y="10800"/>
                  </a:cubicBezTo>
                  <a:cubicBezTo>
                    <a:pt x="17999" y="14769"/>
                    <a:pt x="14769" y="18000"/>
                    <a:pt x="10800" y="18000"/>
                  </a:cubicBezTo>
                  <a:cubicBezTo>
                    <a:pt x="6830" y="18000"/>
                    <a:pt x="3600" y="14769"/>
                    <a:pt x="3600" y="10800"/>
                  </a:cubicBezTo>
                  <a:cubicBezTo>
                    <a:pt x="3600" y="6827"/>
                    <a:pt x="6830" y="3600"/>
                    <a:pt x="10800" y="3600"/>
                  </a:cubicBezTo>
                  <a:moveTo>
                    <a:pt x="10800" y="21599"/>
                  </a:moveTo>
                  <a:cubicBezTo>
                    <a:pt x="16766" y="21599"/>
                    <a:pt x="21600" y="16762"/>
                    <a:pt x="21600" y="10800"/>
                  </a:cubicBezTo>
                  <a:cubicBezTo>
                    <a:pt x="21600" y="4833"/>
                    <a:pt x="16766" y="0"/>
                    <a:pt x="10800" y="0"/>
                  </a:cubicBezTo>
                  <a:cubicBezTo>
                    <a:pt x="4833" y="0"/>
                    <a:pt x="0" y="4833"/>
                    <a:pt x="0" y="10800"/>
                  </a:cubicBezTo>
                  <a:cubicBezTo>
                    <a:pt x="0" y="16762"/>
                    <a:pt x="4833" y="21599"/>
                    <a:pt x="10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44" name="Group 82"/>
          <p:cNvGrpSpPr/>
          <p:nvPr/>
        </p:nvGrpSpPr>
        <p:grpSpPr>
          <a:xfrm>
            <a:off x="6112643" y="1422399"/>
            <a:ext cx="359165" cy="359165"/>
            <a:chOff x="8216107" y="1647825"/>
            <a:chExt cx="464344" cy="464344"/>
          </a:xfrm>
          <a:solidFill>
            <a:schemeClr val="tx1"/>
          </a:solidFill>
        </p:grpSpPr>
        <p:sp>
          <p:nvSpPr>
            <p:cNvPr id="145" name="AutoShape 81"/>
            <p:cNvSpPr/>
            <p:nvPr/>
          </p:nvSpPr>
          <p:spPr bwMode="auto">
            <a:xfrm>
              <a:off x="8216107" y="1647825"/>
              <a:ext cx="464344" cy="464344"/>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46" name="AutoShape 82"/>
            <p:cNvSpPr/>
            <p:nvPr/>
          </p:nvSpPr>
          <p:spPr bwMode="auto">
            <a:xfrm>
              <a:off x="8259763" y="2024857"/>
              <a:ext cx="43657" cy="4365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4400"/>
                  </a:moveTo>
                  <a:cubicBezTo>
                    <a:pt x="8820" y="14400"/>
                    <a:pt x="7200" y="12782"/>
                    <a:pt x="7200" y="10800"/>
                  </a:cubicBezTo>
                  <a:cubicBezTo>
                    <a:pt x="7200" y="8817"/>
                    <a:pt x="8820" y="7200"/>
                    <a:pt x="10800" y="7200"/>
                  </a:cubicBezTo>
                  <a:cubicBezTo>
                    <a:pt x="12779" y="7200"/>
                    <a:pt x="14400" y="8817"/>
                    <a:pt x="14400" y="10800"/>
                  </a:cubicBezTo>
                  <a:cubicBezTo>
                    <a:pt x="14400" y="12782"/>
                    <a:pt x="12779" y="14400"/>
                    <a:pt x="10800" y="14400"/>
                  </a:cubicBezTo>
                  <a:moveTo>
                    <a:pt x="10800" y="0"/>
                  </a:moveTo>
                  <a:cubicBezTo>
                    <a:pt x="4837" y="0"/>
                    <a:pt x="0" y="4837"/>
                    <a:pt x="0" y="10800"/>
                  </a:cubicBezTo>
                  <a:cubicBezTo>
                    <a:pt x="0" y="16762"/>
                    <a:pt x="4837" y="21599"/>
                    <a:pt x="10800" y="21599"/>
                  </a:cubicBezTo>
                  <a:cubicBezTo>
                    <a:pt x="16762" y="21599"/>
                    <a:pt x="21600" y="16762"/>
                    <a:pt x="21600" y="10800"/>
                  </a:cubicBezTo>
                  <a:cubicBezTo>
                    <a:pt x="21600" y="4837"/>
                    <a:pt x="16762"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147" name="AutoShape 83"/>
          <p:cNvSpPr/>
          <p:nvPr/>
        </p:nvSpPr>
        <p:spPr bwMode="auto">
          <a:xfrm>
            <a:off x="5394325" y="1477963"/>
            <a:ext cx="358775" cy="2365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nvGrpSpPr>
          <p:cNvPr id="148" name="组合 147"/>
          <p:cNvGrpSpPr/>
          <p:nvPr/>
        </p:nvGrpSpPr>
        <p:grpSpPr>
          <a:xfrm>
            <a:off x="4675188" y="1422400"/>
            <a:ext cx="360362" cy="358775"/>
            <a:chOff x="4675188" y="1422400"/>
            <a:chExt cx="360362" cy="358775"/>
          </a:xfrm>
          <a:solidFill>
            <a:schemeClr val="tx1"/>
          </a:solidFill>
        </p:grpSpPr>
        <p:sp>
          <p:nvSpPr>
            <p:cNvPr id="149" name="AutoShape 84"/>
            <p:cNvSpPr/>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0" name="AutoShape 85"/>
            <p:cNvSpPr/>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1" name="AutoShape 86"/>
            <p:cNvSpPr/>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2" name="AutoShape 87"/>
            <p:cNvSpPr/>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3" name="AutoShape 88"/>
            <p:cNvSpPr/>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4" name="AutoShape 89"/>
            <p:cNvSpPr/>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5" name="AutoShape 90"/>
            <p:cNvSpPr/>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6" name="AutoShape 91"/>
            <p:cNvSpPr/>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7" name="AutoShape 92"/>
            <p:cNvSpPr/>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8" name="AutoShape 93"/>
            <p:cNvSpPr/>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59" name="AutoShape 94"/>
            <p:cNvSpPr/>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60" name="AutoShape 95"/>
            <p:cNvSpPr/>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61" name="AutoShape 96"/>
            <p:cNvSpPr/>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62" name="组合 161"/>
          <p:cNvGrpSpPr/>
          <p:nvPr/>
        </p:nvGrpSpPr>
        <p:grpSpPr>
          <a:xfrm>
            <a:off x="3965575" y="3582988"/>
            <a:ext cx="213716" cy="358775"/>
            <a:chOff x="3965575" y="3582988"/>
            <a:chExt cx="247650" cy="358775"/>
          </a:xfrm>
          <a:solidFill>
            <a:schemeClr val="tx1"/>
          </a:solidFill>
        </p:grpSpPr>
        <p:sp>
          <p:nvSpPr>
            <p:cNvPr id="163" name="AutoShape 97"/>
            <p:cNvSpPr/>
            <p:nvPr/>
          </p:nvSpPr>
          <p:spPr bwMode="auto">
            <a:xfrm>
              <a:off x="3965575" y="3582988"/>
              <a:ext cx="247650"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64" name="AutoShape 98"/>
            <p:cNvSpPr/>
            <p:nvPr/>
          </p:nvSpPr>
          <p:spPr bwMode="auto">
            <a:xfrm>
              <a:off x="4067175" y="3616325"/>
              <a:ext cx="44450"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58"/>
                    <a:pt x="20387" y="21599"/>
                    <a:pt x="18899" y="21599"/>
                  </a:cubicBezTo>
                  <a:lnTo>
                    <a:pt x="2699" y="21599"/>
                  </a:lnTo>
                  <a:cubicBezTo>
                    <a:pt x="1202" y="21599"/>
                    <a:pt x="0" y="16758"/>
                    <a:pt x="0" y="10800"/>
                  </a:cubicBezTo>
                  <a:cubicBezTo>
                    <a:pt x="0" y="4841"/>
                    <a:pt x="1202" y="0"/>
                    <a:pt x="2699" y="0"/>
                  </a:cubicBezTo>
                  <a:lnTo>
                    <a:pt x="18899" y="0"/>
                  </a:lnTo>
                  <a:cubicBezTo>
                    <a:pt x="20387" y="0"/>
                    <a:pt x="21600" y="4841"/>
                    <a:pt x="21600" y="1080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65" name="AutoShape 99"/>
            <p:cNvSpPr/>
            <p:nvPr/>
          </p:nvSpPr>
          <p:spPr bwMode="auto">
            <a:xfrm>
              <a:off x="4078288" y="3897313"/>
              <a:ext cx="22225"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600" y="10800"/>
                  </a:moveTo>
                  <a:cubicBezTo>
                    <a:pt x="21600" y="16769"/>
                    <a:pt x="19174" y="21599"/>
                    <a:pt x="16199" y="21599"/>
                  </a:cubicBezTo>
                  <a:lnTo>
                    <a:pt x="5399" y="21599"/>
                  </a:lnTo>
                  <a:cubicBezTo>
                    <a:pt x="2404" y="21599"/>
                    <a:pt x="0" y="16769"/>
                    <a:pt x="0" y="10800"/>
                  </a:cubicBezTo>
                  <a:cubicBezTo>
                    <a:pt x="0" y="4830"/>
                    <a:pt x="2404" y="0"/>
                    <a:pt x="5399" y="0"/>
                  </a:cubicBezTo>
                  <a:lnTo>
                    <a:pt x="16199" y="0"/>
                  </a:lnTo>
                  <a:cubicBezTo>
                    <a:pt x="19174" y="0"/>
                    <a:pt x="21600" y="4830"/>
                    <a:pt x="21600" y="1080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166" name="AutoShape 100"/>
          <p:cNvSpPr/>
          <p:nvPr/>
        </p:nvSpPr>
        <p:spPr bwMode="auto">
          <a:xfrm>
            <a:off x="3214688" y="3582988"/>
            <a:ext cx="314325"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057" y="6750"/>
                </a:moveTo>
                <a:lnTo>
                  <a:pt x="1542" y="6750"/>
                </a:lnTo>
                <a:lnTo>
                  <a:pt x="1542" y="4725"/>
                </a:lnTo>
                <a:lnTo>
                  <a:pt x="20057" y="4725"/>
                </a:lnTo>
                <a:cubicBezTo>
                  <a:pt x="20057" y="4725"/>
                  <a:pt x="20057" y="6750"/>
                  <a:pt x="20057" y="6750"/>
                </a:cubicBezTo>
                <a:close/>
                <a:moveTo>
                  <a:pt x="17485" y="10124"/>
                </a:moveTo>
                <a:lnTo>
                  <a:pt x="4113" y="10124"/>
                </a:lnTo>
                <a:lnTo>
                  <a:pt x="3857" y="8100"/>
                </a:lnTo>
                <a:lnTo>
                  <a:pt x="17742" y="8100"/>
                </a:lnTo>
                <a:cubicBezTo>
                  <a:pt x="17742" y="8100"/>
                  <a:pt x="17485" y="10124"/>
                  <a:pt x="17485" y="10124"/>
                </a:cubicBezTo>
                <a:close/>
                <a:moveTo>
                  <a:pt x="16542" y="17549"/>
                </a:moveTo>
                <a:lnTo>
                  <a:pt x="5057" y="17549"/>
                </a:lnTo>
                <a:lnTo>
                  <a:pt x="4199" y="10800"/>
                </a:lnTo>
                <a:lnTo>
                  <a:pt x="17399" y="10800"/>
                </a:lnTo>
                <a:cubicBezTo>
                  <a:pt x="17399" y="10800"/>
                  <a:pt x="16542" y="17549"/>
                  <a:pt x="16542" y="17549"/>
                </a:cubicBezTo>
                <a:close/>
                <a:moveTo>
                  <a:pt x="5400" y="20249"/>
                </a:moveTo>
                <a:lnTo>
                  <a:pt x="5142" y="18225"/>
                </a:lnTo>
                <a:lnTo>
                  <a:pt x="16456" y="18225"/>
                </a:lnTo>
                <a:lnTo>
                  <a:pt x="16200" y="20249"/>
                </a:lnTo>
                <a:cubicBezTo>
                  <a:pt x="16200" y="20249"/>
                  <a:pt x="5400" y="20249"/>
                  <a:pt x="5400" y="20249"/>
                </a:cubicBezTo>
                <a:close/>
                <a:moveTo>
                  <a:pt x="3857" y="1350"/>
                </a:moveTo>
                <a:lnTo>
                  <a:pt x="17742" y="1350"/>
                </a:lnTo>
                <a:lnTo>
                  <a:pt x="18514" y="3375"/>
                </a:lnTo>
                <a:lnTo>
                  <a:pt x="3085" y="3375"/>
                </a:lnTo>
                <a:cubicBezTo>
                  <a:pt x="3085" y="3375"/>
                  <a:pt x="3857" y="1350"/>
                  <a:pt x="3857" y="1350"/>
                </a:cubicBezTo>
                <a:close/>
                <a:moveTo>
                  <a:pt x="20143" y="3389"/>
                </a:moveTo>
                <a:lnTo>
                  <a:pt x="19205" y="922"/>
                </a:lnTo>
                <a:cubicBezTo>
                  <a:pt x="18996" y="371"/>
                  <a:pt x="18407" y="0"/>
                  <a:pt x="17742" y="0"/>
                </a:cubicBezTo>
                <a:lnTo>
                  <a:pt x="3857" y="0"/>
                </a:lnTo>
                <a:cubicBezTo>
                  <a:pt x="3192" y="0"/>
                  <a:pt x="2603" y="371"/>
                  <a:pt x="2393" y="922"/>
                </a:cubicBezTo>
                <a:lnTo>
                  <a:pt x="1448" y="3391"/>
                </a:lnTo>
                <a:cubicBezTo>
                  <a:pt x="643" y="3436"/>
                  <a:pt x="0" y="4008"/>
                  <a:pt x="0" y="4725"/>
                </a:cubicBezTo>
                <a:lnTo>
                  <a:pt x="0" y="6750"/>
                </a:lnTo>
                <a:cubicBezTo>
                  <a:pt x="0" y="7495"/>
                  <a:pt x="690" y="8100"/>
                  <a:pt x="1542" y="8100"/>
                </a:cubicBezTo>
                <a:lnTo>
                  <a:pt x="2340" y="8100"/>
                </a:lnTo>
                <a:cubicBezTo>
                  <a:pt x="2340" y="8150"/>
                  <a:pt x="2317" y="8198"/>
                  <a:pt x="2323" y="8249"/>
                </a:cubicBezTo>
                <a:lnTo>
                  <a:pt x="3866" y="20398"/>
                </a:lnTo>
                <a:cubicBezTo>
                  <a:pt x="3953" y="21082"/>
                  <a:pt x="4614" y="21599"/>
                  <a:pt x="5400" y="21599"/>
                </a:cubicBezTo>
                <a:lnTo>
                  <a:pt x="16200" y="21599"/>
                </a:lnTo>
                <a:cubicBezTo>
                  <a:pt x="16986" y="21599"/>
                  <a:pt x="17646" y="21082"/>
                  <a:pt x="17732" y="20398"/>
                </a:cubicBezTo>
                <a:lnTo>
                  <a:pt x="19275" y="8249"/>
                </a:lnTo>
                <a:cubicBezTo>
                  <a:pt x="19282" y="8198"/>
                  <a:pt x="19258" y="8150"/>
                  <a:pt x="19258" y="8100"/>
                </a:cubicBezTo>
                <a:lnTo>
                  <a:pt x="20057" y="8100"/>
                </a:lnTo>
                <a:cubicBezTo>
                  <a:pt x="20908" y="8100"/>
                  <a:pt x="21600" y="7495"/>
                  <a:pt x="21600" y="6750"/>
                </a:cubicBezTo>
                <a:lnTo>
                  <a:pt x="21600" y="4725"/>
                </a:lnTo>
                <a:cubicBezTo>
                  <a:pt x="21600" y="4006"/>
                  <a:pt x="20952" y="3431"/>
                  <a:pt x="20143" y="3389"/>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67" name="AutoShape 101"/>
          <p:cNvSpPr/>
          <p:nvPr/>
        </p:nvSpPr>
        <p:spPr bwMode="auto">
          <a:xfrm>
            <a:off x="2473325" y="3605213"/>
            <a:ext cx="358775" cy="314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514"/>
                </a:moveTo>
                <a:cubicBezTo>
                  <a:pt x="20249" y="19365"/>
                  <a:pt x="19644" y="20057"/>
                  <a:pt x="18899" y="20057"/>
                </a:cubicBezTo>
                <a:lnTo>
                  <a:pt x="2699" y="20057"/>
                </a:lnTo>
                <a:cubicBezTo>
                  <a:pt x="1955" y="20057"/>
                  <a:pt x="1349" y="19365"/>
                  <a:pt x="1349" y="18514"/>
                </a:cubicBezTo>
                <a:lnTo>
                  <a:pt x="1349" y="13114"/>
                </a:lnTo>
                <a:lnTo>
                  <a:pt x="4050" y="1542"/>
                </a:lnTo>
                <a:lnTo>
                  <a:pt x="17549" y="1542"/>
                </a:lnTo>
                <a:lnTo>
                  <a:pt x="20249" y="13114"/>
                </a:lnTo>
                <a:cubicBezTo>
                  <a:pt x="20249" y="13114"/>
                  <a:pt x="20249" y="18514"/>
                  <a:pt x="20249" y="18514"/>
                </a:cubicBezTo>
                <a:close/>
                <a:moveTo>
                  <a:pt x="21548" y="12693"/>
                </a:moveTo>
                <a:lnTo>
                  <a:pt x="18847" y="1117"/>
                </a:lnTo>
                <a:cubicBezTo>
                  <a:pt x="18683" y="460"/>
                  <a:pt x="18150" y="0"/>
                  <a:pt x="17549" y="0"/>
                </a:cubicBezTo>
                <a:lnTo>
                  <a:pt x="10800" y="0"/>
                </a:lnTo>
                <a:lnTo>
                  <a:pt x="4049" y="0"/>
                </a:lnTo>
                <a:cubicBezTo>
                  <a:pt x="3449" y="0"/>
                  <a:pt x="2916" y="460"/>
                  <a:pt x="2752" y="1117"/>
                </a:cubicBezTo>
                <a:lnTo>
                  <a:pt x="51" y="12693"/>
                </a:lnTo>
                <a:cubicBezTo>
                  <a:pt x="17" y="12835"/>
                  <a:pt x="0" y="12976"/>
                  <a:pt x="0" y="13114"/>
                </a:cubicBezTo>
                <a:lnTo>
                  <a:pt x="0" y="18514"/>
                </a:lnTo>
                <a:cubicBezTo>
                  <a:pt x="0" y="20218"/>
                  <a:pt x="1208" y="21600"/>
                  <a:pt x="2699" y="21600"/>
                </a:cubicBezTo>
                <a:lnTo>
                  <a:pt x="18899" y="21600"/>
                </a:lnTo>
                <a:cubicBezTo>
                  <a:pt x="20391" y="21600"/>
                  <a:pt x="21600" y="20218"/>
                  <a:pt x="21600" y="18514"/>
                </a:cubicBezTo>
                <a:lnTo>
                  <a:pt x="21600" y="13114"/>
                </a:lnTo>
                <a:cubicBezTo>
                  <a:pt x="21600" y="12976"/>
                  <a:pt x="21582" y="12835"/>
                  <a:pt x="21548" y="12693"/>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68" name="AutoShape 102"/>
          <p:cNvSpPr/>
          <p:nvPr/>
        </p:nvSpPr>
        <p:spPr bwMode="auto">
          <a:xfrm>
            <a:off x="2517775" y="3649663"/>
            <a:ext cx="274638" cy="201612"/>
          </a:xfrm>
          <a:custGeom>
            <a:avLst/>
            <a:gdLst>
              <a:gd name="T0" fmla="+- 0 10799 40"/>
              <a:gd name="T1" fmla="*/ T0 w 21519"/>
              <a:gd name="T2" fmla="*/ 10800 h 21600"/>
              <a:gd name="T3" fmla="+- 0 10799 40"/>
              <a:gd name="T4" fmla="*/ T3 w 21519"/>
              <a:gd name="T5" fmla="*/ 10800 h 21600"/>
              <a:gd name="T6" fmla="+- 0 10799 40"/>
              <a:gd name="T7" fmla="*/ T6 w 21519"/>
              <a:gd name="T8" fmla="*/ 10800 h 21600"/>
              <a:gd name="T9" fmla="+- 0 10799 40"/>
              <a:gd name="T10" fmla="*/ T9 w 21519"/>
              <a:gd name="T11" fmla="*/ 10800 h 21600"/>
            </a:gdLst>
            <a:ahLst/>
            <a:cxnLst>
              <a:cxn ang="0">
                <a:pos x="T1" y="T2"/>
              </a:cxn>
              <a:cxn ang="0">
                <a:pos x="T4" y="T5"/>
              </a:cxn>
              <a:cxn ang="0">
                <a:pos x="T7" y="T8"/>
              </a:cxn>
              <a:cxn ang="0">
                <a:pos x="T10" y="T11"/>
              </a:cxn>
            </a:cxnLst>
            <a:rect l="0" t="0" r="r" b="b"/>
            <a:pathLst>
              <a:path w="21519" h="21600">
                <a:moveTo>
                  <a:pt x="18070" y="14399"/>
                </a:moveTo>
                <a:lnTo>
                  <a:pt x="16603" y="14399"/>
                </a:lnTo>
                <a:cubicBezTo>
                  <a:pt x="15931" y="14399"/>
                  <a:pt x="15325" y="14907"/>
                  <a:pt x="15024" y="15725"/>
                </a:cubicBezTo>
                <a:lnTo>
                  <a:pt x="13746" y="19199"/>
                </a:lnTo>
                <a:lnTo>
                  <a:pt x="7773" y="19199"/>
                </a:lnTo>
                <a:lnTo>
                  <a:pt x="6495" y="15725"/>
                </a:lnTo>
                <a:cubicBezTo>
                  <a:pt x="6194" y="14907"/>
                  <a:pt x="5588" y="14399"/>
                  <a:pt x="4916" y="14399"/>
                </a:cubicBezTo>
                <a:lnTo>
                  <a:pt x="3449" y="14399"/>
                </a:lnTo>
                <a:lnTo>
                  <a:pt x="1343" y="14399"/>
                </a:lnTo>
                <a:lnTo>
                  <a:pt x="3924" y="1200"/>
                </a:lnTo>
                <a:lnTo>
                  <a:pt x="17595" y="1200"/>
                </a:lnTo>
                <a:lnTo>
                  <a:pt x="20176" y="14399"/>
                </a:lnTo>
                <a:cubicBezTo>
                  <a:pt x="20176" y="14399"/>
                  <a:pt x="18070" y="14399"/>
                  <a:pt x="18070" y="14399"/>
                </a:cubicBezTo>
                <a:close/>
                <a:moveTo>
                  <a:pt x="17595" y="0"/>
                </a:moveTo>
                <a:lnTo>
                  <a:pt x="3924" y="0"/>
                </a:lnTo>
                <a:cubicBezTo>
                  <a:pt x="3524" y="0"/>
                  <a:pt x="3174" y="366"/>
                  <a:pt x="3071" y="891"/>
                </a:cubicBezTo>
                <a:lnTo>
                  <a:pt x="28" y="15291"/>
                </a:lnTo>
                <a:cubicBezTo>
                  <a:pt x="-40" y="15651"/>
                  <a:pt x="16" y="16035"/>
                  <a:pt x="183" y="16330"/>
                </a:cubicBezTo>
                <a:cubicBezTo>
                  <a:pt x="350" y="16625"/>
                  <a:pt x="609" y="16799"/>
                  <a:pt x="883" y="16799"/>
                </a:cubicBezTo>
                <a:lnTo>
                  <a:pt x="3449" y="16799"/>
                </a:lnTo>
                <a:lnTo>
                  <a:pt x="4456" y="16799"/>
                </a:lnTo>
                <a:lnTo>
                  <a:pt x="4916" y="16799"/>
                </a:lnTo>
                <a:lnTo>
                  <a:pt x="6194" y="20274"/>
                </a:lnTo>
                <a:cubicBezTo>
                  <a:pt x="6493" y="21086"/>
                  <a:pt x="7104" y="21599"/>
                  <a:pt x="7773" y="21599"/>
                </a:cubicBezTo>
                <a:lnTo>
                  <a:pt x="13746" y="21599"/>
                </a:lnTo>
                <a:cubicBezTo>
                  <a:pt x="14415" y="21599"/>
                  <a:pt x="15026" y="21086"/>
                  <a:pt x="15325" y="20274"/>
                </a:cubicBezTo>
                <a:lnTo>
                  <a:pt x="16603" y="16799"/>
                </a:lnTo>
                <a:lnTo>
                  <a:pt x="17063" y="16799"/>
                </a:lnTo>
                <a:lnTo>
                  <a:pt x="18070" y="16799"/>
                </a:lnTo>
                <a:lnTo>
                  <a:pt x="20636" y="16799"/>
                </a:lnTo>
                <a:cubicBezTo>
                  <a:pt x="20910" y="16799"/>
                  <a:pt x="21169" y="16625"/>
                  <a:pt x="21336" y="16330"/>
                </a:cubicBezTo>
                <a:cubicBezTo>
                  <a:pt x="21503" y="16035"/>
                  <a:pt x="21560" y="15651"/>
                  <a:pt x="21490" y="15291"/>
                </a:cubicBezTo>
                <a:lnTo>
                  <a:pt x="18448" y="891"/>
                </a:lnTo>
                <a:cubicBezTo>
                  <a:pt x="18345" y="366"/>
                  <a:pt x="17995" y="0"/>
                  <a:pt x="17595"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69" name="AutoShape 103"/>
          <p:cNvSpPr/>
          <p:nvPr/>
        </p:nvSpPr>
        <p:spPr bwMode="auto">
          <a:xfrm>
            <a:off x="1811338" y="3660775"/>
            <a:ext cx="128587" cy="841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60" y="0"/>
                </a:moveTo>
                <a:cubicBezTo>
                  <a:pt x="9461" y="0"/>
                  <a:pt x="0" y="9233"/>
                  <a:pt x="0" y="20160"/>
                </a:cubicBezTo>
                <a:cubicBezTo>
                  <a:pt x="0" y="20954"/>
                  <a:pt x="420" y="21600"/>
                  <a:pt x="939" y="21600"/>
                </a:cubicBezTo>
                <a:cubicBezTo>
                  <a:pt x="1457" y="21600"/>
                  <a:pt x="1878" y="20954"/>
                  <a:pt x="1878" y="20160"/>
                </a:cubicBezTo>
                <a:cubicBezTo>
                  <a:pt x="1878" y="10956"/>
                  <a:pt x="10655" y="2880"/>
                  <a:pt x="20660" y="2880"/>
                </a:cubicBezTo>
                <a:cubicBezTo>
                  <a:pt x="21179" y="2880"/>
                  <a:pt x="21600" y="2234"/>
                  <a:pt x="21600" y="1440"/>
                </a:cubicBezTo>
                <a:cubicBezTo>
                  <a:pt x="21600" y="645"/>
                  <a:pt x="21179" y="0"/>
                  <a:pt x="20660"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70" name="AutoShape 104"/>
          <p:cNvSpPr/>
          <p:nvPr/>
        </p:nvSpPr>
        <p:spPr bwMode="auto">
          <a:xfrm>
            <a:off x="1754188" y="3605213"/>
            <a:ext cx="358775" cy="314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6971"/>
                </a:moveTo>
                <a:cubicBezTo>
                  <a:pt x="10181" y="16971"/>
                  <a:pt x="9546" y="16918"/>
                  <a:pt x="8912" y="16811"/>
                </a:cubicBezTo>
                <a:cubicBezTo>
                  <a:pt x="8847" y="16800"/>
                  <a:pt x="8781" y="16794"/>
                  <a:pt x="8716" y="16794"/>
                </a:cubicBezTo>
                <a:cubicBezTo>
                  <a:pt x="8315" y="16794"/>
                  <a:pt x="7931" y="16999"/>
                  <a:pt x="7673" y="17359"/>
                </a:cubicBezTo>
                <a:cubicBezTo>
                  <a:pt x="7384" y="17761"/>
                  <a:pt x="6563" y="18657"/>
                  <a:pt x="5591" y="19318"/>
                </a:cubicBezTo>
                <a:cubicBezTo>
                  <a:pt x="5854" y="18628"/>
                  <a:pt x="6060" y="17853"/>
                  <a:pt x="6074" y="17056"/>
                </a:cubicBezTo>
                <a:cubicBezTo>
                  <a:pt x="6078" y="17006"/>
                  <a:pt x="6080" y="16956"/>
                  <a:pt x="6080" y="16914"/>
                </a:cubicBezTo>
                <a:cubicBezTo>
                  <a:pt x="6080" y="16334"/>
                  <a:pt x="5796" y="15803"/>
                  <a:pt x="5344" y="15540"/>
                </a:cubicBezTo>
                <a:cubicBezTo>
                  <a:pt x="2843" y="14080"/>
                  <a:pt x="1349" y="11731"/>
                  <a:pt x="1349" y="9257"/>
                </a:cubicBezTo>
                <a:cubicBezTo>
                  <a:pt x="1349" y="5003"/>
                  <a:pt x="5588" y="1542"/>
                  <a:pt x="10800" y="1542"/>
                </a:cubicBezTo>
                <a:cubicBezTo>
                  <a:pt x="16011" y="1542"/>
                  <a:pt x="20249" y="5003"/>
                  <a:pt x="20249" y="9257"/>
                </a:cubicBezTo>
                <a:cubicBezTo>
                  <a:pt x="20249" y="13510"/>
                  <a:pt x="16011" y="16971"/>
                  <a:pt x="10800" y="16971"/>
                </a:cubicBezTo>
                <a:moveTo>
                  <a:pt x="10800" y="0"/>
                </a:moveTo>
                <a:cubicBezTo>
                  <a:pt x="4835" y="0"/>
                  <a:pt x="0" y="4144"/>
                  <a:pt x="0" y="9257"/>
                </a:cubicBezTo>
                <a:cubicBezTo>
                  <a:pt x="0" y="12440"/>
                  <a:pt x="1875" y="15248"/>
                  <a:pt x="4730" y="16914"/>
                </a:cubicBezTo>
                <a:cubicBezTo>
                  <a:pt x="4730" y="16935"/>
                  <a:pt x="4724" y="16949"/>
                  <a:pt x="4724" y="16971"/>
                </a:cubicBezTo>
                <a:cubicBezTo>
                  <a:pt x="4724" y="18354"/>
                  <a:pt x="3821" y="19843"/>
                  <a:pt x="3423" y="20625"/>
                </a:cubicBezTo>
                <a:lnTo>
                  <a:pt x="3425" y="20625"/>
                </a:lnTo>
                <a:cubicBezTo>
                  <a:pt x="3393" y="20709"/>
                  <a:pt x="3374" y="20802"/>
                  <a:pt x="3374" y="20900"/>
                </a:cubicBezTo>
                <a:cubicBezTo>
                  <a:pt x="3374" y="21287"/>
                  <a:pt x="3648" y="21600"/>
                  <a:pt x="3986" y="21600"/>
                </a:cubicBezTo>
                <a:cubicBezTo>
                  <a:pt x="4049" y="21600"/>
                  <a:pt x="4161" y="21580"/>
                  <a:pt x="4158" y="21590"/>
                </a:cubicBezTo>
                <a:cubicBezTo>
                  <a:pt x="6268" y="21195"/>
                  <a:pt x="8255" y="18979"/>
                  <a:pt x="8716" y="18338"/>
                </a:cubicBezTo>
                <a:cubicBezTo>
                  <a:pt x="9391" y="18451"/>
                  <a:pt x="10086" y="18514"/>
                  <a:pt x="10800" y="18514"/>
                </a:cubicBezTo>
                <a:cubicBezTo>
                  <a:pt x="16764" y="18514"/>
                  <a:pt x="21600" y="14369"/>
                  <a:pt x="21600" y="9257"/>
                </a:cubicBezTo>
                <a:cubicBezTo>
                  <a:pt x="21600" y="4144"/>
                  <a:pt x="16764" y="0"/>
                  <a:pt x="10800"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nvGrpSpPr>
          <p:cNvPr id="171" name="组合 170"/>
          <p:cNvGrpSpPr/>
          <p:nvPr/>
        </p:nvGrpSpPr>
        <p:grpSpPr>
          <a:xfrm>
            <a:off x="1035050" y="3649663"/>
            <a:ext cx="358775" cy="225425"/>
            <a:chOff x="1035050" y="3649663"/>
            <a:chExt cx="358775" cy="225425"/>
          </a:xfrm>
          <a:solidFill>
            <a:schemeClr val="tx1"/>
          </a:solidFill>
        </p:grpSpPr>
        <p:sp>
          <p:nvSpPr>
            <p:cNvPr id="172" name="AutoShape 105"/>
            <p:cNvSpPr/>
            <p:nvPr/>
          </p:nvSpPr>
          <p:spPr bwMode="auto">
            <a:xfrm>
              <a:off x="1035050" y="3649663"/>
              <a:ext cx="358775" cy="2254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9438"/>
                  </a:moveTo>
                  <a:cubicBezTo>
                    <a:pt x="7005" y="19438"/>
                    <a:pt x="3289" y="15988"/>
                    <a:pt x="1437" y="10797"/>
                  </a:cubicBezTo>
                  <a:cubicBezTo>
                    <a:pt x="3298" y="5598"/>
                    <a:pt x="7009" y="2161"/>
                    <a:pt x="10800" y="2161"/>
                  </a:cubicBezTo>
                  <a:cubicBezTo>
                    <a:pt x="14595" y="2161"/>
                    <a:pt x="18310" y="5611"/>
                    <a:pt x="20162" y="10802"/>
                  </a:cubicBezTo>
                  <a:cubicBezTo>
                    <a:pt x="18301" y="16000"/>
                    <a:pt x="14590" y="19438"/>
                    <a:pt x="10800" y="19438"/>
                  </a:cubicBezTo>
                  <a:moveTo>
                    <a:pt x="21576" y="10561"/>
                  </a:moveTo>
                  <a:cubicBezTo>
                    <a:pt x="21569" y="10516"/>
                    <a:pt x="21573" y="10467"/>
                    <a:pt x="21562" y="10423"/>
                  </a:cubicBezTo>
                  <a:cubicBezTo>
                    <a:pt x="21558" y="10406"/>
                    <a:pt x="21548" y="10395"/>
                    <a:pt x="21544" y="10378"/>
                  </a:cubicBezTo>
                  <a:cubicBezTo>
                    <a:pt x="21537" y="10352"/>
                    <a:pt x="21539" y="10322"/>
                    <a:pt x="21530" y="10297"/>
                  </a:cubicBezTo>
                  <a:cubicBezTo>
                    <a:pt x="19569" y="4298"/>
                    <a:pt x="15302" y="0"/>
                    <a:pt x="10800" y="0"/>
                  </a:cubicBezTo>
                  <a:cubicBezTo>
                    <a:pt x="6297" y="0"/>
                    <a:pt x="2030" y="4290"/>
                    <a:pt x="69" y="10290"/>
                  </a:cubicBezTo>
                  <a:cubicBezTo>
                    <a:pt x="61" y="10316"/>
                    <a:pt x="62" y="10344"/>
                    <a:pt x="55" y="10370"/>
                  </a:cubicBezTo>
                  <a:cubicBezTo>
                    <a:pt x="51" y="10387"/>
                    <a:pt x="41" y="10398"/>
                    <a:pt x="37" y="10415"/>
                  </a:cubicBezTo>
                  <a:cubicBezTo>
                    <a:pt x="26" y="10459"/>
                    <a:pt x="30" y="10508"/>
                    <a:pt x="24" y="10554"/>
                  </a:cubicBezTo>
                  <a:cubicBezTo>
                    <a:pt x="12" y="10635"/>
                    <a:pt x="0" y="10714"/>
                    <a:pt x="0" y="10796"/>
                  </a:cubicBezTo>
                  <a:cubicBezTo>
                    <a:pt x="0" y="10878"/>
                    <a:pt x="12" y="10955"/>
                    <a:pt x="24" y="11038"/>
                  </a:cubicBezTo>
                  <a:cubicBezTo>
                    <a:pt x="30" y="11083"/>
                    <a:pt x="26" y="11131"/>
                    <a:pt x="37" y="11175"/>
                  </a:cubicBezTo>
                  <a:cubicBezTo>
                    <a:pt x="41" y="11193"/>
                    <a:pt x="51" y="11204"/>
                    <a:pt x="55" y="11220"/>
                  </a:cubicBezTo>
                  <a:cubicBezTo>
                    <a:pt x="62" y="11247"/>
                    <a:pt x="61" y="11276"/>
                    <a:pt x="69" y="11302"/>
                  </a:cubicBezTo>
                  <a:cubicBezTo>
                    <a:pt x="2030" y="17300"/>
                    <a:pt x="6297" y="21599"/>
                    <a:pt x="10800" y="21599"/>
                  </a:cubicBezTo>
                  <a:cubicBezTo>
                    <a:pt x="15302" y="21599"/>
                    <a:pt x="19569" y="17308"/>
                    <a:pt x="21530" y="11309"/>
                  </a:cubicBezTo>
                  <a:cubicBezTo>
                    <a:pt x="21539" y="11283"/>
                    <a:pt x="21537" y="11255"/>
                    <a:pt x="21544" y="11228"/>
                  </a:cubicBezTo>
                  <a:cubicBezTo>
                    <a:pt x="21548" y="11212"/>
                    <a:pt x="21558" y="11201"/>
                    <a:pt x="21562" y="11183"/>
                  </a:cubicBezTo>
                  <a:cubicBezTo>
                    <a:pt x="21573" y="11139"/>
                    <a:pt x="21569" y="11089"/>
                    <a:pt x="21576" y="11044"/>
                  </a:cubicBezTo>
                  <a:cubicBezTo>
                    <a:pt x="21587" y="10963"/>
                    <a:pt x="21599" y="10885"/>
                    <a:pt x="21599" y="10803"/>
                  </a:cubicBezTo>
                  <a:cubicBezTo>
                    <a:pt x="21599" y="10721"/>
                    <a:pt x="21587" y="10642"/>
                    <a:pt x="21576" y="10561"/>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73" name="AutoShape 106"/>
            <p:cNvSpPr/>
            <p:nvPr/>
          </p:nvSpPr>
          <p:spPr bwMode="auto">
            <a:xfrm>
              <a:off x="1169988" y="3717925"/>
              <a:ext cx="50800" cy="492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2" y="0"/>
                  </a:moveTo>
                  <a:cubicBezTo>
                    <a:pt x="19193" y="0"/>
                    <a:pt x="19183" y="4"/>
                    <a:pt x="19174" y="4"/>
                  </a:cubicBezTo>
                  <a:cubicBezTo>
                    <a:pt x="8585" y="23"/>
                    <a:pt x="0" y="8607"/>
                    <a:pt x="0" y="19198"/>
                  </a:cubicBezTo>
                  <a:cubicBezTo>
                    <a:pt x="0" y="20523"/>
                    <a:pt x="1076" y="21600"/>
                    <a:pt x="2402" y="21600"/>
                  </a:cubicBezTo>
                  <a:cubicBezTo>
                    <a:pt x="3722" y="21600"/>
                    <a:pt x="4799" y="20523"/>
                    <a:pt x="4799" y="19198"/>
                  </a:cubicBezTo>
                  <a:cubicBezTo>
                    <a:pt x="4799" y="11262"/>
                    <a:pt x="11262" y="4803"/>
                    <a:pt x="19202" y="4803"/>
                  </a:cubicBezTo>
                  <a:lnTo>
                    <a:pt x="19202" y="4798"/>
                  </a:lnTo>
                  <a:cubicBezTo>
                    <a:pt x="20523" y="4798"/>
                    <a:pt x="21599" y="3721"/>
                    <a:pt x="21599" y="2401"/>
                  </a:cubicBezTo>
                  <a:cubicBezTo>
                    <a:pt x="21599" y="1076"/>
                    <a:pt x="20523" y="0"/>
                    <a:pt x="19202"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74" name="AutoShape 107"/>
            <p:cNvSpPr/>
            <p:nvPr/>
          </p:nvSpPr>
          <p:spPr bwMode="auto">
            <a:xfrm>
              <a:off x="1136650" y="3683000"/>
              <a:ext cx="157163" cy="1571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057"/>
                  </a:moveTo>
                  <a:cubicBezTo>
                    <a:pt x="5694" y="20057"/>
                    <a:pt x="1542" y="15905"/>
                    <a:pt x="1542" y="10800"/>
                  </a:cubicBezTo>
                  <a:cubicBezTo>
                    <a:pt x="1542" y="5694"/>
                    <a:pt x="5694" y="1542"/>
                    <a:pt x="10800" y="1542"/>
                  </a:cubicBezTo>
                  <a:cubicBezTo>
                    <a:pt x="15905" y="1542"/>
                    <a:pt x="20057" y="5694"/>
                    <a:pt x="20057" y="10800"/>
                  </a:cubicBezTo>
                  <a:cubicBezTo>
                    <a:pt x="20057" y="15905"/>
                    <a:pt x="15905" y="20057"/>
                    <a:pt x="10800" y="20057"/>
                  </a:cubicBezTo>
                  <a:moveTo>
                    <a:pt x="10800" y="0"/>
                  </a:moveTo>
                  <a:cubicBezTo>
                    <a:pt x="4834" y="0"/>
                    <a:pt x="0" y="4834"/>
                    <a:pt x="0" y="10800"/>
                  </a:cubicBezTo>
                  <a:cubicBezTo>
                    <a:pt x="0" y="16765"/>
                    <a:pt x="4834" y="21600"/>
                    <a:pt x="10800" y="21600"/>
                  </a:cubicBezTo>
                  <a:cubicBezTo>
                    <a:pt x="16765" y="21600"/>
                    <a:pt x="21599" y="16765"/>
                    <a:pt x="21599" y="10800"/>
                  </a:cubicBezTo>
                  <a:cubicBezTo>
                    <a:pt x="21599" y="4834"/>
                    <a:pt x="16765"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75" name="组合 174"/>
          <p:cNvGrpSpPr/>
          <p:nvPr/>
        </p:nvGrpSpPr>
        <p:grpSpPr>
          <a:xfrm>
            <a:off x="361950" y="3582988"/>
            <a:ext cx="269875" cy="358775"/>
            <a:chOff x="361950" y="3582988"/>
            <a:chExt cx="269875" cy="358775"/>
          </a:xfrm>
          <a:solidFill>
            <a:schemeClr val="tx1"/>
          </a:solidFill>
        </p:grpSpPr>
        <p:sp>
          <p:nvSpPr>
            <p:cNvPr id="176" name="AutoShape 108"/>
            <p:cNvSpPr/>
            <p:nvPr/>
          </p:nvSpPr>
          <p:spPr bwMode="auto">
            <a:xfrm>
              <a:off x="428625" y="3649663"/>
              <a:ext cx="134938" cy="1349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
                  </a:moveTo>
                  <a:cubicBezTo>
                    <a:pt x="15764" y="1800"/>
                    <a:pt x="19800" y="5835"/>
                    <a:pt x="19800" y="10800"/>
                  </a:cubicBezTo>
                  <a:cubicBezTo>
                    <a:pt x="19800" y="15764"/>
                    <a:pt x="15764" y="19800"/>
                    <a:pt x="10800" y="19800"/>
                  </a:cubicBezTo>
                  <a:cubicBezTo>
                    <a:pt x="5835" y="19800"/>
                    <a:pt x="1800" y="15764"/>
                    <a:pt x="1800" y="10800"/>
                  </a:cubicBezTo>
                  <a:cubicBezTo>
                    <a:pt x="1800" y="5835"/>
                    <a:pt x="5835" y="1800"/>
                    <a:pt x="10800" y="1800"/>
                  </a:cubicBezTo>
                  <a:moveTo>
                    <a:pt x="10800" y="21599"/>
                  </a:moveTo>
                  <a:cubicBezTo>
                    <a:pt x="16756" y="21599"/>
                    <a:pt x="21600" y="16756"/>
                    <a:pt x="21600" y="10800"/>
                  </a:cubicBezTo>
                  <a:cubicBezTo>
                    <a:pt x="21600" y="4843"/>
                    <a:pt x="16756" y="0"/>
                    <a:pt x="10800" y="0"/>
                  </a:cubicBezTo>
                  <a:cubicBezTo>
                    <a:pt x="4843" y="0"/>
                    <a:pt x="0" y="4843"/>
                    <a:pt x="0" y="10800"/>
                  </a:cubicBezTo>
                  <a:cubicBezTo>
                    <a:pt x="0" y="16756"/>
                    <a:pt x="4843" y="21599"/>
                    <a:pt x="10800" y="21599"/>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77" name="AutoShape 109"/>
            <p:cNvSpPr/>
            <p:nvPr/>
          </p:nvSpPr>
          <p:spPr bwMode="auto">
            <a:xfrm>
              <a:off x="361950" y="3582988"/>
              <a:ext cx="269875"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04" y="20170"/>
                  </a:moveTo>
                  <a:cubicBezTo>
                    <a:pt x="10885" y="20184"/>
                    <a:pt x="10830" y="20215"/>
                    <a:pt x="10782" y="20237"/>
                  </a:cubicBezTo>
                  <a:cubicBezTo>
                    <a:pt x="10774" y="20218"/>
                    <a:pt x="10707" y="20178"/>
                    <a:pt x="10666" y="20147"/>
                  </a:cubicBezTo>
                  <a:cubicBezTo>
                    <a:pt x="7368" y="17300"/>
                    <a:pt x="1799" y="12497"/>
                    <a:pt x="1799" y="8101"/>
                  </a:cubicBezTo>
                  <a:cubicBezTo>
                    <a:pt x="1799" y="4378"/>
                    <a:pt x="5838" y="1350"/>
                    <a:pt x="10800" y="1350"/>
                  </a:cubicBezTo>
                  <a:cubicBezTo>
                    <a:pt x="15762" y="1350"/>
                    <a:pt x="19800" y="4378"/>
                    <a:pt x="19800" y="8101"/>
                  </a:cubicBezTo>
                  <a:cubicBezTo>
                    <a:pt x="19800" y="12497"/>
                    <a:pt x="14231" y="17300"/>
                    <a:pt x="10904" y="20170"/>
                  </a:cubicBezTo>
                  <a:moveTo>
                    <a:pt x="10800" y="0"/>
                  </a:moveTo>
                  <a:cubicBezTo>
                    <a:pt x="4844" y="0"/>
                    <a:pt x="0" y="3588"/>
                    <a:pt x="0" y="8101"/>
                  </a:cubicBezTo>
                  <a:cubicBezTo>
                    <a:pt x="0" y="12826"/>
                    <a:pt x="5400" y="17660"/>
                    <a:pt x="9337" y="21056"/>
                  </a:cubicBezTo>
                  <a:cubicBezTo>
                    <a:pt x="9352" y="21070"/>
                    <a:pt x="9984" y="21599"/>
                    <a:pt x="10766" y="21599"/>
                  </a:cubicBezTo>
                  <a:lnTo>
                    <a:pt x="10834" y="21599"/>
                  </a:lnTo>
                  <a:cubicBezTo>
                    <a:pt x="11615" y="21599"/>
                    <a:pt x="12247" y="21070"/>
                    <a:pt x="12262" y="21056"/>
                  </a:cubicBezTo>
                  <a:cubicBezTo>
                    <a:pt x="16200" y="17660"/>
                    <a:pt x="21599" y="12826"/>
                    <a:pt x="21599" y="8101"/>
                  </a:cubicBezTo>
                  <a:cubicBezTo>
                    <a:pt x="21599" y="3588"/>
                    <a:pt x="16755"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78" name="Group 112"/>
          <p:cNvGrpSpPr/>
          <p:nvPr/>
        </p:nvGrpSpPr>
        <p:grpSpPr>
          <a:xfrm>
            <a:off x="3909765" y="2886073"/>
            <a:ext cx="359779" cy="337063"/>
            <a:chOff x="5368132" y="3540125"/>
            <a:chExt cx="465138" cy="435769"/>
          </a:xfrm>
          <a:solidFill>
            <a:schemeClr val="tx1"/>
          </a:solidFill>
        </p:grpSpPr>
        <p:sp>
          <p:nvSpPr>
            <p:cNvPr id="179"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80"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181" name="AutoShape 112"/>
          <p:cNvSpPr/>
          <p:nvPr/>
        </p:nvSpPr>
        <p:spPr bwMode="auto">
          <a:xfrm>
            <a:off x="3190875" y="2863850"/>
            <a:ext cx="360363" cy="358775"/>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nvGrpSpPr>
          <p:cNvPr id="182" name="组合 181"/>
          <p:cNvGrpSpPr/>
          <p:nvPr/>
        </p:nvGrpSpPr>
        <p:grpSpPr>
          <a:xfrm>
            <a:off x="2528974" y="2863357"/>
            <a:ext cx="246811" cy="359779"/>
            <a:chOff x="2528974" y="2863357"/>
            <a:chExt cx="246811" cy="359779"/>
          </a:xfrm>
          <a:solidFill>
            <a:schemeClr val="tx1"/>
          </a:solidFill>
        </p:grpSpPr>
        <p:sp>
          <p:nvSpPr>
            <p:cNvPr id="183" name="AutoShape 113"/>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84" name="AutoShape 114"/>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185" name="AutoShape 115"/>
          <p:cNvSpPr/>
          <p:nvPr/>
        </p:nvSpPr>
        <p:spPr bwMode="auto">
          <a:xfrm>
            <a:off x="1798638" y="2863850"/>
            <a:ext cx="269875"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800" y="12825"/>
                </a:moveTo>
                <a:lnTo>
                  <a:pt x="19800" y="13500"/>
                </a:lnTo>
                <a:lnTo>
                  <a:pt x="19800" y="14850"/>
                </a:lnTo>
                <a:lnTo>
                  <a:pt x="19800" y="15525"/>
                </a:lnTo>
                <a:cubicBezTo>
                  <a:pt x="19800" y="18129"/>
                  <a:pt x="16972" y="20249"/>
                  <a:pt x="13499" y="20249"/>
                </a:cubicBezTo>
                <a:lnTo>
                  <a:pt x="8099" y="20249"/>
                </a:lnTo>
                <a:cubicBezTo>
                  <a:pt x="4627" y="20249"/>
                  <a:pt x="1800" y="18129"/>
                  <a:pt x="1800" y="15525"/>
                </a:cubicBezTo>
                <a:lnTo>
                  <a:pt x="1800" y="14850"/>
                </a:lnTo>
                <a:lnTo>
                  <a:pt x="1800" y="13500"/>
                </a:lnTo>
                <a:lnTo>
                  <a:pt x="1800" y="12825"/>
                </a:lnTo>
                <a:lnTo>
                  <a:pt x="1800" y="10800"/>
                </a:lnTo>
                <a:cubicBezTo>
                  <a:pt x="1800" y="10427"/>
                  <a:pt x="2203" y="10124"/>
                  <a:pt x="2699" y="10124"/>
                </a:cubicBezTo>
                <a:lnTo>
                  <a:pt x="4499" y="10124"/>
                </a:lnTo>
                <a:lnTo>
                  <a:pt x="17100" y="10124"/>
                </a:lnTo>
                <a:lnTo>
                  <a:pt x="18899" y="10124"/>
                </a:lnTo>
                <a:cubicBezTo>
                  <a:pt x="19396" y="10124"/>
                  <a:pt x="19800" y="10427"/>
                  <a:pt x="19800" y="10800"/>
                </a:cubicBezTo>
                <a:cubicBezTo>
                  <a:pt x="19800" y="10800"/>
                  <a:pt x="19800" y="12825"/>
                  <a:pt x="19800" y="12825"/>
                </a:cubicBezTo>
                <a:close/>
                <a:moveTo>
                  <a:pt x="14400" y="6075"/>
                </a:moveTo>
                <a:lnTo>
                  <a:pt x="14400" y="6076"/>
                </a:lnTo>
                <a:lnTo>
                  <a:pt x="14400" y="8774"/>
                </a:lnTo>
                <a:lnTo>
                  <a:pt x="7200" y="8774"/>
                </a:lnTo>
                <a:lnTo>
                  <a:pt x="7200" y="6076"/>
                </a:lnTo>
                <a:lnTo>
                  <a:pt x="7200" y="6075"/>
                </a:lnTo>
                <a:cubicBezTo>
                  <a:pt x="7200" y="4583"/>
                  <a:pt x="8811" y="3375"/>
                  <a:pt x="10800" y="3375"/>
                </a:cubicBezTo>
                <a:cubicBezTo>
                  <a:pt x="12788" y="3375"/>
                  <a:pt x="14400" y="4583"/>
                  <a:pt x="14400" y="6075"/>
                </a:cubicBezTo>
                <a:moveTo>
                  <a:pt x="4499" y="6075"/>
                </a:moveTo>
                <a:cubicBezTo>
                  <a:pt x="4499" y="3465"/>
                  <a:pt x="7320" y="1350"/>
                  <a:pt x="10800" y="1350"/>
                </a:cubicBezTo>
                <a:cubicBezTo>
                  <a:pt x="14279" y="1350"/>
                  <a:pt x="17100" y="3465"/>
                  <a:pt x="17100" y="6075"/>
                </a:cubicBezTo>
                <a:lnTo>
                  <a:pt x="17100" y="8774"/>
                </a:lnTo>
                <a:lnTo>
                  <a:pt x="15299" y="8774"/>
                </a:lnTo>
                <a:lnTo>
                  <a:pt x="15299" y="6076"/>
                </a:lnTo>
                <a:cubicBezTo>
                  <a:pt x="15299" y="4212"/>
                  <a:pt x="13285" y="2701"/>
                  <a:pt x="10800" y="2701"/>
                </a:cubicBezTo>
                <a:cubicBezTo>
                  <a:pt x="8314" y="2701"/>
                  <a:pt x="6299" y="4212"/>
                  <a:pt x="6299" y="6076"/>
                </a:cubicBezTo>
                <a:lnTo>
                  <a:pt x="6299" y="8774"/>
                </a:lnTo>
                <a:lnTo>
                  <a:pt x="4499" y="8774"/>
                </a:lnTo>
                <a:cubicBezTo>
                  <a:pt x="4499" y="8774"/>
                  <a:pt x="4499" y="6075"/>
                  <a:pt x="4499" y="6075"/>
                </a:cubicBezTo>
                <a:close/>
                <a:moveTo>
                  <a:pt x="18899" y="8774"/>
                </a:moveTo>
                <a:lnTo>
                  <a:pt x="18899" y="6075"/>
                </a:lnTo>
                <a:cubicBezTo>
                  <a:pt x="18899" y="2719"/>
                  <a:pt x="15274" y="0"/>
                  <a:pt x="10800" y="0"/>
                </a:cubicBezTo>
                <a:cubicBezTo>
                  <a:pt x="6325" y="0"/>
                  <a:pt x="2699" y="2719"/>
                  <a:pt x="2699" y="6075"/>
                </a:cubicBezTo>
                <a:lnTo>
                  <a:pt x="2699" y="8774"/>
                </a:lnTo>
                <a:cubicBezTo>
                  <a:pt x="1208" y="8774"/>
                  <a:pt x="0" y="9681"/>
                  <a:pt x="0" y="10800"/>
                </a:cubicBezTo>
                <a:lnTo>
                  <a:pt x="0" y="12825"/>
                </a:lnTo>
                <a:lnTo>
                  <a:pt x="0" y="13500"/>
                </a:lnTo>
                <a:lnTo>
                  <a:pt x="0" y="14850"/>
                </a:lnTo>
                <a:lnTo>
                  <a:pt x="0" y="15525"/>
                </a:lnTo>
                <a:cubicBezTo>
                  <a:pt x="0" y="18880"/>
                  <a:pt x="3625" y="21599"/>
                  <a:pt x="8099" y="21599"/>
                </a:cubicBezTo>
                <a:lnTo>
                  <a:pt x="13499" y="21599"/>
                </a:lnTo>
                <a:cubicBezTo>
                  <a:pt x="17974" y="21599"/>
                  <a:pt x="21600" y="18880"/>
                  <a:pt x="21600" y="15525"/>
                </a:cubicBezTo>
                <a:lnTo>
                  <a:pt x="21600" y="14850"/>
                </a:lnTo>
                <a:lnTo>
                  <a:pt x="21600" y="13500"/>
                </a:lnTo>
                <a:lnTo>
                  <a:pt x="21600" y="12825"/>
                </a:lnTo>
                <a:lnTo>
                  <a:pt x="21600" y="10800"/>
                </a:lnTo>
                <a:cubicBezTo>
                  <a:pt x="21600" y="9681"/>
                  <a:pt x="20391" y="8774"/>
                  <a:pt x="18899" y="8774"/>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86" name="AutoShape 116"/>
          <p:cNvSpPr/>
          <p:nvPr/>
        </p:nvSpPr>
        <p:spPr bwMode="auto">
          <a:xfrm>
            <a:off x="1911350" y="3076575"/>
            <a:ext cx="44450" cy="682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3226"/>
                  <a:pt x="0" y="7201"/>
                </a:cubicBezTo>
                <a:cubicBezTo>
                  <a:pt x="0" y="9390"/>
                  <a:pt x="1798" y="13537"/>
                  <a:pt x="3601" y="16821"/>
                </a:cubicBezTo>
                <a:cubicBezTo>
                  <a:pt x="5070" y="19493"/>
                  <a:pt x="6916" y="21600"/>
                  <a:pt x="10800" y="21600"/>
                </a:cubicBezTo>
                <a:cubicBezTo>
                  <a:pt x="15016" y="21600"/>
                  <a:pt x="16529" y="19514"/>
                  <a:pt x="18003" y="16858"/>
                </a:cubicBezTo>
                <a:cubicBezTo>
                  <a:pt x="19828" y="13567"/>
                  <a:pt x="21600" y="9397"/>
                  <a:pt x="21600" y="7201"/>
                </a:cubicBezTo>
                <a:cubicBezTo>
                  <a:pt x="21600" y="3226"/>
                  <a:pt x="16761" y="0"/>
                  <a:pt x="10800"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87" name="AutoShape 117"/>
          <p:cNvSpPr/>
          <p:nvPr/>
        </p:nvSpPr>
        <p:spPr bwMode="auto">
          <a:xfrm>
            <a:off x="1035050" y="2930525"/>
            <a:ext cx="360363" cy="269875"/>
          </a:xfrm>
          <a:custGeom>
            <a:avLst/>
            <a:gdLst>
              <a:gd name="T0" fmla="+- 0 10799 1"/>
              <a:gd name="T1" fmla="*/ T0 w 21596"/>
              <a:gd name="T2" fmla="*/ 10800 h 21600"/>
              <a:gd name="T3" fmla="+- 0 10799 1"/>
              <a:gd name="T4" fmla="*/ T3 w 21596"/>
              <a:gd name="T5" fmla="*/ 10800 h 21600"/>
              <a:gd name="T6" fmla="+- 0 10799 1"/>
              <a:gd name="T7" fmla="*/ T6 w 21596"/>
              <a:gd name="T8" fmla="*/ 10800 h 21600"/>
              <a:gd name="T9" fmla="+- 0 10799 1"/>
              <a:gd name="T10" fmla="*/ T9 w 21596"/>
              <a:gd name="T11" fmla="*/ 10800 h 21600"/>
            </a:gdLst>
            <a:ahLst/>
            <a:cxnLst>
              <a:cxn ang="0">
                <a:pos x="T1" y="T2"/>
              </a:cxn>
              <a:cxn ang="0">
                <a:pos x="T4" y="T5"/>
              </a:cxn>
              <a:cxn ang="0">
                <a:pos x="T7" y="T8"/>
              </a:cxn>
              <a:cxn ang="0">
                <a:pos x="T10" y="T11"/>
              </a:cxn>
            </a:cxnLst>
            <a:rect l="0" t="0" r="r" b="b"/>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r>
              <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rPr>
              <a:t>	</a:t>
            </a:r>
          </a:p>
        </p:txBody>
      </p:sp>
      <p:grpSp>
        <p:nvGrpSpPr>
          <p:cNvPr id="188" name="Group 121"/>
          <p:cNvGrpSpPr/>
          <p:nvPr/>
        </p:nvGrpSpPr>
        <p:grpSpPr>
          <a:xfrm>
            <a:off x="317500" y="2908790"/>
            <a:ext cx="359165" cy="269526"/>
            <a:chOff x="723900" y="3569494"/>
            <a:chExt cx="464344" cy="348456"/>
          </a:xfrm>
          <a:solidFill>
            <a:schemeClr val="tx1"/>
          </a:solidFill>
        </p:grpSpPr>
        <p:sp>
          <p:nvSpPr>
            <p:cNvPr id="189" name="AutoShape 118"/>
            <p:cNvSpPr/>
            <p:nvPr/>
          </p:nvSpPr>
          <p:spPr bwMode="auto">
            <a:xfrm>
              <a:off x="723900" y="3569494"/>
              <a:ext cx="464344" cy="348456"/>
            </a:xfrm>
            <a:custGeom>
              <a:avLst/>
              <a:gdLst>
                <a:gd name="T0" fmla="*/ 10732 w 21464"/>
                <a:gd name="T1" fmla="*/ 10800 h 21600"/>
                <a:gd name="T2" fmla="*/ 10732 w 21464"/>
                <a:gd name="T3" fmla="*/ 10800 h 21600"/>
                <a:gd name="T4" fmla="*/ 10732 w 21464"/>
                <a:gd name="T5" fmla="*/ 10800 h 21600"/>
                <a:gd name="T6" fmla="*/ 10732 w 21464"/>
                <a:gd name="T7" fmla="*/ 10800 h 21600"/>
              </a:gdLst>
              <a:ahLst/>
              <a:cxnLst>
                <a:cxn ang="0">
                  <a:pos x="T0" y="T1"/>
                </a:cxn>
                <a:cxn ang="0">
                  <a:pos x="T2" y="T3"/>
                </a:cxn>
                <a:cxn ang="0">
                  <a:pos x="T4" y="T5"/>
                </a:cxn>
                <a:cxn ang="0">
                  <a:pos x="T6" y="T7"/>
                </a:cxn>
              </a:cxnLst>
              <a:rect l="0" t="0" r="r" b="b"/>
              <a:pathLst>
                <a:path w="21464" h="21600">
                  <a:moveTo>
                    <a:pt x="19918" y="11754"/>
                  </a:moveTo>
                  <a:lnTo>
                    <a:pt x="16564" y="18954"/>
                  </a:lnTo>
                  <a:cubicBezTo>
                    <a:pt x="16317" y="19484"/>
                    <a:pt x="15892" y="19800"/>
                    <a:pt x="15427" y="19800"/>
                  </a:cubicBezTo>
                  <a:lnTo>
                    <a:pt x="2683" y="19800"/>
                  </a:lnTo>
                  <a:cubicBezTo>
                    <a:pt x="1943" y="19800"/>
                    <a:pt x="1341" y="18992"/>
                    <a:pt x="1341" y="18000"/>
                  </a:cubicBezTo>
                  <a:lnTo>
                    <a:pt x="1341" y="3600"/>
                  </a:lnTo>
                  <a:cubicBezTo>
                    <a:pt x="1341" y="2608"/>
                    <a:pt x="1943" y="1800"/>
                    <a:pt x="2683" y="1800"/>
                  </a:cubicBezTo>
                  <a:lnTo>
                    <a:pt x="15427" y="1800"/>
                  </a:lnTo>
                  <a:cubicBezTo>
                    <a:pt x="15892" y="1800"/>
                    <a:pt x="16317" y="2116"/>
                    <a:pt x="16564" y="2645"/>
                  </a:cubicBezTo>
                  <a:lnTo>
                    <a:pt x="19917" y="9845"/>
                  </a:lnTo>
                  <a:cubicBezTo>
                    <a:pt x="20188" y="10425"/>
                    <a:pt x="20188" y="11174"/>
                    <a:pt x="19918" y="11754"/>
                  </a:cubicBezTo>
                  <a:moveTo>
                    <a:pt x="21055" y="8891"/>
                  </a:moveTo>
                  <a:lnTo>
                    <a:pt x="17701" y="1691"/>
                  </a:lnTo>
                  <a:cubicBezTo>
                    <a:pt x="17211" y="639"/>
                    <a:pt x="16352" y="0"/>
                    <a:pt x="15427" y="0"/>
                  </a:cubicBezTo>
                  <a:lnTo>
                    <a:pt x="2683" y="0"/>
                  </a:lnTo>
                  <a:cubicBezTo>
                    <a:pt x="1201" y="0"/>
                    <a:pt x="0" y="1611"/>
                    <a:pt x="0" y="3600"/>
                  </a:cubicBezTo>
                  <a:lnTo>
                    <a:pt x="0" y="18000"/>
                  </a:lnTo>
                  <a:cubicBezTo>
                    <a:pt x="0" y="19988"/>
                    <a:pt x="1201" y="21599"/>
                    <a:pt x="2683" y="21599"/>
                  </a:cubicBezTo>
                  <a:lnTo>
                    <a:pt x="15427" y="21599"/>
                  </a:lnTo>
                  <a:cubicBezTo>
                    <a:pt x="16352" y="21599"/>
                    <a:pt x="17211" y="20960"/>
                    <a:pt x="17701" y="19908"/>
                  </a:cubicBezTo>
                  <a:lnTo>
                    <a:pt x="21055" y="12708"/>
                  </a:lnTo>
                  <a:cubicBezTo>
                    <a:pt x="21600" y="11541"/>
                    <a:pt x="21600" y="10059"/>
                    <a:pt x="21055" y="8891"/>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90" name="AutoShape 119"/>
            <p:cNvSpPr/>
            <p:nvPr/>
          </p:nvSpPr>
          <p:spPr bwMode="auto">
            <a:xfrm>
              <a:off x="1013619" y="3699669"/>
              <a:ext cx="87313" cy="873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000"/>
                  </a:moveTo>
                  <a:cubicBezTo>
                    <a:pt x="6825" y="18000"/>
                    <a:pt x="3600" y="14774"/>
                    <a:pt x="3600" y="10800"/>
                  </a:cubicBezTo>
                  <a:cubicBezTo>
                    <a:pt x="3600" y="6825"/>
                    <a:pt x="6825" y="3600"/>
                    <a:pt x="10800" y="3600"/>
                  </a:cubicBezTo>
                  <a:cubicBezTo>
                    <a:pt x="14774" y="3600"/>
                    <a:pt x="17999" y="6825"/>
                    <a:pt x="17999" y="10800"/>
                  </a:cubicBezTo>
                  <a:cubicBezTo>
                    <a:pt x="17999" y="14774"/>
                    <a:pt x="14774" y="18000"/>
                    <a:pt x="10800" y="18000"/>
                  </a:cubicBezTo>
                  <a:moveTo>
                    <a:pt x="10800" y="0"/>
                  </a:moveTo>
                  <a:cubicBezTo>
                    <a:pt x="4833" y="0"/>
                    <a:pt x="0" y="4833"/>
                    <a:pt x="0" y="10800"/>
                  </a:cubicBezTo>
                  <a:cubicBezTo>
                    <a:pt x="0" y="16766"/>
                    <a:pt x="4833" y="21599"/>
                    <a:pt x="10800" y="21599"/>
                  </a:cubicBezTo>
                  <a:cubicBezTo>
                    <a:pt x="16766" y="21599"/>
                    <a:pt x="21600" y="16766"/>
                    <a:pt x="21600" y="10800"/>
                  </a:cubicBezTo>
                  <a:cubicBezTo>
                    <a:pt x="21600" y="4833"/>
                    <a:pt x="16766"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91" name="Group 124"/>
          <p:cNvGrpSpPr/>
          <p:nvPr/>
        </p:nvGrpSpPr>
        <p:grpSpPr>
          <a:xfrm>
            <a:off x="3909765" y="2178795"/>
            <a:ext cx="359779" cy="302680"/>
            <a:chOff x="5368132" y="2625725"/>
            <a:chExt cx="465138" cy="391319"/>
          </a:xfrm>
          <a:solidFill>
            <a:schemeClr val="tx1"/>
          </a:solidFill>
        </p:grpSpPr>
        <p:sp>
          <p:nvSpPr>
            <p:cNvPr id="192" name="AutoShape 120"/>
            <p:cNvSpPr/>
            <p:nvPr/>
          </p:nvSpPr>
          <p:spPr bwMode="auto">
            <a:xfrm>
              <a:off x="5484813" y="2727325"/>
              <a:ext cx="231775" cy="231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48" y="16070"/>
                  </a:moveTo>
                  <a:cubicBezTo>
                    <a:pt x="14037" y="19468"/>
                    <a:pt x="8925" y="19859"/>
                    <a:pt x="5529" y="16948"/>
                  </a:cubicBezTo>
                  <a:cubicBezTo>
                    <a:pt x="2130" y="14038"/>
                    <a:pt x="1740" y="8924"/>
                    <a:pt x="4651" y="5527"/>
                  </a:cubicBezTo>
                  <a:cubicBezTo>
                    <a:pt x="7559" y="2131"/>
                    <a:pt x="12674" y="1740"/>
                    <a:pt x="16070" y="4650"/>
                  </a:cubicBezTo>
                  <a:cubicBezTo>
                    <a:pt x="19466" y="7560"/>
                    <a:pt x="19859" y="12673"/>
                    <a:pt x="16948" y="16070"/>
                  </a:cubicBezTo>
                  <a:moveTo>
                    <a:pt x="10800" y="0"/>
                  </a:moveTo>
                  <a:cubicBezTo>
                    <a:pt x="4833" y="0"/>
                    <a:pt x="0" y="4834"/>
                    <a:pt x="0" y="10800"/>
                  </a:cubicBezTo>
                  <a:cubicBezTo>
                    <a:pt x="0" y="16765"/>
                    <a:pt x="4833" y="21599"/>
                    <a:pt x="10800" y="21599"/>
                  </a:cubicBezTo>
                  <a:cubicBezTo>
                    <a:pt x="16764" y="21599"/>
                    <a:pt x="21600" y="16765"/>
                    <a:pt x="21600" y="10800"/>
                  </a:cubicBezTo>
                  <a:cubicBezTo>
                    <a:pt x="21600" y="4834"/>
                    <a:pt x="16764"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93" name="AutoShape 121"/>
            <p:cNvSpPr/>
            <p:nvPr/>
          </p:nvSpPr>
          <p:spPr bwMode="auto">
            <a:xfrm>
              <a:off x="5542757" y="2785269"/>
              <a:ext cx="65088" cy="650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200" y="0"/>
                  </a:moveTo>
                  <a:cubicBezTo>
                    <a:pt x="8596" y="0"/>
                    <a:pt x="0" y="8596"/>
                    <a:pt x="0" y="19195"/>
                  </a:cubicBezTo>
                  <a:lnTo>
                    <a:pt x="0" y="19199"/>
                  </a:lnTo>
                  <a:cubicBezTo>
                    <a:pt x="0" y="20524"/>
                    <a:pt x="1068" y="21599"/>
                    <a:pt x="2400" y="21599"/>
                  </a:cubicBezTo>
                  <a:cubicBezTo>
                    <a:pt x="3721" y="21599"/>
                    <a:pt x="4800" y="20524"/>
                    <a:pt x="4800" y="19199"/>
                  </a:cubicBezTo>
                  <a:lnTo>
                    <a:pt x="4800" y="19195"/>
                  </a:lnTo>
                  <a:cubicBezTo>
                    <a:pt x="4800" y="11247"/>
                    <a:pt x="11240" y="4799"/>
                    <a:pt x="19200" y="4799"/>
                  </a:cubicBezTo>
                  <a:cubicBezTo>
                    <a:pt x="20521" y="4799"/>
                    <a:pt x="21600" y="3724"/>
                    <a:pt x="21600" y="2399"/>
                  </a:cubicBezTo>
                  <a:cubicBezTo>
                    <a:pt x="21600" y="1075"/>
                    <a:pt x="20521" y="0"/>
                    <a:pt x="192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94" name="AutoShape 122"/>
            <p:cNvSpPr/>
            <p:nvPr/>
          </p:nvSpPr>
          <p:spPr bwMode="auto">
            <a:xfrm>
              <a:off x="5368132" y="2625725"/>
              <a:ext cx="465138" cy="39131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9199"/>
                  </a:moveTo>
                  <a:cubicBezTo>
                    <a:pt x="20249" y="19642"/>
                    <a:pt x="19948" y="19999"/>
                    <a:pt x="19575" y="19999"/>
                  </a:cubicBezTo>
                  <a:lnTo>
                    <a:pt x="2024" y="19999"/>
                  </a:lnTo>
                  <a:cubicBezTo>
                    <a:pt x="1651" y="19999"/>
                    <a:pt x="1349" y="19642"/>
                    <a:pt x="1349" y="19199"/>
                  </a:cubicBezTo>
                  <a:lnTo>
                    <a:pt x="1349" y="7200"/>
                  </a:lnTo>
                  <a:cubicBezTo>
                    <a:pt x="1349" y="6809"/>
                    <a:pt x="1588" y="6475"/>
                    <a:pt x="1914" y="6411"/>
                  </a:cubicBezTo>
                  <a:lnTo>
                    <a:pt x="5588" y="5684"/>
                  </a:lnTo>
                  <a:lnTo>
                    <a:pt x="6797" y="2103"/>
                  </a:lnTo>
                  <a:cubicBezTo>
                    <a:pt x="6900" y="1799"/>
                    <a:pt x="7148" y="1600"/>
                    <a:pt x="7424" y="1600"/>
                  </a:cubicBezTo>
                  <a:lnTo>
                    <a:pt x="14174" y="1600"/>
                  </a:lnTo>
                  <a:cubicBezTo>
                    <a:pt x="14450" y="1600"/>
                    <a:pt x="14698" y="1799"/>
                    <a:pt x="14801" y="2103"/>
                  </a:cubicBezTo>
                  <a:lnTo>
                    <a:pt x="16010" y="5684"/>
                  </a:lnTo>
                  <a:lnTo>
                    <a:pt x="19685" y="6411"/>
                  </a:lnTo>
                  <a:cubicBezTo>
                    <a:pt x="20011" y="6475"/>
                    <a:pt x="20249" y="6809"/>
                    <a:pt x="20249" y="7200"/>
                  </a:cubicBezTo>
                  <a:cubicBezTo>
                    <a:pt x="20249" y="7200"/>
                    <a:pt x="20249" y="19199"/>
                    <a:pt x="20249" y="19199"/>
                  </a:cubicBezTo>
                  <a:close/>
                  <a:moveTo>
                    <a:pt x="19907" y="4832"/>
                  </a:moveTo>
                  <a:lnTo>
                    <a:pt x="16981" y="4254"/>
                  </a:lnTo>
                  <a:lnTo>
                    <a:pt x="16054" y="1507"/>
                  </a:lnTo>
                  <a:cubicBezTo>
                    <a:pt x="15745" y="591"/>
                    <a:pt x="15006" y="0"/>
                    <a:pt x="14174" y="0"/>
                  </a:cubicBezTo>
                  <a:lnTo>
                    <a:pt x="7424" y="0"/>
                  </a:lnTo>
                  <a:cubicBezTo>
                    <a:pt x="6593" y="0"/>
                    <a:pt x="5854" y="591"/>
                    <a:pt x="5543" y="1509"/>
                  </a:cubicBezTo>
                  <a:lnTo>
                    <a:pt x="4618" y="4254"/>
                  </a:lnTo>
                  <a:lnTo>
                    <a:pt x="1692" y="4832"/>
                  </a:lnTo>
                  <a:cubicBezTo>
                    <a:pt x="711" y="5025"/>
                    <a:pt x="0" y="6020"/>
                    <a:pt x="0" y="7200"/>
                  </a:cubicBezTo>
                  <a:lnTo>
                    <a:pt x="0" y="19199"/>
                  </a:lnTo>
                  <a:cubicBezTo>
                    <a:pt x="0" y="20523"/>
                    <a:pt x="908" y="21600"/>
                    <a:pt x="2024" y="21600"/>
                  </a:cubicBezTo>
                  <a:lnTo>
                    <a:pt x="19575" y="21600"/>
                  </a:lnTo>
                  <a:cubicBezTo>
                    <a:pt x="20691" y="21600"/>
                    <a:pt x="21600" y="20523"/>
                    <a:pt x="21600" y="19199"/>
                  </a:cubicBezTo>
                  <a:lnTo>
                    <a:pt x="21600" y="7200"/>
                  </a:lnTo>
                  <a:cubicBezTo>
                    <a:pt x="21600" y="6020"/>
                    <a:pt x="20888" y="5025"/>
                    <a:pt x="19907" y="4832"/>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95" name="组合 194"/>
          <p:cNvGrpSpPr/>
          <p:nvPr/>
        </p:nvGrpSpPr>
        <p:grpSpPr>
          <a:xfrm>
            <a:off x="3191434" y="2145028"/>
            <a:ext cx="359165" cy="359165"/>
            <a:chOff x="3191434" y="2145028"/>
            <a:chExt cx="359165" cy="359165"/>
          </a:xfrm>
          <a:solidFill>
            <a:schemeClr val="tx1"/>
          </a:solidFill>
        </p:grpSpPr>
        <p:sp>
          <p:nvSpPr>
            <p:cNvPr id="196" name="AutoShape 123"/>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97" name="AutoShape 124"/>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198" name="AutoShape 125"/>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grpSp>
        <p:nvGrpSpPr>
          <p:cNvPr id="199" name="组合 198"/>
          <p:cNvGrpSpPr/>
          <p:nvPr/>
        </p:nvGrpSpPr>
        <p:grpSpPr>
          <a:xfrm>
            <a:off x="2473104" y="2145028"/>
            <a:ext cx="359165" cy="359165"/>
            <a:chOff x="2473104" y="2145028"/>
            <a:chExt cx="359165" cy="359165"/>
          </a:xfrm>
          <a:solidFill>
            <a:schemeClr val="tx1"/>
          </a:solidFill>
        </p:grpSpPr>
        <p:sp>
          <p:nvSpPr>
            <p:cNvPr id="200"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01"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202" name="AutoShape 128"/>
          <p:cNvSpPr/>
          <p:nvPr/>
        </p:nvSpPr>
        <p:spPr bwMode="auto">
          <a:xfrm>
            <a:off x="1754188" y="2144713"/>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03" name="AutoShape 129"/>
          <p:cNvSpPr/>
          <p:nvPr/>
        </p:nvSpPr>
        <p:spPr bwMode="auto">
          <a:xfrm>
            <a:off x="1979613" y="2189163"/>
            <a:ext cx="88900" cy="90487"/>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04" name="AutoShape 130"/>
          <p:cNvSpPr/>
          <p:nvPr/>
        </p:nvSpPr>
        <p:spPr bwMode="auto">
          <a:xfrm>
            <a:off x="1035050" y="2144713"/>
            <a:ext cx="360363" cy="358775"/>
          </a:xfrm>
          <a:custGeom>
            <a:avLst/>
            <a:gdLst>
              <a:gd name="T0" fmla="+- 0 10799 113"/>
              <a:gd name="T1" fmla="*/ T0 w 21373"/>
              <a:gd name="T2" fmla="*/ 10800 h 21600"/>
              <a:gd name="T3" fmla="+- 0 10799 113"/>
              <a:gd name="T4" fmla="*/ T3 w 21373"/>
              <a:gd name="T5" fmla="*/ 10800 h 21600"/>
              <a:gd name="T6" fmla="+- 0 10799 113"/>
              <a:gd name="T7" fmla="*/ T6 w 21373"/>
              <a:gd name="T8" fmla="*/ 10800 h 21600"/>
              <a:gd name="T9" fmla="+- 0 10799 113"/>
              <a:gd name="T10" fmla="*/ T9 w 21373"/>
              <a:gd name="T11" fmla="*/ 10800 h 21600"/>
            </a:gdLst>
            <a:ahLst/>
            <a:cxnLst>
              <a:cxn ang="0">
                <a:pos x="T1" y="T2"/>
              </a:cxn>
              <a:cxn ang="0">
                <a:pos x="T4" y="T5"/>
              </a:cxn>
              <a:cxn ang="0">
                <a:pos x="T7" y="T8"/>
              </a:cxn>
              <a:cxn ang="0">
                <a:pos x="T10" y="T11"/>
              </a:cxn>
            </a:cxnLst>
            <a:rect l="0" t="0" r="r" b="b"/>
            <a:pathLst>
              <a:path w="21373" h="21600">
                <a:moveTo>
                  <a:pt x="1336" y="20249"/>
                </a:moveTo>
                <a:cubicBezTo>
                  <a:pt x="1428" y="20188"/>
                  <a:pt x="3691" y="18688"/>
                  <a:pt x="7070" y="17950"/>
                </a:cubicBezTo>
                <a:lnTo>
                  <a:pt x="8729" y="17587"/>
                </a:lnTo>
                <a:cubicBezTo>
                  <a:pt x="9321" y="17980"/>
                  <a:pt x="9972" y="18225"/>
                  <a:pt x="10686" y="18225"/>
                </a:cubicBezTo>
                <a:cubicBezTo>
                  <a:pt x="11401" y="18225"/>
                  <a:pt x="12052" y="17980"/>
                  <a:pt x="12644" y="17587"/>
                </a:cubicBezTo>
                <a:lnTo>
                  <a:pt x="14303" y="17950"/>
                </a:lnTo>
                <a:cubicBezTo>
                  <a:pt x="17656" y="18682"/>
                  <a:pt x="19911" y="20165"/>
                  <a:pt x="20037" y="20249"/>
                </a:cubicBezTo>
                <a:cubicBezTo>
                  <a:pt x="20037" y="20249"/>
                  <a:pt x="1336" y="20249"/>
                  <a:pt x="1336" y="20249"/>
                </a:cubicBezTo>
                <a:close/>
                <a:moveTo>
                  <a:pt x="13537" y="15793"/>
                </a:moveTo>
                <a:lnTo>
                  <a:pt x="13317" y="16073"/>
                </a:lnTo>
                <a:cubicBezTo>
                  <a:pt x="11725" y="17923"/>
                  <a:pt x="9648" y="17923"/>
                  <a:pt x="8056" y="16073"/>
                </a:cubicBezTo>
                <a:lnTo>
                  <a:pt x="7836" y="15793"/>
                </a:lnTo>
                <a:cubicBezTo>
                  <a:pt x="5977" y="13411"/>
                  <a:pt x="5053" y="10261"/>
                  <a:pt x="5451" y="7255"/>
                </a:cubicBezTo>
                <a:cubicBezTo>
                  <a:pt x="5815" y="4367"/>
                  <a:pt x="7453" y="1350"/>
                  <a:pt x="10686" y="1350"/>
                </a:cubicBezTo>
                <a:cubicBezTo>
                  <a:pt x="13920" y="1350"/>
                  <a:pt x="15558" y="4367"/>
                  <a:pt x="15922" y="7255"/>
                </a:cubicBezTo>
                <a:cubicBezTo>
                  <a:pt x="16318" y="10262"/>
                  <a:pt x="15398" y="13411"/>
                  <a:pt x="13537" y="15793"/>
                </a:cubicBezTo>
                <a:moveTo>
                  <a:pt x="20778" y="19126"/>
                </a:moveTo>
                <a:cubicBezTo>
                  <a:pt x="20644" y="19037"/>
                  <a:pt x="18209" y="17422"/>
                  <a:pt x="14585" y="16630"/>
                </a:cubicBezTo>
                <a:cubicBezTo>
                  <a:pt x="15914" y="14927"/>
                  <a:pt x="16767" y="12639"/>
                  <a:pt x="17130" y="11115"/>
                </a:cubicBezTo>
                <a:cubicBezTo>
                  <a:pt x="17633" y="9004"/>
                  <a:pt x="17438" y="4873"/>
                  <a:pt x="15431" y="2299"/>
                </a:cubicBezTo>
                <a:cubicBezTo>
                  <a:pt x="14259" y="795"/>
                  <a:pt x="12618" y="0"/>
                  <a:pt x="10686" y="0"/>
                </a:cubicBezTo>
                <a:cubicBezTo>
                  <a:pt x="8755" y="0"/>
                  <a:pt x="7114" y="795"/>
                  <a:pt x="5942" y="2299"/>
                </a:cubicBezTo>
                <a:cubicBezTo>
                  <a:pt x="3935" y="4873"/>
                  <a:pt x="3740" y="9004"/>
                  <a:pt x="4243" y="11115"/>
                </a:cubicBezTo>
                <a:cubicBezTo>
                  <a:pt x="4606" y="12639"/>
                  <a:pt x="5459" y="14927"/>
                  <a:pt x="6788" y="16630"/>
                </a:cubicBezTo>
                <a:cubicBezTo>
                  <a:pt x="3164" y="17422"/>
                  <a:pt x="729" y="19037"/>
                  <a:pt x="595" y="19126"/>
                </a:cubicBezTo>
                <a:cubicBezTo>
                  <a:pt x="105" y="19457"/>
                  <a:pt x="-113" y="20071"/>
                  <a:pt x="57" y="20640"/>
                </a:cubicBezTo>
                <a:cubicBezTo>
                  <a:pt x="228" y="21210"/>
                  <a:pt x="747" y="21599"/>
                  <a:pt x="1336" y="21599"/>
                </a:cubicBezTo>
                <a:lnTo>
                  <a:pt x="20037" y="21599"/>
                </a:lnTo>
                <a:cubicBezTo>
                  <a:pt x="20626" y="21599"/>
                  <a:pt x="21145" y="21210"/>
                  <a:pt x="21316" y="20640"/>
                </a:cubicBezTo>
                <a:cubicBezTo>
                  <a:pt x="21487" y="20071"/>
                  <a:pt x="21268" y="19457"/>
                  <a:pt x="20778" y="19126"/>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05" name="AutoShape 131"/>
          <p:cNvSpPr/>
          <p:nvPr/>
        </p:nvSpPr>
        <p:spPr bwMode="auto">
          <a:xfrm>
            <a:off x="339725" y="2144713"/>
            <a:ext cx="314325"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057" y="5400"/>
                </a:moveTo>
                <a:lnTo>
                  <a:pt x="20057" y="6075"/>
                </a:lnTo>
                <a:lnTo>
                  <a:pt x="1542" y="6075"/>
                </a:lnTo>
                <a:lnTo>
                  <a:pt x="1542" y="5400"/>
                </a:lnTo>
                <a:lnTo>
                  <a:pt x="1542" y="4725"/>
                </a:lnTo>
                <a:cubicBezTo>
                  <a:pt x="1542" y="4352"/>
                  <a:pt x="1887" y="4050"/>
                  <a:pt x="2314" y="4050"/>
                </a:cubicBezTo>
                <a:lnTo>
                  <a:pt x="19285" y="4050"/>
                </a:lnTo>
                <a:cubicBezTo>
                  <a:pt x="19712" y="4050"/>
                  <a:pt x="20057" y="4352"/>
                  <a:pt x="20057" y="4725"/>
                </a:cubicBezTo>
                <a:cubicBezTo>
                  <a:pt x="20057" y="4725"/>
                  <a:pt x="20057" y="5400"/>
                  <a:pt x="20057" y="5400"/>
                </a:cubicBezTo>
                <a:close/>
                <a:moveTo>
                  <a:pt x="18514" y="18900"/>
                </a:moveTo>
                <a:cubicBezTo>
                  <a:pt x="18514" y="19644"/>
                  <a:pt x="17822" y="20249"/>
                  <a:pt x="16971" y="20249"/>
                </a:cubicBezTo>
                <a:lnTo>
                  <a:pt x="4628" y="20249"/>
                </a:lnTo>
                <a:cubicBezTo>
                  <a:pt x="3777" y="20249"/>
                  <a:pt x="3085" y="19644"/>
                  <a:pt x="3085" y="18900"/>
                </a:cubicBezTo>
                <a:lnTo>
                  <a:pt x="3085" y="7425"/>
                </a:lnTo>
                <a:lnTo>
                  <a:pt x="18514" y="7425"/>
                </a:lnTo>
                <a:cubicBezTo>
                  <a:pt x="18514" y="7425"/>
                  <a:pt x="18514" y="18900"/>
                  <a:pt x="18514" y="18900"/>
                </a:cubicBezTo>
                <a:close/>
                <a:moveTo>
                  <a:pt x="6171" y="2025"/>
                </a:moveTo>
                <a:cubicBezTo>
                  <a:pt x="6171" y="1652"/>
                  <a:pt x="6516" y="1350"/>
                  <a:pt x="6942" y="1350"/>
                </a:cubicBezTo>
                <a:lnTo>
                  <a:pt x="14657" y="1350"/>
                </a:lnTo>
                <a:cubicBezTo>
                  <a:pt x="15083" y="1350"/>
                  <a:pt x="15428" y="1652"/>
                  <a:pt x="15428" y="2025"/>
                </a:cubicBezTo>
                <a:lnTo>
                  <a:pt x="15428" y="2700"/>
                </a:lnTo>
                <a:lnTo>
                  <a:pt x="6171" y="2700"/>
                </a:lnTo>
                <a:cubicBezTo>
                  <a:pt x="6171" y="2700"/>
                  <a:pt x="6171" y="2025"/>
                  <a:pt x="6171" y="2025"/>
                </a:cubicBezTo>
                <a:close/>
                <a:moveTo>
                  <a:pt x="21585" y="4601"/>
                </a:moveTo>
                <a:cubicBezTo>
                  <a:pt x="21511" y="3541"/>
                  <a:pt x="20516" y="2700"/>
                  <a:pt x="19285" y="2700"/>
                </a:cubicBezTo>
                <a:lnTo>
                  <a:pt x="16971" y="2700"/>
                </a:lnTo>
                <a:lnTo>
                  <a:pt x="16971" y="2025"/>
                </a:lnTo>
                <a:cubicBezTo>
                  <a:pt x="16971" y="906"/>
                  <a:pt x="15935" y="0"/>
                  <a:pt x="14657" y="0"/>
                </a:cubicBezTo>
                <a:lnTo>
                  <a:pt x="6942" y="0"/>
                </a:lnTo>
                <a:cubicBezTo>
                  <a:pt x="5664" y="0"/>
                  <a:pt x="4628" y="906"/>
                  <a:pt x="4628" y="2025"/>
                </a:cubicBezTo>
                <a:lnTo>
                  <a:pt x="4628" y="2700"/>
                </a:lnTo>
                <a:lnTo>
                  <a:pt x="2314" y="2700"/>
                </a:lnTo>
                <a:cubicBezTo>
                  <a:pt x="1083" y="2700"/>
                  <a:pt x="88" y="3541"/>
                  <a:pt x="14" y="4601"/>
                </a:cubicBezTo>
                <a:lnTo>
                  <a:pt x="0" y="4601"/>
                </a:lnTo>
                <a:lnTo>
                  <a:pt x="0" y="5400"/>
                </a:lnTo>
                <a:lnTo>
                  <a:pt x="0" y="6075"/>
                </a:lnTo>
                <a:cubicBezTo>
                  <a:pt x="0" y="6820"/>
                  <a:pt x="691" y="7425"/>
                  <a:pt x="1542" y="7425"/>
                </a:cubicBezTo>
                <a:lnTo>
                  <a:pt x="1542" y="18900"/>
                </a:lnTo>
                <a:cubicBezTo>
                  <a:pt x="1542" y="20391"/>
                  <a:pt x="2924" y="21599"/>
                  <a:pt x="4628" y="21599"/>
                </a:cubicBezTo>
                <a:lnTo>
                  <a:pt x="16971" y="21599"/>
                </a:lnTo>
                <a:cubicBezTo>
                  <a:pt x="18675" y="21599"/>
                  <a:pt x="20057" y="20391"/>
                  <a:pt x="20057" y="18900"/>
                </a:cubicBezTo>
                <a:lnTo>
                  <a:pt x="20057" y="7425"/>
                </a:lnTo>
                <a:cubicBezTo>
                  <a:pt x="20908" y="7425"/>
                  <a:pt x="21599" y="6820"/>
                  <a:pt x="21599" y="6075"/>
                </a:cubicBezTo>
                <a:lnTo>
                  <a:pt x="21599" y="5400"/>
                </a:lnTo>
                <a:lnTo>
                  <a:pt x="21599" y="4601"/>
                </a:lnTo>
                <a:cubicBezTo>
                  <a:pt x="21599" y="4601"/>
                  <a:pt x="21585" y="4601"/>
                  <a:pt x="21585" y="4601"/>
                </a:cubicBezTo>
                <a:close/>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06" name="AutoShape 132"/>
          <p:cNvSpPr/>
          <p:nvPr/>
        </p:nvSpPr>
        <p:spPr bwMode="auto">
          <a:xfrm>
            <a:off x="406400" y="2290763"/>
            <a:ext cx="46038" cy="1682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07" name="AutoShape 133"/>
          <p:cNvSpPr/>
          <p:nvPr/>
        </p:nvSpPr>
        <p:spPr bwMode="auto">
          <a:xfrm>
            <a:off x="474663" y="2290763"/>
            <a:ext cx="44450" cy="1682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08" name="AutoShape 134"/>
          <p:cNvSpPr/>
          <p:nvPr/>
        </p:nvSpPr>
        <p:spPr bwMode="auto">
          <a:xfrm>
            <a:off x="541338" y="2290763"/>
            <a:ext cx="44450" cy="1682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5399" y="1440"/>
                </a:moveTo>
                <a:lnTo>
                  <a:pt x="16199" y="1440"/>
                </a:lnTo>
                <a:lnTo>
                  <a:pt x="16199" y="20160"/>
                </a:lnTo>
                <a:lnTo>
                  <a:pt x="5399" y="20160"/>
                </a:lnTo>
                <a:cubicBezTo>
                  <a:pt x="5399" y="20160"/>
                  <a:pt x="5399" y="1440"/>
                  <a:pt x="5399" y="1440"/>
                </a:cubicBezTo>
                <a:close/>
                <a:moveTo>
                  <a:pt x="5399" y="21600"/>
                </a:moveTo>
                <a:lnTo>
                  <a:pt x="16199" y="21600"/>
                </a:lnTo>
                <a:cubicBezTo>
                  <a:pt x="19187" y="21600"/>
                  <a:pt x="21600" y="20956"/>
                  <a:pt x="21600" y="20160"/>
                </a:cubicBezTo>
                <a:lnTo>
                  <a:pt x="21600" y="1440"/>
                </a:lnTo>
                <a:cubicBezTo>
                  <a:pt x="21600" y="644"/>
                  <a:pt x="19187" y="0"/>
                  <a:pt x="16199" y="0"/>
                </a:cubicBezTo>
                <a:lnTo>
                  <a:pt x="5399" y="0"/>
                </a:lnTo>
                <a:cubicBezTo>
                  <a:pt x="2412" y="0"/>
                  <a:pt x="0" y="644"/>
                  <a:pt x="0" y="1440"/>
                </a:cubicBezTo>
                <a:lnTo>
                  <a:pt x="0" y="20160"/>
                </a:lnTo>
                <a:cubicBezTo>
                  <a:pt x="0" y="20956"/>
                  <a:pt x="2412" y="21600"/>
                  <a:pt x="5399" y="2160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09" name="AutoShape 135"/>
          <p:cNvSpPr/>
          <p:nvPr/>
        </p:nvSpPr>
        <p:spPr bwMode="auto">
          <a:xfrm>
            <a:off x="3910013" y="1482725"/>
            <a:ext cx="358775" cy="24606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681"/>
                </a:moveTo>
                <a:lnTo>
                  <a:pt x="19651" y="18681"/>
                </a:lnTo>
                <a:lnTo>
                  <a:pt x="19575" y="18681"/>
                </a:lnTo>
                <a:lnTo>
                  <a:pt x="16874" y="14754"/>
                </a:lnTo>
                <a:lnTo>
                  <a:pt x="16874" y="14727"/>
                </a:lnTo>
                <a:lnTo>
                  <a:pt x="16199" y="13745"/>
                </a:lnTo>
                <a:lnTo>
                  <a:pt x="16199" y="7854"/>
                </a:lnTo>
                <a:lnTo>
                  <a:pt x="19575" y="2945"/>
                </a:lnTo>
                <a:lnTo>
                  <a:pt x="19651" y="2945"/>
                </a:lnTo>
                <a:lnTo>
                  <a:pt x="20249" y="2945"/>
                </a:lnTo>
                <a:cubicBezTo>
                  <a:pt x="20249" y="2945"/>
                  <a:pt x="20249" y="18681"/>
                  <a:pt x="20249" y="18681"/>
                </a:cubicBezTo>
                <a:close/>
                <a:moveTo>
                  <a:pt x="2024" y="19636"/>
                </a:moveTo>
                <a:cubicBezTo>
                  <a:pt x="1651" y="19636"/>
                  <a:pt x="1349" y="19195"/>
                  <a:pt x="1349" y="18654"/>
                </a:cubicBezTo>
                <a:lnTo>
                  <a:pt x="1349" y="2945"/>
                </a:lnTo>
                <a:cubicBezTo>
                  <a:pt x="1349" y="2402"/>
                  <a:pt x="1651" y="1963"/>
                  <a:pt x="2024" y="1963"/>
                </a:cubicBezTo>
                <a:lnTo>
                  <a:pt x="14849" y="1963"/>
                </a:lnTo>
                <a:cubicBezTo>
                  <a:pt x="15221" y="1963"/>
                  <a:pt x="15524" y="2403"/>
                  <a:pt x="15524" y="2945"/>
                </a:cubicBezTo>
                <a:lnTo>
                  <a:pt x="15524" y="18654"/>
                </a:lnTo>
                <a:cubicBezTo>
                  <a:pt x="15524" y="19195"/>
                  <a:pt x="15221" y="19636"/>
                  <a:pt x="14849" y="19636"/>
                </a:cubicBezTo>
                <a:cubicBezTo>
                  <a:pt x="14849" y="19636"/>
                  <a:pt x="2024" y="19636"/>
                  <a:pt x="2024" y="19636"/>
                </a:cubicBezTo>
                <a:close/>
                <a:moveTo>
                  <a:pt x="20249" y="981"/>
                </a:moveTo>
                <a:lnTo>
                  <a:pt x="19651" y="981"/>
                </a:lnTo>
                <a:cubicBezTo>
                  <a:pt x="19296" y="981"/>
                  <a:pt x="18956" y="1185"/>
                  <a:pt x="18703" y="1547"/>
                </a:cubicBezTo>
                <a:lnTo>
                  <a:pt x="16874" y="4170"/>
                </a:lnTo>
                <a:lnTo>
                  <a:pt x="16874" y="2945"/>
                </a:lnTo>
                <a:cubicBezTo>
                  <a:pt x="16874" y="1317"/>
                  <a:pt x="15967" y="0"/>
                  <a:pt x="14849" y="0"/>
                </a:cubicBezTo>
                <a:lnTo>
                  <a:pt x="2024" y="0"/>
                </a:lnTo>
                <a:cubicBezTo>
                  <a:pt x="908" y="0"/>
                  <a:pt x="0" y="1320"/>
                  <a:pt x="0" y="2945"/>
                </a:cubicBezTo>
                <a:lnTo>
                  <a:pt x="0" y="9789"/>
                </a:lnTo>
                <a:lnTo>
                  <a:pt x="0" y="18654"/>
                </a:lnTo>
                <a:cubicBezTo>
                  <a:pt x="0" y="20281"/>
                  <a:pt x="905" y="21599"/>
                  <a:pt x="2024" y="21599"/>
                </a:cubicBezTo>
                <a:lnTo>
                  <a:pt x="14849" y="21599"/>
                </a:lnTo>
                <a:cubicBezTo>
                  <a:pt x="15967" y="21599"/>
                  <a:pt x="16874" y="20281"/>
                  <a:pt x="16874" y="18654"/>
                </a:cubicBezTo>
                <a:lnTo>
                  <a:pt x="16874" y="17456"/>
                </a:lnTo>
                <a:lnTo>
                  <a:pt x="18703" y="20079"/>
                </a:lnTo>
                <a:cubicBezTo>
                  <a:pt x="18956" y="20442"/>
                  <a:pt x="19296" y="20645"/>
                  <a:pt x="19651" y="20645"/>
                </a:cubicBezTo>
                <a:lnTo>
                  <a:pt x="20249" y="20645"/>
                </a:lnTo>
                <a:cubicBezTo>
                  <a:pt x="20994" y="20645"/>
                  <a:pt x="21600" y="19765"/>
                  <a:pt x="21600" y="18681"/>
                </a:cubicBezTo>
                <a:lnTo>
                  <a:pt x="21600" y="2945"/>
                </a:lnTo>
                <a:cubicBezTo>
                  <a:pt x="21600" y="1860"/>
                  <a:pt x="20994" y="981"/>
                  <a:pt x="20249" y="981"/>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0" name="AutoShape 136"/>
          <p:cNvSpPr/>
          <p:nvPr/>
        </p:nvSpPr>
        <p:spPr bwMode="auto">
          <a:xfrm>
            <a:off x="3382963" y="1471613"/>
            <a:ext cx="117475" cy="1174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538" y="20579"/>
                </a:moveTo>
                <a:lnTo>
                  <a:pt x="19542" y="20579"/>
                </a:lnTo>
                <a:cubicBezTo>
                  <a:pt x="19546" y="21142"/>
                  <a:pt x="20004" y="21600"/>
                  <a:pt x="20571" y="21600"/>
                </a:cubicBezTo>
                <a:cubicBezTo>
                  <a:pt x="21137" y="21600"/>
                  <a:pt x="21599" y="21138"/>
                  <a:pt x="21599" y="20571"/>
                </a:cubicBezTo>
                <a:cubicBezTo>
                  <a:pt x="21599" y="20565"/>
                  <a:pt x="21595" y="20561"/>
                  <a:pt x="21595" y="20555"/>
                </a:cubicBezTo>
                <a:cubicBezTo>
                  <a:pt x="21583" y="9221"/>
                  <a:pt x="12411" y="41"/>
                  <a:pt x="1080" y="12"/>
                </a:cubicBezTo>
                <a:cubicBezTo>
                  <a:pt x="1064" y="10"/>
                  <a:pt x="1048" y="0"/>
                  <a:pt x="1028" y="0"/>
                </a:cubicBezTo>
                <a:cubicBezTo>
                  <a:pt x="458" y="0"/>
                  <a:pt x="0" y="461"/>
                  <a:pt x="0" y="1028"/>
                </a:cubicBezTo>
                <a:cubicBezTo>
                  <a:pt x="0" y="1594"/>
                  <a:pt x="458" y="2055"/>
                  <a:pt x="1024" y="2057"/>
                </a:cubicBezTo>
                <a:lnTo>
                  <a:pt x="1024" y="2065"/>
                </a:lnTo>
                <a:cubicBezTo>
                  <a:pt x="11233" y="2065"/>
                  <a:pt x="19538" y="10370"/>
                  <a:pt x="19538" y="20579"/>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1" name="AutoShape 137"/>
          <p:cNvSpPr/>
          <p:nvPr/>
        </p:nvSpPr>
        <p:spPr bwMode="auto">
          <a:xfrm>
            <a:off x="3190875" y="1425575"/>
            <a:ext cx="360363" cy="360363"/>
          </a:xfrm>
          <a:custGeom>
            <a:avLst/>
            <a:gdLst>
              <a:gd name="T0" fmla="+- 0 10819 195"/>
              <a:gd name="T1" fmla="*/ T0 w 21248"/>
              <a:gd name="T2" fmla="*/ 10800 h 21600"/>
              <a:gd name="T3" fmla="+- 0 10819 195"/>
              <a:gd name="T4" fmla="*/ T3 w 21248"/>
              <a:gd name="T5" fmla="*/ 10800 h 21600"/>
              <a:gd name="T6" fmla="+- 0 10819 195"/>
              <a:gd name="T7" fmla="*/ T6 w 21248"/>
              <a:gd name="T8" fmla="*/ 10800 h 21600"/>
              <a:gd name="T9" fmla="+- 0 10819 195"/>
              <a:gd name="T10" fmla="*/ T9 w 21248"/>
              <a:gd name="T11" fmla="*/ 10800 h 21600"/>
            </a:gdLst>
            <a:ahLst/>
            <a:cxnLst>
              <a:cxn ang="0">
                <a:pos x="T1" y="T2"/>
              </a:cxn>
              <a:cxn ang="0">
                <a:pos x="T4" y="T5"/>
              </a:cxn>
              <a:cxn ang="0">
                <a:pos x="T7" y="T8"/>
              </a:cxn>
              <a:cxn ang="0">
                <a:pos x="T10" y="T11"/>
              </a:cxn>
            </a:cxnLst>
            <a:rect l="0" t="0" r="r" b="b"/>
            <a:pathLst>
              <a:path w="21248" h="21600">
                <a:moveTo>
                  <a:pt x="19868" y="17133"/>
                </a:moveTo>
                <a:cubicBezTo>
                  <a:pt x="19766" y="17386"/>
                  <a:pt x="19525" y="17549"/>
                  <a:pt x="19255" y="17549"/>
                </a:cubicBezTo>
                <a:lnTo>
                  <a:pt x="19058" y="17549"/>
                </a:lnTo>
                <a:lnTo>
                  <a:pt x="3983" y="2226"/>
                </a:lnTo>
                <a:lnTo>
                  <a:pt x="3983" y="2025"/>
                </a:lnTo>
                <a:cubicBezTo>
                  <a:pt x="3983" y="1750"/>
                  <a:pt x="4144" y="1506"/>
                  <a:pt x="4393" y="1401"/>
                </a:cubicBezTo>
                <a:cubicBezTo>
                  <a:pt x="4475" y="1367"/>
                  <a:pt x="4560" y="1350"/>
                  <a:pt x="4647" y="1350"/>
                </a:cubicBezTo>
                <a:cubicBezTo>
                  <a:pt x="4824" y="1350"/>
                  <a:pt x="4991" y="1420"/>
                  <a:pt x="5116" y="1547"/>
                </a:cubicBezTo>
                <a:lnTo>
                  <a:pt x="19724" y="16397"/>
                </a:lnTo>
                <a:cubicBezTo>
                  <a:pt x="19915" y="16591"/>
                  <a:pt x="19972" y="16880"/>
                  <a:pt x="19868" y="17133"/>
                </a:cubicBezTo>
                <a:moveTo>
                  <a:pt x="10121" y="17549"/>
                </a:moveTo>
                <a:cubicBezTo>
                  <a:pt x="10017" y="17549"/>
                  <a:pt x="9922" y="17586"/>
                  <a:pt x="9824" y="17609"/>
                </a:cubicBezTo>
                <a:lnTo>
                  <a:pt x="3923" y="11612"/>
                </a:lnTo>
                <a:cubicBezTo>
                  <a:pt x="3946" y="11512"/>
                  <a:pt x="3982" y="11415"/>
                  <a:pt x="3982" y="11311"/>
                </a:cubicBezTo>
                <a:lnTo>
                  <a:pt x="3983" y="3180"/>
                </a:lnTo>
                <a:lnTo>
                  <a:pt x="18119" y="17549"/>
                </a:lnTo>
                <a:cubicBezTo>
                  <a:pt x="18119" y="17549"/>
                  <a:pt x="10121" y="17549"/>
                  <a:pt x="10121" y="17549"/>
                </a:cubicBezTo>
                <a:close/>
                <a:moveTo>
                  <a:pt x="9182" y="17945"/>
                </a:moveTo>
                <a:lnTo>
                  <a:pt x="7109" y="20052"/>
                </a:lnTo>
                <a:cubicBezTo>
                  <a:pt x="6939" y="20224"/>
                  <a:pt x="6742" y="20249"/>
                  <a:pt x="6640" y="20249"/>
                </a:cubicBezTo>
                <a:cubicBezTo>
                  <a:pt x="6537" y="20249"/>
                  <a:pt x="6339" y="20224"/>
                  <a:pt x="6170" y="20052"/>
                </a:cubicBezTo>
                <a:lnTo>
                  <a:pt x="1522" y="15327"/>
                </a:lnTo>
                <a:cubicBezTo>
                  <a:pt x="1352" y="15154"/>
                  <a:pt x="1327" y="14953"/>
                  <a:pt x="1327" y="14850"/>
                </a:cubicBezTo>
                <a:cubicBezTo>
                  <a:pt x="1327" y="14745"/>
                  <a:pt x="1352" y="14544"/>
                  <a:pt x="1522" y="14373"/>
                </a:cubicBezTo>
                <a:lnTo>
                  <a:pt x="3593" y="12266"/>
                </a:lnTo>
                <a:cubicBezTo>
                  <a:pt x="3599" y="12260"/>
                  <a:pt x="3601" y="12251"/>
                  <a:pt x="3607" y="12245"/>
                </a:cubicBezTo>
                <a:lnTo>
                  <a:pt x="9202" y="17932"/>
                </a:lnTo>
                <a:cubicBezTo>
                  <a:pt x="9196" y="17937"/>
                  <a:pt x="9187" y="17939"/>
                  <a:pt x="9182" y="17945"/>
                </a:cubicBezTo>
                <a:moveTo>
                  <a:pt x="6056" y="593"/>
                </a:moveTo>
                <a:cubicBezTo>
                  <a:pt x="5675" y="205"/>
                  <a:pt x="5165" y="0"/>
                  <a:pt x="4647" y="0"/>
                </a:cubicBezTo>
                <a:cubicBezTo>
                  <a:pt x="4390" y="0"/>
                  <a:pt x="4132" y="49"/>
                  <a:pt x="3885" y="154"/>
                </a:cubicBezTo>
                <a:cubicBezTo>
                  <a:pt x="3141" y="467"/>
                  <a:pt x="2655" y="1205"/>
                  <a:pt x="2655" y="2025"/>
                </a:cubicBezTo>
                <a:lnTo>
                  <a:pt x="2654" y="11311"/>
                </a:lnTo>
                <a:lnTo>
                  <a:pt x="583" y="13418"/>
                </a:lnTo>
                <a:cubicBezTo>
                  <a:pt x="-195" y="14208"/>
                  <a:pt x="-195" y="15491"/>
                  <a:pt x="583" y="16281"/>
                </a:cubicBezTo>
                <a:lnTo>
                  <a:pt x="5231" y="21006"/>
                </a:lnTo>
                <a:cubicBezTo>
                  <a:pt x="5620" y="21402"/>
                  <a:pt x="6131" y="21599"/>
                  <a:pt x="6640" y="21599"/>
                </a:cubicBezTo>
                <a:cubicBezTo>
                  <a:pt x="7150" y="21599"/>
                  <a:pt x="7659" y="21402"/>
                  <a:pt x="8048" y="21006"/>
                </a:cubicBezTo>
                <a:lnTo>
                  <a:pt x="10121" y="18900"/>
                </a:lnTo>
                <a:lnTo>
                  <a:pt x="19255" y="18900"/>
                </a:lnTo>
                <a:cubicBezTo>
                  <a:pt x="20062" y="18900"/>
                  <a:pt x="20788" y="18407"/>
                  <a:pt x="21095" y="17650"/>
                </a:cubicBezTo>
                <a:cubicBezTo>
                  <a:pt x="21405" y="16893"/>
                  <a:pt x="21234" y="16022"/>
                  <a:pt x="20663" y="15443"/>
                </a:cubicBezTo>
                <a:cubicBezTo>
                  <a:pt x="20663" y="15443"/>
                  <a:pt x="6056" y="593"/>
                  <a:pt x="6056" y="593"/>
                </a:cubicBezTo>
                <a:close/>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2" name="AutoShape 138"/>
          <p:cNvSpPr/>
          <p:nvPr/>
        </p:nvSpPr>
        <p:spPr bwMode="auto">
          <a:xfrm>
            <a:off x="3382963" y="1425575"/>
            <a:ext cx="168275" cy="1682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37" y="2880"/>
                </a:moveTo>
                <a:lnTo>
                  <a:pt x="1437" y="2885"/>
                </a:lnTo>
                <a:cubicBezTo>
                  <a:pt x="10965" y="2885"/>
                  <a:pt x="18717" y="10637"/>
                  <a:pt x="18717" y="20165"/>
                </a:cubicBezTo>
                <a:lnTo>
                  <a:pt x="18720" y="20165"/>
                </a:lnTo>
                <a:cubicBezTo>
                  <a:pt x="18722" y="20959"/>
                  <a:pt x="19366" y="21600"/>
                  <a:pt x="20160" y="21600"/>
                </a:cubicBezTo>
                <a:cubicBezTo>
                  <a:pt x="20955" y="21600"/>
                  <a:pt x="21599" y="20956"/>
                  <a:pt x="21599" y="20160"/>
                </a:cubicBezTo>
                <a:cubicBezTo>
                  <a:pt x="21599" y="20155"/>
                  <a:pt x="21597" y="20152"/>
                  <a:pt x="21597" y="20148"/>
                </a:cubicBezTo>
                <a:cubicBezTo>
                  <a:pt x="21588" y="9034"/>
                  <a:pt x="12588" y="28"/>
                  <a:pt x="1476" y="8"/>
                </a:cubicBezTo>
                <a:cubicBezTo>
                  <a:pt x="1465" y="7"/>
                  <a:pt x="1454" y="0"/>
                  <a:pt x="1440" y="0"/>
                </a:cubicBezTo>
                <a:cubicBezTo>
                  <a:pt x="644" y="0"/>
                  <a:pt x="0" y="644"/>
                  <a:pt x="0" y="1440"/>
                </a:cubicBezTo>
                <a:cubicBezTo>
                  <a:pt x="0" y="2234"/>
                  <a:pt x="644" y="2878"/>
                  <a:pt x="1437" y="288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3" name="AutoShape 139"/>
          <p:cNvSpPr/>
          <p:nvPr/>
        </p:nvSpPr>
        <p:spPr bwMode="auto">
          <a:xfrm>
            <a:off x="2473325" y="1425575"/>
            <a:ext cx="358775" cy="349250"/>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4" name="AutoShape 140"/>
          <p:cNvSpPr/>
          <p:nvPr/>
        </p:nvSpPr>
        <p:spPr bwMode="auto">
          <a:xfrm>
            <a:off x="1798638" y="1516063"/>
            <a:ext cx="225425" cy="182562"/>
          </a:xfrm>
          <a:custGeom>
            <a:avLst/>
            <a:gdLst>
              <a:gd name="T0" fmla="+- 0 10800 376"/>
              <a:gd name="T1" fmla="*/ T0 w 20848"/>
              <a:gd name="T2" fmla="*/ 10800 h 21600"/>
              <a:gd name="T3" fmla="+- 0 10800 376"/>
              <a:gd name="T4" fmla="*/ T3 w 20848"/>
              <a:gd name="T5" fmla="*/ 10800 h 21600"/>
              <a:gd name="T6" fmla="+- 0 10800 376"/>
              <a:gd name="T7" fmla="*/ T6 w 20848"/>
              <a:gd name="T8" fmla="*/ 10800 h 21600"/>
              <a:gd name="T9" fmla="+- 0 10800 376"/>
              <a:gd name="T10" fmla="*/ T9 w 20848"/>
              <a:gd name="T11" fmla="*/ 10800 h 21600"/>
            </a:gdLst>
            <a:ahLst/>
            <a:cxnLst>
              <a:cxn ang="0">
                <a:pos x="T1" y="T2"/>
              </a:cxn>
              <a:cxn ang="0">
                <a:pos x="T4" y="T5"/>
              </a:cxn>
              <a:cxn ang="0">
                <a:pos x="T7" y="T8"/>
              </a:cxn>
              <a:cxn ang="0">
                <a:pos x="T10" y="T11"/>
              </a:cxn>
            </a:cxnLst>
            <a:rect l="0" t="0" r="r" b="b"/>
            <a:pathLst>
              <a:path w="20848" h="21600">
                <a:moveTo>
                  <a:pt x="18728" y="19178"/>
                </a:moveTo>
                <a:cubicBezTo>
                  <a:pt x="13191" y="20631"/>
                  <a:pt x="7654" y="20631"/>
                  <a:pt x="2118" y="19178"/>
                </a:cubicBezTo>
                <a:cubicBezTo>
                  <a:pt x="678" y="13592"/>
                  <a:pt x="678" y="8008"/>
                  <a:pt x="2118" y="2421"/>
                </a:cubicBezTo>
                <a:cubicBezTo>
                  <a:pt x="7654" y="968"/>
                  <a:pt x="13191" y="968"/>
                  <a:pt x="18728" y="2421"/>
                </a:cubicBezTo>
                <a:cubicBezTo>
                  <a:pt x="20168" y="8008"/>
                  <a:pt x="20168" y="13592"/>
                  <a:pt x="18728" y="19178"/>
                </a:cubicBezTo>
                <a:moveTo>
                  <a:pt x="18938" y="1116"/>
                </a:moveTo>
                <a:cubicBezTo>
                  <a:pt x="16114" y="375"/>
                  <a:pt x="13249" y="0"/>
                  <a:pt x="10423" y="0"/>
                </a:cubicBezTo>
                <a:cubicBezTo>
                  <a:pt x="7597" y="0"/>
                  <a:pt x="4732" y="375"/>
                  <a:pt x="1908" y="1116"/>
                </a:cubicBezTo>
                <a:cubicBezTo>
                  <a:pt x="1543" y="1213"/>
                  <a:pt x="1244" y="1552"/>
                  <a:pt x="1127" y="2004"/>
                </a:cubicBezTo>
                <a:cubicBezTo>
                  <a:pt x="-376" y="7841"/>
                  <a:pt x="-376" y="13759"/>
                  <a:pt x="1127" y="19593"/>
                </a:cubicBezTo>
                <a:cubicBezTo>
                  <a:pt x="1244" y="20047"/>
                  <a:pt x="1543" y="20386"/>
                  <a:pt x="1908" y="20482"/>
                </a:cubicBezTo>
                <a:cubicBezTo>
                  <a:pt x="4732" y="21224"/>
                  <a:pt x="7597" y="21600"/>
                  <a:pt x="10423" y="21600"/>
                </a:cubicBezTo>
                <a:cubicBezTo>
                  <a:pt x="13249" y="21600"/>
                  <a:pt x="16114" y="21224"/>
                  <a:pt x="18938" y="20482"/>
                </a:cubicBezTo>
                <a:cubicBezTo>
                  <a:pt x="19303" y="20386"/>
                  <a:pt x="19602" y="20047"/>
                  <a:pt x="19719" y="19593"/>
                </a:cubicBezTo>
                <a:cubicBezTo>
                  <a:pt x="21223" y="13759"/>
                  <a:pt x="21223" y="7841"/>
                  <a:pt x="19719" y="2004"/>
                </a:cubicBezTo>
                <a:cubicBezTo>
                  <a:pt x="19602" y="1552"/>
                  <a:pt x="19303" y="1213"/>
                  <a:pt x="18938" y="1116"/>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5" name="AutoShape 141"/>
          <p:cNvSpPr/>
          <p:nvPr/>
        </p:nvSpPr>
        <p:spPr bwMode="auto">
          <a:xfrm>
            <a:off x="1754188" y="1471613"/>
            <a:ext cx="358775" cy="279400"/>
          </a:xfrm>
          <a:custGeom>
            <a:avLst/>
            <a:gdLst>
              <a:gd name="T0" fmla="+- 0 10800 252"/>
              <a:gd name="T1" fmla="*/ T0 w 21096"/>
              <a:gd name="T2" fmla="*/ 10800 h 21600"/>
              <a:gd name="T3" fmla="+- 0 10800 252"/>
              <a:gd name="T4" fmla="*/ T3 w 21096"/>
              <a:gd name="T5" fmla="*/ 10800 h 21600"/>
              <a:gd name="T6" fmla="+- 0 10800 252"/>
              <a:gd name="T7" fmla="*/ T6 w 21096"/>
              <a:gd name="T8" fmla="*/ 10800 h 21600"/>
              <a:gd name="T9" fmla="+- 0 10800 252"/>
              <a:gd name="T10" fmla="*/ T9 w 21096"/>
              <a:gd name="T11" fmla="*/ 10800 h 21600"/>
            </a:gdLst>
            <a:ahLst/>
            <a:cxnLst>
              <a:cxn ang="0">
                <a:pos x="T1" y="T2"/>
              </a:cxn>
              <a:cxn ang="0">
                <a:pos x="T4" y="T5"/>
              </a:cxn>
              <a:cxn ang="0">
                <a:pos x="T7" y="T8"/>
              </a:cxn>
              <a:cxn ang="0">
                <a:pos x="T10" y="T11"/>
              </a:cxn>
            </a:cxnLst>
            <a:rect l="0" t="0" r="r" b="b"/>
            <a:pathLst>
              <a:path w="21096" h="21600">
                <a:moveTo>
                  <a:pt x="19056" y="18331"/>
                </a:moveTo>
                <a:cubicBezTo>
                  <a:pt x="13383" y="19233"/>
                  <a:pt x="7711" y="19233"/>
                  <a:pt x="2038" y="18331"/>
                </a:cubicBezTo>
                <a:cubicBezTo>
                  <a:pt x="1074" y="13022"/>
                  <a:pt x="1074" y="7713"/>
                  <a:pt x="2038" y="2404"/>
                </a:cubicBezTo>
                <a:cubicBezTo>
                  <a:pt x="7711" y="1502"/>
                  <a:pt x="13383" y="1502"/>
                  <a:pt x="19056" y="2404"/>
                </a:cubicBezTo>
                <a:cubicBezTo>
                  <a:pt x="20021" y="7713"/>
                  <a:pt x="20021" y="13022"/>
                  <a:pt x="19056" y="18331"/>
                </a:cubicBezTo>
                <a:moveTo>
                  <a:pt x="20338" y="2005"/>
                </a:moveTo>
                <a:cubicBezTo>
                  <a:pt x="20211" y="1301"/>
                  <a:pt x="19762" y="776"/>
                  <a:pt x="19215" y="689"/>
                </a:cubicBezTo>
                <a:cubicBezTo>
                  <a:pt x="16339" y="232"/>
                  <a:pt x="13423" y="0"/>
                  <a:pt x="10547" y="0"/>
                </a:cubicBezTo>
                <a:cubicBezTo>
                  <a:pt x="7671" y="0"/>
                  <a:pt x="4755" y="232"/>
                  <a:pt x="1879" y="689"/>
                </a:cubicBezTo>
                <a:cubicBezTo>
                  <a:pt x="1332" y="776"/>
                  <a:pt x="883" y="1301"/>
                  <a:pt x="756" y="2005"/>
                </a:cubicBezTo>
                <a:cubicBezTo>
                  <a:pt x="-252" y="7553"/>
                  <a:pt x="-252" y="13181"/>
                  <a:pt x="756" y="18731"/>
                </a:cubicBezTo>
                <a:cubicBezTo>
                  <a:pt x="883" y="19434"/>
                  <a:pt x="1332" y="19959"/>
                  <a:pt x="1879" y="20046"/>
                </a:cubicBezTo>
                <a:cubicBezTo>
                  <a:pt x="3265" y="20266"/>
                  <a:pt x="4660" y="20429"/>
                  <a:pt x="6055" y="20544"/>
                </a:cubicBezTo>
                <a:cubicBezTo>
                  <a:pt x="5979" y="20606"/>
                  <a:pt x="5931" y="20670"/>
                  <a:pt x="5931" y="20735"/>
                </a:cubicBezTo>
                <a:cubicBezTo>
                  <a:pt x="5931" y="21213"/>
                  <a:pt x="7997" y="21599"/>
                  <a:pt x="10547" y="21599"/>
                </a:cubicBezTo>
                <a:cubicBezTo>
                  <a:pt x="13097" y="21599"/>
                  <a:pt x="15164" y="21213"/>
                  <a:pt x="15164" y="20735"/>
                </a:cubicBezTo>
                <a:cubicBezTo>
                  <a:pt x="15164" y="20670"/>
                  <a:pt x="15115" y="20606"/>
                  <a:pt x="15040" y="20544"/>
                </a:cubicBezTo>
                <a:cubicBezTo>
                  <a:pt x="16434" y="20429"/>
                  <a:pt x="17830" y="20266"/>
                  <a:pt x="19215" y="20046"/>
                </a:cubicBezTo>
                <a:cubicBezTo>
                  <a:pt x="19762" y="19959"/>
                  <a:pt x="20211" y="19434"/>
                  <a:pt x="20338" y="18731"/>
                </a:cubicBezTo>
                <a:cubicBezTo>
                  <a:pt x="21347" y="13181"/>
                  <a:pt x="21347" y="7553"/>
                  <a:pt x="20338" y="2005"/>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6" name="AutoShape 142"/>
          <p:cNvSpPr/>
          <p:nvPr/>
        </p:nvSpPr>
        <p:spPr bwMode="auto">
          <a:xfrm>
            <a:off x="2035175" y="1527175"/>
            <a:ext cx="33338" cy="3333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200"/>
                </a:moveTo>
                <a:cubicBezTo>
                  <a:pt x="12779" y="7200"/>
                  <a:pt x="14399" y="8820"/>
                  <a:pt x="14399" y="10800"/>
                </a:cubicBezTo>
                <a:cubicBezTo>
                  <a:pt x="14399" y="12779"/>
                  <a:pt x="12779" y="14400"/>
                  <a:pt x="10800" y="14400"/>
                </a:cubicBezTo>
                <a:cubicBezTo>
                  <a:pt x="8820" y="14400"/>
                  <a:pt x="7199" y="12779"/>
                  <a:pt x="7199" y="10800"/>
                </a:cubicBezTo>
                <a:cubicBezTo>
                  <a:pt x="7199" y="8820"/>
                  <a:pt x="8820" y="7200"/>
                  <a:pt x="10800" y="7200"/>
                </a:cubicBezTo>
                <a:moveTo>
                  <a:pt x="10800" y="21599"/>
                </a:moveTo>
                <a:cubicBezTo>
                  <a:pt x="16762" y="21599"/>
                  <a:pt x="21600" y="16762"/>
                  <a:pt x="21600" y="10800"/>
                </a:cubicBezTo>
                <a:cubicBezTo>
                  <a:pt x="21600" y="4837"/>
                  <a:pt x="16762" y="0"/>
                  <a:pt x="10800" y="0"/>
                </a:cubicBezTo>
                <a:cubicBezTo>
                  <a:pt x="4837" y="0"/>
                  <a:pt x="0" y="4837"/>
                  <a:pt x="0" y="10800"/>
                </a:cubicBezTo>
                <a:cubicBezTo>
                  <a:pt x="0" y="16762"/>
                  <a:pt x="4837" y="21599"/>
                  <a:pt x="10800" y="21599"/>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7" name="AutoShape 143"/>
          <p:cNvSpPr/>
          <p:nvPr/>
        </p:nvSpPr>
        <p:spPr bwMode="auto">
          <a:xfrm>
            <a:off x="2024063" y="1673225"/>
            <a:ext cx="44450"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8" name="AutoShape 144"/>
          <p:cNvSpPr/>
          <p:nvPr/>
        </p:nvSpPr>
        <p:spPr bwMode="auto">
          <a:xfrm>
            <a:off x="2035175" y="1639888"/>
            <a:ext cx="44450"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19" name="AutoShape 145"/>
          <p:cNvSpPr/>
          <p:nvPr/>
        </p:nvSpPr>
        <p:spPr bwMode="auto">
          <a:xfrm>
            <a:off x="2035175" y="1606550"/>
            <a:ext cx="44450"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899" y="0"/>
                </a:moveTo>
                <a:lnTo>
                  <a:pt x="2699" y="0"/>
                </a:lnTo>
                <a:cubicBezTo>
                  <a:pt x="1210" y="0"/>
                  <a:pt x="0" y="4841"/>
                  <a:pt x="0" y="10800"/>
                </a:cubicBezTo>
                <a:cubicBezTo>
                  <a:pt x="0" y="16758"/>
                  <a:pt x="1210" y="21599"/>
                  <a:pt x="2699" y="21599"/>
                </a:cubicBezTo>
                <a:lnTo>
                  <a:pt x="18899" y="21599"/>
                </a:lnTo>
                <a:cubicBezTo>
                  <a:pt x="20389" y="21599"/>
                  <a:pt x="21600" y="16758"/>
                  <a:pt x="21600" y="10800"/>
                </a:cubicBezTo>
                <a:cubicBezTo>
                  <a:pt x="21600" y="4841"/>
                  <a:pt x="20389" y="0"/>
                  <a:pt x="18899" y="0"/>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20" name="AutoShape 146"/>
          <p:cNvSpPr/>
          <p:nvPr/>
        </p:nvSpPr>
        <p:spPr bwMode="auto">
          <a:xfrm>
            <a:off x="1844675" y="1560513"/>
            <a:ext cx="66675" cy="47625"/>
          </a:xfrm>
          <a:custGeom>
            <a:avLst/>
            <a:gdLst>
              <a:gd name="T0" fmla="+- 0 10822 44"/>
              <a:gd name="T1" fmla="*/ T0 w 21556"/>
              <a:gd name="T2" fmla="+- 0 10826 53"/>
              <a:gd name="T3" fmla="*/ 10826 h 21547"/>
              <a:gd name="T4" fmla="+- 0 10822 44"/>
              <a:gd name="T5" fmla="*/ T4 w 21556"/>
              <a:gd name="T6" fmla="+- 0 10826 53"/>
              <a:gd name="T7" fmla="*/ 10826 h 21547"/>
              <a:gd name="T8" fmla="+- 0 10822 44"/>
              <a:gd name="T9" fmla="*/ T8 w 21556"/>
              <a:gd name="T10" fmla="+- 0 10826 53"/>
              <a:gd name="T11" fmla="*/ 10826 h 21547"/>
              <a:gd name="T12" fmla="+- 0 10822 44"/>
              <a:gd name="T13" fmla="*/ T12 w 21556"/>
              <a:gd name="T14" fmla="+- 0 10826 53"/>
              <a:gd name="T15" fmla="*/ 10826 h 21547"/>
            </a:gdLst>
            <a:ahLst/>
            <a:cxnLst>
              <a:cxn ang="0">
                <a:pos x="T1" y="T3"/>
              </a:cxn>
              <a:cxn ang="0">
                <a:pos x="T5" y="T7"/>
              </a:cxn>
              <a:cxn ang="0">
                <a:pos x="T9" y="T11"/>
              </a:cxn>
              <a:cxn ang="0">
                <a:pos x="T13" y="T15"/>
              </a:cxn>
            </a:cxnLst>
            <a:rect l="0" t="0" r="r" b="b"/>
            <a:pathLst>
              <a:path w="21556" h="21547">
                <a:moveTo>
                  <a:pt x="19751" y="2"/>
                </a:moveTo>
                <a:lnTo>
                  <a:pt x="3200" y="1845"/>
                </a:lnTo>
                <a:cubicBezTo>
                  <a:pt x="2215" y="2010"/>
                  <a:pt x="1272" y="3284"/>
                  <a:pt x="1106" y="4676"/>
                </a:cubicBezTo>
                <a:lnTo>
                  <a:pt x="1" y="18986"/>
                </a:lnTo>
                <a:cubicBezTo>
                  <a:pt x="-44" y="20398"/>
                  <a:pt x="724" y="21547"/>
                  <a:pt x="1712" y="21547"/>
                </a:cubicBezTo>
                <a:cubicBezTo>
                  <a:pt x="2698" y="21547"/>
                  <a:pt x="3542" y="20398"/>
                  <a:pt x="3582" y="18978"/>
                </a:cubicBezTo>
                <a:lnTo>
                  <a:pt x="4185" y="9251"/>
                </a:lnTo>
                <a:cubicBezTo>
                  <a:pt x="4319" y="7849"/>
                  <a:pt x="5235" y="6592"/>
                  <a:pt x="6220" y="6447"/>
                </a:cubicBezTo>
                <a:lnTo>
                  <a:pt x="19751" y="5128"/>
                </a:lnTo>
                <a:cubicBezTo>
                  <a:pt x="20743" y="5078"/>
                  <a:pt x="21556" y="3884"/>
                  <a:pt x="21556" y="2467"/>
                </a:cubicBezTo>
                <a:cubicBezTo>
                  <a:pt x="21556" y="1055"/>
                  <a:pt x="20743" y="-53"/>
                  <a:pt x="19751" y="2"/>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nvGrpSpPr>
          <p:cNvPr id="221" name="组合 220"/>
          <p:cNvGrpSpPr/>
          <p:nvPr/>
        </p:nvGrpSpPr>
        <p:grpSpPr>
          <a:xfrm>
            <a:off x="1035050" y="1447800"/>
            <a:ext cx="360363" cy="315913"/>
            <a:chOff x="1035050" y="1447800"/>
            <a:chExt cx="360363" cy="315913"/>
          </a:xfrm>
          <a:solidFill>
            <a:schemeClr val="tx1"/>
          </a:solidFill>
        </p:grpSpPr>
        <p:sp>
          <p:nvSpPr>
            <p:cNvPr id="222" name="AutoShape 147"/>
            <p:cNvSpPr/>
            <p:nvPr/>
          </p:nvSpPr>
          <p:spPr bwMode="auto">
            <a:xfrm>
              <a:off x="1035050" y="1447800"/>
              <a:ext cx="360363" cy="315913"/>
            </a:xfrm>
            <a:custGeom>
              <a:avLst/>
              <a:gdLst>
                <a:gd name="T0" fmla="+- 0 10800 597"/>
                <a:gd name="T1" fmla="*/ T0 w 20407"/>
                <a:gd name="T2" fmla="+- 0 11028 672"/>
                <a:gd name="T3" fmla="*/ 11028 h 20712"/>
                <a:gd name="T4" fmla="+- 0 10800 597"/>
                <a:gd name="T5" fmla="*/ T4 w 20407"/>
                <a:gd name="T6" fmla="+- 0 11028 672"/>
                <a:gd name="T7" fmla="*/ 11028 h 20712"/>
                <a:gd name="T8" fmla="+- 0 10800 597"/>
                <a:gd name="T9" fmla="*/ T8 w 20407"/>
                <a:gd name="T10" fmla="+- 0 11028 672"/>
                <a:gd name="T11" fmla="*/ 11028 h 20712"/>
                <a:gd name="T12" fmla="+- 0 10800 597"/>
                <a:gd name="T13" fmla="*/ T12 w 20407"/>
                <a:gd name="T14" fmla="+- 0 11028 672"/>
                <a:gd name="T15" fmla="*/ 11028 h 20712"/>
              </a:gdLst>
              <a:ahLst/>
              <a:cxnLst>
                <a:cxn ang="0">
                  <a:pos x="T1" y="T3"/>
                </a:cxn>
                <a:cxn ang="0">
                  <a:pos x="T5" y="T7"/>
                </a:cxn>
                <a:cxn ang="0">
                  <a:pos x="T9" y="T11"/>
                </a:cxn>
                <a:cxn ang="0">
                  <a:pos x="T13" y="T15"/>
                </a:cxn>
              </a:cxnLst>
              <a:rect l="0" t="0" r="r" b="b"/>
              <a:pathLst>
                <a:path w="20407" h="20712">
                  <a:moveTo>
                    <a:pt x="17706" y="10922"/>
                  </a:moveTo>
                  <a:lnTo>
                    <a:pt x="10657" y="19017"/>
                  </a:lnTo>
                  <a:cubicBezTo>
                    <a:pt x="10407" y="19305"/>
                    <a:pt x="9998" y="19305"/>
                    <a:pt x="9748" y="19017"/>
                  </a:cubicBezTo>
                  <a:lnTo>
                    <a:pt x="2699" y="10922"/>
                  </a:lnTo>
                  <a:cubicBezTo>
                    <a:pt x="817" y="8762"/>
                    <a:pt x="817" y="5247"/>
                    <a:pt x="2699" y="3087"/>
                  </a:cubicBezTo>
                  <a:cubicBezTo>
                    <a:pt x="4512" y="1004"/>
                    <a:pt x="7429" y="931"/>
                    <a:pt x="9338" y="2923"/>
                  </a:cubicBezTo>
                  <a:lnTo>
                    <a:pt x="10202" y="3825"/>
                  </a:lnTo>
                  <a:lnTo>
                    <a:pt x="11067" y="2923"/>
                  </a:lnTo>
                  <a:cubicBezTo>
                    <a:pt x="12976" y="931"/>
                    <a:pt x="15893" y="1004"/>
                    <a:pt x="17706" y="3087"/>
                  </a:cubicBezTo>
                  <a:cubicBezTo>
                    <a:pt x="19588" y="5247"/>
                    <a:pt x="19588" y="8762"/>
                    <a:pt x="17706" y="10922"/>
                  </a:cubicBezTo>
                  <a:moveTo>
                    <a:pt x="18616" y="2043"/>
                  </a:moveTo>
                  <a:cubicBezTo>
                    <a:pt x="16301" y="-617"/>
                    <a:pt x="12601" y="-672"/>
                    <a:pt x="10202" y="1830"/>
                  </a:cubicBezTo>
                  <a:cubicBezTo>
                    <a:pt x="7805" y="-672"/>
                    <a:pt x="4104" y="-617"/>
                    <a:pt x="1789" y="2043"/>
                  </a:cubicBezTo>
                  <a:cubicBezTo>
                    <a:pt x="-597" y="4783"/>
                    <a:pt x="-597" y="9226"/>
                    <a:pt x="1789" y="11967"/>
                  </a:cubicBezTo>
                  <a:cubicBezTo>
                    <a:pt x="2470" y="12750"/>
                    <a:pt x="8838" y="20061"/>
                    <a:pt x="8838" y="20061"/>
                  </a:cubicBezTo>
                  <a:cubicBezTo>
                    <a:pt x="9592" y="20928"/>
                    <a:pt x="10812" y="20928"/>
                    <a:pt x="11567" y="20061"/>
                  </a:cubicBezTo>
                  <a:cubicBezTo>
                    <a:pt x="11567" y="20061"/>
                    <a:pt x="18539" y="12056"/>
                    <a:pt x="18616" y="11967"/>
                  </a:cubicBezTo>
                  <a:cubicBezTo>
                    <a:pt x="21003" y="9226"/>
                    <a:pt x="21003" y="4783"/>
                    <a:pt x="18616" y="2043"/>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
          <p:nvSpPr>
            <p:cNvPr id="223" name="AutoShape 148"/>
            <p:cNvSpPr/>
            <p:nvPr/>
          </p:nvSpPr>
          <p:spPr bwMode="auto">
            <a:xfrm>
              <a:off x="1092200" y="1504950"/>
              <a:ext cx="52388" cy="52388"/>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326" y="0"/>
                  </a:moveTo>
                  <a:cubicBezTo>
                    <a:pt x="19317" y="0"/>
                    <a:pt x="19317" y="4"/>
                    <a:pt x="19308" y="4"/>
                  </a:cubicBezTo>
                  <a:cubicBezTo>
                    <a:pt x="8643" y="13"/>
                    <a:pt x="0" y="8659"/>
                    <a:pt x="0" y="19326"/>
                  </a:cubicBezTo>
                  <a:cubicBezTo>
                    <a:pt x="0" y="20580"/>
                    <a:pt x="1019" y="21600"/>
                    <a:pt x="2273" y="21600"/>
                  </a:cubicBezTo>
                  <a:cubicBezTo>
                    <a:pt x="3528" y="21600"/>
                    <a:pt x="4547" y="20580"/>
                    <a:pt x="4547" y="19326"/>
                  </a:cubicBezTo>
                  <a:lnTo>
                    <a:pt x="4547" y="19321"/>
                  </a:lnTo>
                  <a:cubicBezTo>
                    <a:pt x="4547" y="11164"/>
                    <a:pt x="11164" y="4547"/>
                    <a:pt x="19321" y="4547"/>
                  </a:cubicBezTo>
                  <a:lnTo>
                    <a:pt x="19326" y="4547"/>
                  </a:lnTo>
                  <a:cubicBezTo>
                    <a:pt x="20580" y="4547"/>
                    <a:pt x="21599" y="3528"/>
                    <a:pt x="21599" y="2273"/>
                  </a:cubicBezTo>
                  <a:cubicBezTo>
                    <a:pt x="21599" y="1019"/>
                    <a:pt x="20580" y="0"/>
                    <a:pt x="19326" y="0"/>
                  </a:cubicBezTo>
                </a:path>
              </a:pathLst>
            </a:custGeom>
            <a:grp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grpSp>
      <p:sp>
        <p:nvSpPr>
          <p:cNvPr id="224" name="AutoShape 149"/>
          <p:cNvSpPr/>
          <p:nvPr/>
        </p:nvSpPr>
        <p:spPr bwMode="auto">
          <a:xfrm>
            <a:off x="317500" y="1471613"/>
            <a:ext cx="358775" cy="257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537" y="19720"/>
                </a:moveTo>
                <a:lnTo>
                  <a:pt x="16537" y="19721"/>
                </a:lnTo>
                <a:lnTo>
                  <a:pt x="4387" y="19721"/>
                </a:lnTo>
                <a:cubicBezTo>
                  <a:pt x="2713" y="19720"/>
                  <a:pt x="1350" y="17824"/>
                  <a:pt x="1350" y="15494"/>
                </a:cubicBezTo>
                <a:cubicBezTo>
                  <a:pt x="1350" y="13992"/>
                  <a:pt x="1918" y="12635"/>
                  <a:pt x="2871" y="11862"/>
                </a:cubicBezTo>
                <a:cubicBezTo>
                  <a:pt x="3797" y="11123"/>
                  <a:pt x="3860" y="10975"/>
                  <a:pt x="3472" y="9647"/>
                </a:cubicBezTo>
                <a:cubicBezTo>
                  <a:pt x="3406" y="9374"/>
                  <a:pt x="3375" y="9136"/>
                  <a:pt x="3375" y="8921"/>
                </a:cubicBezTo>
                <a:cubicBezTo>
                  <a:pt x="3375" y="7626"/>
                  <a:pt x="4131" y="6573"/>
                  <a:pt x="5062" y="6573"/>
                </a:cubicBezTo>
                <a:cubicBezTo>
                  <a:pt x="5062" y="6573"/>
                  <a:pt x="5505" y="6529"/>
                  <a:pt x="5976" y="6789"/>
                </a:cubicBezTo>
                <a:cubicBezTo>
                  <a:pt x="6750" y="7219"/>
                  <a:pt x="6834" y="6808"/>
                  <a:pt x="7200" y="5701"/>
                </a:cubicBezTo>
                <a:cubicBezTo>
                  <a:pt x="7974" y="3380"/>
                  <a:pt x="9652" y="1878"/>
                  <a:pt x="11475" y="1878"/>
                </a:cubicBezTo>
                <a:cubicBezTo>
                  <a:pt x="13905" y="1878"/>
                  <a:pt x="15914" y="4435"/>
                  <a:pt x="16148" y="7826"/>
                </a:cubicBezTo>
                <a:cubicBezTo>
                  <a:pt x="16231" y="9171"/>
                  <a:pt x="16231" y="9171"/>
                  <a:pt x="17239" y="9491"/>
                </a:cubicBezTo>
                <a:cubicBezTo>
                  <a:pt x="18984" y="9955"/>
                  <a:pt x="20250" y="12085"/>
                  <a:pt x="20250" y="14555"/>
                </a:cubicBezTo>
                <a:cubicBezTo>
                  <a:pt x="20250" y="17404"/>
                  <a:pt x="18585" y="19720"/>
                  <a:pt x="16537" y="19720"/>
                </a:cubicBezTo>
                <a:moveTo>
                  <a:pt x="17492" y="7647"/>
                </a:moveTo>
                <a:cubicBezTo>
                  <a:pt x="17196" y="3362"/>
                  <a:pt x="14632" y="0"/>
                  <a:pt x="11475" y="0"/>
                </a:cubicBezTo>
                <a:cubicBezTo>
                  <a:pt x="9031" y="0"/>
                  <a:pt x="6939" y="2017"/>
                  <a:pt x="5976" y="4911"/>
                </a:cubicBezTo>
                <a:cubicBezTo>
                  <a:pt x="5685" y="4784"/>
                  <a:pt x="5383" y="4695"/>
                  <a:pt x="5062" y="4695"/>
                </a:cubicBezTo>
                <a:cubicBezTo>
                  <a:pt x="3385" y="4695"/>
                  <a:pt x="2025" y="6589"/>
                  <a:pt x="2025" y="8921"/>
                </a:cubicBezTo>
                <a:cubicBezTo>
                  <a:pt x="2025" y="9385"/>
                  <a:pt x="2092" y="9824"/>
                  <a:pt x="2191" y="10240"/>
                </a:cubicBezTo>
                <a:cubicBezTo>
                  <a:pt x="886" y="11298"/>
                  <a:pt x="0" y="13242"/>
                  <a:pt x="0" y="15494"/>
                </a:cubicBezTo>
                <a:cubicBezTo>
                  <a:pt x="0" y="18866"/>
                  <a:pt x="1964" y="21599"/>
                  <a:pt x="4387" y="21599"/>
                </a:cubicBezTo>
                <a:lnTo>
                  <a:pt x="4387" y="21600"/>
                </a:lnTo>
                <a:lnTo>
                  <a:pt x="16537" y="21600"/>
                </a:lnTo>
                <a:lnTo>
                  <a:pt x="16537" y="21599"/>
                </a:lnTo>
                <a:cubicBezTo>
                  <a:pt x="19334" y="21599"/>
                  <a:pt x="21599" y="18446"/>
                  <a:pt x="21599" y="14555"/>
                </a:cubicBezTo>
                <a:cubicBezTo>
                  <a:pt x="21599" y="11120"/>
                  <a:pt x="19831" y="8269"/>
                  <a:pt x="17492" y="7647"/>
                </a:cubicBezTo>
              </a:path>
            </a:pathLst>
          </a:custGeom>
          <a:solidFill>
            <a:schemeClr val="tx1"/>
          </a:solidFill>
          <a:ln>
            <a:noFill/>
          </a:ln>
          <a:effec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panose="020B0503020204020204" pitchFamily="34" charset="-122"/>
              <a:cs typeface="+mn-cs"/>
              <a:sym typeface="Gill Sans"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47664" y="3327834"/>
            <a:ext cx="6768753" cy="16201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a:ea typeface="+mn-ea"/>
                <a:cs typeface="+mn-cs"/>
              </a:defRPr>
            </a:lvl1pPr>
            <a:lvl2pPr marL="457200" algn="l" defTabSz="914400" rtl="0" eaLnBrk="1" latinLnBrk="0" hangingPunct="1">
              <a:defRPr sz="1800" kern="1200">
                <a:solidFill>
                  <a:srgbClr val="FFFFFF"/>
                </a:solidFill>
                <a:latin typeface="Calibri"/>
                <a:ea typeface="+mn-ea"/>
                <a:cs typeface="+mn-cs"/>
              </a:defRPr>
            </a:lvl2pPr>
            <a:lvl3pPr marL="914400" algn="l" defTabSz="914400" rtl="0" eaLnBrk="1" latinLnBrk="0" hangingPunct="1">
              <a:defRPr sz="1800" kern="1200">
                <a:solidFill>
                  <a:srgbClr val="FFFFFF"/>
                </a:solidFill>
                <a:latin typeface="Calibri"/>
                <a:ea typeface="+mn-ea"/>
                <a:cs typeface="+mn-cs"/>
              </a:defRPr>
            </a:lvl3pPr>
            <a:lvl4pPr marL="1371600" algn="l" defTabSz="914400" rtl="0" eaLnBrk="1" latinLnBrk="0" hangingPunct="1">
              <a:defRPr sz="1800" kern="1200">
                <a:solidFill>
                  <a:srgbClr val="FFFFFF"/>
                </a:solidFill>
                <a:latin typeface="Calibri"/>
                <a:ea typeface="+mn-ea"/>
                <a:cs typeface="+mn-cs"/>
              </a:defRPr>
            </a:lvl4pPr>
            <a:lvl5pPr marL="1828800" algn="l" defTabSz="914400" rtl="0" eaLnBrk="1" latinLnBrk="0" hangingPunct="1">
              <a:defRPr sz="1800" kern="1200">
                <a:solidFill>
                  <a:srgbClr val="FFFFFF"/>
                </a:solidFill>
                <a:latin typeface="Calibri"/>
                <a:ea typeface="+mn-ea"/>
                <a:cs typeface="+mn-cs"/>
              </a:defRPr>
            </a:lvl5pPr>
            <a:lvl6pPr marL="2286000" algn="l" defTabSz="914400" rtl="0" eaLnBrk="1" latinLnBrk="0" hangingPunct="1">
              <a:defRPr sz="1800" kern="1200">
                <a:solidFill>
                  <a:srgbClr val="FFFFFF"/>
                </a:solidFill>
                <a:latin typeface="Calibri"/>
                <a:ea typeface="+mn-ea"/>
                <a:cs typeface="+mn-cs"/>
              </a:defRPr>
            </a:lvl6pPr>
            <a:lvl7pPr marL="2743200" algn="l" defTabSz="914400" rtl="0" eaLnBrk="1" latinLnBrk="0" hangingPunct="1">
              <a:defRPr sz="1800" kern="1200">
                <a:solidFill>
                  <a:srgbClr val="FFFFFF"/>
                </a:solidFill>
                <a:latin typeface="Calibri"/>
                <a:ea typeface="+mn-ea"/>
                <a:cs typeface="+mn-cs"/>
              </a:defRPr>
            </a:lvl7pPr>
            <a:lvl8pPr marL="3200400" algn="l" defTabSz="914400" rtl="0" eaLnBrk="1" latinLnBrk="0" hangingPunct="1">
              <a:defRPr sz="1800" kern="1200">
                <a:solidFill>
                  <a:srgbClr val="FFFFFF"/>
                </a:solidFill>
                <a:latin typeface="Calibri"/>
                <a:ea typeface="+mn-ea"/>
                <a:cs typeface="+mn-cs"/>
              </a:defRPr>
            </a:lvl8pPr>
            <a:lvl9pPr marL="3657600" algn="l" defTabSz="914400" rtl="0" eaLnBrk="1" latinLnBrk="0" hangingPunct="1">
              <a:defRPr sz="1800" kern="1200">
                <a:solidFill>
                  <a:srgbClr val="FFFFFF"/>
                </a:solidFill>
                <a:latin typeface="Calibri"/>
                <a:ea typeface="+mn-ea"/>
                <a:cs typeface="+mn-cs"/>
              </a:defRPr>
            </a:lvl9pPr>
          </a:lstStyle>
          <a:p>
            <a:r>
              <a:rPr lang="en-US" altLang="zh-CN" sz="1100">
                <a:solidFill>
                  <a:srgbClr val="EEECE1">
                    <a:lumMod val="25000"/>
                  </a:srgbClr>
                </a:solidFill>
                <a:latin typeface="微软雅黑" panose="020B0503020204020204" pitchFamily="34" charset="-122"/>
                <a:ea typeface="微软雅黑" panose="020B0503020204020204" pitchFamily="34" charset="-122"/>
              </a:rPr>
              <a:t>PPT</a:t>
            </a:r>
            <a:r>
              <a:rPr lang="zh-CN" altLang="en-US" sz="110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r>
              <a:rPr lang="zh-CN" altLang="en-US" sz="110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a:solidFill>
                  <a:srgbClr val="EEECE1">
                    <a:lumMod val="25000"/>
                  </a:srgbClr>
                </a:solidFill>
                <a:latin typeface="微软雅黑" panose="020B0503020204020204" pitchFamily="34" charset="-122"/>
                <a:ea typeface="微软雅黑" panose="020B0503020204020204" pitchFamily="34" charset="-122"/>
              </a:rPr>
              <a:t>PPT</a:t>
            </a:r>
            <a:r>
              <a:rPr lang="zh-CN" altLang="en-US" sz="110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a:solidFill>
                  <a:srgbClr val="EEECE1">
                    <a:lumMod val="25000"/>
                  </a:srgbClr>
                </a:solidFill>
                <a:latin typeface="微软雅黑" panose="020B0503020204020204" pitchFamily="34" charset="-122"/>
                <a:ea typeface="微软雅黑" panose="020B0503020204020204" pitchFamily="34" charset="-122"/>
              </a:rPr>
              <a:t>PPT</a:t>
            </a:r>
            <a:r>
              <a:rPr lang="zh-CN" altLang="en-US" sz="110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a:solidFill>
                  <a:srgbClr val="EEECE1">
                    <a:lumMod val="25000"/>
                  </a:srgbClr>
                </a:solidFill>
                <a:latin typeface="微软雅黑" panose="020B0503020204020204" pitchFamily="34" charset="-122"/>
                <a:ea typeface="微软雅黑" panose="020B0503020204020204" pitchFamily="34" charset="-122"/>
              </a:rPr>
              <a:t>                          PPT</a:t>
            </a:r>
            <a:r>
              <a:rPr lang="zh-CN" altLang="en-US" sz="110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a:solidFill>
                  <a:srgbClr val="EEECE1">
                    <a:lumMod val="25000"/>
                  </a:srgbClr>
                </a:solidFill>
                <a:latin typeface="微软雅黑" panose="020B0503020204020204" pitchFamily="34" charset="-122"/>
                <a:ea typeface="微软雅黑" panose="020B0503020204020204" pitchFamily="34" charset="-122"/>
              </a:rPr>
              <a:t>PPT</a:t>
            </a:r>
            <a:r>
              <a:rPr lang="zh-CN" altLang="en-US" sz="110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a:solidFill>
                  <a:srgbClr val="EEECE1">
                    <a:lumMod val="25000"/>
                  </a:srgbClr>
                </a:solidFill>
                <a:latin typeface="微软雅黑" panose="020B0503020204020204" pitchFamily="34" charset="-122"/>
                <a:ea typeface="微软雅黑" panose="020B0503020204020204" pitchFamily="34" charset="-122"/>
              </a:rPr>
              <a:t>                     PPT</a:t>
            </a:r>
            <a:r>
              <a:rPr lang="zh-CN" altLang="en-US" sz="110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a:solidFill>
                  <a:srgbClr val="EEECE1">
                    <a:lumMod val="25000"/>
                  </a:srgbClr>
                </a:solidFill>
                <a:latin typeface="微软雅黑" panose="020B0503020204020204" pitchFamily="34" charset="-122"/>
                <a:ea typeface="微软雅黑" panose="020B0503020204020204" pitchFamily="34" charset="-122"/>
              </a:rPr>
              <a:t>PPT</a:t>
            </a:r>
            <a:r>
              <a:rPr lang="zh-CN" altLang="en-US" sz="110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a:solidFill>
                  <a:srgbClr val="EEECE1">
                    <a:lumMod val="25000"/>
                  </a:srgbClr>
                </a:solidFill>
                <a:latin typeface="微软雅黑" panose="020B0503020204020204" pitchFamily="34" charset="-122"/>
                <a:ea typeface="微软雅黑" panose="020B0503020204020204" pitchFamily="34" charset="-122"/>
              </a:rPr>
              <a:t>                       PPT</a:t>
            </a:r>
            <a:r>
              <a:rPr lang="zh-CN" altLang="en-US" sz="110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a:solidFill>
                  <a:srgbClr val="EEECE1">
                    <a:lumMod val="25000"/>
                  </a:srgbClr>
                </a:solidFill>
                <a:latin typeface="微软雅黑" panose="020B0503020204020204" pitchFamily="34" charset="-122"/>
                <a:ea typeface="微软雅黑" panose="020B0503020204020204" pitchFamily="34" charset="-122"/>
              </a:rPr>
              <a:t>Word</a:t>
            </a:r>
            <a:r>
              <a:rPr lang="zh-CN" altLang="en-US" sz="110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a:solidFill>
                  <a:srgbClr val="EEECE1">
                    <a:lumMod val="25000"/>
                  </a:srgbClr>
                </a:solidFill>
                <a:latin typeface="微软雅黑" panose="020B0503020204020204" pitchFamily="34" charset="-122"/>
                <a:ea typeface="微软雅黑" panose="020B0503020204020204" pitchFamily="34" charset="-122"/>
              </a:rPr>
              <a:t>                         PPT</a:t>
            </a:r>
            <a:r>
              <a:rPr lang="zh-CN" altLang="en-US" sz="110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r>
              <a:rPr lang="zh-CN" altLang="en-US" sz="110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r>
              <a:rPr lang="zh-CN" altLang="en-US" sz="110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248707"/>
            <a:ext cx="9144000" cy="1025122"/>
          </a:xfrm>
          <a:prstGeom prst="rect">
            <a:avLst/>
          </a:prstGeom>
          <a:solidFill>
            <a:schemeClr val="tx2">
              <a:lumMod val="75000"/>
            </a:schemeClr>
          </a:solidFill>
          <a:ln w="9525">
            <a:noFill/>
            <a:miter lim="800000"/>
          </a:ln>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sz="1800" kern="0">
              <a:solidFill>
                <a:srgbClr val="005397"/>
              </a:solidFill>
              <a:latin typeface="Arial"/>
              <a:ea typeface="微软雅黑" panose="020B0503020204020204" pitchFamily="34" charset="-122"/>
            </a:endParaRPr>
          </a:p>
        </p:txBody>
      </p:sp>
      <p:sp>
        <p:nvSpPr>
          <p:cNvPr id="15" name="Rectangle 3"/>
          <p:cNvSpPr>
            <a:spLocks noChangeArrowheads="1"/>
          </p:cNvSpPr>
          <p:nvPr/>
        </p:nvSpPr>
        <p:spPr bwMode="auto">
          <a:xfrm>
            <a:off x="405188" y="2323015"/>
            <a:ext cx="4103688" cy="896813"/>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1800" b="1" kern="0">
                <a:solidFill>
                  <a:prstClr val="white"/>
                </a:solidFill>
                <a:latin typeface="微软雅黑" panose="020B0503020204020204" pitchFamily="34" charset="-122"/>
                <a:ea typeface="微软雅黑" panose="020B0503020204020204" pitchFamily="34" charset="-122"/>
              </a:rPr>
              <a:t>可以在下列情况使用</a:t>
            </a:r>
            <a:endParaRPr lang="zh-CN" altLang="en-US" sz="1100"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100" kern="0">
                <a:solidFill>
                  <a:prstClr val="white"/>
                </a:solidFill>
                <a:latin typeface="微软雅黑" panose="020B0503020204020204" pitchFamily="34" charset="-122"/>
                <a:ea typeface="微软雅黑" panose="020B0503020204020204" pitchFamily="34" charset="-122"/>
              </a:rPr>
              <a:t>个人学习、研究。</a:t>
            </a:r>
          </a:p>
          <a:p>
            <a:pPr>
              <a:lnSpc>
                <a:spcPct val="150000"/>
              </a:lnSpc>
              <a:buClr>
                <a:srgbClr val="5B8CC1"/>
              </a:buClr>
              <a:buFont typeface="Wingdings" panose="05000000000000000000" pitchFamily="2" charset="2"/>
              <a:buChar char="n"/>
              <a:defRPr/>
            </a:pPr>
            <a:r>
              <a:rPr lang="zh-CN" altLang="en-US" sz="1100" kern="0">
                <a:solidFill>
                  <a:prstClr val="white"/>
                </a:solidFill>
                <a:latin typeface="微软雅黑" panose="020B0503020204020204" pitchFamily="34" charset="-122"/>
                <a:ea typeface="微软雅黑" panose="020B0503020204020204" pitchFamily="34" charset="-122"/>
              </a:rPr>
              <a:t>拷贝模板中的内容用于其它幻灯片母版中使用。</a:t>
            </a:r>
          </a:p>
        </p:txBody>
      </p:sp>
      <p:sp>
        <p:nvSpPr>
          <p:cNvPr id="16" name="Rectangle 4"/>
          <p:cNvSpPr>
            <a:spLocks noChangeArrowheads="1"/>
          </p:cNvSpPr>
          <p:nvPr/>
        </p:nvSpPr>
        <p:spPr bwMode="auto">
          <a:xfrm>
            <a:off x="4580880" y="2323015"/>
            <a:ext cx="4103688" cy="896813"/>
          </a:xfrm>
          <a:prstGeom prst="rect">
            <a:avLst/>
          </a:prstGeom>
          <a:noFill/>
          <a:ln w="3175" algn="ctr">
            <a:noFill/>
            <a:prstDash val="dash"/>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20000"/>
              </a:spcBef>
              <a:buClr>
                <a:srgbClr val="5B8CC1"/>
              </a:buClr>
              <a:buFont typeface="Wingdings" panose="05000000000000000000" pitchFamily="2" charset="2"/>
              <a:buNone/>
              <a:defRPr/>
            </a:pPr>
            <a:r>
              <a:rPr lang="zh-CN" altLang="en-US" sz="1800" b="1" kern="0">
                <a:solidFill>
                  <a:prstClr val="white"/>
                </a:solidFill>
                <a:latin typeface="微软雅黑" panose="020B0503020204020204" pitchFamily="34" charset="-122"/>
                <a:ea typeface="微软雅黑" panose="020B0503020204020204" pitchFamily="34" charset="-122"/>
              </a:rPr>
              <a:t>不可以在以下情况使用</a:t>
            </a:r>
            <a:endParaRPr lang="zh-CN" altLang="en-US" sz="1000" b="1" kern="0">
              <a:solidFill>
                <a:prstClr val="white"/>
              </a:solidFill>
              <a:latin typeface="微软雅黑" panose="020B0503020204020204" pitchFamily="34" charset="-122"/>
              <a:ea typeface="微软雅黑" panose="020B0503020204020204" pitchFamily="34" charset="-122"/>
            </a:endParaRPr>
          </a:p>
          <a:p>
            <a:pPr>
              <a:lnSpc>
                <a:spcPct val="150000"/>
              </a:lnSpc>
              <a:buClr>
                <a:srgbClr val="5B8CC1"/>
              </a:buClr>
              <a:buFont typeface="Wingdings" panose="05000000000000000000" pitchFamily="2" charset="2"/>
              <a:buChar char="n"/>
              <a:defRPr/>
            </a:pPr>
            <a:r>
              <a:rPr lang="zh-CN" altLang="en-US" sz="1100" kern="0">
                <a:solidFill>
                  <a:prstClr val="white"/>
                </a:solidFill>
                <a:latin typeface="微软雅黑" panose="020B0503020204020204" pitchFamily="34" charset="-122"/>
                <a:ea typeface="微软雅黑" panose="020B0503020204020204" pitchFamily="34" charset="-122"/>
              </a:rPr>
              <a:t>任何形式的在线付费下载。</a:t>
            </a:r>
          </a:p>
          <a:p>
            <a:pPr>
              <a:lnSpc>
                <a:spcPct val="150000"/>
              </a:lnSpc>
              <a:buClr>
                <a:srgbClr val="5B8CC1"/>
              </a:buClr>
              <a:buFont typeface="Wingdings" panose="05000000000000000000" pitchFamily="2" charset="2"/>
              <a:buChar char="n"/>
              <a:defRPr/>
            </a:pPr>
            <a:r>
              <a:rPr lang="zh-CN" altLang="en-US" sz="1100" kern="0">
                <a:solidFill>
                  <a:prstClr val="white"/>
                </a:solidFill>
                <a:latin typeface="微软雅黑" panose="020B0503020204020204" pitchFamily="34" charset="-122"/>
                <a:ea typeface="微软雅黑" panose="020B0503020204020204" pitchFamily="34" charset="-122"/>
              </a:rPr>
              <a:t>网络转载、线上线下传播。</a:t>
            </a:r>
            <a:endParaRPr lang="zh-CN" altLang="en-GB" sz="1100" kern="0">
              <a:solidFill>
                <a:prstClr val="white"/>
              </a:solidFill>
              <a:latin typeface="微软雅黑" panose="020B0503020204020204" pitchFamily="34" charset="-122"/>
              <a:ea typeface="微软雅黑" panose="020B0503020204020204"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tretch>
            <a:fillRect/>
          </a:stretch>
        </p:blipFill>
        <p:spPr bwMode="auto">
          <a:xfrm>
            <a:off x="1460536" y="-303379"/>
            <a:ext cx="5919787" cy="2552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墨迹 6"/>
          <p:cNvPicPr/>
          <p:nvPr/>
        </p:nvPicPr>
        <p:blipFill>
          <a:blip r:embed="rId19"/>
          <a:stretch>
            <a:fillRect/>
          </a:stretch>
        </p:blipFill>
        <p:spPr>
          <a:xfrm>
            <a:off x="-1286677" y="471795"/>
            <a:ext cx="36000" cy="16200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jb3VudCI6MywiaGRpZCI6IjBlMzU2ZGM5ZDQ4OGQ5NTgzOTYzNGRjNWVjM2YyNTY2IiwidXNlckNvdW50IjoxfQ=="/>
  <p:tag name="KSO_WPP_MARK_KEY" val="b09ac43a-ee94-491b-aba6-348f93d1e5c6"/>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ags/tag5.xml><?xml version="1.0" encoding="utf-8"?>
<p:tagLst xmlns:a="http://schemas.openxmlformats.org/drawingml/2006/main" xmlns:r="http://schemas.openxmlformats.org/officeDocument/2006/relationships" xmlns:p="http://schemas.openxmlformats.org/presentationml/2006/main">
  <p:tag name="PA" val="v4.1.3"/>
</p:tagLst>
</file>

<file path=ppt/tags/tag6.xml><?xml version="1.0" encoding="utf-8"?>
<p:tagLst xmlns:a="http://schemas.openxmlformats.org/drawingml/2006/main" xmlns:r="http://schemas.openxmlformats.org/officeDocument/2006/relationships" xmlns:p="http://schemas.openxmlformats.org/presentationml/2006/main">
  <p:tag name="PA" val="v4.1.3"/>
</p:tagLst>
</file>

<file path=ppt/tags/tag7.xml><?xml version="1.0" encoding="utf-8"?>
<p:tagLst xmlns:a="http://schemas.openxmlformats.org/drawingml/2006/main" xmlns:r="http://schemas.openxmlformats.org/officeDocument/2006/relationships" xmlns:p="http://schemas.openxmlformats.org/presentationml/2006/main">
  <p:tag name="PA" val="v4.1.3"/>
</p:tagLst>
</file>

<file path=ppt/tags/tag8.xml><?xml version="1.0" encoding="utf-8"?>
<p:tagLst xmlns:a="http://schemas.openxmlformats.org/drawingml/2006/main" xmlns:r="http://schemas.openxmlformats.org/officeDocument/2006/relationships" xmlns:p="http://schemas.openxmlformats.org/presentationml/2006/main">
  <p:tag name="PA" val="v4.1.3"/>
</p:tagLst>
</file>

<file path=ppt/tags/tag9.xml><?xml version="1.0" encoding="utf-8"?>
<p:tagLst xmlns:a="http://schemas.openxmlformats.org/drawingml/2006/main" xmlns:r="http://schemas.openxmlformats.org/officeDocument/2006/relationships" xmlns:p="http://schemas.openxmlformats.org/presentationml/2006/main">
  <p:tag name="PA" val="v4.1.3"/>
</p:tagLst>
</file>

<file path=ppt/tags/tag10.xml><?xml version="1.0" encoding="utf-8"?>
<p:tagLst xmlns:a="http://schemas.openxmlformats.org/drawingml/2006/main" xmlns:r="http://schemas.openxmlformats.org/officeDocument/2006/relationships" xmlns:p="http://schemas.openxmlformats.org/presentationml/2006/main">
  <p:tag name="PA" val="v4.1.3"/>
</p:tagLst>
</file>

<file path=ppt/tags/tag11.xml><?xml version="1.0" encoding="utf-8"?>
<p:tagLst xmlns:a="http://schemas.openxmlformats.org/drawingml/2006/main" xmlns:r="http://schemas.openxmlformats.org/officeDocument/2006/relationships" xmlns:p="http://schemas.openxmlformats.org/presentationml/2006/main">
  <p:tag name="PA" val="v4.1.3"/>
</p:tagLst>
</file>

<file path=ppt/tags/tag12.xml><?xml version="1.0" encoding="utf-8"?>
<p:tagLst xmlns:a="http://schemas.openxmlformats.org/drawingml/2006/main" xmlns:r="http://schemas.openxmlformats.org/officeDocument/2006/relationships" xmlns:p="http://schemas.openxmlformats.org/presentationml/2006/main">
  <p:tag name="PA" val="v4.1.3"/>
</p:tagLst>
</file>

<file path=ppt/tags/tag13.xml><?xml version="1.0" encoding="utf-8"?>
<p:tagLst xmlns:a="http://schemas.openxmlformats.org/drawingml/2006/main" xmlns:r="http://schemas.openxmlformats.org/officeDocument/2006/relationships" xmlns:p="http://schemas.openxmlformats.org/presentationml/2006/main">
  <p:tag name="PA" val="v4.1.3"/>
</p:tagLst>
</file>

<file path=ppt/tags/tag14.xml><?xml version="1.0" encoding="utf-8"?>
<p:tagLst xmlns:a="http://schemas.openxmlformats.org/drawingml/2006/main" xmlns:r="http://schemas.openxmlformats.org/officeDocument/2006/relationships" xmlns:p="http://schemas.openxmlformats.org/presentationml/2006/main">
  <p:tag name="PA" val="v4.1.3"/>
</p:tagLst>
</file>

<file path=ppt/tags/tag15.xml><?xml version="1.0" encoding="utf-8"?>
<p:tagLst xmlns:a="http://schemas.openxmlformats.org/drawingml/2006/main" xmlns:r="http://schemas.openxmlformats.org/officeDocument/2006/relationships" xmlns:p="http://schemas.openxmlformats.org/presentationml/2006/main">
  <p:tag name="PA" val="v4.1.3"/>
</p:tagLst>
</file>

<file path=ppt/tags/tag16.xml><?xml version="1.0" encoding="utf-8"?>
<p:tagLst xmlns:a="http://schemas.openxmlformats.org/drawingml/2006/main" xmlns:r="http://schemas.openxmlformats.org/officeDocument/2006/relationships" xmlns:p="http://schemas.openxmlformats.org/presentationml/2006/main">
  <p:tag name="PA" val="v4.1.3"/>
</p:tagLst>
</file>

<file path=ppt/tags/tag17.xml><?xml version="1.0" encoding="utf-8"?>
<p:tagLst xmlns:a="http://schemas.openxmlformats.org/drawingml/2006/main" xmlns:r="http://schemas.openxmlformats.org/officeDocument/2006/relationships" xmlns:p="http://schemas.openxmlformats.org/presentationml/2006/main">
  <p:tag name="PA" val="v4.1.3"/>
</p:tagLst>
</file>

<file path=ppt/tags/tag18.xml><?xml version="1.0" encoding="utf-8"?>
<p:tagLst xmlns:a="http://schemas.openxmlformats.org/drawingml/2006/main" xmlns:r="http://schemas.openxmlformats.org/officeDocument/2006/relationships" xmlns:p="http://schemas.openxmlformats.org/presentationml/2006/main">
  <p:tag name="PA" val="v4.1.3"/>
</p:tagLst>
</file>

<file path=ppt/tags/tag19.xml><?xml version="1.0" encoding="utf-8"?>
<p:tagLst xmlns:a="http://schemas.openxmlformats.org/drawingml/2006/main" xmlns:r="http://schemas.openxmlformats.org/officeDocument/2006/relationships" xmlns:p="http://schemas.openxmlformats.org/presentationml/2006/main">
  <p:tag name="PA" val="v4.1.3"/>
</p:tagLst>
</file>

<file path=ppt/tags/tag20.xml><?xml version="1.0" encoding="utf-8"?>
<p:tagLst xmlns:a="http://schemas.openxmlformats.org/drawingml/2006/main" xmlns:r="http://schemas.openxmlformats.org/officeDocument/2006/relationships" xmlns:p="http://schemas.openxmlformats.org/presentationml/2006/main">
  <p:tag name="PA" val="v4.1.3"/>
</p:tagLst>
</file>

<file path=ppt/tags/tag21.xml><?xml version="1.0" encoding="utf-8"?>
<p:tagLst xmlns:a="http://schemas.openxmlformats.org/drawingml/2006/main" xmlns:r="http://schemas.openxmlformats.org/officeDocument/2006/relationships" xmlns:p="http://schemas.openxmlformats.org/presentationml/2006/main">
  <p:tag name="PA" val="v4.1.3"/>
</p:tagLst>
</file>

<file path=ppt/tags/tag22.xml><?xml version="1.0" encoding="utf-8"?>
<p:tagLst xmlns:a="http://schemas.openxmlformats.org/drawingml/2006/main" xmlns:r="http://schemas.openxmlformats.org/officeDocument/2006/relationships" xmlns:p="http://schemas.openxmlformats.org/presentationml/2006/main">
  <p:tag name="PA" val="v4.1.3"/>
</p:tagLst>
</file>

<file path=ppt/tags/tag23.xml><?xml version="1.0" encoding="utf-8"?>
<p:tagLst xmlns:a="http://schemas.openxmlformats.org/drawingml/2006/main" xmlns:r="http://schemas.openxmlformats.org/officeDocument/2006/relationships" xmlns:p="http://schemas.openxmlformats.org/presentationml/2006/main">
  <p:tag name="PA" val="v4.1.3"/>
</p:tagLst>
</file>

<file path=ppt/tags/tag24.xml><?xml version="1.0" encoding="utf-8"?>
<p:tagLst xmlns:a="http://schemas.openxmlformats.org/drawingml/2006/main" xmlns:r="http://schemas.openxmlformats.org/officeDocument/2006/relationships" xmlns:p="http://schemas.openxmlformats.org/presentationml/2006/main">
  <p:tag name="PA" val="v4.1.3"/>
</p:tagLst>
</file>

<file path=ppt/tags/tag25.xml><?xml version="1.0" encoding="utf-8"?>
<p:tagLst xmlns:a="http://schemas.openxmlformats.org/drawingml/2006/main" xmlns:r="http://schemas.openxmlformats.org/officeDocument/2006/relationships" xmlns:p="http://schemas.openxmlformats.org/presentationml/2006/main">
  <p:tag name="PA" val="v4.1.3"/>
</p:tagLst>
</file>

<file path=ppt/tags/tag26.xml><?xml version="1.0" encoding="utf-8"?>
<p:tagLst xmlns:a="http://schemas.openxmlformats.org/drawingml/2006/main" xmlns:r="http://schemas.openxmlformats.org/officeDocument/2006/relationships" xmlns:p="http://schemas.openxmlformats.org/presentationml/2006/main">
  <p:tag name="PA" val="v4.1.3"/>
</p:tagLst>
</file>

<file path=ppt/tags/tag27.xml><?xml version="1.0" encoding="utf-8"?>
<p:tagLst xmlns:a="http://schemas.openxmlformats.org/drawingml/2006/main" xmlns:r="http://schemas.openxmlformats.org/officeDocument/2006/relationships" xmlns:p="http://schemas.openxmlformats.org/presentationml/2006/main">
  <p:tag name="PA" val="v4.1.3"/>
</p:tagLst>
</file>

<file path=ppt/tags/tag28.xml><?xml version="1.0" encoding="utf-8"?>
<p:tagLst xmlns:a="http://schemas.openxmlformats.org/drawingml/2006/main" xmlns:r="http://schemas.openxmlformats.org/officeDocument/2006/relationships" xmlns:p="http://schemas.openxmlformats.org/presentationml/2006/main">
  <p:tag name="PA" val="v4.1.3"/>
</p:tagLst>
</file>

<file path=ppt/tags/tag29.xml><?xml version="1.0" encoding="utf-8"?>
<p:tagLst xmlns:a="http://schemas.openxmlformats.org/drawingml/2006/main" xmlns:r="http://schemas.openxmlformats.org/officeDocument/2006/relationships" xmlns:p="http://schemas.openxmlformats.org/presentationml/2006/main">
  <p:tag name="PA" val="v4.1.3"/>
</p:tagLst>
</file>

<file path=ppt/tags/tag30.xml><?xml version="1.0" encoding="utf-8"?>
<p:tagLst xmlns:a="http://schemas.openxmlformats.org/drawingml/2006/main" xmlns:r="http://schemas.openxmlformats.org/officeDocument/2006/relationships" xmlns:p="http://schemas.openxmlformats.org/presentationml/2006/main">
  <p:tag name="PA" val="v4.1.3"/>
</p:tagLst>
</file>

<file path=ppt/tags/tag31.xml><?xml version="1.0" encoding="utf-8"?>
<p:tagLst xmlns:a="http://schemas.openxmlformats.org/drawingml/2006/main" xmlns:r="http://schemas.openxmlformats.org/officeDocument/2006/relationships" xmlns:p="http://schemas.openxmlformats.org/presentationml/2006/main">
  <p:tag name="PA" val="v4.1.3"/>
</p:tagLst>
</file>

<file path=ppt/tags/tag32.xml><?xml version="1.0" encoding="utf-8"?>
<p:tagLst xmlns:a="http://schemas.openxmlformats.org/drawingml/2006/main" xmlns:r="http://schemas.openxmlformats.org/officeDocument/2006/relationships" xmlns:p="http://schemas.openxmlformats.org/presentationml/2006/main">
  <p:tag name="PA" val="v4.1.3"/>
</p:tagLst>
</file>

<file path=ppt/tags/tag33.xml><?xml version="1.0" encoding="utf-8"?>
<p:tagLst xmlns:a="http://schemas.openxmlformats.org/drawingml/2006/main" xmlns:r="http://schemas.openxmlformats.org/officeDocument/2006/relationships" xmlns:p="http://schemas.openxmlformats.org/presentationml/2006/main">
  <p:tag name="PA" val="v4.1.3"/>
</p:tagLst>
</file>

<file path=ppt/tags/tag34.xml><?xml version="1.0" encoding="utf-8"?>
<p:tagLst xmlns:a="http://schemas.openxmlformats.org/drawingml/2006/main" xmlns:r="http://schemas.openxmlformats.org/officeDocument/2006/relationships" xmlns:p="http://schemas.openxmlformats.org/presentationml/2006/main">
  <p:tag name="PA" val="v4.1.3"/>
</p:tagLst>
</file>

<file path=ppt/tags/tag35.xml><?xml version="1.0" encoding="utf-8"?>
<p:tagLst xmlns:a="http://schemas.openxmlformats.org/drawingml/2006/main" xmlns:r="http://schemas.openxmlformats.org/officeDocument/2006/relationships" xmlns:p="http://schemas.openxmlformats.org/presentationml/2006/main">
  <p:tag name="PA" val="v4.1.3"/>
</p:tagLst>
</file>

<file path=ppt/tags/tag36.xml><?xml version="1.0" encoding="utf-8"?>
<p:tagLst xmlns:a="http://schemas.openxmlformats.org/drawingml/2006/main" xmlns:r="http://schemas.openxmlformats.org/officeDocument/2006/relationships" xmlns:p="http://schemas.openxmlformats.org/presentationml/2006/main">
  <p:tag name="PA" val="v4.1.3"/>
</p:tagLst>
</file>

<file path=ppt/tags/tag37.xml><?xml version="1.0" encoding="utf-8"?>
<p:tagLst xmlns:a="http://schemas.openxmlformats.org/drawingml/2006/main" xmlns:r="http://schemas.openxmlformats.org/officeDocument/2006/relationships" xmlns:p="http://schemas.openxmlformats.org/presentationml/2006/main">
  <p:tag name="PA" val="v4.1.3"/>
</p:tagLst>
</file>

<file path=ppt/tags/tag38.xml><?xml version="1.0" encoding="utf-8"?>
<p:tagLst xmlns:a="http://schemas.openxmlformats.org/drawingml/2006/main" xmlns:r="http://schemas.openxmlformats.org/officeDocument/2006/relationships" xmlns:p="http://schemas.openxmlformats.org/presentationml/2006/main">
  <p:tag name="PA" val="v4.1.3"/>
</p:tagLst>
</file>

<file path=ppt/tags/tag39.xml><?xml version="1.0" encoding="utf-8"?>
<p:tagLst xmlns:a="http://schemas.openxmlformats.org/drawingml/2006/main" xmlns:r="http://schemas.openxmlformats.org/officeDocument/2006/relationships" xmlns:p="http://schemas.openxmlformats.org/presentationml/2006/main">
  <p:tag name="PA" val="v4.1.3"/>
</p:tagLst>
</file>

<file path=ppt/tags/tag40.xml><?xml version="1.0" encoding="utf-8"?>
<p:tagLst xmlns:a="http://schemas.openxmlformats.org/drawingml/2006/main" xmlns:r="http://schemas.openxmlformats.org/officeDocument/2006/relationships" xmlns:p="http://schemas.openxmlformats.org/presentationml/2006/main">
  <p:tag name="PA" val="v4.1.3"/>
</p:tagLst>
</file>

<file path=ppt/tags/tag41.xml><?xml version="1.0" encoding="utf-8"?>
<p:tagLst xmlns:a="http://schemas.openxmlformats.org/drawingml/2006/main" xmlns:r="http://schemas.openxmlformats.org/officeDocument/2006/relationships" xmlns:p="http://schemas.openxmlformats.org/presentationml/2006/main">
  <p:tag name="PA" val="v4.1.3"/>
</p:tagLst>
</file>

<file path=ppt/tags/tag42.xml><?xml version="1.0" encoding="utf-8"?>
<p:tagLst xmlns:a="http://schemas.openxmlformats.org/drawingml/2006/main" xmlns:r="http://schemas.openxmlformats.org/officeDocument/2006/relationships" xmlns:p="http://schemas.openxmlformats.org/presentationml/2006/main">
  <p:tag name="PA" val="v4.1.3"/>
</p:tagLst>
</file>

<file path=ppt/tags/tag43.xml><?xml version="1.0" encoding="utf-8"?>
<p:tagLst xmlns:a="http://schemas.openxmlformats.org/drawingml/2006/main" xmlns:r="http://schemas.openxmlformats.org/officeDocument/2006/relationships" xmlns:p="http://schemas.openxmlformats.org/presentationml/2006/main">
  <p:tag name="PA" val="v4.1.3"/>
</p:tagLst>
</file>

<file path=ppt/tags/tag44.xml><?xml version="1.0" encoding="utf-8"?>
<p:tagLst xmlns:a="http://schemas.openxmlformats.org/drawingml/2006/main" xmlns:r="http://schemas.openxmlformats.org/officeDocument/2006/relationships" xmlns:p="http://schemas.openxmlformats.org/presentationml/2006/main">
  <p:tag name="PA" val="v4.1.3"/>
</p:tagLst>
</file>

<file path=ppt/tags/tag45.xml><?xml version="1.0" encoding="utf-8"?>
<p:tagLst xmlns:a="http://schemas.openxmlformats.org/drawingml/2006/main" xmlns:r="http://schemas.openxmlformats.org/officeDocument/2006/relationships" xmlns:p="http://schemas.openxmlformats.org/presentationml/2006/main">
  <p:tag name="PA" val="v4.1.3"/>
</p:tagLst>
</file>

<file path=ppt/tags/tag46.xml><?xml version="1.0" encoding="utf-8"?>
<p:tagLst xmlns:a="http://schemas.openxmlformats.org/drawingml/2006/main" xmlns:r="http://schemas.openxmlformats.org/officeDocument/2006/relationships" xmlns:p="http://schemas.openxmlformats.org/presentationml/2006/main">
  <p:tag name="PA" val="v4.1.3"/>
</p:tagLst>
</file>

<file path=ppt/tags/tag47.xml><?xml version="1.0" encoding="utf-8"?>
<p:tagLst xmlns:a="http://schemas.openxmlformats.org/drawingml/2006/main" xmlns:r="http://schemas.openxmlformats.org/officeDocument/2006/relationships" xmlns:p="http://schemas.openxmlformats.org/presentationml/2006/main">
  <p:tag name="PA" val="v4.1.3"/>
</p:tagLst>
</file>

<file path=ppt/tags/tag48.xml><?xml version="1.0" encoding="utf-8"?>
<p:tagLst xmlns:a="http://schemas.openxmlformats.org/drawingml/2006/main" xmlns:r="http://schemas.openxmlformats.org/officeDocument/2006/relationships" xmlns:p="http://schemas.openxmlformats.org/presentationml/2006/main">
  <p:tag name="PA" val="v4.1.3"/>
</p:tagLst>
</file>

<file path=ppt/tags/tag49.xml><?xml version="1.0" encoding="utf-8"?>
<p:tagLst xmlns:a="http://schemas.openxmlformats.org/drawingml/2006/main" xmlns:r="http://schemas.openxmlformats.org/officeDocument/2006/relationships" xmlns:p="http://schemas.openxmlformats.org/presentationml/2006/main">
  <p:tag name="PA" val="v4.1.3"/>
</p:tagLst>
</file>

<file path=ppt/tags/tag50.xml><?xml version="1.0" encoding="utf-8"?>
<p:tagLst xmlns:a="http://schemas.openxmlformats.org/drawingml/2006/main" xmlns:r="http://schemas.openxmlformats.org/officeDocument/2006/relationships" xmlns:p="http://schemas.openxmlformats.org/presentationml/2006/main">
  <p:tag name="PA" val="v4.1.3"/>
</p:tagLst>
</file>

<file path=ppt/tags/tag51.xml><?xml version="1.0" encoding="utf-8"?>
<p:tagLst xmlns:a="http://schemas.openxmlformats.org/drawingml/2006/main" xmlns:r="http://schemas.openxmlformats.org/officeDocument/2006/relationships" xmlns:p="http://schemas.openxmlformats.org/presentationml/2006/main">
  <p:tag name="PA" val="v4.1.3"/>
</p:tagLst>
</file>

<file path=ppt/tags/tag52.xml><?xml version="1.0" encoding="utf-8"?>
<p:tagLst xmlns:a="http://schemas.openxmlformats.org/drawingml/2006/main" xmlns:r="http://schemas.openxmlformats.org/officeDocument/2006/relationships" xmlns:p="http://schemas.openxmlformats.org/presentationml/2006/main">
  <p:tag name="PA" val="v4.1.3"/>
</p:tagLst>
</file>

<file path=ppt/tags/tag53.xml><?xml version="1.0" encoding="utf-8"?>
<p:tagLst xmlns:a="http://schemas.openxmlformats.org/drawingml/2006/main" xmlns:r="http://schemas.openxmlformats.org/officeDocument/2006/relationships" xmlns:p="http://schemas.openxmlformats.org/presentationml/2006/main">
  <p:tag name="PA" val="v4.1.3"/>
</p:tagLst>
</file>

<file path=ppt/tags/tag54.xml><?xml version="1.0" encoding="utf-8"?>
<p:tagLst xmlns:a="http://schemas.openxmlformats.org/drawingml/2006/main" xmlns:r="http://schemas.openxmlformats.org/officeDocument/2006/relationships" xmlns:p="http://schemas.openxmlformats.org/presentationml/2006/main">
  <p:tag name="PA" val="v4.1.3"/>
</p:tagLst>
</file>

<file path=ppt/tags/tag55.xml><?xml version="1.0" encoding="utf-8"?>
<p:tagLst xmlns:a="http://schemas.openxmlformats.org/drawingml/2006/main" xmlns:r="http://schemas.openxmlformats.org/officeDocument/2006/relationships" xmlns:p="http://schemas.openxmlformats.org/presentationml/2006/main">
  <p:tag name="PA" val="v4.1.3"/>
</p:tagLst>
</file>

<file path=ppt/tags/tag56.xml><?xml version="1.0" encoding="utf-8"?>
<p:tagLst xmlns:a="http://schemas.openxmlformats.org/drawingml/2006/main" xmlns:r="http://schemas.openxmlformats.org/officeDocument/2006/relationships" xmlns:p="http://schemas.openxmlformats.org/presentationml/2006/main">
  <p:tag name="PA" val="v4.1.3"/>
</p:tagLst>
</file>

<file path=ppt/tags/tag57.xml><?xml version="1.0" encoding="utf-8"?>
<p:tagLst xmlns:a="http://schemas.openxmlformats.org/drawingml/2006/main" xmlns:r="http://schemas.openxmlformats.org/officeDocument/2006/relationships" xmlns:p="http://schemas.openxmlformats.org/presentationml/2006/main">
  <p:tag name="PA" val="v4.1.3"/>
</p:tagLst>
</file>

<file path=ppt/tags/tag58.xml><?xml version="1.0" encoding="utf-8"?>
<p:tagLst xmlns:a="http://schemas.openxmlformats.org/drawingml/2006/main" xmlns:r="http://schemas.openxmlformats.org/officeDocument/2006/relationships" xmlns:p="http://schemas.openxmlformats.org/presentationml/2006/main">
  <p:tag name="PA" val="v4.1.3"/>
</p:tagLst>
</file>

<file path=ppt/tags/tag59.xml><?xml version="1.0" encoding="utf-8"?>
<p:tagLst xmlns:a="http://schemas.openxmlformats.org/drawingml/2006/main" xmlns:r="http://schemas.openxmlformats.org/officeDocument/2006/relationships" xmlns:p="http://schemas.openxmlformats.org/presentationml/2006/main">
  <p:tag name="PA" val="v4.1.3"/>
</p:tagLst>
</file>

<file path=ppt/tags/tag60.xml><?xml version="1.0" encoding="utf-8"?>
<p:tagLst xmlns:a="http://schemas.openxmlformats.org/drawingml/2006/main" xmlns:r="http://schemas.openxmlformats.org/officeDocument/2006/relationships" xmlns:p="http://schemas.openxmlformats.org/presentationml/2006/main">
  <p:tag name="PA" val="v4.1.3"/>
</p:tagLst>
</file>

<file path=ppt/tags/tag61.xml><?xml version="1.0" encoding="utf-8"?>
<p:tagLst xmlns:a="http://schemas.openxmlformats.org/drawingml/2006/main" xmlns:r="http://schemas.openxmlformats.org/officeDocument/2006/relationships" xmlns:p="http://schemas.openxmlformats.org/presentationml/2006/main">
  <p:tag name="PA" val="v4.1.3"/>
</p:tagLst>
</file>

<file path=ppt/tags/tag62.xml><?xml version="1.0" encoding="utf-8"?>
<p:tagLst xmlns:a="http://schemas.openxmlformats.org/drawingml/2006/main" xmlns:r="http://schemas.openxmlformats.org/officeDocument/2006/relationships" xmlns:p="http://schemas.openxmlformats.org/presentationml/2006/main">
  <p:tag name="PA" val="v4.1.3"/>
</p:tagLst>
</file>

<file path=ppt/tags/tag63.xml><?xml version="1.0" encoding="utf-8"?>
<p:tagLst xmlns:a="http://schemas.openxmlformats.org/drawingml/2006/main" xmlns:r="http://schemas.openxmlformats.org/officeDocument/2006/relationships" xmlns:p="http://schemas.openxmlformats.org/presentationml/2006/main">
  <p:tag name="PA" val="v4.1.3"/>
</p:tagLst>
</file>

<file path=ppt/tags/tag64.xml><?xml version="1.0" encoding="utf-8"?>
<p:tagLst xmlns:a="http://schemas.openxmlformats.org/drawingml/2006/main" xmlns:r="http://schemas.openxmlformats.org/officeDocument/2006/relationships" xmlns:p="http://schemas.openxmlformats.org/presentationml/2006/main">
  <p:tag name="PA" val="v4.1.3"/>
</p:tagLst>
</file>

<file path=ppt/tags/tag65.xml><?xml version="1.0" encoding="utf-8"?>
<p:tagLst xmlns:a="http://schemas.openxmlformats.org/drawingml/2006/main" xmlns:r="http://schemas.openxmlformats.org/officeDocument/2006/relationships" xmlns:p="http://schemas.openxmlformats.org/presentationml/2006/main">
  <p:tag name="PA" val="v4.1.3"/>
</p:tagLst>
</file>

<file path=ppt/tags/tag66.xml><?xml version="1.0" encoding="utf-8"?>
<p:tagLst xmlns:a="http://schemas.openxmlformats.org/drawingml/2006/main" xmlns:r="http://schemas.openxmlformats.org/officeDocument/2006/relationships" xmlns:p="http://schemas.openxmlformats.org/presentationml/2006/main">
  <p:tag name="PA" val="v4.1.3"/>
</p:tagLst>
</file>

<file path=ppt/tags/tag67.xml><?xml version="1.0" encoding="utf-8"?>
<p:tagLst xmlns:a="http://schemas.openxmlformats.org/drawingml/2006/main" xmlns:r="http://schemas.openxmlformats.org/officeDocument/2006/relationships" xmlns:p="http://schemas.openxmlformats.org/presentationml/2006/main">
  <p:tag name="PA" val="v4.1.3"/>
</p:tagLst>
</file>

<file path=ppt/tags/tag68.xml><?xml version="1.0" encoding="utf-8"?>
<p:tagLst xmlns:a="http://schemas.openxmlformats.org/drawingml/2006/main" xmlns:r="http://schemas.openxmlformats.org/officeDocument/2006/relationships" xmlns:p="http://schemas.openxmlformats.org/presentationml/2006/main">
  <p:tag name="PA" val="v4.1.3"/>
</p:tagLst>
</file>

<file path=ppt/tags/tag69.xml><?xml version="1.0" encoding="utf-8"?>
<p:tagLst xmlns:a="http://schemas.openxmlformats.org/drawingml/2006/main" xmlns:r="http://schemas.openxmlformats.org/officeDocument/2006/relationships" xmlns:p="http://schemas.openxmlformats.org/presentationml/2006/main">
  <p:tag name="PA" val="v4.1.3"/>
</p:tagLst>
</file>

<file path=ppt/tags/tag70.xml><?xml version="1.0" encoding="utf-8"?>
<p:tagLst xmlns:a="http://schemas.openxmlformats.org/drawingml/2006/main" xmlns:r="http://schemas.openxmlformats.org/officeDocument/2006/relationships" xmlns:p="http://schemas.openxmlformats.org/presentationml/2006/main">
  <p:tag name="PA" val="v4.1.3"/>
</p:tagLst>
</file>

<file path=ppt/tags/tag71.xml><?xml version="1.0" encoding="utf-8"?>
<p:tagLst xmlns:a="http://schemas.openxmlformats.org/drawingml/2006/main" xmlns:r="http://schemas.openxmlformats.org/officeDocument/2006/relationships" xmlns:p="http://schemas.openxmlformats.org/presentationml/2006/main">
  <p:tag name="PA" val="v4.1.3"/>
</p:tagLst>
</file>

<file path=ppt/tags/tag72.xml><?xml version="1.0" encoding="utf-8"?>
<p:tagLst xmlns:a="http://schemas.openxmlformats.org/drawingml/2006/main" xmlns:r="http://schemas.openxmlformats.org/officeDocument/2006/relationships" xmlns:p="http://schemas.openxmlformats.org/presentationml/2006/main">
  <p:tag name="PA" val="v4.1.3"/>
</p:tagLst>
</file>

<file path=ppt/tags/tag73.xml><?xml version="1.0" encoding="utf-8"?>
<p:tagLst xmlns:a="http://schemas.openxmlformats.org/drawingml/2006/main" xmlns:r="http://schemas.openxmlformats.org/officeDocument/2006/relationships" xmlns:p="http://schemas.openxmlformats.org/presentationml/2006/main">
  <p:tag name="PA" val="v4.1.3"/>
</p:tagLst>
</file>

<file path=ppt/tags/tag74.xml><?xml version="1.0" encoding="utf-8"?>
<p:tagLst xmlns:a="http://schemas.openxmlformats.org/drawingml/2006/main" xmlns:r="http://schemas.openxmlformats.org/officeDocument/2006/relationships" xmlns:p="http://schemas.openxmlformats.org/presentationml/2006/main">
  <p:tag name="PA" val="v4.1.3"/>
</p:tagLst>
</file>

<file path=ppt/tags/tag75.xml><?xml version="1.0" encoding="utf-8"?>
<p:tagLst xmlns:a="http://schemas.openxmlformats.org/drawingml/2006/main" xmlns:r="http://schemas.openxmlformats.org/officeDocument/2006/relationships" xmlns:p="http://schemas.openxmlformats.org/presentationml/2006/main">
  <p:tag name="PA" val="v4.1.3"/>
</p:tagLst>
</file>

<file path=ppt/theme/theme1.xml><?xml version="1.0" encoding="utf-8"?>
<a:theme xmlns:a="http://schemas.openxmlformats.org/drawingml/2006/main" name="第一PPT，www.1ppt.com">
  <a:themeElements>
    <a:clrScheme name="黑白灰">
      <a:dk1>
        <a:srgbClr val="FFFFFF"/>
      </a:dk1>
      <a:lt1>
        <a:srgbClr val="2C2D30"/>
      </a:lt1>
      <a:dk2>
        <a:srgbClr val="000000"/>
      </a:dk2>
      <a:lt2>
        <a:srgbClr val="E7E6E6"/>
      </a:lt2>
      <a:accent1>
        <a:srgbClr val="2C2D30"/>
      </a:accent1>
      <a:accent2>
        <a:srgbClr val="5A5557"/>
      </a:accent2>
      <a:accent3>
        <a:srgbClr val="433F41"/>
      </a:accent3>
      <a:accent4>
        <a:srgbClr val="FFC000"/>
      </a:accent4>
      <a:accent5>
        <a:srgbClr val="4472C4"/>
      </a:accent5>
      <a:accent6>
        <a:srgbClr val="70AD47"/>
      </a:accent6>
      <a:hlink>
        <a:srgbClr val="211F20"/>
      </a:hlink>
      <a:folHlink>
        <a:srgbClr val="954F72"/>
      </a:folHlink>
    </a:clrScheme>
    <a:fontScheme name="标准3">
      <a:majorFont>
        <a:latin typeface="华文细黑"/>
        <a:ea typeface="微软雅黑"/>
        <a:cs typeface="Arial"/>
      </a:majorFont>
      <a:minorFont>
        <a:latin typeface="Calibri Light"/>
        <a:ea typeface="微软雅黑 Light"/>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1727</Words>
  <Application>Microsoft Office PowerPoint</Application>
  <PresentationFormat>全屏显示(16:9)</PresentationFormat>
  <Paragraphs>160</Paragraphs>
  <Slides>20</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20</vt:i4>
      </vt:variant>
    </vt:vector>
  </HeadingPairs>
  <TitlesOfParts>
    <vt:vector size="29" baseType="lpstr">
      <vt:lpstr>Gill Sans</vt:lpstr>
      <vt:lpstr>等线</vt:lpstr>
      <vt:lpstr>华文细黑</vt:lpstr>
      <vt:lpstr>微软雅黑</vt:lpstr>
      <vt:lpstr>Arial</vt:lpstr>
      <vt:lpstr>Calibri Light</vt:lpstr>
      <vt:lpstr>Wingdings</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极简商务</dc:title>
  <dc:creator>第一PPT</dc:creator>
  <cp:keywords>www.1ppt.com</cp:keywords>
  <dc:description>www.1ppt.com</dc:description>
  <cp:lastModifiedBy>User</cp:lastModifiedBy>
  <cp:revision>1064</cp:revision>
  <dcterms:created xsi:type="dcterms:W3CDTF">2019-06-21T02:16:00Z</dcterms:created>
  <dcterms:modified xsi:type="dcterms:W3CDTF">2025-12-09T08:21:20Z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96492DDB9FA14C1D841BD7D476A15045_13</vt:lpwstr>
  </property>
  <property fmtid="{D5CDD505-2E9C-101B-9397-08002B2CF9AE}" pid="3" name="KSOProductBuildVer">
    <vt:lpwstr>2052-12.1.0.23542</vt:lpwstr>
  </property>
  <property fmtid="{D5CDD505-2E9C-101B-9397-08002B2CF9AE}" pid="4" name="KSOTemplateUUID">
    <vt:lpwstr>v1.0_mb_vuP+JDA8J3BhRERohUPY7g==</vt:lpwstr>
  </property>
</Properties>
</file>