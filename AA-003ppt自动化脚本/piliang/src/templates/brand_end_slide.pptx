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8000">
                <a:solidFill>
                  <a:srgbClr val="323232"/>
                </a:solidFill>
                <a:latin typeface="Arial"/>
              </a:defRPr>
            </a:pPr>
            <a: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  <a:latin typeface="Microsoft YaHei"/>
              </a:defRPr>
            </a:pPr>
            <a:r>
              <a:t>感谢您的观看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t>更多精品模板: https://www.ppthub.shop/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